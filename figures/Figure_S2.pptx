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914400" y="914400"/>
            <a:ext cx="6120000" cy="6120000"/>
            <a:chOff x="914400" y="914400"/>
            <a:chExt cx="6120000" cy="61200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6120000" cy="612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6120000" cy="6119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965010" y="952357"/>
              <a:ext cx="3142361" cy="181965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4107371" y="952357"/>
              <a:ext cx="2876417" cy="181965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965010" y="2772011"/>
              <a:ext cx="3142361" cy="181965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4107371" y="2772011"/>
              <a:ext cx="2876417" cy="181965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965010" y="4591666"/>
              <a:ext cx="3142361" cy="24047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4107371" y="4591666"/>
              <a:ext cx="2876417" cy="24047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310032" y="1166855"/>
              <a:ext cx="2746729" cy="15387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t12"/>
            <p:cNvSpPr/>
            <p:nvPr/>
          </p:nvSpPr>
          <p:spPr>
            <a:xfrm>
              <a:off x="1450472" y="2435118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4" name="pt13"/>
            <p:cNvSpPr/>
            <p:nvPr/>
          </p:nvSpPr>
          <p:spPr>
            <a:xfrm>
              <a:off x="1437212" y="2358812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5" name="pt14"/>
            <p:cNvSpPr/>
            <p:nvPr/>
          </p:nvSpPr>
          <p:spPr>
            <a:xfrm>
              <a:off x="1406811" y="2473697"/>
              <a:ext cx="56145" cy="5614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6" name="pt15"/>
            <p:cNvSpPr/>
            <p:nvPr/>
          </p:nvSpPr>
          <p:spPr>
            <a:xfrm>
              <a:off x="1466945" y="2470468"/>
              <a:ext cx="56145" cy="5614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7" name="pt16"/>
            <p:cNvSpPr/>
            <p:nvPr/>
          </p:nvSpPr>
          <p:spPr>
            <a:xfrm>
              <a:off x="1476255" y="2498723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8" name="pt17"/>
            <p:cNvSpPr/>
            <p:nvPr/>
          </p:nvSpPr>
          <p:spPr>
            <a:xfrm>
              <a:off x="1460083" y="2337829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9" name="pt18"/>
            <p:cNvSpPr/>
            <p:nvPr/>
          </p:nvSpPr>
          <p:spPr>
            <a:xfrm>
              <a:off x="1477374" y="2248132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0" name="pt19"/>
            <p:cNvSpPr/>
            <p:nvPr/>
          </p:nvSpPr>
          <p:spPr>
            <a:xfrm>
              <a:off x="1482836" y="2452806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t20"/>
            <p:cNvSpPr/>
            <p:nvPr/>
          </p:nvSpPr>
          <p:spPr>
            <a:xfrm>
              <a:off x="1426902" y="2530928"/>
              <a:ext cx="56145" cy="5614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2" name="pt21"/>
            <p:cNvSpPr/>
            <p:nvPr/>
          </p:nvSpPr>
          <p:spPr>
            <a:xfrm>
              <a:off x="1488845" y="2315551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3" name="pt22"/>
            <p:cNvSpPr/>
            <p:nvPr/>
          </p:nvSpPr>
          <p:spPr>
            <a:xfrm>
              <a:off x="2250785" y="2540056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4" name="pt23"/>
            <p:cNvSpPr/>
            <p:nvPr/>
          </p:nvSpPr>
          <p:spPr>
            <a:xfrm>
              <a:off x="2196676" y="2471272"/>
              <a:ext cx="56145" cy="5614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2215442" y="1816800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2292753" y="2383860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2230743" y="2464562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2204640" y="2533998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2250960" y="2562004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2205115" y="2374989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2221826" y="1680749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2300151" y="1883281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2208253" y="2551758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2209517" y="2331678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5" name="pt34"/>
            <p:cNvSpPr/>
            <p:nvPr/>
          </p:nvSpPr>
          <p:spPr>
            <a:xfrm>
              <a:off x="2298395" y="2270856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6" name="pt35"/>
            <p:cNvSpPr/>
            <p:nvPr/>
          </p:nvSpPr>
          <p:spPr>
            <a:xfrm>
              <a:off x="2266370" y="2281457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t36"/>
            <p:cNvSpPr/>
            <p:nvPr/>
          </p:nvSpPr>
          <p:spPr>
            <a:xfrm>
              <a:off x="2260112" y="2456976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8" name="pt37"/>
            <p:cNvSpPr/>
            <p:nvPr/>
          </p:nvSpPr>
          <p:spPr>
            <a:xfrm>
              <a:off x="2227100" y="2392096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9" name="pt38"/>
            <p:cNvSpPr/>
            <p:nvPr/>
          </p:nvSpPr>
          <p:spPr>
            <a:xfrm>
              <a:off x="2256745" y="1874444"/>
              <a:ext cx="56145" cy="5614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0" name="pt39"/>
            <p:cNvSpPr/>
            <p:nvPr/>
          </p:nvSpPr>
          <p:spPr>
            <a:xfrm>
              <a:off x="2245043" y="2022588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3014886" y="2496083"/>
              <a:ext cx="56145" cy="5614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2" name="pt41"/>
            <p:cNvSpPr/>
            <p:nvPr/>
          </p:nvSpPr>
          <p:spPr>
            <a:xfrm>
              <a:off x="3002105" y="2260515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3" name="pt42"/>
            <p:cNvSpPr/>
            <p:nvPr/>
          </p:nvSpPr>
          <p:spPr>
            <a:xfrm>
              <a:off x="3092161" y="2509797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4" name="pt43"/>
            <p:cNvSpPr/>
            <p:nvPr/>
          </p:nvSpPr>
          <p:spPr>
            <a:xfrm>
              <a:off x="3049808" y="2607570"/>
              <a:ext cx="56145" cy="5614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5" name="pt44"/>
            <p:cNvSpPr/>
            <p:nvPr/>
          </p:nvSpPr>
          <p:spPr>
            <a:xfrm>
              <a:off x="3083651" y="2331749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6" name="pt45"/>
            <p:cNvSpPr/>
            <p:nvPr/>
          </p:nvSpPr>
          <p:spPr>
            <a:xfrm>
              <a:off x="3013065" y="2484675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7" name="pt46"/>
            <p:cNvSpPr/>
            <p:nvPr/>
          </p:nvSpPr>
          <p:spPr>
            <a:xfrm>
              <a:off x="3043540" y="1493678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8" name="pt47"/>
            <p:cNvSpPr/>
            <p:nvPr/>
          </p:nvSpPr>
          <p:spPr>
            <a:xfrm>
              <a:off x="3058914" y="2534241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9" name="pt48"/>
            <p:cNvSpPr/>
            <p:nvPr/>
          </p:nvSpPr>
          <p:spPr>
            <a:xfrm>
              <a:off x="3022950" y="2162254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0" name="pt49"/>
            <p:cNvSpPr/>
            <p:nvPr/>
          </p:nvSpPr>
          <p:spPr>
            <a:xfrm>
              <a:off x="3039181" y="1801386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1" name="pt50"/>
            <p:cNvSpPr/>
            <p:nvPr/>
          </p:nvSpPr>
          <p:spPr>
            <a:xfrm>
              <a:off x="2999816" y="1208724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2" name="pt51"/>
            <p:cNvSpPr/>
            <p:nvPr/>
          </p:nvSpPr>
          <p:spPr>
            <a:xfrm>
              <a:off x="3087599" y="2053769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t52"/>
            <p:cNvSpPr/>
            <p:nvPr/>
          </p:nvSpPr>
          <p:spPr>
            <a:xfrm>
              <a:off x="3077476" y="2233296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4" name="pt53"/>
            <p:cNvSpPr/>
            <p:nvPr/>
          </p:nvSpPr>
          <p:spPr>
            <a:xfrm>
              <a:off x="3014256" y="2081703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t54"/>
            <p:cNvSpPr/>
            <p:nvPr/>
          </p:nvSpPr>
          <p:spPr>
            <a:xfrm>
              <a:off x="3051382" y="2205336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6" name="pt55"/>
            <p:cNvSpPr/>
            <p:nvPr/>
          </p:nvSpPr>
          <p:spPr>
            <a:xfrm>
              <a:off x="3058794" y="2370085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t56"/>
            <p:cNvSpPr/>
            <p:nvPr/>
          </p:nvSpPr>
          <p:spPr>
            <a:xfrm>
              <a:off x="3016335" y="2275850"/>
              <a:ext cx="56145" cy="5614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8" name="pt57"/>
            <p:cNvSpPr/>
            <p:nvPr/>
          </p:nvSpPr>
          <p:spPr>
            <a:xfrm>
              <a:off x="3050055" y="2260062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t58"/>
            <p:cNvSpPr/>
            <p:nvPr/>
          </p:nvSpPr>
          <p:spPr>
            <a:xfrm>
              <a:off x="3081952" y="2368504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0" name="pt59"/>
            <p:cNvSpPr/>
            <p:nvPr/>
          </p:nvSpPr>
          <p:spPr>
            <a:xfrm>
              <a:off x="3076956" y="2357094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1" name="pt60"/>
            <p:cNvSpPr/>
            <p:nvPr/>
          </p:nvSpPr>
          <p:spPr>
            <a:xfrm>
              <a:off x="3855207" y="2375919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2" name="pt61"/>
            <p:cNvSpPr/>
            <p:nvPr/>
          </p:nvSpPr>
          <p:spPr>
            <a:xfrm>
              <a:off x="3849401" y="2373519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3" name="pt62"/>
            <p:cNvSpPr/>
            <p:nvPr/>
          </p:nvSpPr>
          <p:spPr>
            <a:xfrm>
              <a:off x="3805670" y="2326395"/>
              <a:ext cx="56145" cy="5614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4" name="pt63"/>
            <p:cNvSpPr/>
            <p:nvPr/>
          </p:nvSpPr>
          <p:spPr>
            <a:xfrm>
              <a:off x="3879541" y="2475195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5" name="pt64"/>
            <p:cNvSpPr/>
            <p:nvPr/>
          </p:nvSpPr>
          <p:spPr>
            <a:xfrm>
              <a:off x="3876013" y="2074244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6" name="pt65"/>
            <p:cNvSpPr/>
            <p:nvPr/>
          </p:nvSpPr>
          <p:spPr>
            <a:xfrm>
              <a:off x="3815566" y="2093760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7" name="pt66"/>
            <p:cNvSpPr/>
            <p:nvPr/>
          </p:nvSpPr>
          <p:spPr>
            <a:xfrm>
              <a:off x="3834803" y="2328828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8" name="pt67"/>
            <p:cNvSpPr/>
            <p:nvPr/>
          </p:nvSpPr>
          <p:spPr>
            <a:xfrm>
              <a:off x="3818106" y="2247142"/>
              <a:ext cx="56145" cy="5614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9" name="pt68"/>
            <p:cNvSpPr/>
            <p:nvPr/>
          </p:nvSpPr>
          <p:spPr>
            <a:xfrm>
              <a:off x="3878978" y="2150839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0" name="pt69"/>
            <p:cNvSpPr/>
            <p:nvPr/>
          </p:nvSpPr>
          <p:spPr>
            <a:xfrm>
              <a:off x="3831309" y="1908048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1" name="pt70"/>
            <p:cNvSpPr/>
            <p:nvPr/>
          </p:nvSpPr>
          <p:spPr>
            <a:xfrm>
              <a:off x="3900829" y="1979866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2" name="pt71"/>
            <p:cNvSpPr/>
            <p:nvPr/>
          </p:nvSpPr>
          <p:spPr>
            <a:xfrm>
              <a:off x="3806261" y="1832441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3" name="pt72"/>
            <p:cNvSpPr/>
            <p:nvPr/>
          </p:nvSpPr>
          <p:spPr>
            <a:xfrm>
              <a:off x="3815543" y="2082711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4" name="pt73"/>
            <p:cNvSpPr/>
            <p:nvPr/>
          </p:nvSpPr>
          <p:spPr>
            <a:xfrm>
              <a:off x="3903837" y="2012066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5" name="pt74"/>
            <p:cNvSpPr/>
            <p:nvPr/>
          </p:nvSpPr>
          <p:spPr>
            <a:xfrm>
              <a:off x="3861071" y="2441119"/>
              <a:ext cx="56145" cy="5614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6" name="pt75"/>
            <p:cNvSpPr/>
            <p:nvPr/>
          </p:nvSpPr>
          <p:spPr>
            <a:xfrm>
              <a:off x="3850539" y="2265433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7" name="pt76"/>
            <p:cNvSpPr/>
            <p:nvPr/>
          </p:nvSpPr>
          <p:spPr>
            <a:xfrm>
              <a:off x="3858630" y="2165819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8" name="pt77"/>
            <p:cNvSpPr/>
            <p:nvPr/>
          </p:nvSpPr>
          <p:spPr>
            <a:xfrm>
              <a:off x="3831195" y="2231479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9" name="pt78"/>
            <p:cNvSpPr/>
            <p:nvPr/>
          </p:nvSpPr>
          <p:spPr>
            <a:xfrm>
              <a:off x="3842086" y="1954061"/>
              <a:ext cx="56145" cy="5614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0" name="pt79"/>
            <p:cNvSpPr/>
            <p:nvPr/>
          </p:nvSpPr>
          <p:spPr>
            <a:xfrm>
              <a:off x="3819125" y="2200417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1" name="pt80"/>
            <p:cNvSpPr/>
            <p:nvPr/>
          </p:nvSpPr>
          <p:spPr>
            <a:xfrm>
              <a:off x="3858947" y="2055844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2" name="pt81"/>
            <p:cNvSpPr/>
            <p:nvPr/>
          </p:nvSpPr>
          <p:spPr>
            <a:xfrm>
              <a:off x="3850390" y="1936925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3" name="pt82"/>
            <p:cNvSpPr/>
            <p:nvPr/>
          </p:nvSpPr>
          <p:spPr>
            <a:xfrm>
              <a:off x="3868782" y="2115832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4" name="pt83"/>
            <p:cNvSpPr/>
            <p:nvPr/>
          </p:nvSpPr>
          <p:spPr>
            <a:xfrm>
              <a:off x="3795970" y="2083356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5" name="pl84"/>
            <p:cNvSpPr/>
            <p:nvPr/>
          </p:nvSpPr>
          <p:spPr>
            <a:xfrm>
              <a:off x="1472599" y="2245860"/>
              <a:ext cx="2401640" cy="240781"/>
            </a:xfrm>
            <a:custGeom>
              <a:avLst/>
              <a:pathLst>
                <a:path w="2401640" h="240781">
                  <a:moveTo>
                    <a:pt x="0" y="240781"/>
                  </a:moveTo>
                  <a:lnTo>
                    <a:pt x="154221" y="225320"/>
                  </a:lnTo>
                  <a:lnTo>
                    <a:pt x="290254" y="211681"/>
                  </a:lnTo>
                  <a:lnTo>
                    <a:pt x="411939" y="199481"/>
                  </a:lnTo>
                  <a:lnTo>
                    <a:pt x="522017" y="188445"/>
                  </a:lnTo>
                  <a:lnTo>
                    <a:pt x="622511" y="178370"/>
                  </a:lnTo>
                  <a:lnTo>
                    <a:pt x="714956" y="169102"/>
                  </a:lnTo>
                  <a:lnTo>
                    <a:pt x="800546" y="160521"/>
                  </a:lnTo>
                  <a:lnTo>
                    <a:pt x="880229" y="152532"/>
                  </a:lnTo>
                  <a:lnTo>
                    <a:pt x="954768" y="145059"/>
                  </a:lnTo>
                  <a:lnTo>
                    <a:pt x="1024786" y="138039"/>
                  </a:lnTo>
                  <a:lnTo>
                    <a:pt x="1090801" y="131421"/>
                  </a:lnTo>
                  <a:lnTo>
                    <a:pt x="1153245" y="125160"/>
                  </a:lnTo>
                  <a:lnTo>
                    <a:pt x="1212486" y="119221"/>
                  </a:lnTo>
                  <a:lnTo>
                    <a:pt x="1268836" y="113571"/>
                  </a:lnTo>
                  <a:lnTo>
                    <a:pt x="1322564" y="108185"/>
                  </a:lnTo>
                  <a:lnTo>
                    <a:pt x="1373904" y="103038"/>
                  </a:lnTo>
                  <a:lnTo>
                    <a:pt x="1423058" y="98109"/>
                  </a:lnTo>
                  <a:lnTo>
                    <a:pt x="1470205" y="93383"/>
                  </a:lnTo>
                  <a:lnTo>
                    <a:pt x="1515502" y="88841"/>
                  </a:lnTo>
                  <a:lnTo>
                    <a:pt x="1559090" y="84471"/>
                  </a:lnTo>
                  <a:lnTo>
                    <a:pt x="1601093" y="80260"/>
                  </a:lnTo>
                  <a:lnTo>
                    <a:pt x="1641622" y="76197"/>
                  </a:lnTo>
                  <a:lnTo>
                    <a:pt x="1680776" y="72271"/>
                  </a:lnTo>
                  <a:lnTo>
                    <a:pt x="1718646" y="68475"/>
                  </a:lnTo>
                  <a:lnTo>
                    <a:pt x="1755314" y="64798"/>
                  </a:lnTo>
                  <a:lnTo>
                    <a:pt x="1790854" y="61235"/>
                  </a:lnTo>
                  <a:lnTo>
                    <a:pt x="1825333" y="57778"/>
                  </a:lnTo>
                  <a:lnTo>
                    <a:pt x="1858812" y="54422"/>
                  </a:lnTo>
                  <a:lnTo>
                    <a:pt x="1891347" y="51160"/>
                  </a:lnTo>
                  <a:lnTo>
                    <a:pt x="1922992" y="47987"/>
                  </a:lnTo>
                  <a:lnTo>
                    <a:pt x="1953792" y="44899"/>
                  </a:lnTo>
                  <a:lnTo>
                    <a:pt x="1983792" y="41892"/>
                  </a:lnTo>
                  <a:lnTo>
                    <a:pt x="2013033" y="38960"/>
                  </a:lnTo>
                  <a:lnTo>
                    <a:pt x="2041552" y="36101"/>
                  </a:lnTo>
                  <a:lnTo>
                    <a:pt x="2069383" y="33311"/>
                  </a:lnTo>
                  <a:lnTo>
                    <a:pt x="2096559" y="30586"/>
                  </a:lnTo>
                  <a:lnTo>
                    <a:pt x="2123111" y="27924"/>
                  </a:lnTo>
                  <a:lnTo>
                    <a:pt x="2149066" y="25322"/>
                  </a:lnTo>
                  <a:lnTo>
                    <a:pt x="2174450" y="22777"/>
                  </a:lnTo>
                  <a:lnTo>
                    <a:pt x="2199289" y="20287"/>
                  </a:lnTo>
                  <a:lnTo>
                    <a:pt x="2223604" y="17849"/>
                  </a:lnTo>
                  <a:lnTo>
                    <a:pt x="2247418" y="15461"/>
                  </a:lnTo>
                  <a:lnTo>
                    <a:pt x="2270751" y="13122"/>
                  </a:lnTo>
                  <a:lnTo>
                    <a:pt x="2293622" y="10829"/>
                  </a:lnTo>
                  <a:lnTo>
                    <a:pt x="2316049" y="8581"/>
                  </a:lnTo>
                  <a:lnTo>
                    <a:pt x="2338049" y="6375"/>
                  </a:lnTo>
                  <a:lnTo>
                    <a:pt x="2359637" y="4211"/>
                  </a:lnTo>
                  <a:lnTo>
                    <a:pt x="2380829" y="2086"/>
                  </a:lnTo>
                  <a:lnTo>
                    <a:pt x="2401640" y="0"/>
                  </a:lnTo>
                </a:path>
              </a:pathLst>
            </a:custGeom>
            <a:ln w="24391" cap="flat">
              <a:solidFill>
                <a:srgbClr val="5DC1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5"/>
            <p:cNvSpPr/>
            <p:nvPr/>
          </p:nvSpPr>
          <p:spPr>
            <a:xfrm>
              <a:off x="1472599" y="2180629"/>
              <a:ext cx="2401640" cy="344484"/>
            </a:xfrm>
            <a:custGeom>
              <a:avLst/>
              <a:pathLst>
                <a:path w="2401640" h="344484">
                  <a:moveTo>
                    <a:pt x="0" y="344484"/>
                  </a:moveTo>
                  <a:lnTo>
                    <a:pt x="154221" y="322363"/>
                  </a:lnTo>
                  <a:lnTo>
                    <a:pt x="290254" y="302850"/>
                  </a:lnTo>
                  <a:lnTo>
                    <a:pt x="411939" y="285396"/>
                  </a:lnTo>
                  <a:lnTo>
                    <a:pt x="522017" y="269607"/>
                  </a:lnTo>
                  <a:lnTo>
                    <a:pt x="622511" y="255192"/>
                  </a:lnTo>
                  <a:lnTo>
                    <a:pt x="714956" y="241932"/>
                  </a:lnTo>
                  <a:lnTo>
                    <a:pt x="800546" y="229656"/>
                  </a:lnTo>
                  <a:lnTo>
                    <a:pt x="880229" y="218226"/>
                  </a:lnTo>
                  <a:lnTo>
                    <a:pt x="954768" y="207535"/>
                  </a:lnTo>
                  <a:lnTo>
                    <a:pt x="1024786" y="197491"/>
                  </a:lnTo>
                  <a:lnTo>
                    <a:pt x="1090801" y="188022"/>
                  </a:lnTo>
                  <a:lnTo>
                    <a:pt x="1153245" y="179066"/>
                  </a:lnTo>
                  <a:lnTo>
                    <a:pt x="1212486" y="170568"/>
                  </a:lnTo>
                  <a:lnTo>
                    <a:pt x="1268836" y="162485"/>
                  </a:lnTo>
                  <a:lnTo>
                    <a:pt x="1322564" y="154779"/>
                  </a:lnTo>
                  <a:lnTo>
                    <a:pt x="1373904" y="147415"/>
                  </a:lnTo>
                  <a:lnTo>
                    <a:pt x="1423058" y="140364"/>
                  </a:lnTo>
                  <a:lnTo>
                    <a:pt x="1470205" y="133602"/>
                  </a:lnTo>
                  <a:lnTo>
                    <a:pt x="1515502" y="127104"/>
                  </a:lnTo>
                  <a:lnTo>
                    <a:pt x="1559090" y="120852"/>
                  </a:lnTo>
                  <a:lnTo>
                    <a:pt x="1601093" y="114828"/>
                  </a:lnTo>
                  <a:lnTo>
                    <a:pt x="1641622" y="109014"/>
                  </a:lnTo>
                  <a:lnTo>
                    <a:pt x="1680776" y="103398"/>
                  </a:lnTo>
                  <a:lnTo>
                    <a:pt x="1718646" y="97966"/>
                  </a:lnTo>
                  <a:lnTo>
                    <a:pt x="1755314" y="92706"/>
                  </a:lnTo>
                  <a:lnTo>
                    <a:pt x="1790854" y="87609"/>
                  </a:lnTo>
                  <a:lnTo>
                    <a:pt x="1825333" y="82663"/>
                  </a:lnTo>
                  <a:lnTo>
                    <a:pt x="1858812" y="77861"/>
                  </a:lnTo>
                  <a:lnTo>
                    <a:pt x="1891347" y="73194"/>
                  </a:lnTo>
                  <a:lnTo>
                    <a:pt x="1922992" y="68655"/>
                  </a:lnTo>
                  <a:lnTo>
                    <a:pt x="1953792" y="64237"/>
                  </a:lnTo>
                  <a:lnTo>
                    <a:pt x="1983792" y="59934"/>
                  </a:lnTo>
                  <a:lnTo>
                    <a:pt x="2013033" y="55740"/>
                  </a:lnTo>
                  <a:lnTo>
                    <a:pt x="2041552" y="51649"/>
                  </a:lnTo>
                  <a:lnTo>
                    <a:pt x="2069383" y="47657"/>
                  </a:lnTo>
                  <a:lnTo>
                    <a:pt x="2096559" y="43759"/>
                  </a:lnTo>
                  <a:lnTo>
                    <a:pt x="2123111" y="39951"/>
                  </a:lnTo>
                  <a:lnTo>
                    <a:pt x="2149066" y="36228"/>
                  </a:lnTo>
                  <a:lnTo>
                    <a:pt x="2174450" y="32587"/>
                  </a:lnTo>
                  <a:lnTo>
                    <a:pt x="2199289" y="29024"/>
                  </a:lnTo>
                  <a:lnTo>
                    <a:pt x="2223604" y="25536"/>
                  </a:lnTo>
                  <a:lnTo>
                    <a:pt x="2247418" y="22121"/>
                  </a:lnTo>
                  <a:lnTo>
                    <a:pt x="2270751" y="18774"/>
                  </a:lnTo>
                  <a:lnTo>
                    <a:pt x="2293622" y="15493"/>
                  </a:lnTo>
                  <a:lnTo>
                    <a:pt x="2316049" y="12276"/>
                  </a:lnTo>
                  <a:lnTo>
                    <a:pt x="2338049" y="9121"/>
                  </a:lnTo>
                  <a:lnTo>
                    <a:pt x="2359637" y="6024"/>
                  </a:lnTo>
                  <a:lnTo>
                    <a:pt x="2380829" y="2984"/>
                  </a:lnTo>
                  <a:lnTo>
                    <a:pt x="2401640" y="0"/>
                  </a:lnTo>
                </a:path>
              </a:pathLst>
            </a:custGeom>
            <a:ln w="24391" cap="flat">
              <a:solidFill>
                <a:srgbClr val="13815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7" name="pl86"/>
            <p:cNvSpPr/>
            <p:nvPr/>
          </p:nvSpPr>
          <p:spPr>
            <a:xfrm>
              <a:off x="1472599" y="2406175"/>
              <a:ext cx="2401640" cy="121462"/>
            </a:xfrm>
            <a:custGeom>
              <a:avLst/>
              <a:pathLst>
                <a:path w="2401640" h="121462">
                  <a:moveTo>
                    <a:pt x="0" y="121462"/>
                  </a:moveTo>
                  <a:lnTo>
                    <a:pt x="154221" y="113662"/>
                  </a:lnTo>
                  <a:lnTo>
                    <a:pt x="290254" y="106782"/>
                  </a:lnTo>
                  <a:lnTo>
                    <a:pt x="411939" y="100628"/>
                  </a:lnTo>
                  <a:lnTo>
                    <a:pt x="522017" y="95061"/>
                  </a:lnTo>
                  <a:lnTo>
                    <a:pt x="622511" y="89979"/>
                  </a:lnTo>
                  <a:lnTo>
                    <a:pt x="714956" y="85303"/>
                  </a:lnTo>
                  <a:lnTo>
                    <a:pt x="800546" y="80974"/>
                  </a:lnTo>
                  <a:lnTo>
                    <a:pt x="880229" y="76944"/>
                  </a:lnTo>
                  <a:lnTo>
                    <a:pt x="954768" y="73175"/>
                  </a:lnTo>
                  <a:lnTo>
                    <a:pt x="1024786" y="69634"/>
                  </a:lnTo>
                  <a:lnTo>
                    <a:pt x="1090801" y="66295"/>
                  </a:lnTo>
                  <a:lnTo>
                    <a:pt x="1153245" y="63137"/>
                  </a:lnTo>
                  <a:lnTo>
                    <a:pt x="1212486" y="60141"/>
                  </a:lnTo>
                  <a:lnTo>
                    <a:pt x="1268836" y="57291"/>
                  </a:lnTo>
                  <a:lnTo>
                    <a:pt x="1322564" y="54573"/>
                  </a:lnTo>
                  <a:lnTo>
                    <a:pt x="1373904" y="51977"/>
                  </a:lnTo>
                  <a:lnTo>
                    <a:pt x="1423058" y="49491"/>
                  </a:lnTo>
                  <a:lnTo>
                    <a:pt x="1470205" y="47107"/>
                  </a:lnTo>
                  <a:lnTo>
                    <a:pt x="1515502" y="44816"/>
                  </a:lnTo>
                  <a:lnTo>
                    <a:pt x="1559090" y="42611"/>
                  </a:lnTo>
                  <a:lnTo>
                    <a:pt x="1601093" y="40487"/>
                  </a:lnTo>
                  <a:lnTo>
                    <a:pt x="1641622" y="38437"/>
                  </a:lnTo>
                  <a:lnTo>
                    <a:pt x="1680776" y="36457"/>
                  </a:lnTo>
                  <a:lnTo>
                    <a:pt x="1718646" y="34542"/>
                  </a:lnTo>
                  <a:lnTo>
                    <a:pt x="1755314" y="32687"/>
                  </a:lnTo>
                  <a:lnTo>
                    <a:pt x="1790854" y="30890"/>
                  </a:lnTo>
                  <a:lnTo>
                    <a:pt x="1825333" y="29146"/>
                  </a:lnTo>
                  <a:lnTo>
                    <a:pt x="1858812" y="27453"/>
                  </a:lnTo>
                  <a:lnTo>
                    <a:pt x="1891347" y="25807"/>
                  </a:lnTo>
                  <a:lnTo>
                    <a:pt x="1922992" y="24207"/>
                  </a:lnTo>
                  <a:lnTo>
                    <a:pt x="1953792" y="22649"/>
                  </a:lnTo>
                  <a:lnTo>
                    <a:pt x="1983792" y="21132"/>
                  </a:lnTo>
                  <a:lnTo>
                    <a:pt x="2013033" y="19653"/>
                  </a:lnTo>
                  <a:lnTo>
                    <a:pt x="2041552" y="18211"/>
                  </a:lnTo>
                  <a:lnTo>
                    <a:pt x="2069383" y="16803"/>
                  </a:lnTo>
                  <a:lnTo>
                    <a:pt x="2096559" y="15429"/>
                  </a:lnTo>
                  <a:lnTo>
                    <a:pt x="2123111" y="14086"/>
                  </a:lnTo>
                  <a:lnTo>
                    <a:pt x="2149066" y="12773"/>
                  </a:lnTo>
                  <a:lnTo>
                    <a:pt x="2174450" y="11490"/>
                  </a:lnTo>
                  <a:lnTo>
                    <a:pt x="2199289" y="10233"/>
                  </a:lnTo>
                  <a:lnTo>
                    <a:pt x="2223604" y="9004"/>
                  </a:lnTo>
                  <a:lnTo>
                    <a:pt x="2247418" y="7799"/>
                  </a:lnTo>
                  <a:lnTo>
                    <a:pt x="2270751" y="6619"/>
                  </a:lnTo>
                  <a:lnTo>
                    <a:pt x="2293622" y="5462"/>
                  </a:lnTo>
                  <a:lnTo>
                    <a:pt x="2316049" y="4328"/>
                  </a:lnTo>
                  <a:lnTo>
                    <a:pt x="2338049" y="3216"/>
                  </a:lnTo>
                  <a:lnTo>
                    <a:pt x="2359637" y="2124"/>
                  </a:lnTo>
                  <a:lnTo>
                    <a:pt x="2380829" y="1052"/>
                  </a:lnTo>
                  <a:lnTo>
                    <a:pt x="2401640" y="0"/>
                  </a:lnTo>
                </a:path>
              </a:pathLst>
            </a:custGeom>
            <a:ln w="24391" cap="flat">
              <a:solidFill>
                <a:srgbClr val="E4D79A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8" name="pl87"/>
            <p:cNvSpPr/>
            <p:nvPr/>
          </p:nvSpPr>
          <p:spPr>
            <a:xfrm>
              <a:off x="1472599" y="1999621"/>
              <a:ext cx="2401640" cy="344359"/>
            </a:xfrm>
            <a:custGeom>
              <a:avLst/>
              <a:pathLst>
                <a:path w="2401640" h="344359">
                  <a:moveTo>
                    <a:pt x="0" y="344359"/>
                  </a:moveTo>
                  <a:lnTo>
                    <a:pt x="154221" y="322246"/>
                  </a:lnTo>
                  <a:lnTo>
                    <a:pt x="290254" y="302741"/>
                  </a:lnTo>
                  <a:lnTo>
                    <a:pt x="411939" y="285293"/>
                  </a:lnTo>
                  <a:lnTo>
                    <a:pt x="522017" y="269510"/>
                  </a:lnTo>
                  <a:lnTo>
                    <a:pt x="622511" y="255101"/>
                  </a:lnTo>
                  <a:lnTo>
                    <a:pt x="714956" y="241845"/>
                  </a:lnTo>
                  <a:lnTo>
                    <a:pt x="800546" y="229573"/>
                  </a:lnTo>
                  <a:lnTo>
                    <a:pt x="880229" y="218147"/>
                  </a:lnTo>
                  <a:lnTo>
                    <a:pt x="954768" y="207460"/>
                  </a:lnTo>
                  <a:lnTo>
                    <a:pt x="1024786" y="197420"/>
                  </a:lnTo>
                  <a:lnTo>
                    <a:pt x="1090801" y="187955"/>
                  </a:lnTo>
                  <a:lnTo>
                    <a:pt x="1153245" y="179001"/>
                  </a:lnTo>
                  <a:lnTo>
                    <a:pt x="1212486" y="170507"/>
                  </a:lnTo>
                  <a:lnTo>
                    <a:pt x="1268836" y="162427"/>
                  </a:lnTo>
                  <a:lnTo>
                    <a:pt x="1322564" y="154723"/>
                  </a:lnTo>
                  <a:lnTo>
                    <a:pt x="1373904" y="147362"/>
                  </a:lnTo>
                  <a:lnTo>
                    <a:pt x="1423058" y="140314"/>
                  </a:lnTo>
                  <a:lnTo>
                    <a:pt x="1470205" y="133554"/>
                  </a:lnTo>
                  <a:lnTo>
                    <a:pt x="1515502" y="127059"/>
                  </a:lnTo>
                  <a:lnTo>
                    <a:pt x="1559090" y="120809"/>
                  </a:lnTo>
                  <a:lnTo>
                    <a:pt x="1601093" y="114786"/>
                  </a:lnTo>
                  <a:lnTo>
                    <a:pt x="1641622" y="108975"/>
                  </a:lnTo>
                  <a:lnTo>
                    <a:pt x="1680776" y="103361"/>
                  </a:lnTo>
                  <a:lnTo>
                    <a:pt x="1718646" y="97931"/>
                  </a:lnTo>
                  <a:lnTo>
                    <a:pt x="1755314" y="92673"/>
                  </a:lnTo>
                  <a:lnTo>
                    <a:pt x="1790854" y="87577"/>
                  </a:lnTo>
                  <a:lnTo>
                    <a:pt x="1825333" y="82634"/>
                  </a:lnTo>
                  <a:lnTo>
                    <a:pt x="1858812" y="77833"/>
                  </a:lnTo>
                  <a:lnTo>
                    <a:pt x="1891347" y="73168"/>
                  </a:lnTo>
                  <a:lnTo>
                    <a:pt x="1922992" y="68631"/>
                  </a:lnTo>
                  <a:lnTo>
                    <a:pt x="1953792" y="64214"/>
                  </a:lnTo>
                  <a:lnTo>
                    <a:pt x="1983792" y="59913"/>
                  </a:lnTo>
                  <a:lnTo>
                    <a:pt x="2013033" y="55720"/>
                  </a:lnTo>
                  <a:lnTo>
                    <a:pt x="2041552" y="51631"/>
                  </a:lnTo>
                  <a:lnTo>
                    <a:pt x="2069383" y="47640"/>
                  </a:lnTo>
                  <a:lnTo>
                    <a:pt x="2096559" y="43744"/>
                  </a:lnTo>
                  <a:lnTo>
                    <a:pt x="2123111" y="39936"/>
                  </a:lnTo>
                  <a:lnTo>
                    <a:pt x="2149066" y="36215"/>
                  </a:lnTo>
                  <a:lnTo>
                    <a:pt x="2174450" y="32575"/>
                  </a:lnTo>
                  <a:lnTo>
                    <a:pt x="2199289" y="29014"/>
                  </a:lnTo>
                  <a:lnTo>
                    <a:pt x="2223604" y="25527"/>
                  </a:lnTo>
                  <a:lnTo>
                    <a:pt x="2247418" y="22113"/>
                  </a:lnTo>
                  <a:lnTo>
                    <a:pt x="2270751" y="18767"/>
                  </a:lnTo>
                  <a:lnTo>
                    <a:pt x="2293622" y="15488"/>
                  </a:lnTo>
                  <a:lnTo>
                    <a:pt x="2316049" y="12272"/>
                  </a:lnTo>
                  <a:lnTo>
                    <a:pt x="2338049" y="9118"/>
                  </a:lnTo>
                  <a:lnTo>
                    <a:pt x="2359637" y="6022"/>
                  </a:lnTo>
                  <a:lnTo>
                    <a:pt x="2380829" y="2983"/>
                  </a:lnTo>
                  <a:lnTo>
                    <a:pt x="2401640" y="0"/>
                  </a:lnTo>
                </a:path>
              </a:pathLst>
            </a:custGeom>
            <a:ln w="24391" cap="flat">
              <a:solidFill>
                <a:srgbClr val="F5434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9" name="pl88"/>
            <p:cNvSpPr/>
            <p:nvPr/>
          </p:nvSpPr>
          <p:spPr>
            <a:xfrm>
              <a:off x="1472599" y="2229118"/>
              <a:ext cx="2401640" cy="304919"/>
            </a:xfrm>
            <a:custGeom>
              <a:avLst/>
              <a:pathLst>
                <a:path w="2401640" h="304919">
                  <a:moveTo>
                    <a:pt x="0" y="304919"/>
                  </a:moveTo>
                  <a:lnTo>
                    <a:pt x="154221" y="285339"/>
                  </a:lnTo>
                  <a:lnTo>
                    <a:pt x="290254" y="268068"/>
                  </a:lnTo>
                  <a:lnTo>
                    <a:pt x="411939" y="252618"/>
                  </a:lnTo>
                  <a:lnTo>
                    <a:pt x="522017" y="238642"/>
                  </a:lnTo>
                  <a:lnTo>
                    <a:pt x="622511" y="225883"/>
                  </a:lnTo>
                  <a:lnTo>
                    <a:pt x="714956" y="214146"/>
                  </a:lnTo>
                  <a:lnTo>
                    <a:pt x="800546" y="203279"/>
                  </a:lnTo>
                  <a:lnTo>
                    <a:pt x="880229" y="193163"/>
                  </a:lnTo>
                  <a:lnTo>
                    <a:pt x="954768" y="183699"/>
                  </a:lnTo>
                  <a:lnTo>
                    <a:pt x="1024786" y="174809"/>
                  </a:lnTo>
                  <a:lnTo>
                    <a:pt x="1090801" y="166428"/>
                  </a:lnTo>
                  <a:lnTo>
                    <a:pt x="1153245" y="158500"/>
                  </a:lnTo>
                  <a:lnTo>
                    <a:pt x="1212486" y="150978"/>
                  </a:lnTo>
                  <a:lnTo>
                    <a:pt x="1268836" y="143824"/>
                  </a:lnTo>
                  <a:lnTo>
                    <a:pt x="1322564" y="137002"/>
                  </a:lnTo>
                  <a:lnTo>
                    <a:pt x="1373904" y="130484"/>
                  </a:lnTo>
                  <a:lnTo>
                    <a:pt x="1423058" y="124243"/>
                  </a:lnTo>
                  <a:lnTo>
                    <a:pt x="1470205" y="118257"/>
                  </a:lnTo>
                  <a:lnTo>
                    <a:pt x="1515502" y="112506"/>
                  </a:lnTo>
                  <a:lnTo>
                    <a:pt x="1559090" y="106972"/>
                  </a:lnTo>
                  <a:lnTo>
                    <a:pt x="1601093" y="101639"/>
                  </a:lnTo>
                  <a:lnTo>
                    <a:pt x="1641622" y="96494"/>
                  </a:lnTo>
                  <a:lnTo>
                    <a:pt x="1680776" y="91523"/>
                  </a:lnTo>
                  <a:lnTo>
                    <a:pt x="1718646" y="86715"/>
                  </a:lnTo>
                  <a:lnTo>
                    <a:pt x="1755314" y="82059"/>
                  </a:lnTo>
                  <a:lnTo>
                    <a:pt x="1790854" y="77547"/>
                  </a:lnTo>
                  <a:lnTo>
                    <a:pt x="1825333" y="73169"/>
                  </a:lnTo>
                  <a:lnTo>
                    <a:pt x="1858812" y="68919"/>
                  </a:lnTo>
                  <a:lnTo>
                    <a:pt x="1891347" y="64788"/>
                  </a:lnTo>
                  <a:lnTo>
                    <a:pt x="1922992" y="60770"/>
                  </a:lnTo>
                  <a:lnTo>
                    <a:pt x="1953792" y="56860"/>
                  </a:lnTo>
                  <a:lnTo>
                    <a:pt x="1983792" y="53051"/>
                  </a:lnTo>
                  <a:lnTo>
                    <a:pt x="2013033" y="49338"/>
                  </a:lnTo>
                  <a:lnTo>
                    <a:pt x="2041552" y="45717"/>
                  </a:lnTo>
                  <a:lnTo>
                    <a:pt x="2069383" y="42184"/>
                  </a:lnTo>
                  <a:lnTo>
                    <a:pt x="2096559" y="38733"/>
                  </a:lnTo>
                  <a:lnTo>
                    <a:pt x="2123111" y="35362"/>
                  </a:lnTo>
                  <a:lnTo>
                    <a:pt x="2149066" y="32067"/>
                  </a:lnTo>
                  <a:lnTo>
                    <a:pt x="2174450" y="28844"/>
                  </a:lnTo>
                  <a:lnTo>
                    <a:pt x="2199289" y="25691"/>
                  </a:lnTo>
                  <a:lnTo>
                    <a:pt x="2223604" y="22603"/>
                  </a:lnTo>
                  <a:lnTo>
                    <a:pt x="2247418" y="19580"/>
                  </a:lnTo>
                  <a:lnTo>
                    <a:pt x="2270751" y="16618"/>
                  </a:lnTo>
                  <a:lnTo>
                    <a:pt x="2293622" y="13714"/>
                  </a:lnTo>
                  <a:lnTo>
                    <a:pt x="2316049" y="10866"/>
                  </a:lnTo>
                  <a:lnTo>
                    <a:pt x="2338049" y="8073"/>
                  </a:lnTo>
                  <a:lnTo>
                    <a:pt x="2359637" y="5332"/>
                  </a:lnTo>
                  <a:lnTo>
                    <a:pt x="2380829" y="2642"/>
                  </a:lnTo>
                  <a:lnTo>
                    <a:pt x="2401640" y="0"/>
                  </a:lnTo>
                </a:path>
              </a:pathLst>
            </a:custGeom>
            <a:ln w="24391" cap="flat">
              <a:solidFill>
                <a:srgbClr val="7E0D1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89"/>
            <p:cNvSpPr/>
            <p:nvPr/>
          </p:nvSpPr>
          <p:spPr>
            <a:xfrm>
              <a:off x="1472599" y="1933863"/>
              <a:ext cx="2401640" cy="147653"/>
            </a:xfrm>
            <a:custGeom>
              <a:avLst/>
              <a:pathLst>
                <a:path w="2401640" h="147653">
                  <a:moveTo>
                    <a:pt x="0" y="147653"/>
                  </a:moveTo>
                  <a:lnTo>
                    <a:pt x="154221" y="138172"/>
                  </a:lnTo>
                  <a:lnTo>
                    <a:pt x="290254" y="129808"/>
                  </a:lnTo>
                  <a:lnTo>
                    <a:pt x="411939" y="122327"/>
                  </a:lnTo>
                  <a:lnTo>
                    <a:pt x="522017" y="115560"/>
                  </a:lnTo>
                  <a:lnTo>
                    <a:pt x="622511" y="109381"/>
                  </a:lnTo>
                  <a:lnTo>
                    <a:pt x="714956" y="103698"/>
                  </a:lnTo>
                  <a:lnTo>
                    <a:pt x="800546" y="98435"/>
                  </a:lnTo>
                  <a:lnTo>
                    <a:pt x="880229" y="93537"/>
                  </a:lnTo>
                  <a:lnTo>
                    <a:pt x="954768" y="88954"/>
                  </a:lnTo>
                  <a:lnTo>
                    <a:pt x="1024786" y="84649"/>
                  </a:lnTo>
                  <a:lnTo>
                    <a:pt x="1090801" y="80590"/>
                  </a:lnTo>
                  <a:lnTo>
                    <a:pt x="1153245" y="76751"/>
                  </a:lnTo>
                  <a:lnTo>
                    <a:pt x="1212486" y="73109"/>
                  </a:lnTo>
                  <a:lnTo>
                    <a:pt x="1268836" y="69645"/>
                  </a:lnTo>
                  <a:lnTo>
                    <a:pt x="1322564" y="66342"/>
                  </a:lnTo>
                  <a:lnTo>
                    <a:pt x="1373904" y="63185"/>
                  </a:lnTo>
                  <a:lnTo>
                    <a:pt x="1423058" y="60163"/>
                  </a:lnTo>
                  <a:lnTo>
                    <a:pt x="1470205" y="57265"/>
                  </a:lnTo>
                  <a:lnTo>
                    <a:pt x="1515502" y="54480"/>
                  </a:lnTo>
                  <a:lnTo>
                    <a:pt x="1559090" y="51800"/>
                  </a:lnTo>
                  <a:lnTo>
                    <a:pt x="1601093" y="49217"/>
                  </a:lnTo>
                  <a:lnTo>
                    <a:pt x="1641622" y="46726"/>
                  </a:lnTo>
                  <a:lnTo>
                    <a:pt x="1680776" y="44319"/>
                  </a:lnTo>
                  <a:lnTo>
                    <a:pt x="1718646" y="41990"/>
                  </a:lnTo>
                  <a:lnTo>
                    <a:pt x="1755314" y="39736"/>
                  </a:lnTo>
                  <a:lnTo>
                    <a:pt x="1790854" y="37551"/>
                  </a:lnTo>
                  <a:lnTo>
                    <a:pt x="1825333" y="35431"/>
                  </a:lnTo>
                  <a:lnTo>
                    <a:pt x="1858812" y="33373"/>
                  </a:lnTo>
                  <a:lnTo>
                    <a:pt x="1891347" y="31373"/>
                  </a:lnTo>
                  <a:lnTo>
                    <a:pt x="1922992" y="29427"/>
                  </a:lnTo>
                  <a:lnTo>
                    <a:pt x="1953792" y="27533"/>
                  </a:lnTo>
                  <a:lnTo>
                    <a:pt x="1983792" y="25689"/>
                  </a:lnTo>
                  <a:lnTo>
                    <a:pt x="2013033" y="23891"/>
                  </a:lnTo>
                  <a:lnTo>
                    <a:pt x="2041552" y="22138"/>
                  </a:lnTo>
                  <a:lnTo>
                    <a:pt x="2069383" y="20427"/>
                  </a:lnTo>
                  <a:lnTo>
                    <a:pt x="2096559" y="18756"/>
                  </a:lnTo>
                  <a:lnTo>
                    <a:pt x="2123111" y="17124"/>
                  </a:lnTo>
                  <a:lnTo>
                    <a:pt x="2149066" y="15528"/>
                  </a:lnTo>
                  <a:lnTo>
                    <a:pt x="2174450" y="13967"/>
                  </a:lnTo>
                  <a:lnTo>
                    <a:pt x="2199289" y="12440"/>
                  </a:lnTo>
                  <a:lnTo>
                    <a:pt x="2223604" y="10945"/>
                  </a:lnTo>
                  <a:lnTo>
                    <a:pt x="2247418" y="9481"/>
                  </a:lnTo>
                  <a:lnTo>
                    <a:pt x="2270751" y="8047"/>
                  </a:lnTo>
                  <a:lnTo>
                    <a:pt x="2293622" y="6640"/>
                  </a:lnTo>
                  <a:lnTo>
                    <a:pt x="2316049" y="5262"/>
                  </a:lnTo>
                  <a:lnTo>
                    <a:pt x="2338049" y="3909"/>
                  </a:lnTo>
                  <a:lnTo>
                    <a:pt x="2359637" y="2582"/>
                  </a:lnTo>
                  <a:lnTo>
                    <a:pt x="2380829" y="1279"/>
                  </a:lnTo>
                  <a:lnTo>
                    <a:pt x="2401640" y="0"/>
                  </a:lnTo>
                </a:path>
              </a:pathLst>
            </a:custGeom>
            <a:ln w="24391" cap="flat">
              <a:solidFill>
                <a:srgbClr val="1B7C88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1" name="pl90"/>
            <p:cNvSpPr/>
            <p:nvPr/>
          </p:nvSpPr>
          <p:spPr>
            <a:xfrm>
              <a:off x="1472599" y="2020309"/>
              <a:ext cx="2401640" cy="146722"/>
            </a:xfrm>
            <a:custGeom>
              <a:avLst/>
              <a:pathLst>
                <a:path w="2401640" h="146722">
                  <a:moveTo>
                    <a:pt x="0" y="146722"/>
                  </a:moveTo>
                  <a:lnTo>
                    <a:pt x="154221" y="137300"/>
                  </a:lnTo>
                  <a:lnTo>
                    <a:pt x="290254" y="128990"/>
                  </a:lnTo>
                  <a:lnTo>
                    <a:pt x="411939" y="121556"/>
                  </a:lnTo>
                  <a:lnTo>
                    <a:pt x="522017" y="114831"/>
                  </a:lnTo>
                  <a:lnTo>
                    <a:pt x="622511" y="108691"/>
                  </a:lnTo>
                  <a:lnTo>
                    <a:pt x="714956" y="103044"/>
                  </a:lnTo>
                  <a:lnTo>
                    <a:pt x="800546" y="97815"/>
                  </a:lnTo>
                  <a:lnTo>
                    <a:pt x="880229" y="92947"/>
                  </a:lnTo>
                  <a:lnTo>
                    <a:pt x="954768" y="88393"/>
                  </a:lnTo>
                  <a:lnTo>
                    <a:pt x="1024786" y="84115"/>
                  </a:lnTo>
                  <a:lnTo>
                    <a:pt x="1090801" y="80082"/>
                  </a:lnTo>
                  <a:lnTo>
                    <a:pt x="1153245" y="76267"/>
                  </a:lnTo>
                  <a:lnTo>
                    <a:pt x="1212486" y="72648"/>
                  </a:lnTo>
                  <a:lnTo>
                    <a:pt x="1268836" y="69206"/>
                  </a:lnTo>
                  <a:lnTo>
                    <a:pt x="1322564" y="65923"/>
                  </a:lnTo>
                  <a:lnTo>
                    <a:pt x="1373904" y="62787"/>
                  </a:lnTo>
                  <a:lnTo>
                    <a:pt x="1423058" y="59784"/>
                  </a:lnTo>
                  <a:lnTo>
                    <a:pt x="1470205" y="56903"/>
                  </a:lnTo>
                  <a:lnTo>
                    <a:pt x="1515502" y="54136"/>
                  </a:lnTo>
                  <a:lnTo>
                    <a:pt x="1559090" y="51473"/>
                  </a:lnTo>
                  <a:lnTo>
                    <a:pt x="1601093" y="48907"/>
                  </a:lnTo>
                  <a:lnTo>
                    <a:pt x="1641622" y="46431"/>
                  </a:lnTo>
                  <a:lnTo>
                    <a:pt x="1680776" y="44039"/>
                  </a:lnTo>
                  <a:lnTo>
                    <a:pt x="1718646" y="41725"/>
                  </a:lnTo>
                  <a:lnTo>
                    <a:pt x="1755314" y="39485"/>
                  </a:lnTo>
                  <a:lnTo>
                    <a:pt x="1790854" y="37314"/>
                  </a:lnTo>
                  <a:lnTo>
                    <a:pt x="1825333" y="35208"/>
                  </a:lnTo>
                  <a:lnTo>
                    <a:pt x="1858812" y="33162"/>
                  </a:lnTo>
                  <a:lnTo>
                    <a:pt x="1891347" y="31175"/>
                  </a:lnTo>
                  <a:lnTo>
                    <a:pt x="1922992" y="29241"/>
                  </a:lnTo>
                  <a:lnTo>
                    <a:pt x="1953792" y="27360"/>
                  </a:lnTo>
                  <a:lnTo>
                    <a:pt x="1983792" y="25527"/>
                  </a:lnTo>
                  <a:lnTo>
                    <a:pt x="2013033" y="23741"/>
                  </a:lnTo>
                  <a:lnTo>
                    <a:pt x="2041552" y="21998"/>
                  </a:lnTo>
                  <a:lnTo>
                    <a:pt x="2069383" y="20298"/>
                  </a:lnTo>
                  <a:lnTo>
                    <a:pt x="2096559" y="18638"/>
                  </a:lnTo>
                  <a:lnTo>
                    <a:pt x="2123111" y="17016"/>
                  </a:lnTo>
                  <a:lnTo>
                    <a:pt x="2149066" y="15430"/>
                  </a:lnTo>
                  <a:lnTo>
                    <a:pt x="2174450" y="13879"/>
                  </a:lnTo>
                  <a:lnTo>
                    <a:pt x="2199289" y="12362"/>
                  </a:lnTo>
                  <a:lnTo>
                    <a:pt x="2223604" y="10876"/>
                  </a:lnTo>
                  <a:lnTo>
                    <a:pt x="2247418" y="9421"/>
                  </a:lnTo>
                  <a:lnTo>
                    <a:pt x="2270751" y="7996"/>
                  </a:lnTo>
                  <a:lnTo>
                    <a:pt x="2293622" y="6599"/>
                  </a:lnTo>
                  <a:lnTo>
                    <a:pt x="2316049" y="5228"/>
                  </a:lnTo>
                  <a:lnTo>
                    <a:pt x="2338049" y="3884"/>
                  </a:lnTo>
                  <a:lnTo>
                    <a:pt x="2359637" y="2566"/>
                  </a:lnTo>
                  <a:lnTo>
                    <a:pt x="2380829" y="1271"/>
                  </a:lnTo>
                  <a:lnTo>
                    <a:pt x="2401640" y="0"/>
                  </a:lnTo>
                </a:path>
              </a:pathLst>
            </a:custGeom>
            <a:ln w="24391" cap="flat">
              <a:solidFill>
                <a:srgbClr val="F7961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2" name="pl91"/>
            <p:cNvSpPr/>
            <p:nvPr/>
          </p:nvSpPr>
          <p:spPr>
            <a:xfrm>
              <a:off x="1472599" y="2234462"/>
              <a:ext cx="2401640" cy="213229"/>
            </a:xfrm>
            <a:custGeom>
              <a:avLst/>
              <a:pathLst>
                <a:path w="2401640" h="213229">
                  <a:moveTo>
                    <a:pt x="0" y="213229"/>
                  </a:moveTo>
                  <a:lnTo>
                    <a:pt x="154221" y="199536"/>
                  </a:lnTo>
                  <a:lnTo>
                    <a:pt x="290254" y="187459"/>
                  </a:lnTo>
                  <a:lnTo>
                    <a:pt x="411939" y="176655"/>
                  </a:lnTo>
                  <a:lnTo>
                    <a:pt x="522017" y="166882"/>
                  </a:lnTo>
                  <a:lnTo>
                    <a:pt x="622511" y="157959"/>
                  </a:lnTo>
                  <a:lnTo>
                    <a:pt x="714956" y="149752"/>
                  </a:lnTo>
                  <a:lnTo>
                    <a:pt x="800546" y="142152"/>
                  </a:lnTo>
                  <a:lnTo>
                    <a:pt x="880229" y="135078"/>
                  </a:lnTo>
                  <a:lnTo>
                    <a:pt x="954768" y="128460"/>
                  </a:lnTo>
                  <a:lnTo>
                    <a:pt x="1024786" y="122243"/>
                  </a:lnTo>
                  <a:lnTo>
                    <a:pt x="1090801" y="116382"/>
                  </a:lnTo>
                  <a:lnTo>
                    <a:pt x="1153245" y="110838"/>
                  </a:lnTo>
                  <a:lnTo>
                    <a:pt x="1212486" y="105578"/>
                  </a:lnTo>
                  <a:lnTo>
                    <a:pt x="1268836" y="100575"/>
                  </a:lnTo>
                  <a:lnTo>
                    <a:pt x="1322564" y="95805"/>
                  </a:lnTo>
                  <a:lnTo>
                    <a:pt x="1373904" y="91247"/>
                  </a:lnTo>
                  <a:lnTo>
                    <a:pt x="1423058" y="86883"/>
                  </a:lnTo>
                  <a:lnTo>
                    <a:pt x="1470205" y="82697"/>
                  </a:lnTo>
                  <a:lnTo>
                    <a:pt x="1515502" y="78675"/>
                  </a:lnTo>
                  <a:lnTo>
                    <a:pt x="1559090" y="74805"/>
                  </a:lnTo>
                  <a:lnTo>
                    <a:pt x="1601093" y="71076"/>
                  </a:lnTo>
                  <a:lnTo>
                    <a:pt x="1641622" y="67478"/>
                  </a:lnTo>
                  <a:lnTo>
                    <a:pt x="1680776" y="64001"/>
                  </a:lnTo>
                  <a:lnTo>
                    <a:pt x="1718646" y="60639"/>
                  </a:lnTo>
                  <a:lnTo>
                    <a:pt x="1755314" y="57383"/>
                  </a:lnTo>
                  <a:lnTo>
                    <a:pt x="1790854" y="54228"/>
                  </a:lnTo>
                  <a:lnTo>
                    <a:pt x="1825333" y="51167"/>
                  </a:lnTo>
                  <a:lnTo>
                    <a:pt x="1858812" y="48194"/>
                  </a:lnTo>
                  <a:lnTo>
                    <a:pt x="1891347" y="45306"/>
                  </a:lnTo>
                  <a:lnTo>
                    <a:pt x="1922992" y="42496"/>
                  </a:lnTo>
                  <a:lnTo>
                    <a:pt x="1953792" y="39762"/>
                  </a:lnTo>
                  <a:lnTo>
                    <a:pt x="1983792" y="37098"/>
                  </a:lnTo>
                  <a:lnTo>
                    <a:pt x="2013033" y="34502"/>
                  </a:lnTo>
                  <a:lnTo>
                    <a:pt x="2041552" y="31970"/>
                  </a:lnTo>
                  <a:lnTo>
                    <a:pt x="2069383" y="29499"/>
                  </a:lnTo>
                  <a:lnTo>
                    <a:pt x="2096559" y="27086"/>
                  </a:lnTo>
                  <a:lnTo>
                    <a:pt x="2123111" y="24729"/>
                  </a:lnTo>
                  <a:lnTo>
                    <a:pt x="2149066" y="22424"/>
                  </a:lnTo>
                  <a:lnTo>
                    <a:pt x="2174450" y="20171"/>
                  </a:lnTo>
                  <a:lnTo>
                    <a:pt x="2199289" y="17965"/>
                  </a:lnTo>
                  <a:lnTo>
                    <a:pt x="2223604" y="15806"/>
                  </a:lnTo>
                  <a:lnTo>
                    <a:pt x="2247418" y="13692"/>
                  </a:lnTo>
                  <a:lnTo>
                    <a:pt x="2270751" y="11620"/>
                  </a:lnTo>
                  <a:lnTo>
                    <a:pt x="2293622" y="9590"/>
                  </a:lnTo>
                  <a:lnTo>
                    <a:pt x="2316049" y="7599"/>
                  </a:lnTo>
                  <a:lnTo>
                    <a:pt x="2338049" y="5645"/>
                  </a:lnTo>
                  <a:lnTo>
                    <a:pt x="2359637" y="3729"/>
                  </a:lnTo>
                  <a:lnTo>
                    <a:pt x="2380829" y="1847"/>
                  </a:lnTo>
                  <a:lnTo>
                    <a:pt x="2401640" y="0"/>
                  </a:lnTo>
                </a:path>
              </a:pathLst>
            </a:custGeom>
            <a:ln w="24391" cap="flat">
              <a:solidFill>
                <a:srgbClr val="5F738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3" name="pl92"/>
            <p:cNvSpPr/>
            <p:nvPr/>
          </p:nvSpPr>
          <p:spPr>
            <a:xfrm>
              <a:off x="1472599" y="2419705"/>
              <a:ext cx="2401640" cy="169980"/>
            </a:xfrm>
            <a:custGeom>
              <a:avLst/>
              <a:pathLst>
                <a:path w="2401640" h="169980">
                  <a:moveTo>
                    <a:pt x="0" y="169980"/>
                  </a:moveTo>
                  <a:lnTo>
                    <a:pt x="154221" y="159065"/>
                  </a:lnTo>
                  <a:lnTo>
                    <a:pt x="290254" y="149437"/>
                  </a:lnTo>
                  <a:lnTo>
                    <a:pt x="411939" y="140824"/>
                  </a:lnTo>
                  <a:lnTo>
                    <a:pt x="522017" y="133033"/>
                  </a:lnTo>
                  <a:lnTo>
                    <a:pt x="622511" y="125921"/>
                  </a:lnTo>
                  <a:lnTo>
                    <a:pt x="714956" y="119378"/>
                  </a:lnTo>
                  <a:lnTo>
                    <a:pt x="800546" y="113320"/>
                  </a:lnTo>
                  <a:lnTo>
                    <a:pt x="880229" y="107680"/>
                  </a:lnTo>
                  <a:lnTo>
                    <a:pt x="954768" y="102404"/>
                  </a:lnTo>
                  <a:lnTo>
                    <a:pt x="1024786" y="97449"/>
                  </a:lnTo>
                  <a:lnTo>
                    <a:pt x="1090801" y="92776"/>
                  </a:lnTo>
                  <a:lnTo>
                    <a:pt x="1153245" y="88357"/>
                  </a:lnTo>
                  <a:lnTo>
                    <a:pt x="1212486" y="84164"/>
                  </a:lnTo>
                  <a:lnTo>
                    <a:pt x="1268836" y="80176"/>
                  </a:lnTo>
                  <a:lnTo>
                    <a:pt x="1322564" y="76373"/>
                  </a:lnTo>
                  <a:lnTo>
                    <a:pt x="1373904" y="72739"/>
                  </a:lnTo>
                  <a:lnTo>
                    <a:pt x="1423058" y="69260"/>
                  </a:lnTo>
                  <a:lnTo>
                    <a:pt x="1470205" y="65923"/>
                  </a:lnTo>
                  <a:lnTo>
                    <a:pt x="1515502" y="62717"/>
                  </a:lnTo>
                  <a:lnTo>
                    <a:pt x="1559090" y="59632"/>
                  </a:lnTo>
                  <a:lnTo>
                    <a:pt x="1601093" y="56660"/>
                  </a:lnTo>
                  <a:lnTo>
                    <a:pt x="1641622" y="53791"/>
                  </a:lnTo>
                  <a:lnTo>
                    <a:pt x="1680776" y="51020"/>
                  </a:lnTo>
                  <a:lnTo>
                    <a:pt x="1718646" y="48340"/>
                  </a:lnTo>
                  <a:lnTo>
                    <a:pt x="1755314" y="45744"/>
                  </a:lnTo>
                  <a:lnTo>
                    <a:pt x="1790854" y="43229"/>
                  </a:lnTo>
                  <a:lnTo>
                    <a:pt x="1825333" y="40789"/>
                  </a:lnTo>
                  <a:lnTo>
                    <a:pt x="1858812" y="38419"/>
                  </a:lnTo>
                  <a:lnTo>
                    <a:pt x="1891347" y="36116"/>
                  </a:lnTo>
                  <a:lnTo>
                    <a:pt x="1922992" y="33877"/>
                  </a:lnTo>
                  <a:lnTo>
                    <a:pt x="1953792" y="31697"/>
                  </a:lnTo>
                  <a:lnTo>
                    <a:pt x="1983792" y="29573"/>
                  </a:lnTo>
                  <a:lnTo>
                    <a:pt x="2013033" y="27504"/>
                  </a:lnTo>
                  <a:lnTo>
                    <a:pt x="2041552" y="25485"/>
                  </a:lnTo>
                  <a:lnTo>
                    <a:pt x="2069383" y="23516"/>
                  </a:lnTo>
                  <a:lnTo>
                    <a:pt x="2096559" y="21592"/>
                  </a:lnTo>
                  <a:lnTo>
                    <a:pt x="2123111" y="19713"/>
                  </a:lnTo>
                  <a:lnTo>
                    <a:pt x="2149066" y="17876"/>
                  </a:lnTo>
                  <a:lnTo>
                    <a:pt x="2174450" y="16079"/>
                  </a:lnTo>
                  <a:lnTo>
                    <a:pt x="2199289" y="14321"/>
                  </a:lnTo>
                  <a:lnTo>
                    <a:pt x="2223604" y="12600"/>
                  </a:lnTo>
                  <a:lnTo>
                    <a:pt x="2247418" y="10915"/>
                  </a:lnTo>
                  <a:lnTo>
                    <a:pt x="2270751" y="9263"/>
                  </a:lnTo>
                  <a:lnTo>
                    <a:pt x="2293622" y="7645"/>
                  </a:lnTo>
                  <a:lnTo>
                    <a:pt x="2316049" y="6057"/>
                  </a:lnTo>
                  <a:lnTo>
                    <a:pt x="2338049" y="4500"/>
                  </a:lnTo>
                  <a:lnTo>
                    <a:pt x="2359637" y="2972"/>
                  </a:lnTo>
                  <a:lnTo>
                    <a:pt x="2380829" y="1472"/>
                  </a:lnTo>
                  <a:lnTo>
                    <a:pt x="2401640" y="0"/>
                  </a:lnTo>
                </a:path>
              </a:pathLst>
            </a:custGeom>
            <a:ln w="24391" cap="flat">
              <a:solidFill>
                <a:srgbClr val="FF999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4" name="pl93"/>
            <p:cNvSpPr/>
            <p:nvPr/>
          </p:nvSpPr>
          <p:spPr>
            <a:xfrm>
              <a:off x="1472599" y="2227730"/>
              <a:ext cx="2401640" cy="89314"/>
            </a:xfrm>
            <a:custGeom>
              <a:avLst/>
              <a:pathLst>
                <a:path w="2401640" h="89314">
                  <a:moveTo>
                    <a:pt x="0" y="89314"/>
                  </a:moveTo>
                  <a:lnTo>
                    <a:pt x="154221" y="83579"/>
                  </a:lnTo>
                  <a:lnTo>
                    <a:pt x="290254" y="78520"/>
                  </a:lnTo>
                  <a:lnTo>
                    <a:pt x="411939" y="73995"/>
                  </a:lnTo>
                  <a:lnTo>
                    <a:pt x="522017" y="69901"/>
                  </a:lnTo>
                  <a:lnTo>
                    <a:pt x="622511" y="66164"/>
                  </a:lnTo>
                  <a:lnTo>
                    <a:pt x="714956" y="62726"/>
                  </a:lnTo>
                  <a:lnTo>
                    <a:pt x="800546" y="59543"/>
                  </a:lnTo>
                  <a:lnTo>
                    <a:pt x="880229" y="56579"/>
                  </a:lnTo>
                  <a:lnTo>
                    <a:pt x="954768" y="53807"/>
                  </a:lnTo>
                  <a:lnTo>
                    <a:pt x="1024786" y="51203"/>
                  </a:lnTo>
                  <a:lnTo>
                    <a:pt x="1090801" y="48748"/>
                  </a:lnTo>
                  <a:lnTo>
                    <a:pt x="1153245" y="46426"/>
                  </a:lnTo>
                  <a:lnTo>
                    <a:pt x="1212486" y="44223"/>
                  </a:lnTo>
                  <a:lnTo>
                    <a:pt x="1268836" y="42127"/>
                  </a:lnTo>
                  <a:lnTo>
                    <a:pt x="1322564" y="40129"/>
                  </a:lnTo>
                  <a:lnTo>
                    <a:pt x="1373904" y="38220"/>
                  </a:lnTo>
                  <a:lnTo>
                    <a:pt x="1423058" y="36392"/>
                  </a:lnTo>
                  <a:lnTo>
                    <a:pt x="1470205" y="34639"/>
                  </a:lnTo>
                  <a:lnTo>
                    <a:pt x="1515502" y="32954"/>
                  </a:lnTo>
                  <a:lnTo>
                    <a:pt x="1559090" y="31333"/>
                  </a:lnTo>
                  <a:lnTo>
                    <a:pt x="1601093" y="29771"/>
                  </a:lnTo>
                  <a:lnTo>
                    <a:pt x="1641622" y="28264"/>
                  </a:lnTo>
                  <a:lnTo>
                    <a:pt x="1680776" y="26808"/>
                  </a:lnTo>
                  <a:lnTo>
                    <a:pt x="1718646" y="25399"/>
                  </a:lnTo>
                  <a:lnTo>
                    <a:pt x="1755314" y="24036"/>
                  </a:lnTo>
                  <a:lnTo>
                    <a:pt x="1790854" y="22714"/>
                  </a:lnTo>
                  <a:lnTo>
                    <a:pt x="1825333" y="21432"/>
                  </a:lnTo>
                  <a:lnTo>
                    <a:pt x="1858812" y="20187"/>
                  </a:lnTo>
                  <a:lnTo>
                    <a:pt x="1891347" y="18977"/>
                  </a:lnTo>
                  <a:lnTo>
                    <a:pt x="1922992" y="17800"/>
                  </a:lnTo>
                  <a:lnTo>
                    <a:pt x="1953792" y="16655"/>
                  </a:lnTo>
                  <a:lnTo>
                    <a:pt x="1983792" y="15539"/>
                  </a:lnTo>
                  <a:lnTo>
                    <a:pt x="2013033" y="14451"/>
                  </a:lnTo>
                  <a:lnTo>
                    <a:pt x="2041552" y="13391"/>
                  </a:lnTo>
                  <a:lnTo>
                    <a:pt x="2069383" y="12356"/>
                  </a:lnTo>
                  <a:lnTo>
                    <a:pt x="2096559" y="11345"/>
                  </a:lnTo>
                  <a:lnTo>
                    <a:pt x="2123111" y="10358"/>
                  </a:lnTo>
                  <a:lnTo>
                    <a:pt x="2149066" y="9393"/>
                  </a:lnTo>
                  <a:lnTo>
                    <a:pt x="2174450" y="8448"/>
                  </a:lnTo>
                  <a:lnTo>
                    <a:pt x="2199289" y="7525"/>
                  </a:lnTo>
                  <a:lnTo>
                    <a:pt x="2223604" y="6620"/>
                  </a:lnTo>
                  <a:lnTo>
                    <a:pt x="2247418" y="5735"/>
                  </a:lnTo>
                  <a:lnTo>
                    <a:pt x="2270751" y="4867"/>
                  </a:lnTo>
                  <a:lnTo>
                    <a:pt x="2293622" y="4017"/>
                  </a:lnTo>
                  <a:lnTo>
                    <a:pt x="2316049" y="3183"/>
                  </a:lnTo>
                  <a:lnTo>
                    <a:pt x="2338049" y="2364"/>
                  </a:lnTo>
                  <a:lnTo>
                    <a:pt x="2359637" y="1562"/>
                  </a:lnTo>
                  <a:lnTo>
                    <a:pt x="2380829" y="773"/>
                  </a:lnTo>
                  <a:lnTo>
                    <a:pt x="2401640" y="0"/>
                  </a:lnTo>
                </a:path>
              </a:pathLst>
            </a:custGeom>
            <a:ln w="24391" cap="flat">
              <a:solidFill>
                <a:srgbClr val="66B3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5" name="rc94"/>
            <p:cNvSpPr/>
            <p:nvPr/>
          </p:nvSpPr>
          <p:spPr>
            <a:xfrm>
              <a:off x="1310032" y="1166855"/>
              <a:ext cx="2746729" cy="153873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96" name="pl95"/>
            <p:cNvSpPr/>
            <p:nvPr/>
          </p:nvSpPr>
          <p:spPr>
            <a:xfrm>
              <a:off x="1310032" y="1166855"/>
              <a:ext cx="0" cy="1538730"/>
            </a:xfrm>
            <a:custGeom>
              <a:avLst/>
              <a:pathLst>
                <a:path w="0" h="1538730">
                  <a:moveTo>
                    <a:pt x="0" y="153873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tx96"/>
            <p:cNvSpPr/>
            <p:nvPr/>
          </p:nvSpPr>
          <p:spPr>
            <a:xfrm rot="-5400000">
              <a:off x="1140466" y="2384319"/>
              <a:ext cx="14127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2.5</a:t>
              </a:r>
            </a:p>
          </p:txBody>
        </p:sp>
        <p:sp>
          <p:nvSpPr>
            <p:cNvPr id="98" name="tx97"/>
            <p:cNvSpPr/>
            <p:nvPr/>
          </p:nvSpPr>
          <p:spPr>
            <a:xfrm rot="-5400000">
              <a:off x="1140466" y="1966404"/>
              <a:ext cx="14127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5.0</a:t>
              </a:r>
            </a:p>
          </p:txBody>
        </p:sp>
        <p:sp>
          <p:nvSpPr>
            <p:cNvPr id="99" name="tx98"/>
            <p:cNvSpPr/>
            <p:nvPr/>
          </p:nvSpPr>
          <p:spPr>
            <a:xfrm rot="-5400000">
              <a:off x="1140466" y="1548489"/>
              <a:ext cx="14127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7.5</a:t>
              </a:r>
            </a:p>
          </p:txBody>
        </p:sp>
        <p:sp>
          <p:nvSpPr>
            <p:cNvPr id="100" name="tx99"/>
            <p:cNvSpPr/>
            <p:nvPr/>
          </p:nvSpPr>
          <p:spPr>
            <a:xfrm rot="-5400000">
              <a:off x="1112211" y="1130574"/>
              <a:ext cx="19778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10.0</a:t>
              </a:r>
            </a:p>
          </p:txBody>
        </p:sp>
        <p:sp>
          <p:nvSpPr>
            <p:cNvPr id="101" name="pl100"/>
            <p:cNvSpPr/>
            <p:nvPr/>
          </p:nvSpPr>
          <p:spPr>
            <a:xfrm>
              <a:off x="1281564" y="2420758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1"/>
            <p:cNvSpPr/>
            <p:nvPr/>
          </p:nvSpPr>
          <p:spPr>
            <a:xfrm>
              <a:off x="1281564" y="2002843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2"/>
            <p:cNvSpPr/>
            <p:nvPr/>
          </p:nvSpPr>
          <p:spPr>
            <a:xfrm>
              <a:off x="1281564" y="1584928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3"/>
            <p:cNvSpPr/>
            <p:nvPr/>
          </p:nvSpPr>
          <p:spPr>
            <a:xfrm>
              <a:off x="1281564" y="1167013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4"/>
            <p:cNvSpPr/>
            <p:nvPr/>
          </p:nvSpPr>
          <p:spPr>
            <a:xfrm>
              <a:off x="1310032" y="2705585"/>
              <a:ext cx="2746729" cy="0"/>
            </a:xfrm>
            <a:custGeom>
              <a:avLst/>
              <a:pathLst>
                <a:path w="2746729" h="0">
                  <a:moveTo>
                    <a:pt x="0" y="0"/>
                  </a:moveTo>
                  <a:lnTo>
                    <a:pt x="2746729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5"/>
            <p:cNvSpPr/>
            <p:nvPr/>
          </p:nvSpPr>
          <p:spPr>
            <a:xfrm>
              <a:off x="1472599" y="270558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6"/>
            <p:cNvSpPr/>
            <p:nvPr/>
          </p:nvSpPr>
          <p:spPr>
            <a:xfrm>
              <a:off x="2273146" y="270558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7"/>
            <p:cNvSpPr/>
            <p:nvPr/>
          </p:nvSpPr>
          <p:spPr>
            <a:xfrm>
              <a:off x="3073692" y="270558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8"/>
            <p:cNvSpPr/>
            <p:nvPr/>
          </p:nvSpPr>
          <p:spPr>
            <a:xfrm>
              <a:off x="3874239" y="270558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tx109"/>
            <p:cNvSpPr/>
            <p:nvPr/>
          </p:nvSpPr>
          <p:spPr>
            <a:xfrm>
              <a:off x="1310032" y="990315"/>
              <a:ext cx="1015989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(a) Aboveground</a:t>
              </a:r>
            </a:p>
          </p:txBody>
        </p:sp>
        <p:sp>
          <p:nvSpPr>
            <p:cNvPr id="111" name="rc110"/>
            <p:cNvSpPr/>
            <p:nvPr/>
          </p:nvSpPr>
          <p:spPr>
            <a:xfrm>
              <a:off x="4186450" y="1166855"/>
              <a:ext cx="2746729" cy="15387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pt111"/>
            <p:cNvSpPr/>
            <p:nvPr/>
          </p:nvSpPr>
          <p:spPr>
            <a:xfrm>
              <a:off x="4342164" y="2287331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13" name="pt112"/>
            <p:cNvSpPr/>
            <p:nvPr/>
          </p:nvSpPr>
          <p:spPr>
            <a:xfrm>
              <a:off x="4365379" y="1443809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14" name="pt113"/>
            <p:cNvSpPr/>
            <p:nvPr/>
          </p:nvSpPr>
          <p:spPr>
            <a:xfrm>
              <a:off x="4283228" y="2279630"/>
              <a:ext cx="56145" cy="5614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15" name="pt114"/>
            <p:cNvSpPr/>
            <p:nvPr/>
          </p:nvSpPr>
          <p:spPr>
            <a:xfrm>
              <a:off x="4296099" y="2180460"/>
              <a:ext cx="56145" cy="5614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16" name="pt115"/>
            <p:cNvSpPr/>
            <p:nvPr/>
          </p:nvSpPr>
          <p:spPr>
            <a:xfrm>
              <a:off x="4306074" y="2362848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17" name="pt116"/>
            <p:cNvSpPr/>
            <p:nvPr/>
          </p:nvSpPr>
          <p:spPr>
            <a:xfrm>
              <a:off x="4314037" y="1698806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18" name="pt117"/>
            <p:cNvSpPr/>
            <p:nvPr/>
          </p:nvSpPr>
          <p:spPr>
            <a:xfrm>
              <a:off x="4289377" y="1268805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19" name="pt118"/>
            <p:cNvSpPr/>
            <p:nvPr/>
          </p:nvSpPr>
          <p:spPr>
            <a:xfrm>
              <a:off x="4386130" y="2047731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20" name="pt119"/>
            <p:cNvSpPr/>
            <p:nvPr/>
          </p:nvSpPr>
          <p:spPr>
            <a:xfrm>
              <a:off x="4295973" y="2568418"/>
              <a:ext cx="56145" cy="5614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21" name="pt120"/>
            <p:cNvSpPr/>
            <p:nvPr/>
          </p:nvSpPr>
          <p:spPr>
            <a:xfrm>
              <a:off x="4342951" y="2008358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22" name="pt121"/>
            <p:cNvSpPr/>
            <p:nvPr/>
          </p:nvSpPr>
          <p:spPr>
            <a:xfrm>
              <a:off x="5094330" y="2589095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23" name="pt122"/>
            <p:cNvSpPr/>
            <p:nvPr/>
          </p:nvSpPr>
          <p:spPr>
            <a:xfrm>
              <a:off x="5116078" y="1699471"/>
              <a:ext cx="56145" cy="5614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24" name="pt123"/>
            <p:cNvSpPr/>
            <p:nvPr/>
          </p:nvSpPr>
          <p:spPr>
            <a:xfrm>
              <a:off x="5156670" y="2194990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25" name="pt124"/>
            <p:cNvSpPr/>
            <p:nvPr/>
          </p:nvSpPr>
          <p:spPr>
            <a:xfrm>
              <a:off x="5138604" y="2607570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26" name="pt125"/>
            <p:cNvSpPr/>
            <p:nvPr/>
          </p:nvSpPr>
          <p:spPr>
            <a:xfrm>
              <a:off x="5075423" y="1880841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27" name="pt126"/>
            <p:cNvSpPr/>
            <p:nvPr/>
          </p:nvSpPr>
          <p:spPr>
            <a:xfrm>
              <a:off x="5130498" y="1208724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28" name="pt127"/>
            <p:cNvSpPr/>
            <p:nvPr/>
          </p:nvSpPr>
          <p:spPr>
            <a:xfrm>
              <a:off x="5119229" y="2575256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29" name="pt128"/>
            <p:cNvSpPr/>
            <p:nvPr/>
          </p:nvSpPr>
          <p:spPr>
            <a:xfrm>
              <a:off x="5183075" y="2517642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30" name="pt129"/>
            <p:cNvSpPr/>
            <p:nvPr/>
          </p:nvSpPr>
          <p:spPr>
            <a:xfrm>
              <a:off x="5174604" y="2218536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31" name="pt130"/>
            <p:cNvSpPr/>
            <p:nvPr/>
          </p:nvSpPr>
          <p:spPr>
            <a:xfrm>
              <a:off x="5127832" y="2581581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32" name="pt131"/>
            <p:cNvSpPr/>
            <p:nvPr/>
          </p:nvSpPr>
          <p:spPr>
            <a:xfrm>
              <a:off x="5163485" y="2377127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33" name="pt132"/>
            <p:cNvSpPr/>
            <p:nvPr/>
          </p:nvSpPr>
          <p:spPr>
            <a:xfrm>
              <a:off x="5102320" y="2578435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34" name="pt133"/>
            <p:cNvSpPr/>
            <p:nvPr/>
          </p:nvSpPr>
          <p:spPr>
            <a:xfrm>
              <a:off x="5174078" y="2105751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35" name="pt134"/>
            <p:cNvSpPr/>
            <p:nvPr/>
          </p:nvSpPr>
          <p:spPr>
            <a:xfrm>
              <a:off x="5179376" y="1974832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36" name="pt135"/>
            <p:cNvSpPr/>
            <p:nvPr/>
          </p:nvSpPr>
          <p:spPr>
            <a:xfrm>
              <a:off x="5101915" y="2033395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37" name="pt136"/>
            <p:cNvSpPr/>
            <p:nvPr/>
          </p:nvSpPr>
          <p:spPr>
            <a:xfrm>
              <a:off x="5100929" y="1841262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38" name="pt137"/>
            <p:cNvSpPr/>
            <p:nvPr/>
          </p:nvSpPr>
          <p:spPr>
            <a:xfrm>
              <a:off x="5153811" y="2345139"/>
              <a:ext cx="56145" cy="5614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39" name="pt138"/>
            <p:cNvSpPr/>
            <p:nvPr/>
          </p:nvSpPr>
          <p:spPr>
            <a:xfrm>
              <a:off x="5119330" y="2571666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40" name="pt139"/>
            <p:cNvSpPr/>
            <p:nvPr/>
          </p:nvSpPr>
          <p:spPr>
            <a:xfrm>
              <a:off x="5950923" y="2324188"/>
              <a:ext cx="56145" cy="5614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41" name="pt140"/>
            <p:cNvSpPr/>
            <p:nvPr/>
          </p:nvSpPr>
          <p:spPr>
            <a:xfrm>
              <a:off x="5916019" y="2416196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42" name="pt141"/>
            <p:cNvSpPr/>
            <p:nvPr/>
          </p:nvSpPr>
          <p:spPr>
            <a:xfrm>
              <a:off x="5928698" y="2515717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43" name="pt142"/>
            <p:cNvSpPr/>
            <p:nvPr/>
          </p:nvSpPr>
          <p:spPr>
            <a:xfrm>
              <a:off x="5948404" y="2278090"/>
              <a:ext cx="56145" cy="5614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44" name="pt143"/>
            <p:cNvSpPr/>
            <p:nvPr/>
          </p:nvSpPr>
          <p:spPr>
            <a:xfrm>
              <a:off x="5875534" y="1763393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45" name="pt144"/>
            <p:cNvSpPr/>
            <p:nvPr/>
          </p:nvSpPr>
          <p:spPr>
            <a:xfrm>
              <a:off x="5890757" y="1419878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46" name="pt145"/>
            <p:cNvSpPr/>
            <p:nvPr/>
          </p:nvSpPr>
          <p:spPr>
            <a:xfrm>
              <a:off x="5912922" y="1652020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47" name="pt146"/>
            <p:cNvSpPr/>
            <p:nvPr/>
          </p:nvSpPr>
          <p:spPr>
            <a:xfrm>
              <a:off x="5939064" y="2354965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48" name="pt147"/>
            <p:cNvSpPr/>
            <p:nvPr/>
          </p:nvSpPr>
          <p:spPr>
            <a:xfrm>
              <a:off x="5890928" y="2297488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49" name="pt148"/>
            <p:cNvSpPr/>
            <p:nvPr/>
          </p:nvSpPr>
          <p:spPr>
            <a:xfrm>
              <a:off x="5951013" y="1725856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50" name="pt149"/>
            <p:cNvSpPr/>
            <p:nvPr/>
          </p:nvSpPr>
          <p:spPr>
            <a:xfrm>
              <a:off x="5975519" y="1930325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51" name="pt150"/>
            <p:cNvSpPr/>
            <p:nvPr/>
          </p:nvSpPr>
          <p:spPr>
            <a:xfrm>
              <a:off x="5899059" y="2490994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52" name="pt151"/>
            <p:cNvSpPr/>
            <p:nvPr/>
          </p:nvSpPr>
          <p:spPr>
            <a:xfrm>
              <a:off x="5952538" y="1675912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53" name="pt152"/>
            <p:cNvSpPr/>
            <p:nvPr/>
          </p:nvSpPr>
          <p:spPr>
            <a:xfrm>
              <a:off x="5903304" y="1869963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54" name="pt153"/>
            <p:cNvSpPr/>
            <p:nvPr/>
          </p:nvSpPr>
          <p:spPr>
            <a:xfrm>
              <a:off x="5976926" y="2059867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55" name="pt154"/>
            <p:cNvSpPr/>
            <p:nvPr/>
          </p:nvSpPr>
          <p:spPr>
            <a:xfrm>
              <a:off x="5984144" y="2462218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56" name="pt155"/>
            <p:cNvSpPr/>
            <p:nvPr/>
          </p:nvSpPr>
          <p:spPr>
            <a:xfrm>
              <a:off x="5945942" y="2051138"/>
              <a:ext cx="56145" cy="5614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57" name="pt156"/>
            <p:cNvSpPr/>
            <p:nvPr/>
          </p:nvSpPr>
          <p:spPr>
            <a:xfrm>
              <a:off x="5909882" y="2435137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58" name="pt157"/>
            <p:cNvSpPr/>
            <p:nvPr/>
          </p:nvSpPr>
          <p:spPr>
            <a:xfrm>
              <a:off x="5928350" y="1849758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59" name="pt158"/>
            <p:cNvSpPr/>
            <p:nvPr/>
          </p:nvSpPr>
          <p:spPr>
            <a:xfrm>
              <a:off x="5873609" y="2065210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60" name="pt159"/>
            <p:cNvSpPr/>
            <p:nvPr/>
          </p:nvSpPr>
          <p:spPr>
            <a:xfrm>
              <a:off x="6689234" y="2174511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61" name="pt160"/>
            <p:cNvSpPr/>
            <p:nvPr/>
          </p:nvSpPr>
          <p:spPr>
            <a:xfrm>
              <a:off x="6678889" y="2319594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62" name="pt161"/>
            <p:cNvSpPr/>
            <p:nvPr/>
          </p:nvSpPr>
          <p:spPr>
            <a:xfrm>
              <a:off x="6714688" y="2376261"/>
              <a:ext cx="56145" cy="5614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63" name="pt162"/>
            <p:cNvSpPr/>
            <p:nvPr/>
          </p:nvSpPr>
          <p:spPr>
            <a:xfrm>
              <a:off x="6679899" y="2156909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64" name="pt163"/>
            <p:cNvSpPr/>
            <p:nvPr/>
          </p:nvSpPr>
          <p:spPr>
            <a:xfrm>
              <a:off x="6748696" y="2036241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65" name="pt164"/>
            <p:cNvSpPr/>
            <p:nvPr/>
          </p:nvSpPr>
          <p:spPr>
            <a:xfrm>
              <a:off x="6780255" y="2088203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66" name="pt165"/>
            <p:cNvSpPr/>
            <p:nvPr/>
          </p:nvSpPr>
          <p:spPr>
            <a:xfrm>
              <a:off x="6724548" y="2317933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67" name="pt166"/>
            <p:cNvSpPr/>
            <p:nvPr/>
          </p:nvSpPr>
          <p:spPr>
            <a:xfrm>
              <a:off x="6778911" y="2112021"/>
              <a:ext cx="56145" cy="5614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68" name="pt167"/>
            <p:cNvSpPr/>
            <p:nvPr/>
          </p:nvSpPr>
          <p:spPr>
            <a:xfrm>
              <a:off x="6707859" y="2354453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69" name="pt168"/>
            <p:cNvSpPr/>
            <p:nvPr/>
          </p:nvSpPr>
          <p:spPr>
            <a:xfrm>
              <a:off x="6755840" y="2239428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70" name="pt169"/>
            <p:cNvSpPr/>
            <p:nvPr/>
          </p:nvSpPr>
          <p:spPr>
            <a:xfrm>
              <a:off x="6751663" y="2070738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71" name="pt170"/>
            <p:cNvSpPr/>
            <p:nvPr/>
          </p:nvSpPr>
          <p:spPr>
            <a:xfrm>
              <a:off x="6731382" y="1757116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72" name="pt171"/>
            <p:cNvSpPr/>
            <p:nvPr/>
          </p:nvSpPr>
          <p:spPr>
            <a:xfrm>
              <a:off x="6736239" y="2341771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73" name="pt172"/>
            <p:cNvSpPr/>
            <p:nvPr/>
          </p:nvSpPr>
          <p:spPr>
            <a:xfrm>
              <a:off x="6694727" y="2548961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74" name="pt173"/>
            <p:cNvSpPr/>
            <p:nvPr/>
          </p:nvSpPr>
          <p:spPr>
            <a:xfrm>
              <a:off x="6776668" y="2406657"/>
              <a:ext cx="56145" cy="5614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75" name="pt174"/>
            <p:cNvSpPr/>
            <p:nvPr/>
          </p:nvSpPr>
          <p:spPr>
            <a:xfrm>
              <a:off x="6779339" y="2182723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76" name="pt175"/>
            <p:cNvSpPr/>
            <p:nvPr/>
          </p:nvSpPr>
          <p:spPr>
            <a:xfrm>
              <a:off x="6756341" y="2311568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77" name="pt176"/>
            <p:cNvSpPr/>
            <p:nvPr/>
          </p:nvSpPr>
          <p:spPr>
            <a:xfrm>
              <a:off x="6732473" y="2157893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78" name="pt177"/>
            <p:cNvSpPr/>
            <p:nvPr/>
          </p:nvSpPr>
          <p:spPr>
            <a:xfrm>
              <a:off x="6745844" y="2134637"/>
              <a:ext cx="56145" cy="5614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79" name="pt178"/>
            <p:cNvSpPr/>
            <p:nvPr/>
          </p:nvSpPr>
          <p:spPr>
            <a:xfrm>
              <a:off x="6727762" y="1962045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80" name="pt179"/>
            <p:cNvSpPr/>
            <p:nvPr/>
          </p:nvSpPr>
          <p:spPr>
            <a:xfrm>
              <a:off x="6701196" y="2006554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81" name="pt180"/>
            <p:cNvSpPr/>
            <p:nvPr/>
          </p:nvSpPr>
          <p:spPr>
            <a:xfrm>
              <a:off x="6687646" y="2074694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82" name="pt181"/>
            <p:cNvSpPr/>
            <p:nvPr/>
          </p:nvSpPr>
          <p:spPr>
            <a:xfrm>
              <a:off x="6765839" y="2444769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83" name="pt182"/>
            <p:cNvSpPr/>
            <p:nvPr/>
          </p:nvSpPr>
          <p:spPr>
            <a:xfrm>
              <a:off x="6728974" y="2150258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84" name="pl183"/>
            <p:cNvSpPr/>
            <p:nvPr/>
          </p:nvSpPr>
          <p:spPr>
            <a:xfrm>
              <a:off x="4357693" y="2084683"/>
              <a:ext cx="2402565" cy="144414"/>
            </a:xfrm>
            <a:custGeom>
              <a:avLst/>
              <a:pathLst>
                <a:path w="2402565" h="144414">
                  <a:moveTo>
                    <a:pt x="0" y="0"/>
                  </a:moveTo>
                  <a:lnTo>
                    <a:pt x="154280" y="9273"/>
                  </a:lnTo>
                  <a:lnTo>
                    <a:pt x="290366" y="17453"/>
                  </a:lnTo>
                  <a:lnTo>
                    <a:pt x="412098" y="24770"/>
                  </a:lnTo>
                  <a:lnTo>
                    <a:pt x="522218" y="31389"/>
                  </a:lnTo>
                  <a:lnTo>
                    <a:pt x="622750" y="37432"/>
                  </a:lnTo>
                  <a:lnTo>
                    <a:pt x="715231" y="42991"/>
                  </a:lnTo>
                  <a:lnTo>
                    <a:pt x="800855" y="48138"/>
                  </a:lnTo>
                  <a:lnTo>
                    <a:pt x="880568" y="52929"/>
                  </a:lnTo>
                  <a:lnTo>
                    <a:pt x="955135" y="57411"/>
                  </a:lnTo>
                  <a:lnTo>
                    <a:pt x="1025180" y="61621"/>
                  </a:lnTo>
                  <a:lnTo>
                    <a:pt x="1091221" y="65591"/>
                  </a:lnTo>
                  <a:lnTo>
                    <a:pt x="1153689" y="69346"/>
                  </a:lnTo>
                  <a:lnTo>
                    <a:pt x="1212953" y="72908"/>
                  </a:lnTo>
                  <a:lnTo>
                    <a:pt x="1269325" y="76296"/>
                  </a:lnTo>
                  <a:lnTo>
                    <a:pt x="1323073" y="79527"/>
                  </a:lnTo>
                  <a:lnTo>
                    <a:pt x="1374433" y="82614"/>
                  </a:lnTo>
                  <a:lnTo>
                    <a:pt x="1423606" y="85570"/>
                  </a:lnTo>
                  <a:lnTo>
                    <a:pt x="1470771" y="88405"/>
                  </a:lnTo>
                  <a:lnTo>
                    <a:pt x="1516086" y="91129"/>
                  </a:lnTo>
                  <a:lnTo>
                    <a:pt x="1559691" y="93750"/>
                  </a:lnTo>
                  <a:lnTo>
                    <a:pt x="1601710" y="96276"/>
                  </a:lnTo>
                  <a:lnTo>
                    <a:pt x="1642254" y="98713"/>
                  </a:lnTo>
                  <a:lnTo>
                    <a:pt x="1681423" y="101067"/>
                  </a:lnTo>
                  <a:lnTo>
                    <a:pt x="1719308" y="103344"/>
                  </a:lnTo>
                  <a:lnTo>
                    <a:pt x="1755990" y="105549"/>
                  </a:lnTo>
                  <a:lnTo>
                    <a:pt x="1791544" y="107686"/>
                  </a:lnTo>
                  <a:lnTo>
                    <a:pt x="1826035" y="109759"/>
                  </a:lnTo>
                  <a:lnTo>
                    <a:pt x="1859527" y="111772"/>
                  </a:lnTo>
                  <a:lnTo>
                    <a:pt x="1892076" y="113729"/>
                  </a:lnTo>
                  <a:lnTo>
                    <a:pt x="1923732" y="115632"/>
                  </a:lnTo>
                  <a:lnTo>
                    <a:pt x="1954544" y="117484"/>
                  </a:lnTo>
                  <a:lnTo>
                    <a:pt x="1984556" y="119288"/>
                  </a:lnTo>
                  <a:lnTo>
                    <a:pt x="2013808" y="121046"/>
                  </a:lnTo>
                  <a:lnTo>
                    <a:pt x="2042338" y="122761"/>
                  </a:lnTo>
                  <a:lnTo>
                    <a:pt x="2070180" y="124434"/>
                  </a:lnTo>
                  <a:lnTo>
                    <a:pt x="2097367" y="126069"/>
                  </a:lnTo>
                  <a:lnTo>
                    <a:pt x="2123929" y="127665"/>
                  </a:lnTo>
                  <a:lnTo>
                    <a:pt x="2149893" y="129226"/>
                  </a:lnTo>
                  <a:lnTo>
                    <a:pt x="2175288" y="130752"/>
                  </a:lnTo>
                  <a:lnTo>
                    <a:pt x="2200136" y="132246"/>
                  </a:lnTo>
                  <a:lnTo>
                    <a:pt x="2224461" y="133708"/>
                  </a:lnTo>
                  <a:lnTo>
                    <a:pt x="2248284" y="135140"/>
                  </a:lnTo>
                  <a:lnTo>
                    <a:pt x="2271626" y="136543"/>
                  </a:lnTo>
                  <a:lnTo>
                    <a:pt x="2294506" y="137918"/>
                  </a:lnTo>
                  <a:lnTo>
                    <a:pt x="2316941" y="139267"/>
                  </a:lnTo>
                  <a:lnTo>
                    <a:pt x="2338949" y="140590"/>
                  </a:lnTo>
                  <a:lnTo>
                    <a:pt x="2360546" y="141888"/>
                  </a:lnTo>
                  <a:lnTo>
                    <a:pt x="2381746" y="143162"/>
                  </a:lnTo>
                  <a:lnTo>
                    <a:pt x="2402565" y="144414"/>
                  </a:lnTo>
                </a:path>
              </a:pathLst>
            </a:custGeom>
            <a:ln w="24391" cap="flat">
              <a:solidFill>
                <a:srgbClr val="5DC1A2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5" name="pl184"/>
            <p:cNvSpPr/>
            <p:nvPr/>
          </p:nvSpPr>
          <p:spPr>
            <a:xfrm>
              <a:off x="4357693" y="1506103"/>
              <a:ext cx="2402565" cy="653123"/>
            </a:xfrm>
            <a:custGeom>
              <a:avLst/>
              <a:pathLst>
                <a:path w="2402565" h="653123">
                  <a:moveTo>
                    <a:pt x="0" y="0"/>
                  </a:moveTo>
                  <a:lnTo>
                    <a:pt x="154280" y="41940"/>
                  </a:lnTo>
                  <a:lnTo>
                    <a:pt x="290366" y="78934"/>
                  </a:lnTo>
                  <a:lnTo>
                    <a:pt x="412098" y="112026"/>
                  </a:lnTo>
                  <a:lnTo>
                    <a:pt x="522218" y="141962"/>
                  </a:lnTo>
                  <a:lnTo>
                    <a:pt x="622750" y="169291"/>
                  </a:lnTo>
                  <a:lnTo>
                    <a:pt x="715231" y="194431"/>
                  </a:lnTo>
                  <a:lnTo>
                    <a:pt x="800855" y="217707"/>
                  </a:lnTo>
                  <a:lnTo>
                    <a:pt x="880568" y="239377"/>
                  </a:lnTo>
                  <a:lnTo>
                    <a:pt x="955135" y="259648"/>
                  </a:lnTo>
                  <a:lnTo>
                    <a:pt x="1025180" y="278689"/>
                  </a:lnTo>
                  <a:lnTo>
                    <a:pt x="1091221" y="296642"/>
                  </a:lnTo>
                  <a:lnTo>
                    <a:pt x="1153689" y="313624"/>
                  </a:lnTo>
                  <a:lnTo>
                    <a:pt x="1212953" y="329734"/>
                  </a:lnTo>
                  <a:lnTo>
                    <a:pt x="1269325" y="345058"/>
                  </a:lnTo>
                  <a:lnTo>
                    <a:pt x="1323073" y="359670"/>
                  </a:lnTo>
                  <a:lnTo>
                    <a:pt x="1374433" y="373631"/>
                  </a:lnTo>
                  <a:lnTo>
                    <a:pt x="1423606" y="386999"/>
                  </a:lnTo>
                  <a:lnTo>
                    <a:pt x="1470771" y="399820"/>
                  </a:lnTo>
                  <a:lnTo>
                    <a:pt x="1516086" y="412139"/>
                  </a:lnTo>
                  <a:lnTo>
                    <a:pt x="1559691" y="423993"/>
                  </a:lnTo>
                  <a:lnTo>
                    <a:pt x="1601710" y="435415"/>
                  </a:lnTo>
                  <a:lnTo>
                    <a:pt x="1642254" y="446437"/>
                  </a:lnTo>
                  <a:lnTo>
                    <a:pt x="1681423" y="457085"/>
                  </a:lnTo>
                  <a:lnTo>
                    <a:pt x="1719308" y="467384"/>
                  </a:lnTo>
                  <a:lnTo>
                    <a:pt x="1755990" y="477356"/>
                  </a:lnTo>
                  <a:lnTo>
                    <a:pt x="1791544" y="487021"/>
                  </a:lnTo>
                  <a:lnTo>
                    <a:pt x="1826035" y="496397"/>
                  </a:lnTo>
                  <a:lnTo>
                    <a:pt x="1859527" y="505502"/>
                  </a:lnTo>
                  <a:lnTo>
                    <a:pt x="1892076" y="514350"/>
                  </a:lnTo>
                  <a:lnTo>
                    <a:pt x="1923732" y="522955"/>
                  </a:lnTo>
                  <a:lnTo>
                    <a:pt x="1954544" y="531331"/>
                  </a:lnTo>
                  <a:lnTo>
                    <a:pt x="1984556" y="539490"/>
                  </a:lnTo>
                  <a:lnTo>
                    <a:pt x="2013808" y="547442"/>
                  </a:lnTo>
                  <a:lnTo>
                    <a:pt x="2042338" y="555198"/>
                  </a:lnTo>
                  <a:lnTo>
                    <a:pt x="2070180" y="562766"/>
                  </a:lnTo>
                  <a:lnTo>
                    <a:pt x="2097367" y="570157"/>
                  </a:lnTo>
                  <a:lnTo>
                    <a:pt x="2123929" y="577378"/>
                  </a:lnTo>
                  <a:lnTo>
                    <a:pt x="2149893" y="584436"/>
                  </a:lnTo>
                  <a:lnTo>
                    <a:pt x="2175288" y="591339"/>
                  </a:lnTo>
                  <a:lnTo>
                    <a:pt x="2200136" y="598094"/>
                  </a:lnTo>
                  <a:lnTo>
                    <a:pt x="2224461" y="604707"/>
                  </a:lnTo>
                  <a:lnTo>
                    <a:pt x="2248284" y="611183"/>
                  </a:lnTo>
                  <a:lnTo>
                    <a:pt x="2271626" y="617528"/>
                  </a:lnTo>
                  <a:lnTo>
                    <a:pt x="2294506" y="623748"/>
                  </a:lnTo>
                  <a:lnTo>
                    <a:pt x="2316941" y="629847"/>
                  </a:lnTo>
                  <a:lnTo>
                    <a:pt x="2338949" y="635830"/>
                  </a:lnTo>
                  <a:lnTo>
                    <a:pt x="2360546" y="641701"/>
                  </a:lnTo>
                  <a:lnTo>
                    <a:pt x="2381746" y="647464"/>
                  </a:lnTo>
                  <a:lnTo>
                    <a:pt x="2402565" y="653123"/>
                  </a:lnTo>
                </a:path>
              </a:pathLst>
            </a:custGeom>
            <a:ln w="24391" cap="flat">
              <a:solidFill>
                <a:srgbClr val="13815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6" name="pl185"/>
            <p:cNvSpPr/>
            <p:nvPr/>
          </p:nvSpPr>
          <p:spPr>
            <a:xfrm>
              <a:off x="4357693" y="2303259"/>
              <a:ext cx="2402565" cy="92636"/>
            </a:xfrm>
            <a:custGeom>
              <a:avLst/>
              <a:pathLst>
                <a:path w="2402565" h="92636">
                  <a:moveTo>
                    <a:pt x="0" y="0"/>
                  </a:moveTo>
                  <a:lnTo>
                    <a:pt x="154280" y="5948"/>
                  </a:lnTo>
                  <a:lnTo>
                    <a:pt x="290366" y="11195"/>
                  </a:lnTo>
                  <a:lnTo>
                    <a:pt x="412098" y="15889"/>
                  </a:lnTo>
                  <a:lnTo>
                    <a:pt x="522218" y="20135"/>
                  </a:lnTo>
                  <a:lnTo>
                    <a:pt x="622750" y="24011"/>
                  </a:lnTo>
                  <a:lnTo>
                    <a:pt x="715231" y="27577"/>
                  </a:lnTo>
                  <a:lnTo>
                    <a:pt x="800855" y="30878"/>
                  </a:lnTo>
                  <a:lnTo>
                    <a:pt x="880568" y="33952"/>
                  </a:lnTo>
                  <a:lnTo>
                    <a:pt x="955135" y="36827"/>
                  </a:lnTo>
                  <a:lnTo>
                    <a:pt x="1025180" y="39528"/>
                  </a:lnTo>
                  <a:lnTo>
                    <a:pt x="1091221" y="42074"/>
                  </a:lnTo>
                  <a:lnTo>
                    <a:pt x="1153689" y="44483"/>
                  </a:lnTo>
                  <a:lnTo>
                    <a:pt x="1212953" y="46768"/>
                  </a:lnTo>
                  <a:lnTo>
                    <a:pt x="1269325" y="48942"/>
                  </a:lnTo>
                  <a:lnTo>
                    <a:pt x="1323073" y="51014"/>
                  </a:lnTo>
                  <a:lnTo>
                    <a:pt x="1374433" y="52994"/>
                  </a:lnTo>
                  <a:lnTo>
                    <a:pt x="1423606" y="54890"/>
                  </a:lnTo>
                  <a:lnTo>
                    <a:pt x="1470771" y="56709"/>
                  </a:lnTo>
                  <a:lnTo>
                    <a:pt x="1516086" y="58456"/>
                  </a:lnTo>
                  <a:lnTo>
                    <a:pt x="1559691" y="60137"/>
                  </a:lnTo>
                  <a:lnTo>
                    <a:pt x="1601710" y="61757"/>
                  </a:lnTo>
                  <a:lnTo>
                    <a:pt x="1642254" y="63321"/>
                  </a:lnTo>
                  <a:lnTo>
                    <a:pt x="1681423" y="64831"/>
                  </a:lnTo>
                  <a:lnTo>
                    <a:pt x="1719308" y="66292"/>
                  </a:lnTo>
                  <a:lnTo>
                    <a:pt x="1755990" y="67706"/>
                  </a:lnTo>
                  <a:lnTo>
                    <a:pt x="1791544" y="69077"/>
                  </a:lnTo>
                  <a:lnTo>
                    <a:pt x="1826035" y="70407"/>
                  </a:lnTo>
                  <a:lnTo>
                    <a:pt x="1859527" y="71698"/>
                  </a:lnTo>
                  <a:lnTo>
                    <a:pt x="1892076" y="72953"/>
                  </a:lnTo>
                  <a:lnTo>
                    <a:pt x="1923732" y="74174"/>
                  </a:lnTo>
                  <a:lnTo>
                    <a:pt x="1954544" y="75362"/>
                  </a:lnTo>
                  <a:lnTo>
                    <a:pt x="1984556" y="76519"/>
                  </a:lnTo>
                  <a:lnTo>
                    <a:pt x="2013808" y="77647"/>
                  </a:lnTo>
                  <a:lnTo>
                    <a:pt x="2042338" y="78747"/>
                  </a:lnTo>
                  <a:lnTo>
                    <a:pt x="2070180" y="79821"/>
                  </a:lnTo>
                  <a:lnTo>
                    <a:pt x="2097367" y="80869"/>
                  </a:lnTo>
                  <a:lnTo>
                    <a:pt x="2123929" y="81893"/>
                  </a:lnTo>
                  <a:lnTo>
                    <a:pt x="2149893" y="82894"/>
                  </a:lnTo>
                  <a:lnTo>
                    <a:pt x="2175288" y="83873"/>
                  </a:lnTo>
                  <a:lnTo>
                    <a:pt x="2200136" y="84831"/>
                  </a:lnTo>
                  <a:lnTo>
                    <a:pt x="2224461" y="85769"/>
                  </a:lnTo>
                  <a:lnTo>
                    <a:pt x="2248284" y="86688"/>
                  </a:lnTo>
                  <a:lnTo>
                    <a:pt x="2271626" y="87588"/>
                  </a:lnTo>
                  <a:lnTo>
                    <a:pt x="2294506" y="88470"/>
                  </a:lnTo>
                  <a:lnTo>
                    <a:pt x="2316941" y="89335"/>
                  </a:lnTo>
                  <a:lnTo>
                    <a:pt x="2338949" y="90184"/>
                  </a:lnTo>
                  <a:lnTo>
                    <a:pt x="2360546" y="91016"/>
                  </a:lnTo>
                  <a:lnTo>
                    <a:pt x="2381746" y="91834"/>
                  </a:lnTo>
                  <a:lnTo>
                    <a:pt x="2402565" y="92636"/>
                  </a:lnTo>
                </a:path>
              </a:pathLst>
            </a:custGeom>
            <a:ln w="24391" cap="flat">
              <a:solidFill>
                <a:srgbClr val="E4D79A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7" name="pl186"/>
            <p:cNvSpPr/>
            <p:nvPr/>
          </p:nvSpPr>
          <p:spPr>
            <a:xfrm>
              <a:off x="4357693" y="2141249"/>
              <a:ext cx="2402565" cy="129215"/>
            </a:xfrm>
            <a:custGeom>
              <a:avLst/>
              <a:pathLst>
                <a:path w="2402565" h="129215">
                  <a:moveTo>
                    <a:pt x="0" y="129215"/>
                  </a:moveTo>
                  <a:lnTo>
                    <a:pt x="154280" y="120917"/>
                  </a:lnTo>
                  <a:lnTo>
                    <a:pt x="290366" y="113598"/>
                  </a:lnTo>
                  <a:lnTo>
                    <a:pt x="412098" y="107051"/>
                  </a:lnTo>
                  <a:lnTo>
                    <a:pt x="522218" y="101129"/>
                  </a:lnTo>
                  <a:lnTo>
                    <a:pt x="622750" y="95722"/>
                  </a:lnTo>
                  <a:lnTo>
                    <a:pt x="715231" y="90748"/>
                  </a:lnTo>
                  <a:lnTo>
                    <a:pt x="800855" y="86143"/>
                  </a:lnTo>
                  <a:lnTo>
                    <a:pt x="880568" y="81856"/>
                  </a:lnTo>
                  <a:lnTo>
                    <a:pt x="955135" y="77845"/>
                  </a:lnTo>
                  <a:lnTo>
                    <a:pt x="1025180" y="74078"/>
                  </a:lnTo>
                  <a:lnTo>
                    <a:pt x="1091221" y="70526"/>
                  </a:lnTo>
                  <a:lnTo>
                    <a:pt x="1153689" y="67167"/>
                  </a:lnTo>
                  <a:lnTo>
                    <a:pt x="1212953" y="63979"/>
                  </a:lnTo>
                  <a:lnTo>
                    <a:pt x="1269325" y="60948"/>
                  </a:lnTo>
                  <a:lnTo>
                    <a:pt x="1323073" y="58057"/>
                  </a:lnTo>
                  <a:lnTo>
                    <a:pt x="1374433" y="55295"/>
                  </a:lnTo>
                  <a:lnTo>
                    <a:pt x="1423606" y="52650"/>
                  </a:lnTo>
                  <a:lnTo>
                    <a:pt x="1470771" y="50113"/>
                  </a:lnTo>
                  <a:lnTo>
                    <a:pt x="1516086" y="47676"/>
                  </a:lnTo>
                  <a:lnTo>
                    <a:pt x="1559691" y="45331"/>
                  </a:lnTo>
                  <a:lnTo>
                    <a:pt x="1601710" y="43071"/>
                  </a:lnTo>
                  <a:lnTo>
                    <a:pt x="1642254" y="40891"/>
                  </a:lnTo>
                  <a:lnTo>
                    <a:pt x="1681423" y="38784"/>
                  </a:lnTo>
                  <a:lnTo>
                    <a:pt x="1719308" y="36747"/>
                  </a:lnTo>
                  <a:lnTo>
                    <a:pt x="1755990" y="34774"/>
                  </a:lnTo>
                  <a:lnTo>
                    <a:pt x="1791544" y="32862"/>
                  </a:lnTo>
                  <a:lnTo>
                    <a:pt x="1826035" y="31007"/>
                  </a:lnTo>
                  <a:lnTo>
                    <a:pt x="1859527" y="29205"/>
                  </a:lnTo>
                  <a:lnTo>
                    <a:pt x="1892076" y="27455"/>
                  </a:lnTo>
                  <a:lnTo>
                    <a:pt x="1923732" y="25752"/>
                  </a:lnTo>
                  <a:lnTo>
                    <a:pt x="1954544" y="24095"/>
                  </a:lnTo>
                  <a:lnTo>
                    <a:pt x="1984556" y="22481"/>
                  </a:lnTo>
                  <a:lnTo>
                    <a:pt x="2013808" y="20908"/>
                  </a:lnTo>
                  <a:lnTo>
                    <a:pt x="2042338" y="19373"/>
                  </a:lnTo>
                  <a:lnTo>
                    <a:pt x="2070180" y="17876"/>
                  </a:lnTo>
                  <a:lnTo>
                    <a:pt x="2097367" y="16414"/>
                  </a:lnTo>
                  <a:lnTo>
                    <a:pt x="2123929" y="14985"/>
                  </a:lnTo>
                  <a:lnTo>
                    <a:pt x="2149893" y="13589"/>
                  </a:lnTo>
                  <a:lnTo>
                    <a:pt x="2175288" y="12223"/>
                  </a:lnTo>
                  <a:lnTo>
                    <a:pt x="2200136" y="10887"/>
                  </a:lnTo>
                  <a:lnTo>
                    <a:pt x="2224461" y="9578"/>
                  </a:lnTo>
                  <a:lnTo>
                    <a:pt x="2248284" y="8297"/>
                  </a:lnTo>
                  <a:lnTo>
                    <a:pt x="2271626" y="7042"/>
                  </a:lnTo>
                  <a:lnTo>
                    <a:pt x="2294506" y="5811"/>
                  </a:lnTo>
                  <a:lnTo>
                    <a:pt x="2316941" y="4605"/>
                  </a:lnTo>
                  <a:lnTo>
                    <a:pt x="2338949" y="3421"/>
                  </a:lnTo>
                  <a:lnTo>
                    <a:pt x="2360546" y="2259"/>
                  </a:lnTo>
                  <a:lnTo>
                    <a:pt x="2381746" y="1119"/>
                  </a:lnTo>
                  <a:lnTo>
                    <a:pt x="2402565" y="0"/>
                  </a:lnTo>
                </a:path>
              </a:pathLst>
            </a:custGeom>
            <a:ln w="24391" cap="flat">
              <a:solidFill>
                <a:srgbClr val="F5434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8" name="pl187"/>
            <p:cNvSpPr/>
            <p:nvPr/>
          </p:nvSpPr>
          <p:spPr>
            <a:xfrm>
              <a:off x="4357693" y="2058169"/>
              <a:ext cx="2402565" cy="248071"/>
            </a:xfrm>
            <a:custGeom>
              <a:avLst/>
              <a:pathLst>
                <a:path w="2402565" h="248071">
                  <a:moveTo>
                    <a:pt x="0" y="248071"/>
                  </a:moveTo>
                  <a:lnTo>
                    <a:pt x="154280" y="232141"/>
                  </a:lnTo>
                  <a:lnTo>
                    <a:pt x="290366" y="218090"/>
                  </a:lnTo>
                  <a:lnTo>
                    <a:pt x="412098" y="205520"/>
                  </a:lnTo>
                  <a:lnTo>
                    <a:pt x="522218" y="194150"/>
                  </a:lnTo>
                  <a:lnTo>
                    <a:pt x="622750" y="183770"/>
                  </a:lnTo>
                  <a:lnTo>
                    <a:pt x="715231" y="174221"/>
                  </a:lnTo>
                  <a:lnTo>
                    <a:pt x="800855" y="165380"/>
                  </a:lnTo>
                  <a:lnTo>
                    <a:pt x="880568" y="157150"/>
                  </a:lnTo>
                  <a:lnTo>
                    <a:pt x="955135" y="149450"/>
                  </a:lnTo>
                  <a:lnTo>
                    <a:pt x="1025180" y="142218"/>
                  </a:lnTo>
                  <a:lnTo>
                    <a:pt x="1091221" y="135399"/>
                  </a:lnTo>
                  <a:lnTo>
                    <a:pt x="1153689" y="128949"/>
                  </a:lnTo>
                  <a:lnTo>
                    <a:pt x="1212953" y="122830"/>
                  </a:lnTo>
                  <a:lnTo>
                    <a:pt x="1269325" y="117010"/>
                  </a:lnTo>
                  <a:lnTo>
                    <a:pt x="1323073" y="111460"/>
                  </a:lnTo>
                  <a:lnTo>
                    <a:pt x="1374433" y="106157"/>
                  </a:lnTo>
                  <a:lnTo>
                    <a:pt x="1423606" y="101080"/>
                  </a:lnTo>
                  <a:lnTo>
                    <a:pt x="1470771" y="96210"/>
                  </a:lnTo>
                  <a:lnTo>
                    <a:pt x="1516086" y="91531"/>
                  </a:lnTo>
                  <a:lnTo>
                    <a:pt x="1559691" y="87028"/>
                  </a:lnTo>
                  <a:lnTo>
                    <a:pt x="1601710" y="82690"/>
                  </a:lnTo>
                  <a:lnTo>
                    <a:pt x="1642254" y="78504"/>
                  </a:lnTo>
                  <a:lnTo>
                    <a:pt x="1681423" y="74459"/>
                  </a:lnTo>
                  <a:lnTo>
                    <a:pt x="1719308" y="70548"/>
                  </a:lnTo>
                  <a:lnTo>
                    <a:pt x="1755990" y="66760"/>
                  </a:lnTo>
                  <a:lnTo>
                    <a:pt x="1791544" y="63089"/>
                  </a:lnTo>
                  <a:lnTo>
                    <a:pt x="1826035" y="59528"/>
                  </a:lnTo>
                  <a:lnTo>
                    <a:pt x="1859527" y="56070"/>
                  </a:lnTo>
                  <a:lnTo>
                    <a:pt x="1892076" y="52709"/>
                  </a:lnTo>
                  <a:lnTo>
                    <a:pt x="1923732" y="49440"/>
                  </a:lnTo>
                  <a:lnTo>
                    <a:pt x="1954544" y="46259"/>
                  </a:lnTo>
                  <a:lnTo>
                    <a:pt x="1984556" y="43160"/>
                  </a:lnTo>
                  <a:lnTo>
                    <a:pt x="2013808" y="40140"/>
                  </a:lnTo>
                  <a:lnTo>
                    <a:pt x="2042338" y="37194"/>
                  </a:lnTo>
                  <a:lnTo>
                    <a:pt x="2070180" y="34319"/>
                  </a:lnTo>
                  <a:lnTo>
                    <a:pt x="2097367" y="31512"/>
                  </a:lnTo>
                  <a:lnTo>
                    <a:pt x="2123929" y="28769"/>
                  </a:lnTo>
                  <a:lnTo>
                    <a:pt x="2149893" y="26088"/>
                  </a:lnTo>
                  <a:lnTo>
                    <a:pt x="2175288" y="23466"/>
                  </a:lnTo>
                  <a:lnTo>
                    <a:pt x="2200136" y="20901"/>
                  </a:lnTo>
                  <a:lnTo>
                    <a:pt x="2224461" y="18389"/>
                  </a:lnTo>
                  <a:lnTo>
                    <a:pt x="2248284" y="15929"/>
                  </a:lnTo>
                  <a:lnTo>
                    <a:pt x="2271626" y="13519"/>
                  </a:lnTo>
                  <a:lnTo>
                    <a:pt x="2294506" y="11157"/>
                  </a:lnTo>
                  <a:lnTo>
                    <a:pt x="2316941" y="8840"/>
                  </a:lnTo>
                  <a:lnTo>
                    <a:pt x="2338949" y="6568"/>
                  </a:lnTo>
                  <a:lnTo>
                    <a:pt x="2360546" y="4338"/>
                  </a:lnTo>
                  <a:lnTo>
                    <a:pt x="2381746" y="2149"/>
                  </a:lnTo>
                  <a:lnTo>
                    <a:pt x="2402565" y="0"/>
                  </a:lnTo>
                </a:path>
              </a:pathLst>
            </a:custGeom>
            <a:ln w="24391" cap="flat">
              <a:solidFill>
                <a:srgbClr val="7E0D1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9" name="pl188"/>
            <p:cNvSpPr/>
            <p:nvPr/>
          </p:nvSpPr>
          <p:spPr>
            <a:xfrm>
              <a:off x="4357693" y="1903214"/>
              <a:ext cx="2402565" cy="68675"/>
            </a:xfrm>
            <a:custGeom>
              <a:avLst/>
              <a:pathLst>
                <a:path w="2402565" h="68675">
                  <a:moveTo>
                    <a:pt x="0" y="0"/>
                  </a:moveTo>
                  <a:lnTo>
                    <a:pt x="154280" y="4409"/>
                  </a:lnTo>
                  <a:lnTo>
                    <a:pt x="290366" y="8299"/>
                  </a:lnTo>
                  <a:lnTo>
                    <a:pt x="412098" y="11779"/>
                  </a:lnTo>
                  <a:lnTo>
                    <a:pt x="522218" y="14927"/>
                  </a:lnTo>
                  <a:lnTo>
                    <a:pt x="622750" y="17800"/>
                  </a:lnTo>
                  <a:lnTo>
                    <a:pt x="715231" y="20444"/>
                  </a:lnTo>
                  <a:lnTo>
                    <a:pt x="800855" y="22891"/>
                  </a:lnTo>
                  <a:lnTo>
                    <a:pt x="880568" y="25170"/>
                  </a:lnTo>
                  <a:lnTo>
                    <a:pt x="955135" y="27301"/>
                  </a:lnTo>
                  <a:lnTo>
                    <a:pt x="1025180" y="29303"/>
                  </a:lnTo>
                  <a:lnTo>
                    <a:pt x="1091221" y="31191"/>
                  </a:lnTo>
                  <a:lnTo>
                    <a:pt x="1153689" y="32977"/>
                  </a:lnTo>
                  <a:lnTo>
                    <a:pt x="1212953" y="34671"/>
                  </a:lnTo>
                  <a:lnTo>
                    <a:pt x="1269325" y="36282"/>
                  </a:lnTo>
                  <a:lnTo>
                    <a:pt x="1323073" y="37818"/>
                  </a:lnTo>
                  <a:lnTo>
                    <a:pt x="1374433" y="39287"/>
                  </a:lnTo>
                  <a:lnTo>
                    <a:pt x="1423606" y="40692"/>
                  </a:lnTo>
                  <a:lnTo>
                    <a:pt x="1470771" y="42040"/>
                  </a:lnTo>
                  <a:lnTo>
                    <a:pt x="1516086" y="43336"/>
                  </a:lnTo>
                  <a:lnTo>
                    <a:pt x="1559691" y="44582"/>
                  </a:lnTo>
                  <a:lnTo>
                    <a:pt x="1601710" y="45783"/>
                  </a:lnTo>
                  <a:lnTo>
                    <a:pt x="1642254" y="46942"/>
                  </a:lnTo>
                  <a:lnTo>
                    <a:pt x="1681423" y="48062"/>
                  </a:lnTo>
                  <a:lnTo>
                    <a:pt x="1719308" y="49145"/>
                  </a:lnTo>
                  <a:lnTo>
                    <a:pt x="1755990" y="50193"/>
                  </a:lnTo>
                  <a:lnTo>
                    <a:pt x="1791544" y="51209"/>
                  </a:lnTo>
                  <a:lnTo>
                    <a:pt x="1826035" y="52195"/>
                  </a:lnTo>
                  <a:lnTo>
                    <a:pt x="1859527" y="53153"/>
                  </a:lnTo>
                  <a:lnTo>
                    <a:pt x="1892076" y="54083"/>
                  </a:lnTo>
                  <a:lnTo>
                    <a:pt x="1923732" y="54988"/>
                  </a:lnTo>
                  <a:lnTo>
                    <a:pt x="1954544" y="55869"/>
                  </a:lnTo>
                  <a:lnTo>
                    <a:pt x="1984556" y="56726"/>
                  </a:lnTo>
                  <a:lnTo>
                    <a:pt x="2013808" y="57563"/>
                  </a:lnTo>
                  <a:lnTo>
                    <a:pt x="2042338" y="58378"/>
                  </a:lnTo>
                  <a:lnTo>
                    <a:pt x="2070180" y="59174"/>
                  </a:lnTo>
                  <a:lnTo>
                    <a:pt x="2097367" y="59951"/>
                  </a:lnTo>
                  <a:lnTo>
                    <a:pt x="2123929" y="60710"/>
                  </a:lnTo>
                  <a:lnTo>
                    <a:pt x="2149893" y="61452"/>
                  </a:lnTo>
                  <a:lnTo>
                    <a:pt x="2175288" y="62178"/>
                  </a:lnTo>
                  <a:lnTo>
                    <a:pt x="2200136" y="62889"/>
                  </a:lnTo>
                  <a:lnTo>
                    <a:pt x="2224461" y="63584"/>
                  </a:lnTo>
                  <a:lnTo>
                    <a:pt x="2248284" y="64265"/>
                  </a:lnTo>
                  <a:lnTo>
                    <a:pt x="2271626" y="64932"/>
                  </a:lnTo>
                  <a:lnTo>
                    <a:pt x="2294506" y="65586"/>
                  </a:lnTo>
                  <a:lnTo>
                    <a:pt x="2316941" y="66227"/>
                  </a:lnTo>
                  <a:lnTo>
                    <a:pt x="2338949" y="66856"/>
                  </a:lnTo>
                  <a:lnTo>
                    <a:pt x="2360546" y="67474"/>
                  </a:lnTo>
                  <a:lnTo>
                    <a:pt x="2381746" y="68080"/>
                  </a:lnTo>
                  <a:lnTo>
                    <a:pt x="2402565" y="68675"/>
                  </a:lnTo>
                </a:path>
              </a:pathLst>
            </a:custGeom>
            <a:ln w="24391" cap="flat">
              <a:solidFill>
                <a:srgbClr val="1B7C88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0" name="pl189"/>
            <p:cNvSpPr/>
            <p:nvPr/>
          </p:nvSpPr>
          <p:spPr>
            <a:xfrm>
              <a:off x="4357693" y="1652389"/>
              <a:ext cx="2402565" cy="609321"/>
            </a:xfrm>
            <a:custGeom>
              <a:avLst/>
              <a:pathLst>
                <a:path w="2402565" h="609321">
                  <a:moveTo>
                    <a:pt x="0" y="0"/>
                  </a:moveTo>
                  <a:lnTo>
                    <a:pt x="154280" y="39127"/>
                  </a:lnTo>
                  <a:lnTo>
                    <a:pt x="290366" y="73640"/>
                  </a:lnTo>
                  <a:lnTo>
                    <a:pt x="412098" y="104513"/>
                  </a:lnTo>
                  <a:lnTo>
                    <a:pt x="522218" y="132441"/>
                  </a:lnTo>
                  <a:lnTo>
                    <a:pt x="622750" y="157937"/>
                  </a:lnTo>
                  <a:lnTo>
                    <a:pt x="715231" y="181391"/>
                  </a:lnTo>
                  <a:lnTo>
                    <a:pt x="800855" y="203107"/>
                  </a:lnTo>
                  <a:lnTo>
                    <a:pt x="880568" y="223323"/>
                  </a:lnTo>
                  <a:lnTo>
                    <a:pt x="955135" y="242234"/>
                  </a:lnTo>
                  <a:lnTo>
                    <a:pt x="1025180" y="259999"/>
                  </a:lnTo>
                  <a:lnTo>
                    <a:pt x="1091221" y="276747"/>
                  </a:lnTo>
                  <a:lnTo>
                    <a:pt x="1153689" y="292590"/>
                  </a:lnTo>
                  <a:lnTo>
                    <a:pt x="1212953" y="307620"/>
                  </a:lnTo>
                  <a:lnTo>
                    <a:pt x="1269325" y="321917"/>
                  </a:lnTo>
                  <a:lnTo>
                    <a:pt x="1323073" y="335548"/>
                  </a:lnTo>
                  <a:lnTo>
                    <a:pt x="1374433" y="348573"/>
                  </a:lnTo>
                  <a:lnTo>
                    <a:pt x="1423606" y="361044"/>
                  </a:lnTo>
                  <a:lnTo>
                    <a:pt x="1470771" y="373006"/>
                  </a:lnTo>
                  <a:lnTo>
                    <a:pt x="1516086" y="384499"/>
                  </a:lnTo>
                  <a:lnTo>
                    <a:pt x="1559691" y="395557"/>
                  </a:lnTo>
                  <a:lnTo>
                    <a:pt x="1601710" y="406214"/>
                  </a:lnTo>
                  <a:lnTo>
                    <a:pt x="1642254" y="416496"/>
                  </a:lnTo>
                  <a:lnTo>
                    <a:pt x="1681423" y="426430"/>
                  </a:lnTo>
                  <a:lnTo>
                    <a:pt x="1719308" y="436038"/>
                  </a:lnTo>
                  <a:lnTo>
                    <a:pt x="1755990" y="445341"/>
                  </a:lnTo>
                  <a:lnTo>
                    <a:pt x="1791544" y="454358"/>
                  </a:lnTo>
                  <a:lnTo>
                    <a:pt x="1826035" y="463106"/>
                  </a:lnTo>
                  <a:lnTo>
                    <a:pt x="1859527" y="471600"/>
                  </a:lnTo>
                  <a:lnTo>
                    <a:pt x="1892076" y="479854"/>
                  </a:lnTo>
                  <a:lnTo>
                    <a:pt x="1923732" y="487883"/>
                  </a:lnTo>
                  <a:lnTo>
                    <a:pt x="1954544" y="495697"/>
                  </a:lnTo>
                  <a:lnTo>
                    <a:pt x="1984556" y="503309"/>
                  </a:lnTo>
                  <a:lnTo>
                    <a:pt x="2013808" y="510727"/>
                  </a:lnTo>
                  <a:lnTo>
                    <a:pt x="2042338" y="517963"/>
                  </a:lnTo>
                  <a:lnTo>
                    <a:pt x="2070180" y="525024"/>
                  </a:lnTo>
                  <a:lnTo>
                    <a:pt x="2097367" y="531919"/>
                  </a:lnTo>
                  <a:lnTo>
                    <a:pt x="2123929" y="538655"/>
                  </a:lnTo>
                  <a:lnTo>
                    <a:pt x="2149893" y="545240"/>
                  </a:lnTo>
                  <a:lnTo>
                    <a:pt x="2175288" y="551681"/>
                  </a:lnTo>
                  <a:lnTo>
                    <a:pt x="2200136" y="557982"/>
                  </a:lnTo>
                  <a:lnTo>
                    <a:pt x="2224461" y="564152"/>
                  </a:lnTo>
                  <a:lnTo>
                    <a:pt x="2248284" y="570193"/>
                  </a:lnTo>
                  <a:lnTo>
                    <a:pt x="2271626" y="576113"/>
                  </a:lnTo>
                  <a:lnTo>
                    <a:pt x="2294506" y="581916"/>
                  </a:lnTo>
                  <a:lnTo>
                    <a:pt x="2316941" y="587606"/>
                  </a:lnTo>
                  <a:lnTo>
                    <a:pt x="2338949" y="593187"/>
                  </a:lnTo>
                  <a:lnTo>
                    <a:pt x="2360546" y="598665"/>
                  </a:lnTo>
                  <a:lnTo>
                    <a:pt x="2381746" y="604041"/>
                  </a:lnTo>
                  <a:lnTo>
                    <a:pt x="2402565" y="609321"/>
                  </a:lnTo>
                </a:path>
              </a:pathLst>
            </a:custGeom>
            <a:ln w="24391" cap="flat">
              <a:solidFill>
                <a:srgbClr val="F796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0"/>
            <p:cNvSpPr/>
            <p:nvPr/>
          </p:nvSpPr>
          <p:spPr>
            <a:xfrm>
              <a:off x="4357693" y="2461638"/>
              <a:ext cx="2402565" cy="57444"/>
            </a:xfrm>
            <a:custGeom>
              <a:avLst/>
              <a:pathLst>
                <a:path w="2402565" h="57444">
                  <a:moveTo>
                    <a:pt x="0" y="0"/>
                  </a:moveTo>
                  <a:lnTo>
                    <a:pt x="154280" y="3688"/>
                  </a:lnTo>
                  <a:lnTo>
                    <a:pt x="290366" y="6942"/>
                  </a:lnTo>
                  <a:lnTo>
                    <a:pt x="412098" y="9853"/>
                  </a:lnTo>
                  <a:lnTo>
                    <a:pt x="522218" y="12486"/>
                  </a:lnTo>
                  <a:lnTo>
                    <a:pt x="622750" y="14889"/>
                  </a:lnTo>
                  <a:lnTo>
                    <a:pt x="715231" y="17100"/>
                  </a:lnTo>
                  <a:lnTo>
                    <a:pt x="800855" y="19148"/>
                  </a:lnTo>
                  <a:lnTo>
                    <a:pt x="880568" y="21054"/>
                  </a:lnTo>
                  <a:lnTo>
                    <a:pt x="955135" y="22837"/>
                  </a:lnTo>
                  <a:lnTo>
                    <a:pt x="1025180" y="24511"/>
                  </a:lnTo>
                  <a:lnTo>
                    <a:pt x="1091221" y="26090"/>
                  </a:lnTo>
                  <a:lnTo>
                    <a:pt x="1153689" y="27584"/>
                  </a:lnTo>
                  <a:lnTo>
                    <a:pt x="1212953" y="29001"/>
                  </a:lnTo>
                  <a:lnTo>
                    <a:pt x="1269325" y="30349"/>
                  </a:lnTo>
                  <a:lnTo>
                    <a:pt x="1323073" y="31634"/>
                  </a:lnTo>
                  <a:lnTo>
                    <a:pt x="1374433" y="32862"/>
                  </a:lnTo>
                  <a:lnTo>
                    <a:pt x="1423606" y="34038"/>
                  </a:lnTo>
                  <a:lnTo>
                    <a:pt x="1470771" y="35165"/>
                  </a:lnTo>
                  <a:lnTo>
                    <a:pt x="1516086" y="36249"/>
                  </a:lnTo>
                  <a:lnTo>
                    <a:pt x="1559691" y="37291"/>
                  </a:lnTo>
                  <a:lnTo>
                    <a:pt x="1601710" y="38296"/>
                  </a:lnTo>
                  <a:lnTo>
                    <a:pt x="1642254" y="39265"/>
                  </a:lnTo>
                  <a:lnTo>
                    <a:pt x="1681423" y="40202"/>
                  </a:lnTo>
                  <a:lnTo>
                    <a:pt x="1719308" y="41108"/>
                  </a:lnTo>
                  <a:lnTo>
                    <a:pt x="1755990" y="41985"/>
                  </a:lnTo>
                  <a:lnTo>
                    <a:pt x="1791544" y="42835"/>
                  </a:lnTo>
                  <a:lnTo>
                    <a:pt x="1826035" y="43660"/>
                  </a:lnTo>
                  <a:lnTo>
                    <a:pt x="1859527" y="44460"/>
                  </a:lnTo>
                  <a:lnTo>
                    <a:pt x="1892076" y="45239"/>
                  </a:lnTo>
                  <a:lnTo>
                    <a:pt x="1923732" y="45995"/>
                  </a:lnTo>
                  <a:lnTo>
                    <a:pt x="1954544" y="46732"/>
                  </a:lnTo>
                  <a:lnTo>
                    <a:pt x="1984556" y="47450"/>
                  </a:lnTo>
                  <a:lnTo>
                    <a:pt x="2013808" y="48149"/>
                  </a:lnTo>
                  <a:lnTo>
                    <a:pt x="2042338" y="48831"/>
                  </a:lnTo>
                  <a:lnTo>
                    <a:pt x="2070180" y="49497"/>
                  </a:lnTo>
                  <a:lnTo>
                    <a:pt x="2097367" y="50147"/>
                  </a:lnTo>
                  <a:lnTo>
                    <a:pt x="2123929" y="50782"/>
                  </a:lnTo>
                  <a:lnTo>
                    <a:pt x="2149893" y="51403"/>
                  </a:lnTo>
                  <a:lnTo>
                    <a:pt x="2175288" y="52010"/>
                  </a:lnTo>
                  <a:lnTo>
                    <a:pt x="2200136" y="52604"/>
                  </a:lnTo>
                  <a:lnTo>
                    <a:pt x="2224461" y="53186"/>
                  </a:lnTo>
                  <a:lnTo>
                    <a:pt x="2248284" y="53755"/>
                  </a:lnTo>
                  <a:lnTo>
                    <a:pt x="2271626" y="54313"/>
                  </a:lnTo>
                  <a:lnTo>
                    <a:pt x="2294506" y="54860"/>
                  </a:lnTo>
                  <a:lnTo>
                    <a:pt x="2316941" y="55397"/>
                  </a:lnTo>
                  <a:lnTo>
                    <a:pt x="2338949" y="55923"/>
                  </a:lnTo>
                  <a:lnTo>
                    <a:pt x="2360546" y="56439"/>
                  </a:lnTo>
                  <a:lnTo>
                    <a:pt x="2381746" y="56946"/>
                  </a:lnTo>
                  <a:lnTo>
                    <a:pt x="2402565" y="57444"/>
                  </a:lnTo>
                </a:path>
              </a:pathLst>
            </a:custGeom>
            <a:ln w="24391" cap="flat">
              <a:solidFill>
                <a:srgbClr val="5F738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2" name="pl191"/>
            <p:cNvSpPr/>
            <p:nvPr/>
          </p:nvSpPr>
          <p:spPr>
            <a:xfrm>
              <a:off x="4357693" y="2222650"/>
              <a:ext cx="2402565" cy="45953"/>
            </a:xfrm>
            <a:custGeom>
              <a:avLst/>
              <a:pathLst>
                <a:path w="2402565" h="45953">
                  <a:moveTo>
                    <a:pt x="0" y="45953"/>
                  </a:moveTo>
                  <a:lnTo>
                    <a:pt x="154280" y="43002"/>
                  </a:lnTo>
                  <a:lnTo>
                    <a:pt x="290366" y="40399"/>
                  </a:lnTo>
                  <a:lnTo>
                    <a:pt x="412098" y="38071"/>
                  </a:lnTo>
                  <a:lnTo>
                    <a:pt x="522218" y="35965"/>
                  </a:lnTo>
                  <a:lnTo>
                    <a:pt x="622750" y="34042"/>
                  </a:lnTo>
                  <a:lnTo>
                    <a:pt x="715231" y="32273"/>
                  </a:lnTo>
                  <a:lnTo>
                    <a:pt x="800855" y="30635"/>
                  </a:lnTo>
                  <a:lnTo>
                    <a:pt x="880568" y="29111"/>
                  </a:lnTo>
                  <a:lnTo>
                    <a:pt x="955135" y="27684"/>
                  </a:lnTo>
                  <a:lnTo>
                    <a:pt x="1025180" y="26345"/>
                  </a:lnTo>
                  <a:lnTo>
                    <a:pt x="1091221" y="25082"/>
                  </a:lnTo>
                  <a:lnTo>
                    <a:pt x="1153689" y="23887"/>
                  </a:lnTo>
                  <a:lnTo>
                    <a:pt x="1212953" y="22753"/>
                  </a:lnTo>
                  <a:lnTo>
                    <a:pt x="1269325" y="21675"/>
                  </a:lnTo>
                  <a:lnTo>
                    <a:pt x="1323073" y="20647"/>
                  </a:lnTo>
                  <a:lnTo>
                    <a:pt x="1374433" y="19665"/>
                  </a:lnTo>
                  <a:lnTo>
                    <a:pt x="1423606" y="18724"/>
                  </a:lnTo>
                  <a:lnTo>
                    <a:pt x="1470771" y="17822"/>
                  </a:lnTo>
                  <a:lnTo>
                    <a:pt x="1516086" y="16955"/>
                  </a:lnTo>
                  <a:lnTo>
                    <a:pt x="1559691" y="16121"/>
                  </a:lnTo>
                  <a:lnTo>
                    <a:pt x="1601710" y="15317"/>
                  </a:lnTo>
                  <a:lnTo>
                    <a:pt x="1642254" y="14542"/>
                  </a:lnTo>
                  <a:lnTo>
                    <a:pt x="1681423" y="13793"/>
                  </a:lnTo>
                  <a:lnTo>
                    <a:pt x="1719308" y="13068"/>
                  </a:lnTo>
                  <a:lnTo>
                    <a:pt x="1755990" y="12367"/>
                  </a:lnTo>
                  <a:lnTo>
                    <a:pt x="1791544" y="11686"/>
                  </a:lnTo>
                  <a:lnTo>
                    <a:pt x="1826035" y="11027"/>
                  </a:lnTo>
                  <a:lnTo>
                    <a:pt x="1859527" y="10386"/>
                  </a:lnTo>
                  <a:lnTo>
                    <a:pt x="1892076" y="9764"/>
                  </a:lnTo>
                  <a:lnTo>
                    <a:pt x="1923732" y="9158"/>
                  </a:lnTo>
                  <a:lnTo>
                    <a:pt x="1954544" y="8569"/>
                  </a:lnTo>
                  <a:lnTo>
                    <a:pt x="1984556" y="7995"/>
                  </a:lnTo>
                  <a:lnTo>
                    <a:pt x="2013808" y="7435"/>
                  </a:lnTo>
                  <a:lnTo>
                    <a:pt x="2042338" y="6890"/>
                  </a:lnTo>
                  <a:lnTo>
                    <a:pt x="2070180" y="6357"/>
                  </a:lnTo>
                  <a:lnTo>
                    <a:pt x="2097367" y="5837"/>
                  </a:lnTo>
                  <a:lnTo>
                    <a:pt x="2123929" y="5329"/>
                  </a:lnTo>
                  <a:lnTo>
                    <a:pt x="2149893" y="4832"/>
                  </a:lnTo>
                  <a:lnTo>
                    <a:pt x="2175288" y="4347"/>
                  </a:lnTo>
                  <a:lnTo>
                    <a:pt x="2200136" y="3871"/>
                  </a:lnTo>
                  <a:lnTo>
                    <a:pt x="2224461" y="3406"/>
                  </a:lnTo>
                  <a:lnTo>
                    <a:pt x="2248284" y="2950"/>
                  </a:lnTo>
                  <a:lnTo>
                    <a:pt x="2271626" y="2504"/>
                  </a:lnTo>
                  <a:lnTo>
                    <a:pt x="2294506" y="2066"/>
                  </a:lnTo>
                  <a:lnTo>
                    <a:pt x="2316941" y="1637"/>
                  </a:lnTo>
                  <a:lnTo>
                    <a:pt x="2338949" y="1216"/>
                  </a:lnTo>
                  <a:lnTo>
                    <a:pt x="2360546" y="803"/>
                  </a:lnTo>
                  <a:lnTo>
                    <a:pt x="2381746" y="398"/>
                  </a:lnTo>
                  <a:lnTo>
                    <a:pt x="2402565" y="0"/>
                  </a:lnTo>
                </a:path>
              </a:pathLst>
            </a:custGeom>
            <a:ln w="24391" cap="flat">
              <a:solidFill>
                <a:srgbClr val="FF999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3" name="pl192"/>
            <p:cNvSpPr/>
            <p:nvPr/>
          </p:nvSpPr>
          <p:spPr>
            <a:xfrm>
              <a:off x="4357693" y="2124481"/>
              <a:ext cx="2402565" cy="72133"/>
            </a:xfrm>
            <a:custGeom>
              <a:avLst/>
              <a:pathLst>
                <a:path w="2402565" h="72133">
                  <a:moveTo>
                    <a:pt x="0" y="0"/>
                  </a:moveTo>
                  <a:lnTo>
                    <a:pt x="154280" y="4632"/>
                  </a:lnTo>
                  <a:lnTo>
                    <a:pt x="290366" y="8717"/>
                  </a:lnTo>
                  <a:lnTo>
                    <a:pt x="412098" y="12372"/>
                  </a:lnTo>
                  <a:lnTo>
                    <a:pt x="522218" y="15678"/>
                  </a:lnTo>
                  <a:lnTo>
                    <a:pt x="622750" y="18697"/>
                  </a:lnTo>
                  <a:lnTo>
                    <a:pt x="715231" y="21473"/>
                  </a:lnTo>
                  <a:lnTo>
                    <a:pt x="800855" y="24044"/>
                  </a:lnTo>
                  <a:lnTo>
                    <a:pt x="880568" y="26437"/>
                  </a:lnTo>
                  <a:lnTo>
                    <a:pt x="955135" y="28676"/>
                  </a:lnTo>
                  <a:lnTo>
                    <a:pt x="1025180" y="30779"/>
                  </a:lnTo>
                  <a:lnTo>
                    <a:pt x="1091221" y="32762"/>
                  </a:lnTo>
                  <a:lnTo>
                    <a:pt x="1153689" y="34637"/>
                  </a:lnTo>
                  <a:lnTo>
                    <a:pt x="1212953" y="36417"/>
                  </a:lnTo>
                  <a:lnTo>
                    <a:pt x="1269325" y="38109"/>
                  </a:lnTo>
                  <a:lnTo>
                    <a:pt x="1323073" y="39723"/>
                  </a:lnTo>
                  <a:lnTo>
                    <a:pt x="1374433" y="41265"/>
                  </a:lnTo>
                  <a:lnTo>
                    <a:pt x="1423606" y="42741"/>
                  </a:lnTo>
                  <a:lnTo>
                    <a:pt x="1470771" y="44157"/>
                  </a:lnTo>
                  <a:lnTo>
                    <a:pt x="1516086" y="45518"/>
                  </a:lnTo>
                  <a:lnTo>
                    <a:pt x="1559691" y="46827"/>
                  </a:lnTo>
                  <a:lnTo>
                    <a:pt x="1601710" y="48089"/>
                  </a:lnTo>
                  <a:lnTo>
                    <a:pt x="1642254" y="49306"/>
                  </a:lnTo>
                  <a:lnTo>
                    <a:pt x="1681423" y="50482"/>
                  </a:lnTo>
                  <a:lnTo>
                    <a:pt x="1719308" y="51619"/>
                  </a:lnTo>
                  <a:lnTo>
                    <a:pt x="1755990" y="52721"/>
                  </a:lnTo>
                  <a:lnTo>
                    <a:pt x="1791544" y="53788"/>
                  </a:lnTo>
                  <a:lnTo>
                    <a:pt x="1826035" y="54824"/>
                  </a:lnTo>
                  <a:lnTo>
                    <a:pt x="1859527" y="55829"/>
                  </a:lnTo>
                  <a:lnTo>
                    <a:pt x="1892076" y="56806"/>
                  </a:lnTo>
                  <a:lnTo>
                    <a:pt x="1923732" y="57757"/>
                  </a:lnTo>
                  <a:lnTo>
                    <a:pt x="1954544" y="58682"/>
                  </a:lnTo>
                  <a:lnTo>
                    <a:pt x="1984556" y="59583"/>
                  </a:lnTo>
                  <a:lnTo>
                    <a:pt x="2013808" y="60461"/>
                  </a:lnTo>
                  <a:lnTo>
                    <a:pt x="2042338" y="61318"/>
                  </a:lnTo>
                  <a:lnTo>
                    <a:pt x="2070180" y="62154"/>
                  </a:lnTo>
                  <a:lnTo>
                    <a:pt x="2097367" y="62970"/>
                  </a:lnTo>
                  <a:lnTo>
                    <a:pt x="2123929" y="63767"/>
                  </a:lnTo>
                  <a:lnTo>
                    <a:pt x="2149893" y="64547"/>
                  </a:lnTo>
                  <a:lnTo>
                    <a:pt x="2175288" y="65309"/>
                  </a:lnTo>
                  <a:lnTo>
                    <a:pt x="2200136" y="66055"/>
                  </a:lnTo>
                  <a:lnTo>
                    <a:pt x="2224461" y="66786"/>
                  </a:lnTo>
                  <a:lnTo>
                    <a:pt x="2248284" y="67501"/>
                  </a:lnTo>
                  <a:lnTo>
                    <a:pt x="2271626" y="68202"/>
                  </a:lnTo>
                  <a:lnTo>
                    <a:pt x="2294506" y="68889"/>
                  </a:lnTo>
                  <a:lnTo>
                    <a:pt x="2316941" y="69562"/>
                  </a:lnTo>
                  <a:lnTo>
                    <a:pt x="2338949" y="70223"/>
                  </a:lnTo>
                  <a:lnTo>
                    <a:pt x="2360546" y="70871"/>
                  </a:lnTo>
                  <a:lnTo>
                    <a:pt x="2381746" y="71508"/>
                  </a:lnTo>
                  <a:lnTo>
                    <a:pt x="2402565" y="72133"/>
                  </a:lnTo>
                </a:path>
              </a:pathLst>
            </a:custGeom>
            <a:ln w="24391" cap="flat">
              <a:solidFill>
                <a:srgbClr val="66B3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4" name="rc193"/>
            <p:cNvSpPr/>
            <p:nvPr/>
          </p:nvSpPr>
          <p:spPr>
            <a:xfrm>
              <a:off x="4186450" y="1166855"/>
              <a:ext cx="2746729" cy="153873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95" name="pl194"/>
            <p:cNvSpPr/>
            <p:nvPr/>
          </p:nvSpPr>
          <p:spPr>
            <a:xfrm>
              <a:off x="4186450" y="1166855"/>
              <a:ext cx="0" cy="1538730"/>
            </a:xfrm>
            <a:custGeom>
              <a:avLst/>
              <a:pathLst>
                <a:path w="0" h="1538730">
                  <a:moveTo>
                    <a:pt x="0" y="153873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5"/>
            <p:cNvSpPr/>
            <p:nvPr/>
          </p:nvSpPr>
          <p:spPr>
            <a:xfrm>
              <a:off x="4157982" y="2406477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6"/>
            <p:cNvSpPr/>
            <p:nvPr/>
          </p:nvSpPr>
          <p:spPr>
            <a:xfrm>
              <a:off x="4157982" y="1897933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7"/>
            <p:cNvSpPr/>
            <p:nvPr/>
          </p:nvSpPr>
          <p:spPr>
            <a:xfrm>
              <a:off x="4157982" y="1389390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8"/>
            <p:cNvSpPr/>
            <p:nvPr/>
          </p:nvSpPr>
          <p:spPr>
            <a:xfrm>
              <a:off x="4186450" y="2705585"/>
              <a:ext cx="2746729" cy="0"/>
            </a:xfrm>
            <a:custGeom>
              <a:avLst/>
              <a:pathLst>
                <a:path w="2746729" h="0">
                  <a:moveTo>
                    <a:pt x="0" y="0"/>
                  </a:moveTo>
                  <a:lnTo>
                    <a:pt x="2746729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199"/>
            <p:cNvSpPr/>
            <p:nvPr/>
          </p:nvSpPr>
          <p:spPr>
            <a:xfrm>
              <a:off x="4357693" y="270558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0"/>
            <p:cNvSpPr/>
            <p:nvPr/>
          </p:nvSpPr>
          <p:spPr>
            <a:xfrm>
              <a:off x="5158548" y="270558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1"/>
            <p:cNvSpPr/>
            <p:nvPr/>
          </p:nvSpPr>
          <p:spPr>
            <a:xfrm>
              <a:off x="5959403" y="270558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2"/>
            <p:cNvSpPr/>
            <p:nvPr/>
          </p:nvSpPr>
          <p:spPr>
            <a:xfrm>
              <a:off x="6760258" y="270558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tx203"/>
            <p:cNvSpPr/>
            <p:nvPr/>
          </p:nvSpPr>
          <p:spPr>
            <a:xfrm>
              <a:off x="4186450" y="990315"/>
              <a:ext cx="1008674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(b) Belowground</a:t>
              </a:r>
            </a:p>
          </p:txBody>
        </p:sp>
        <p:sp>
          <p:nvSpPr>
            <p:cNvPr id="205" name="rc204"/>
            <p:cNvSpPr/>
            <p:nvPr/>
          </p:nvSpPr>
          <p:spPr>
            <a:xfrm>
              <a:off x="1310032" y="2986509"/>
              <a:ext cx="2746729" cy="15387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" name="pt205"/>
            <p:cNvSpPr/>
            <p:nvPr/>
          </p:nvSpPr>
          <p:spPr>
            <a:xfrm>
              <a:off x="1433591" y="4278948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07" name="pt206"/>
            <p:cNvSpPr/>
            <p:nvPr/>
          </p:nvSpPr>
          <p:spPr>
            <a:xfrm>
              <a:off x="1430354" y="4113868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08" name="pt207"/>
            <p:cNvSpPr/>
            <p:nvPr/>
          </p:nvSpPr>
          <p:spPr>
            <a:xfrm>
              <a:off x="1456535" y="4355353"/>
              <a:ext cx="56145" cy="5614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09" name="pt208"/>
            <p:cNvSpPr/>
            <p:nvPr/>
          </p:nvSpPr>
          <p:spPr>
            <a:xfrm>
              <a:off x="1406811" y="4205950"/>
              <a:ext cx="56145" cy="5614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10" name="pt209"/>
            <p:cNvSpPr/>
            <p:nvPr/>
          </p:nvSpPr>
          <p:spPr>
            <a:xfrm>
              <a:off x="1412958" y="4239807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11" name="pt210"/>
            <p:cNvSpPr/>
            <p:nvPr/>
          </p:nvSpPr>
          <p:spPr>
            <a:xfrm>
              <a:off x="1407945" y="4096950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12" name="pt211"/>
            <p:cNvSpPr/>
            <p:nvPr/>
          </p:nvSpPr>
          <p:spPr>
            <a:xfrm>
              <a:off x="1415793" y="3731363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13" name="pt212"/>
            <p:cNvSpPr/>
            <p:nvPr/>
          </p:nvSpPr>
          <p:spPr>
            <a:xfrm>
              <a:off x="1466170" y="4206228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14" name="pt213"/>
            <p:cNvSpPr/>
            <p:nvPr/>
          </p:nvSpPr>
          <p:spPr>
            <a:xfrm>
              <a:off x="1442840" y="4156167"/>
              <a:ext cx="56145" cy="5614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15" name="pt214"/>
            <p:cNvSpPr/>
            <p:nvPr/>
          </p:nvSpPr>
          <p:spPr>
            <a:xfrm>
              <a:off x="1457054" y="4096752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16" name="pt215"/>
            <p:cNvSpPr/>
            <p:nvPr/>
          </p:nvSpPr>
          <p:spPr>
            <a:xfrm>
              <a:off x="2182110" y="4363405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17" name="pt216"/>
            <p:cNvSpPr/>
            <p:nvPr/>
          </p:nvSpPr>
          <p:spPr>
            <a:xfrm>
              <a:off x="2263144" y="4417175"/>
              <a:ext cx="56145" cy="5614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18" name="pt217"/>
            <p:cNvSpPr/>
            <p:nvPr/>
          </p:nvSpPr>
          <p:spPr>
            <a:xfrm>
              <a:off x="2235895" y="3127125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19" name="pt218"/>
            <p:cNvSpPr/>
            <p:nvPr/>
          </p:nvSpPr>
          <p:spPr>
            <a:xfrm>
              <a:off x="2203500" y="4274487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20" name="pt219"/>
            <p:cNvSpPr/>
            <p:nvPr/>
          </p:nvSpPr>
          <p:spPr>
            <a:xfrm>
              <a:off x="2247641" y="4302510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21" name="pt220"/>
            <p:cNvSpPr/>
            <p:nvPr/>
          </p:nvSpPr>
          <p:spPr>
            <a:xfrm>
              <a:off x="2209876" y="4123462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22" name="pt221"/>
            <p:cNvSpPr/>
            <p:nvPr/>
          </p:nvSpPr>
          <p:spPr>
            <a:xfrm>
              <a:off x="2219003" y="4301316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23" name="pt222"/>
            <p:cNvSpPr/>
            <p:nvPr/>
          </p:nvSpPr>
          <p:spPr>
            <a:xfrm>
              <a:off x="2239974" y="4308699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24" name="pt223"/>
            <p:cNvSpPr/>
            <p:nvPr/>
          </p:nvSpPr>
          <p:spPr>
            <a:xfrm>
              <a:off x="2243823" y="3633215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25" name="pt224"/>
            <p:cNvSpPr/>
            <p:nvPr/>
          </p:nvSpPr>
          <p:spPr>
            <a:xfrm>
              <a:off x="2241032" y="3783605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26" name="pt225"/>
            <p:cNvSpPr/>
            <p:nvPr/>
          </p:nvSpPr>
          <p:spPr>
            <a:xfrm>
              <a:off x="2208400" y="4028626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27" name="pt226"/>
            <p:cNvSpPr/>
            <p:nvPr/>
          </p:nvSpPr>
          <p:spPr>
            <a:xfrm>
              <a:off x="2184859" y="4119711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28" name="pt227"/>
            <p:cNvSpPr/>
            <p:nvPr/>
          </p:nvSpPr>
          <p:spPr>
            <a:xfrm>
              <a:off x="2221513" y="3950591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29" name="pt228"/>
            <p:cNvSpPr/>
            <p:nvPr/>
          </p:nvSpPr>
          <p:spPr>
            <a:xfrm>
              <a:off x="2274386" y="4184703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30" name="pt229"/>
            <p:cNvSpPr/>
            <p:nvPr/>
          </p:nvSpPr>
          <p:spPr>
            <a:xfrm>
              <a:off x="2268161" y="4209445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31" name="pt230"/>
            <p:cNvSpPr/>
            <p:nvPr/>
          </p:nvSpPr>
          <p:spPr>
            <a:xfrm>
              <a:off x="2240293" y="4069559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32" name="pt231"/>
            <p:cNvSpPr/>
            <p:nvPr/>
          </p:nvSpPr>
          <p:spPr>
            <a:xfrm>
              <a:off x="2209349" y="3469356"/>
              <a:ext cx="56145" cy="5614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33" name="pt232"/>
            <p:cNvSpPr/>
            <p:nvPr/>
          </p:nvSpPr>
          <p:spPr>
            <a:xfrm>
              <a:off x="2179951" y="3748318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34" name="pt233"/>
            <p:cNvSpPr/>
            <p:nvPr/>
          </p:nvSpPr>
          <p:spPr>
            <a:xfrm>
              <a:off x="3003407" y="4056428"/>
              <a:ext cx="56145" cy="5614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35" name="pt234"/>
            <p:cNvSpPr/>
            <p:nvPr/>
          </p:nvSpPr>
          <p:spPr>
            <a:xfrm>
              <a:off x="3062938" y="3933324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36" name="pt235"/>
            <p:cNvSpPr/>
            <p:nvPr/>
          </p:nvSpPr>
          <p:spPr>
            <a:xfrm>
              <a:off x="3056812" y="4403853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37" name="pt236"/>
            <p:cNvSpPr/>
            <p:nvPr/>
          </p:nvSpPr>
          <p:spPr>
            <a:xfrm>
              <a:off x="3044249" y="4393497"/>
              <a:ext cx="56145" cy="5614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38" name="pt237"/>
            <p:cNvSpPr/>
            <p:nvPr/>
          </p:nvSpPr>
          <p:spPr>
            <a:xfrm>
              <a:off x="3055314" y="4171165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39" name="pt238"/>
            <p:cNvSpPr/>
            <p:nvPr/>
          </p:nvSpPr>
          <p:spPr>
            <a:xfrm>
              <a:off x="3066528" y="4408401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40" name="pt239"/>
            <p:cNvSpPr/>
            <p:nvPr/>
          </p:nvSpPr>
          <p:spPr>
            <a:xfrm>
              <a:off x="2984717" y="3356975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41" name="pt240"/>
            <p:cNvSpPr/>
            <p:nvPr/>
          </p:nvSpPr>
          <p:spPr>
            <a:xfrm>
              <a:off x="3052975" y="4427224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42" name="pt241"/>
            <p:cNvSpPr/>
            <p:nvPr/>
          </p:nvSpPr>
          <p:spPr>
            <a:xfrm>
              <a:off x="3040334" y="3874103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43" name="pt242"/>
            <p:cNvSpPr/>
            <p:nvPr/>
          </p:nvSpPr>
          <p:spPr>
            <a:xfrm>
              <a:off x="3067765" y="3154277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44" name="pt243"/>
            <p:cNvSpPr/>
            <p:nvPr/>
          </p:nvSpPr>
          <p:spPr>
            <a:xfrm>
              <a:off x="3024936" y="3028378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45" name="pt244"/>
            <p:cNvSpPr/>
            <p:nvPr/>
          </p:nvSpPr>
          <p:spPr>
            <a:xfrm>
              <a:off x="3083409" y="3856093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46" name="pt245"/>
            <p:cNvSpPr/>
            <p:nvPr/>
          </p:nvSpPr>
          <p:spPr>
            <a:xfrm>
              <a:off x="3086228" y="3711121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47" name="pt246"/>
            <p:cNvSpPr/>
            <p:nvPr/>
          </p:nvSpPr>
          <p:spPr>
            <a:xfrm>
              <a:off x="2997182" y="3658101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48" name="pt247"/>
            <p:cNvSpPr/>
            <p:nvPr/>
          </p:nvSpPr>
          <p:spPr>
            <a:xfrm>
              <a:off x="3071586" y="3699943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49" name="pt248"/>
            <p:cNvSpPr/>
            <p:nvPr/>
          </p:nvSpPr>
          <p:spPr>
            <a:xfrm>
              <a:off x="3031153" y="4319504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50" name="pt249"/>
            <p:cNvSpPr/>
            <p:nvPr/>
          </p:nvSpPr>
          <p:spPr>
            <a:xfrm>
              <a:off x="3082153" y="3644606"/>
              <a:ext cx="56145" cy="5614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51" name="pt250"/>
            <p:cNvSpPr/>
            <p:nvPr/>
          </p:nvSpPr>
          <p:spPr>
            <a:xfrm>
              <a:off x="3013901" y="4114396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52" name="pt251"/>
            <p:cNvSpPr/>
            <p:nvPr/>
          </p:nvSpPr>
          <p:spPr>
            <a:xfrm>
              <a:off x="3055798" y="4137027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53" name="pt252"/>
            <p:cNvSpPr/>
            <p:nvPr/>
          </p:nvSpPr>
          <p:spPr>
            <a:xfrm>
              <a:off x="3018308" y="3913796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54" name="pt253"/>
            <p:cNvSpPr/>
            <p:nvPr/>
          </p:nvSpPr>
          <p:spPr>
            <a:xfrm>
              <a:off x="3844005" y="3898905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55" name="pt254"/>
            <p:cNvSpPr/>
            <p:nvPr/>
          </p:nvSpPr>
          <p:spPr>
            <a:xfrm>
              <a:off x="3824800" y="4016969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56" name="pt255"/>
            <p:cNvSpPr/>
            <p:nvPr/>
          </p:nvSpPr>
          <p:spPr>
            <a:xfrm>
              <a:off x="3823498" y="3934830"/>
              <a:ext cx="56145" cy="5614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57" name="pt256"/>
            <p:cNvSpPr/>
            <p:nvPr/>
          </p:nvSpPr>
          <p:spPr>
            <a:xfrm>
              <a:off x="3834058" y="4260300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58" name="pt257"/>
            <p:cNvSpPr/>
            <p:nvPr/>
          </p:nvSpPr>
          <p:spPr>
            <a:xfrm>
              <a:off x="3872274" y="3649323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59" name="pt258"/>
            <p:cNvSpPr/>
            <p:nvPr/>
          </p:nvSpPr>
          <p:spPr>
            <a:xfrm>
              <a:off x="3883333" y="4041627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60" name="pt259"/>
            <p:cNvSpPr/>
            <p:nvPr/>
          </p:nvSpPr>
          <p:spPr>
            <a:xfrm>
              <a:off x="3830022" y="4172863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61" name="pt260"/>
            <p:cNvSpPr/>
            <p:nvPr/>
          </p:nvSpPr>
          <p:spPr>
            <a:xfrm>
              <a:off x="3872906" y="3839593"/>
              <a:ext cx="56145" cy="5614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62" name="pt261"/>
            <p:cNvSpPr/>
            <p:nvPr/>
          </p:nvSpPr>
          <p:spPr>
            <a:xfrm>
              <a:off x="3899606" y="3760352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63" name="pt262"/>
            <p:cNvSpPr/>
            <p:nvPr/>
          </p:nvSpPr>
          <p:spPr>
            <a:xfrm>
              <a:off x="3836356" y="3435528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64" name="pt263"/>
            <p:cNvSpPr/>
            <p:nvPr/>
          </p:nvSpPr>
          <p:spPr>
            <a:xfrm>
              <a:off x="3794739" y="3462687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65" name="pt264"/>
            <p:cNvSpPr/>
            <p:nvPr/>
          </p:nvSpPr>
          <p:spPr>
            <a:xfrm>
              <a:off x="3895001" y="3438285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66" name="pt265"/>
            <p:cNvSpPr/>
            <p:nvPr/>
          </p:nvSpPr>
          <p:spPr>
            <a:xfrm>
              <a:off x="3816259" y="3556415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67" name="pt266"/>
            <p:cNvSpPr/>
            <p:nvPr/>
          </p:nvSpPr>
          <p:spPr>
            <a:xfrm>
              <a:off x="3889471" y="3848793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68" name="pt267"/>
            <p:cNvSpPr/>
            <p:nvPr/>
          </p:nvSpPr>
          <p:spPr>
            <a:xfrm>
              <a:off x="3879386" y="3879826"/>
              <a:ext cx="56145" cy="5614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69" name="pt268"/>
            <p:cNvSpPr/>
            <p:nvPr/>
          </p:nvSpPr>
          <p:spPr>
            <a:xfrm>
              <a:off x="3903837" y="3764916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70" name="pt269"/>
            <p:cNvSpPr/>
            <p:nvPr/>
          </p:nvSpPr>
          <p:spPr>
            <a:xfrm>
              <a:off x="3857062" y="3719563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71" name="pt270"/>
            <p:cNvSpPr/>
            <p:nvPr/>
          </p:nvSpPr>
          <p:spPr>
            <a:xfrm>
              <a:off x="3845813" y="3705682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72" name="pt271"/>
            <p:cNvSpPr/>
            <p:nvPr/>
          </p:nvSpPr>
          <p:spPr>
            <a:xfrm>
              <a:off x="3861597" y="3494910"/>
              <a:ext cx="56145" cy="5614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73" name="pt272"/>
            <p:cNvSpPr/>
            <p:nvPr/>
          </p:nvSpPr>
          <p:spPr>
            <a:xfrm>
              <a:off x="3869544" y="3630307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74" name="pt273"/>
            <p:cNvSpPr/>
            <p:nvPr/>
          </p:nvSpPr>
          <p:spPr>
            <a:xfrm>
              <a:off x="3829442" y="3682790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75" name="pt274"/>
            <p:cNvSpPr/>
            <p:nvPr/>
          </p:nvSpPr>
          <p:spPr>
            <a:xfrm>
              <a:off x="3885053" y="3462125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76" name="pt275"/>
            <p:cNvSpPr/>
            <p:nvPr/>
          </p:nvSpPr>
          <p:spPr>
            <a:xfrm>
              <a:off x="3858180" y="3718640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77" name="pt276"/>
            <p:cNvSpPr/>
            <p:nvPr/>
          </p:nvSpPr>
          <p:spPr>
            <a:xfrm>
              <a:off x="3878474" y="3521770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78" name="pl277"/>
            <p:cNvSpPr/>
            <p:nvPr/>
          </p:nvSpPr>
          <p:spPr>
            <a:xfrm>
              <a:off x="1450241" y="3843160"/>
              <a:ext cx="2430713" cy="556985"/>
            </a:xfrm>
            <a:custGeom>
              <a:avLst/>
              <a:pathLst>
                <a:path w="2430713" h="556985">
                  <a:moveTo>
                    <a:pt x="0" y="556985"/>
                  </a:moveTo>
                  <a:lnTo>
                    <a:pt x="156088" y="521218"/>
                  </a:lnTo>
                  <a:lnTo>
                    <a:pt x="293768" y="489670"/>
                  </a:lnTo>
                  <a:lnTo>
                    <a:pt x="416926" y="461449"/>
                  </a:lnTo>
                  <a:lnTo>
                    <a:pt x="528337" y="435919"/>
                  </a:lnTo>
                  <a:lnTo>
                    <a:pt x="630047" y="412613"/>
                  </a:lnTo>
                  <a:lnTo>
                    <a:pt x="723611" y="391173"/>
                  </a:lnTo>
                  <a:lnTo>
                    <a:pt x="810237" y="371323"/>
                  </a:lnTo>
                  <a:lnTo>
                    <a:pt x="890885" y="352843"/>
                  </a:lnTo>
                  <a:lnTo>
                    <a:pt x="966326" y="335556"/>
                  </a:lnTo>
                  <a:lnTo>
                    <a:pt x="1037192" y="319318"/>
                  </a:lnTo>
                  <a:lnTo>
                    <a:pt x="1104006" y="304008"/>
                  </a:lnTo>
                  <a:lnTo>
                    <a:pt x="1167206" y="289526"/>
                  </a:lnTo>
                  <a:lnTo>
                    <a:pt x="1227164" y="275787"/>
                  </a:lnTo>
                  <a:lnTo>
                    <a:pt x="1284196" y="262718"/>
                  </a:lnTo>
                  <a:lnTo>
                    <a:pt x="1338575" y="250257"/>
                  </a:lnTo>
                  <a:lnTo>
                    <a:pt x="1390536" y="238351"/>
                  </a:lnTo>
                  <a:lnTo>
                    <a:pt x="1440285" y="226951"/>
                  </a:lnTo>
                  <a:lnTo>
                    <a:pt x="1488003" y="216017"/>
                  </a:lnTo>
                  <a:lnTo>
                    <a:pt x="1533849" y="205511"/>
                  </a:lnTo>
                  <a:lnTo>
                    <a:pt x="1577964" y="195403"/>
                  </a:lnTo>
                  <a:lnTo>
                    <a:pt x="1620475" y="185661"/>
                  </a:lnTo>
                  <a:lnTo>
                    <a:pt x="1661495" y="176262"/>
                  </a:lnTo>
                  <a:lnTo>
                    <a:pt x="1701123" y="167181"/>
                  </a:lnTo>
                  <a:lnTo>
                    <a:pt x="1739452" y="158399"/>
                  </a:lnTo>
                  <a:lnTo>
                    <a:pt x="1776564" y="149895"/>
                  </a:lnTo>
                  <a:lnTo>
                    <a:pt x="1812534" y="141652"/>
                  </a:lnTo>
                  <a:lnTo>
                    <a:pt x="1847430" y="133656"/>
                  </a:lnTo>
                  <a:lnTo>
                    <a:pt x="1881314" y="125892"/>
                  </a:lnTo>
                  <a:lnTo>
                    <a:pt x="1914244" y="118346"/>
                  </a:lnTo>
                  <a:lnTo>
                    <a:pt x="1946271" y="111007"/>
                  </a:lnTo>
                  <a:lnTo>
                    <a:pt x="1977444" y="103864"/>
                  </a:lnTo>
                  <a:lnTo>
                    <a:pt x="2007808" y="96906"/>
                  </a:lnTo>
                  <a:lnTo>
                    <a:pt x="2037402" y="90125"/>
                  </a:lnTo>
                  <a:lnTo>
                    <a:pt x="2066266" y="83511"/>
                  </a:lnTo>
                  <a:lnTo>
                    <a:pt x="2094434" y="77056"/>
                  </a:lnTo>
                  <a:lnTo>
                    <a:pt x="2121940" y="70753"/>
                  </a:lnTo>
                  <a:lnTo>
                    <a:pt x="2148813" y="64596"/>
                  </a:lnTo>
                  <a:lnTo>
                    <a:pt x="2175082" y="58576"/>
                  </a:lnTo>
                  <a:lnTo>
                    <a:pt x="2200774" y="52689"/>
                  </a:lnTo>
                  <a:lnTo>
                    <a:pt x="2225913" y="46929"/>
                  </a:lnTo>
                  <a:lnTo>
                    <a:pt x="2250523" y="41289"/>
                  </a:lnTo>
                  <a:lnTo>
                    <a:pt x="2274625" y="35766"/>
                  </a:lnTo>
                  <a:lnTo>
                    <a:pt x="2298241" y="30355"/>
                  </a:lnTo>
                  <a:lnTo>
                    <a:pt x="2321388" y="25051"/>
                  </a:lnTo>
                  <a:lnTo>
                    <a:pt x="2344087" y="19850"/>
                  </a:lnTo>
                  <a:lnTo>
                    <a:pt x="2366353" y="14747"/>
                  </a:lnTo>
                  <a:lnTo>
                    <a:pt x="2388202" y="9741"/>
                  </a:lnTo>
                  <a:lnTo>
                    <a:pt x="2409651" y="4826"/>
                  </a:lnTo>
                  <a:lnTo>
                    <a:pt x="2430713" y="0"/>
                  </a:lnTo>
                </a:path>
              </a:pathLst>
            </a:custGeom>
            <a:ln w="24391" cap="flat">
              <a:solidFill>
                <a:srgbClr val="5DC1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8"/>
            <p:cNvSpPr/>
            <p:nvPr/>
          </p:nvSpPr>
          <p:spPr>
            <a:xfrm>
              <a:off x="1450241" y="3733856"/>
              <a:ext cx="2430713" cy="537822"/>
            </a:xfrm>
            <a:custGeom>
              <a:avLst/>
              <a:pathLst>
                <a:path w="2430713" h="537822">
                  <a:moveTo>
                    <a:pt x="0" y="537822"/>
                  </a:moveTo>
                  <a:lnTo>
                    <a:pt x="156088" y="503286"/>
                  </a:lnTo>
                  <a:lnTo>
                    <a:pt x="293768" y="472823"/>
                  </a:lnTo>
                  <a:lnTo>
                    <a:pt x="416926" y="445573"/>
                  </a:lnTo>
                  <a:lnTo>
                    <a:pt x="528337" y="420922"/>
                  </a:lnTo>
                  <a:lnTo>
                    <a:pt x="630047" y="398417"/>
                  </a:lnTo>
                  <a:lnTo>
                    <a:pt x="723611" y="377715"/>
                  </a:lnTo>
                  <a:lnTo>
                    <a:pt x="810237" y="358548"/>
                  </a:lnTo>
                  <a:lnTo>
                    <a:pt x="890885" y="340704"/>
                  </a:lnTo>
                  <a:lnTo>
                    <a:pt x="966326" y="324012"/>
                  </a:lnTo>
                  <a:lnTo>
                    <a:pt x="1037192" y="308332"/>
                  </a:lnTo>
                  <a:lnTo>
                    <a:pt x="1104006" y="293549"/>
                  </a:lnTo>
                  <a:lnTo>
                    <a:pt x="1167206" y="279565"/>
                  </a:lnTo>
                  <a:lnTo>
                    <a:pt x="1227164" y="266298"/>
                  </a:lnTo>
                  <a:lnTo>
                    <a:pt x="1284196" y="253679"/>
                  </a:lnTo>
                  <a:lnTo>
                    <a:pt x="1338575" y="241647"/>
                  </a:lnTo>
                  <a:lnTo>
                    <a:pt x="1390536" y="230151"/>
                  </a:lnTo>
                  <a:lnTo>
                    <a:pt x="1440285" y="219143"/>
                  </a:lnTo>
                  <a:lnTo>
                    <a:pt x="1488003" y="208585"/>
                  </a:lnTo>
                  <a:lnTo>
                    <a:pt x="1533849" y="198441"/>
                  </a:lnTo>
                  <a:lnTo>
                    <a:pt x="1577964" y="188680"/>
                  </a:lnTo>
                  <a:lnTo>
                    <a:pt x="1620475" y="179274"/>
                  </a:lnTo>
                  <a:lnTo>
                    <a:pt x="1661495" y="170198"/>
                  </a:lnTo>
                  <a:lnTo>
                    <a:pt x="1701123" y="161430"/>
                  </a:lnTo>
                  <a:lnTo>
                    <a:pt x="1739452" y="152949"/>
                  </a:lnTo>
                  <a:lnTo>
                    <a:pt x="1776564" y="144737"/>
                  </a:lnTo>
                  <a:lnTo>
                    <a:pt x="1812534" y="136779"/>
                  </a:lnTo>
                  <a:lnTo>
                    <a:pt x="1847430" y="129058"/>
                  </a:lnTo>
                  <a:lnTo>
                    <a:pt x="1881314" y="121560"/>
                  </a:lnTo>
                  <a:lnTo>
                    <a:pt x="1914244" y="114274"/>
                  </a:lnTo>
                  <a:lnTo>
                    <a:pt x="1946271" y="107188"/>
                  </a:lnTo>
                  <a:lnTo>
                    <a:pt x="1977444" y="100290"/>
                  </a:lnTo>
                  <a:lnTo>
                    <a:pt x="2007808" y="93572"/>
                  </a:lnTo>
                  <a:lnTo>
                    <a:pt x="2037402" y="87024"/>
                  </a:lnTo>
                  <a:lnTo>
                    <a:pt x="2066266" y="80638"/>
                  </a:lnTo>
                  <a:lnTo>
                    <a:pt x="2094434" y="74405"/>
                  </a:lnTo>
                  <a:lnTo>
                    <a:pt x="2121940" y="68319"/>
                  </a:lnTo>
                  <a:lnTo>
                    <a:pt x="2148813" y="62373"/>
                  </a:lnTo>
                  <a:lnTo>
                    <a:pt x="2175082" y="56561"/>
                  </a:lnTo>
                  <a:lnTo>
                    <a:pt x="2200774" y="50876"/>
                  </a:lnTo>
                  <a:lnTo>
                    <a:pt x="2225913" y="45314"/>
                  </a:lnTo>
                  <a:lnTo>
                    <a:pt x="2250523" y="39869"/>
                  </a:lnTo>
                  <a:lnTo>
                    <a:pt x="2274625" y="34536"/>
                  </a:lnTo>
                  <a:lnTo>
                    <a:pt x="2298241" y="29311"/>
                  </a:lnTo>
                  <a:lnTo>
                    <a:pt x="2321388" y="24189"/>
                  </a:lnTo>
                  <a:lnTo>
                    <a:pt x="2344087" y="19167"/>
                  </a:lnTo>
                  <a:lnTo>
                    <a:pt x="2366353" y="14240"/>
                  </a:lnTo>
                  <a:lnTo>
                    <a:pt x="2388202" y="9406"/>
                  </a:lnTo>
                  <a:lnTo>
                    <a:pt x="2409651" y="4660"/>
                  </a:lnTo>
                  <a:lnTo>
                    <a:pt x="2430713" y="0"/>
                  </a:lnTo>
                </a:path>
              </a:pathLst>
            </a:custGeom>
            <a:ln w="24391" cap="flat">
              <a:solidFill>
                <a:srgbClr val="13815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0" name="pl279"/>
            <p:cNvSpPr/>
            <p:nvPr/>
          </p:nvSpPr>
          <p:spPr>
            <a:xfrm>
              <a:off x="1450241" y="3954590"/>
              <a:ext cx="2430713" cy="422727"/>
            </a:xfrm>
            <a:custGeom>
              <a:avLst/>
              <a:pathLst>
                <a:path w="2430713" h="422727">
                  <a:moveTo>
                    <a:pt x="0" y="422727"/>
                  </a:moveTo>
                  <a:lnTo>
                    <a:pt x="156088" y="395582"/>
                  </a:lnTo>
                  <a:lnTo>
                    <a:pt x="293768" y="371638"/>
                  </a:lnTo>
                  <a:lnTo>
                    <a:pt x="416926" y="350219"/>
                  </a:lnTo>
                  <a:lnTo>
                    <a:pt x="528337" y="330844"/>
                  </a:lnTo>
                  <a:lnTo>
                    <a:pt x="630047" y="313155"/>
                  </a:lnTo>
                  <a:lnTo>
                    <a:pt x="723611" y="296883"/>
                  </a:lnTo>
                  <a:lnTo>
                    <a:pt x="810237" y="281818"/>
                  </a:lnTo>
                  <a:lnTo>
                    <a:pt x="890885" y="267792"/>
                  </a:lnTo>
                  <a:lnTo>
                    <a:pt x="966326" y="254673"/>
                  </a:lnTo>
                  <a:lnTo>
                    <a:pt x="1037192" y="242348"/>
                  </a:lnTo>
                  <a:lnTo>
                    <a:pt x="1104006" y="230729"/>
                  </a:lnTo>
                  <a:lnTo>
                    <a:pt x="1167206" y="219737"/>
                  </a:lnTo>
                  <a:lnTo>
                    <a:pt x="1227164" y="209310"/>
                  </a:lnTo>
                  <a:lnTo>
                    <a:pt x="1284196" y="199391"/>
                  </a:lnTo>
                  <a:lnTo>
                    <a:pt x="1338575" y="189934"/>
                  </a:lnTo>
                  <a:lnTo>
                    <a:pt x="1390536" y="180898"/>
                  </a:lnTo>
                  <a:lnTo>
                    <a:pt x="1440285" y="172246"/>
                  </a:lnTo>
                  <a:lnTo>
                    <a:pt x="1488003" y="163947"/>
                  </a:lnTo>
                  <a:lnTo>
                    <a:pt x="1533849" y="155974"/>
                  </a:lnTo>
                  <a:lnTo>
                    <a:pt x="1577964" y="148302"/>
                  </a:lnTo>
                  <a:lnTo>
                    <a:pt x="1620475" y="140909"/>
                  </a:lnTo>
                  <a:lnTo>
                    <a:pt x="1661495" y="133775"/>
                  </a:lnTo>
                  <a:lnTo>
                    <a:pt x="1701123" y="126883"/>
                  </a:lnTo>
                  <a:lnTo>
                    <a:pt x="1739452" y="120217"/>
                  </a:lnTo>
                  <a:lnTo>
                    <a:pt x="1776564" y="113763"/>
                  </a:lnTo>
                  <a:lnTo>
                    <a:pt x="1812534" y="107508"/>
                  </a:lnTo>
                  <a:lnTo>
                    <a:pt x="1847430" y="101439"/>
                  </a:lnTo>
                  <a:lnTo>
                    <a:pt x="1881314" y="95546"/>
                  </a:lnTo>
                  <a:lnTo>
                    <a:pt x="1914244" y="89819"/>
                  </a:lnTo>
                  <a:lnTo>
                    <a:pt x="1946271" y="84249"/>
                  </a:lnTo>
                  <a:lnTo>
                    <a:pt x="1977444" y="78828"/>
                  </a:lnTo>
                  <a:lnTo>
                    <a:pt x="2007808" y="73547"/>
                  </a:lnTo>
                  <a:lnTo>
                    <a:pt x="2037402" y="68401"/>
                  </a:lnTo>
                  <a:lnTo>
                    <a:pt x="2066266" y="63381"/>
                  </a:lnTo>
                  <a:lnTo>
                    <a:pt x="2094434" y="58482"/>
                  </a:lnTo>
                  <a:lnTo>
                    <a:pt x="2121940" y="53699"/>
                  </a:lnTo>
                  <a:lnTo>
                    <a:pt x="2148813" y="49025"/>
                  </a:lnTo>
                  <a:lnTo>
                    <a:pt x="2175082" y="44457"/>
                  </a:lnTo>
                  <a:lnTo>
                    <a:pt x="2200774" y="39989"/>
                  </a:lnTo>
                  <a:lnTo>
                    <a:pt x="2225913" y="35617"/>
                  </a:lnTo>
                  <a:lnTo>
                    <a:pt x="2250523" y="31337"/>
                  </a:lnTo>
                  <a:lnTo>
                    <a:pt x="2274625" y="27145"/>
                  </a:lnTo>
                  <a:lnTo>
                    <a:pt x="2298241" y="23038"/>
                  </a:lnTo>
                  <a:lnTo>
                    <a:pt x="2321388" y="19012"/>
                  </a:lnTo>
                  <a:lnTo>
                    <a:pt x="2344087" y="15065"/>
                  </a:lnTo>
                  <a:lnTo>
                    <a:pt x="2366353" y="11193"/>
                  </a:lnTo>
                  <a:lnTo>
                    <a:pt x="2388202" y="7393"/>
                  </a:lnTo>
                  <a:lnTo>
                    <a:pt x="2409651" y="3662"/>
                  </a:lnTo>
                  <a:lnTo>
                    <a:pt x="2430713" y="0"/>
                  </a:lnTo>
                </a:path>
              </a:pathLst>
            </a:custGeom>
            <a:ln w="24391" cap="flat">
              <a:solidFill>
                <a:srgbClr val="E4D7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0"/>
            <p:cNvSpPr/>
            <p:nvPr/>
          </p:nvSpPr>
          <p:spPr>
            <a:xfrm>
              <a:off x="1450241" y="3437529"/>
              <a:ext cx="2430713" cy="589059"/>
            </a:xfrm>
            <a:custGeom>
              <a:avLst/>
              <a:pathLst>
                <a:path w="2430713" h="589059">
                  <a:moveTo>
                    <a:pt x="0" y="589059"/>
                  </a:moveTo>
                  <a:lnTo>
                    <a:pt x="156088" y="551233"/>
                  </a:lnTo>
                  <a:lnTo>
                    <a:pt x="293768" y="517867"/>
                  </a:lnTo>
                  <a:lnTo>
                    <a:pt x="416926" y="488021"/>
                  </a:lnTo>
                  <a:lnTo>
                    <a:pt x="528337" y="461022"/>
                  </a:lnTo>
                  <a:lnTo>
                    <a:pt x="630047" y="436373"/>
                  </a:lnTo>
                  <a:lnTo>
                    <a:pt x="723611" y="413699"/>
                  </a:lnTo>
                  <a:lnTo>
                    <a:pt x="810237" y="392706"/>
                  </a:lnTo>
                  <a:lnTo>
                    <a:pt x="890885" y="373162"/>
                  </a:lnTo>
                  <a:lnTo>
                    <a:pt x="966326" y="354880"/>
                  </a:lnTo>
                  <a:lnTo>
                    <a:pt x="1037192" y="337706"/>
                  </a:lnTo>
                  <a:lnTo>
                    <a:pt x="1104006" y="321514"/>
                  </a:lnTo>
                  <a:lnTo>
                    <a:pt x="1167206" y="306198"/>
                  </a:lnTo>
                  <a:lnTo>
                    <a:pt x="1227164" y="291668"/>
                  </a:lnTo>
                  <a:lnTo>
                    <a:pt x="1284196" y="277847"/>
                  </a:lnTo>
                  <a:lnTo>
                    <a:pt x="1338575" y="264669"/>
                  </a:lnTo>
                  <a:lnTo>
                    <a:pt x="1390536" y="252076"/>
                  </a:lnTo>
                  <a:lnTo>
                    <a:pt x="1440285" y="240020"/>
                  </a:lnTo>
                  <a:lnTo>
                    <a:pt x="1488003" y="228456"/>
                  </a:lnTo>
                  <a:lnTo>
                    <a:pt x="1533849" y="217346"/>
                  </a:lnTo>
                  <a:lnTo>
                    <a:pt x="1577964" y="206655"/>
                  </a:lnTo>
                  <a:lnTo>
                    <a:pt x="1620475" y="196353"/>
                  </a:lnTo>
                  <a:lnTo>
                    <a:pt x="1661495" y="186412"/>
                  </a:lnTo>
                  <a:lnTo>
                    <a:pt x="1701123" y="176809"/>
                  </a:lnTo>
                  <a:lnTo>
                    <a:pt x="1739452" y="167520"/>
                  </a:lnTo>
                  <a:lnTo>
                    <a:pt x="1776564" y="158526"/>
                  </a:lnTo>
                  <a:lnTo>
                    <a:pt x="1812534" y="149809"/>
                  </a:lnTo>
                  <a:lnTo>
                    <a:pt x="1847430" y="141353"/>
                  </a:lnTo>
                  <a:lnTo>
                    <a:pt x="1881314" y="133141"/>
                  </a:lnTo>
                  <a:lnTo>
                    <a:pt x="1914244" y="125161"/>
                  </a:lnTo>
                  <a:lnTo>
                    <a:pt x="1946271" y="117399"/>
                  </a:lnTo>
                  <a:lnTo>
                    <a:pt x="1977444" y="109845"/>
                  </a:lnTo>
                  <a:lnTo>
                    <a:pt x="2007808" y="102487"/>
                  </a:lnTo>
                  <a:lnTo>
                    <a:pt x="2037402" y="95315"/>
                  </a:lnTo>
                  <a:lnTo>
                    <a:pt x="2066266" y="88320"/>
                  </a:lnTo>
                  <a:lnTo>
                    <a:pt x="2094434" y="81493"/>
                  </a:lnTo>
                  <a:lnTo>
                    <a:pt x="2121940" y="74828"/>
                  </a:lnTo>
                  <a:lnTo>
                    <a:pt x="2148813" y="68315"/>
                  </a:lnTo>
                  <a:lnTo>
                    <a:pt x="2175082" y="61949"/>
                  </a:lnTo>
                  <a:lnTo>
                    <a:pt x="2200774" y="55723"/>
                  </a:lnTo>
                  <a:lnTo>
                    <a:pt x="2225913" y="49631"/>
                  </a:lnTo>
                  <a:lnTo>
                    <a:pt x="2250523" y="43667"/>
                  </a:lnTo>
                  <a:lnTo>
                    <a:pt x="2274625" y="37826"/>
                  </a:lnTo>
                  <a:lnTo>
                    <a:pt x="2298241" y="32103"/>
                  </a:lnTo>
                  <a:lnTo>
                    <a:pt x="2321388" y="26493"/>
                  </a:lnTo>
                  <a:lnTo>
                    <a:pt x="2344087" y="20993"/>
                  </a:lnTo>
                  <a:lnTo>
                    <a:pt x="2366353" y="15597"/>
                  </a:lnTo>
                  <a:lnTo>
                    <a:pt x="2388202" y="10302"/>
                  </a:lnTo>
                  <a:lnTo>
                    <a:pt x="2409651" y="5104"/>
                  </a:lnTo>
                  <a:lnTo>
                    <a:pt x="2430713" y="0"/>
                  </a:lnTo>
                </a:path>
              </a:pathLst>
            </a:custGeom>
            <a:ln w="24391" cap="flat">
              <a:solidFill>
                <a:srgbClr val="F5434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2" name="pl281"/>
            <p:cNvSpPr/>
            <p:nvPr/>
          </p:nvSpPr>
          <p:spPr>
            <a:xfrm>
              <a:off x="1450241" y="3805340"/>
              <a:ext cx="2430713" cy="438722"/>
            </a:xfrm>
            <a:custGeom>
              <a:avLst/>
              <a:pathLst>
                <a:path w="2430713" h="438722">
                  <a:moveTo>
                    <a:pt x="0" y="438722"/>
                  </a:moveTo>
                  <a:lnTo>
                    <a:pt x="156088" y="410550"/>
                  </a:lnTo>
                  <a:lnTo>
                    <a:pt x="293768" y="385700"/>
                  </a:lnTo>
                  <a:lnTo>
                    <a:pt x="416926" y="363471"/>
                  </a:lnTo>
                  <a:lnTo>
                    <a:pt x="528337" y="343362"/>
                  </a:lnTo>
                  <a:lnTo>
                    <a:pt x="630047" y="325004"/>
                  </a:lnTo>
                  <a:lnTo>
                    <a:pt x="723611" y="308117"/>
                  </a:lnTo>
                  <a:lnTo>
                    <a:pt x="810237" y="292481"/>
                  </a:lnTo>
                  <a:lnTo>
                    <a:pt x="890885" y="277925"/>
                  </a:lnTo>
                  <a:lnTo>
                    <a:pt x="966326" y="264309"/>
                  </a:lnTo>
                  <a:lnTo>
                    <a:pt x="1037192" y="251518"/>
                  </a:lnTo>
                  <a:lnTo>
                    <a:pt x="1104006" y="239459"/>
                  </a:lnTo>
                  <a:lnTo>
                    <a:pt x="1167206" y="228052"/>
                  </a:lnTo>
                  <a:lnTo>
                    <a:pt x="1227164" y="217230"/>
                  </a:lnTo>
                  <a:lnTo>
                    <a:pt x="1284196" y="206936"/>
                  </a:lnTo>
                  <a:lnTo>
                    <a:pt x="1338575" y="197121"/>
                  </a:lnTo>
                  <a:lnTo>
                    <a:pt x="1390536" y="187743"/>
                  </a:lnTo>
                  <a:lnTo>
                    <a:pt x="1440285" y="178763"/>
                  </a:lnTo>
                  <a:lnTo>
                    <a:pt x="1488003" y="170151"/>
                  </a:lnTo>
                  <a:lnTo>
                    <a:pt x="1533849" y="161876"/>
                  </a:lnTo>
                  <a:lnTo>
                    <a:pt x="1577964" y="153913"/>
                  </a:lnTo>
                  <a:lnTo>
                    <a:pt x="1620475" y="146240"/>
                  </a:lnTo>
                  <a:lnTo>
                    <a:pt x="1661495" y="138837"/>
                  </a:lnTo>
                  <a:lnTo>
                    <a:pt x="1701123" y="131684"/>
                  </a:lnTo>
                  <a:lnTo>
                    <a:pt x="1739452" y="124766"/>
                  </a:lnTo>
                  <a:lnTo>
                    <a:pt x="1776564" y="118068"/>
                  </a:lnTo>
                  <a:lnTo>
                    <a:pt x="1812534" y="111576"/>
                  </a:lnTo>
                  <a:lnTo>
                    <a:pt x="1847430" y="105277"/>
                  </a:lnTo>
                  <a:lnTo>
                    <a:pt x="1881314" y="99161"/>
                  </a:lnTo>
                  <a:lnTo>
                    <a:pt x="1914244" y="93218"/>
                  </a:lnTo>
                  <a:lnTo>
                    <a:pt x="1946271" y="87437"/>
                  </a:lnTo>
                  <a:lnTo>
                    <a:pt x="1977444" y="81811"/>
                  </a:lnTo>
                  <a:lnTo>
                    <a:pt x="2007808" y="76330"/>
                  </a:lnTo>
                  <a:lnTo>
                    <a:pt x="2037402" y="70989"/>
                  </a:lnTo>
                  <a:lnTo>
                    <a:pt x="2066266" y="65779"/>
                  </a:lnTo>
                  <a:lnTo>
                    <a:pt x="2094434" y="60695"/>
                  </a:lnTo>
                  <a:lnTo>
                    <a:pt x="2121940" y="55730"/>
                  </a:lnTo>
                  <a:lnTo>
                    <a:pt x="2148813" y="50880"/>
                  </a:lnTo>
                  <a:lnTo>
                    <a:pt x="2175082" y="46139"/>
                  </a:lnTo>
                  <a:lnTo>
                    <a:pt x="2200774" y="41502"/>
                  </a:lnTo>
                  <a:lnTo>
                    <a:pt x="2225913" y="36964"/>
                  </a:lnTo>
                  <a:lnTo>
                    <a:pt x="2250523" y="32522"/>
                  </a:lnTo>
                  <a:lnTo>
                    <a:pt x="2274625" y="28172"/>
                  </a:lnTo>
                  <a:lnTo>
                    <a:pt x="2298241" y="23910"/>
                  </a:lnTo>
                  <a:lnTo>
                    <a:pt x="2321388" y="19732"/>
                  </a:lnTo>
                  <a:lnTo>
                    <a:pt x="2344087" y="15635"/>
                  </a:lnTo>
                  <a:lnTo>
                    <a:pt x="2366353" y="11616"/>
                  </a:lnTo>
                  <a:lnTo>
                    <a:pt x="2388202" y="7672"/>
                  </a:lnTo>
                  <a:lnTo>
                    <a:pt x="2409651" y="3801"/>
                  </a:lnTo>
                  <a:lnTo>
                    <a:pt x="2430713" y="0"/>
                  </a:lnTo>
                </a:path>
              </a:pathLst>
            </a:custGeom>
            <a:ln w="24391" cap="flat">
              <a:solidFill>
                <a:srgbClr val="7E0D1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3" name="pl282"/>
            <p:cNvSpPr/>
            <p:nvPr/>
          </p:nvSpPr>
          <p:spPr>
            <a:xfrm>
              <a:off x="1450241" y="3561917"/>
              <a:ext cx="2430713" cy="394890"/>
            </a:xfrm>
            <a:custGeom>
              <a:avLst/>
              <a:pathLst>
                <a:path w="2430713" h="394890">
                  <a:moveTo>
                    <a:pt x="0" y="394890"/>
                  </a:moveTo>
                  <a:lnTo>
                    <a:pt x="156088" y="369532"/>
                  </a:lnTo>
                  <a:lnTo>
                    <a:pt x="293768" y="347165"/>
                  </a:lnTo>
                  <a:lnTo>
                    <a:pt x="416926" y="327157"/>
                  </a:lnTo>
                  <a:lnTo>
                    <a:pt x="528337" y="309057"/>
                  </a:lnTo>
                  <a:lnTo>
                    <a:pt x="630047" y="292534"/>
                  </a:lnTo>
                  <a:lnTo>
                    <a:pt x="723611" y="277333"/>
                  </a:lnTo>
                  <a:lnTo>
                    <a:pt x="810237" y="263260"/>
                  </a:lnTo>
                  <a:lnTo>
                    <a:pt x="890885" y="250158"/>
                  </a:lnTo>
                  <a:lnTo>
                    <a:pt x="966326" y="237902"/>
                  </a:lnTo>
                  <a:lnTo>
                    <a:pt x="1037192" y="226389"/>
                  </a:lnTo>
                  <a:lnTo>
                    <a:pt x="1104006" y="215535"/>
                  </a:lnTo>
                  <a:lnTo>
                    <a:pt x="1167206" y="205267"/>
                  </a:lnTo>
                  <a:lnTo>
                    <a:pt x="1227164" y="195527"/>
                  </a:lnTo>
                  <a:lnTo>
                    <a:pt x="1284196" y="186261"/>
                  </a:lnTo>
                  <a:lnTo>
                    <a:pt x="1338575" y="177427"/>
                  </a:lnTo>
                  <a:lnTo>
                    <a:pt x="1390536" y="168985"/>
                  </a:lnTo>
                  <a:lnTo>
                    <a:pt x="1440285" y="160903"/>
                  </a:lnTo>
                  <a:lnTo>
                    <a:pt x="1488003" y="153151"/>
                  </a:lnTo>
                  <a:lnTo>
                    <a:pt x="1533849" y="145703"/>
                  </a:lnTo>
                  <a:lnTo>
                    <a:pt x="1577964" y="138536"/>
                  </a:lnTo>
                  <a:lnTo>
                    <a:pt x="1620475" y="131630"/>
                  </a:lnTo>
                  <a:lnTo>
                    <a:pt x="1661495" y="124966"/>
                  </a:lnTo>
                  <a:lnTo>
                    <a:pt x="1701123" y="118528"/>
                  </a:lnTo>
                  <a:lnTo>
                    <a:pt x="1739452" y="112301"/>
                  </a:lnTo>
                  <a:lnTo>
                    <a:pt x="1776564" y="106272"/>
                  </a:lnTo>
                  <a:lnTo>
                    <a:pt x="1812534" y="100428"/>
                  </a:lnTo>
                  <a:lnTo>
                    <a:pt x="1847430" y="94759"/>
                  </a:lnTo>
                  <a:lnTo>
                    <a:pt x="1881314" y="89254"/>
                  </a:lnTo>
                  <a:lnTo>
                    <a:pt x="1914244" y="83905"/>
                  </a:lnTo>
                  <a:lnTo>
                    <a:pt x="1946271" y="78701"/>
                  </a:lnTo>
                  <a:lnTo>
                    <a:pt x="1977444" y="73637"/>
                  </a:lnTo>
                  <a:lnTo>
                    <a:pt x="2007808" y="68704"/>
                  </a:lnTo>
                  <a:lnTo>
                    <a:pt x="2037402" y="63896"/>
                  </a:lnTo>
                  <a:lnTo>
                    <a:pt x="2066266" y="59207"/>
                  </a:lnTo>
                  <a:lnTo>
                    <a:pt x="2094434" y="54631"/>
                  </a:lnTo>
                  <a:lnTo>
                    <a:pt x="2121940" y="50162"/>
                  </a:lnTo>
                  <a:lnTo>
                    <a:pt x="2148813" y="45797"/>
                  </a:lnTo>
                  <a:lnTo>
                    <a:pt x="2175082" y="41529"/>
                  </a:lnTo>
                  <a:lnTo>
                    <a:pt x="2200774" y="37355"/>
                  </a:lnTo>
                  <a:lnTo>
                    <a:pt x="2225913" y="33271"/>
                  </a:lnTo>
                  <a:lnTo>
                    <a:pt x="2250523" y="29273"/>
                  </a:lnTo>
                  <a:lnTo>
                    <a:pt x="2274625" y="25357"/>
                  </a:lnTo>
                  <a:lnTo>
                    <a:pt x="2298241" y="21521"/>
                  </a:lnTo>
                  <a:lnTo>
                    <a:pt x="2321388" y="17760"/>
                  </a:lnTo>
                  <a:lnTo>
                    <a:pt x="2344087" y="14073"/>
                  </a:lnTo>
                  <a:lnTo>
                    <a:pt x="2366353" y="10455"/>
                  </a:lnTo>
                  <a:lnTo>
                    <a:pt x="2388202" y="6906"/>
                  </a:lnTo>
                  <a:lnTo>
                    <a:pt x="2409651" y="3421"/>
                  </a:lnTo>
                  <a:lnTo>
                    <a:pt x="2430713" y="0"/>
                  </a:lnTo>
                </a:path>
              </a:pathLst>
            </a:custGeom>
            <a:ln w="24391" cap="flat">
              <a:solidFill>
                <a:srgbClr val="1B7C88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4" name="pl283"/>
            <p:cNvSpPr/>
            <p:nvPr/>
          </p:nvSpPr>
          <p:spPr>
            <a:xfrm>
              <a:off x="1450241" y="3700445"/>
              <a:ext cx="2430713" cy="12588"/>
            </a:xfrm>
            <a:custGeom>
              <a:avLst/>
              <a:pathLst>
                <a:path w="2430713" h="12588">
                  <a:moveTo>
                    <a:pt x="0" y="12588"/>
                  </a:moveTo>
                  <a:lnTo>
                    <a:pt x="156088" y="11779"/>
                  </a:lnTo>
                  <a:lnTo>
                    <a:pt x="293768" y="11066"/>
                  </a:lnTo>
                  <a:lnTo>
                    <a:pt x="416926" y="10429"/>
                  </a:lnTo>
                  <a:lnTo>
                    <a:pt x="528337" y="9852"/>
                  </a:lnTo>
                  <a:lnTo>
                    <a:pt x="630047" y="9325"/>
                  </a:lnTo>
                  <a:lnTo>
                    <a:pt x="723611" y="8840"/>
                  </a:lnTo>
                  <a:lnTo>
                    <a:pt x="810237" y="8392"/>
                  </a:lnTo>
                  <a:lnTo>
                    <a:pt x="890885" y="7974"/>
                  </a:lnTo>
                  <a:lnTo>
                    <a:pt x="966326" y="7583"/>
                  </a:lnTo>
                  <a:lnTo>
                    <a:pt x="1037192" y="7216"/>
                  </a:lnTo>
                  <a:lnTo>
                    <a:pt x="1104006" y="6870"/>
                  </a:lnTo>
                  <a:lnTo>
                    <a:pt x="1167206" y="6543"/>
                  </a:lnTo>
                  <a:lnTo>
                    <a:pt x="1227164" y="6232"/>
                  </a:lnTo>
                  <a:lnTo>
                    <a:pt x="1284196" y="5937"/>
                  </a:lnTo>
                  <a:lnTo>
                    <a:pt x="1338575" y="5655"/>
                  </a:lnTo>
                  <a:lnTo>
                    <a:pt x="1390536" y="5386"/>
                  </a:lnTo>
                  <a:lnTo>
                    <a:pt x="1440285" y="5129"/>
                  </a:lnTo>
                  <a:lnTo>
                    <a:pt x="1488003" y="4882"/>
                  </a:lnTo>
                  <a:lnTo>
                    <a:pt x="1533849" y="4644"/>
                  </a:lnTo>
                  <a:lnTo>
                    <a:pt x="1577964" y="4416"/>
                  </a:lnTo>
                  <a:lnTo>
                    <a:pt x="1620475" y="4196"/>
                  </a:lnTo>
                  <a:lnTo>
                    <a:pt x="1661495" y="3983"/>
                  </a:lnTo>
                  <a:lnTo>
                    <a:pt x="1701123" y="3778"/>
                  </a:lnTo>
                  <a:lnTo>
                    <a:pt x="1739452" y="3579"/>
                  </a:lnTo>
                  <a:lnTo>
                    <a:pt x="1776564" y="3387"/>
                  </a:lnTo>
                  <a:lnTo>
                    <a:pt x="1812534" y="3201"/>
                  </a:lnTo>
                  <a:lnTo>
                    <a:pt x="1847430" y="3020"/>
                  </a:lnTo>
                  <a:lnTo>
                    <a:pt x="1881314" y="2845"/>
                  </a:lnTo>
                  <a:lnTo>
                    <a:pt x="1914244" y="2674"/>
                  </a:lnTo>
                  <a:lnTo>
                    <a:pt x="1946271" y="2508"/>
                  </a:lnTo>
                  <a:lnTo>
                    <a:pt x="1977444" y="2347"/>
                  </a:lnTo>
                  <a:lnTo>
                    <a:pt x="2007808" y="2190"/>
                  </a:lnTo>
                  <a:lnTo>
                    <a:pt x="2037402" y="2036"/>
                  </a:lnTo>
                  <a:lnTo>
                    <a:pt x="2066266" y="1887"/>
                  </a:lnTo>
                  <a:lnTo>
                    <a:pt x="2094434" y="1741"/>
                  </a:lnTo>
                  <a:lnTo>
                    <a:pt x="2121940" y="1599"/>
                  </a:lnTo>
                  <a:lnTo>
                    <a:pt x="2148813" y="1459"/>
                  </a:lnTo>
                  <a:lnTo>
                    <a:pt x="2175082" y="1323"/>
                  </a:lnTo>
                  <a:lnTo>
                    <a:pt x="2200774" y="1190"/>
                  </a:lnTo>
                  <a:lnTo>
                    <a:pt x="2225913" y="1060"/>
                  </a:lnTo>
                  <a:lnTo>
                    <a:pt x="2250523" y="933"/>
                  </a:lnTo>
                  <a:lnTo>
                    <a:pt x="2274625" y="808"/>
                  </a:lnTo>
                  <a:lnTo>
                    <a:pt x="2298241" y="686"/>
                  </a:lnTo>
                  <a:lnTo>
                    <a:pt x="2321388" y="566"/>
                  </a:lnTo>
                  <a:lnTo>
                    <a:pt x="2344087" y="448"/>
                  </a:lnTo>
                  <a:lnTo>
                    <a:pt x="2366353" y="333"/>
                  </a:lnTo>
                  <a:lnTo>
                    <a:pt x="2388202" y="220"/>
                  </a:lnTo>
                  <a:lnTo>
                    <a:pt x="2409651" y="109"/>
                  </a:lnTo>
                  <a:lnTo>
                    <a:pt x="2430713" y="0"/>
                  </a:lnTo>
                </a:path>
              </a:pathLst>
            </a:custGeom>
            <a:ln w="24391" cap="flat">
              <a:solidFill>
                <a:srgbClr val="F7961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5" name="pl284"/>
            <p:cNvSpPr/>
            <p:nvPr/>
          </p:nvSpPr>
          <p:spPr>
            <a:xfrm>
              <a:off x="1450241" y="4049745"/>
              <a:ext cx="2430713" cy="268712"/>
            </a:xfrm>
            <a:custGeom>
              <a:avLst/>
              <a:pathLst>
                <a:path w="2430713" h="268712">
                  <a:moveTo>
                    <a:pt x="0" y="268712"/>
                  </a:moveTo>
                  <a:lnTo>
                    <a:pt x="156088" y="251457"/>
                  </a:lnTo>
                  <a:lnTo>
                    <a:pt x="293768" y="236237"/>
                  </a:lnTo>
                  <a:lnTo>
                    <a:pt x="416926" y="222622"/>
                  </a:lnTo>
                  <a:lnTo>
                    <a:pt x="528337" y="210305"/>
                  </a:lnTo>
                  <a:lnTo>
                    <a:pt x="630047" y="199061"/>
                  </a:lnTo>
                  <a:lnTo>
                    <a:pt x="723611" y="188718"/>
                  </a:lnTo>
                  <a:lnTo>
                    <a:pt x="810237" y="179141"/>
                  </a:lnTo>
                  <a:lnTo>
                    <a:pt x="890885" y="170226"/>
                  </a:lnTo>
                  <a:lnTo>
                    <a:pt x="966326" y="161886"/>
                  </a:lnTo>
                  <a:lnTo>
                    <a:pt x="1037192" y="154052"/>
                  </a:lnTo>
                  <a:lnTo>
                    <a:pt x="1104006" y="146666"/>
                  </a:lnTo>
                  <a:lnTo>
                    <a:pt x="1167206" y="139679"/>
                  </a:lnTo>
                  <a:lnTo>
                    <a:pt x="1227164" y="133051"/>
                  </a:lnTo>
                  <a:lnTo>
                    <a:pt x="1284196" y="126746"/>
                  </a:lnTo>
                  <a:lnTo>
                    <a:pt x="1338575" y="120734"/>
                  </a:lnTo>
                  <a:lnTo>
                    <a:pt x="1390536" y="114990"/>
                  </a:lnTo>
                  <a:lnTo>
                    <a:pt x="1440285" y="109490"/>
                  </a:lnTo>
                  <a:lnTo>
                    <a:pt x="1488003" y="104215"/>
                  </a:lnTo>
                  <a:lnTo>
                    <a:pt x="1533849" y="99147"/>
                  </a:lnTo>
                  <a:lnTo>
                    <a:pt x="1577964" y="94270"/>
                  </a:lnTo>
                  <a:lnTo>
                    <a:pt x="1620475" y="89570"/>
                  </a:lnTo>
                  <a:lnTo>
                    <a:pt x="1661495" y="85036"/>
                  </a:lnTo>
                  <a:lnTo>
                    <a:pt x="1701123" y="80655"/>
                  </a:lnTo>
                  <a:lnTo>
                    <a:pt x="1739452" y="76418"/>
                  </a:lnTo>
                  <a:lnTo>
                    <a:pt x="1776564" y="72315"/>
                  </a:lnTo>
                  <a:lnTo>
                    <a:pt x="1812534" y="68339"/>
                  </a:lnTo>
                  <a:lnTo>
                    <a:pt x="1847430" y="64481"/>
                  </a:lnTo>
                  <a:lnTo>
                    <a:pt x="1881314" y="60735"/>
                  </a:lnTo>
                  <a:lnTo>
                    <a:pt x="1914244" y="57095"/>
                  </a:lnTo>
                  <a:lnTo>
                    <a:pt x="1946271" y="53554"/>
                  </a:lnTo>
                  <a:lnTo>
                    <a:pt x="1977444" y="50108"/>
                  </a:lnTo>
                  <a:lnTo>
                    <a:pt x="2007808" y="46751"/>
                  </a:lnTo>
                  <a:lnTo>
                    <a:pt x="2037402" y="43480"/>
                  </a:lnTo>
                  <a:lnTo>
                    <a:pt x="2066266" y="40289"/>
                  </a:lnTo>
                  <a:lnTo>
                    <a:pt x="2094434" y="37175"/>
                  </a:lnTo>
                  <a:lnTo>
                    <a:pt x="2121940" y="34134"/>
                  </a:lnTo>
                  <a:lnTo>
                    <a:pt x="2148813" y="31163"/>
                  </a:lnTo>
                  <a:lnTo>
                    <a:pt x="2175082" y="28259"/>
                  </a:lnTo>
                  <a:lnTo>
                    <a:pt x="2200774" y="25419"/>
                  </a:lnTo>
                  <a:lnTo>
                    <a:pt x="2225913" y="22640"/>
                  </a:lnTo>
                  <a:lnTo>
                    <a:pt x="2250523" y="19919"/>
                  </a:lnTo>
                  <a:lnTo>
                    <a:pt x="2274625" y="17255"/>
                  </a:lnTo>
                  <a:lnTo>
                    <a:pt x="2298241" y="14644"/>
                  </a:lnTo>
                  <a:lnTo>
                    <a:pt x="2321388" y="12085"/>
                  </a:lnTo>
                  <a:lnTo>
                    <a:pt x="2344087" y="9576"/>
                  </a:lnTo>
                  <a:lnTo>
                    <a:pt x="2366353" y="7115"/>
                  </a:lnTo>
                  <a:lnTo>
                    <a:pt x="2388202" y="4699"/>
                  </a:lnTo>
                  <a:lnTo>
                    <a:pt x="2409651" y="2328"/>
                  </a:lnTo>
                  <a:lnTo>
                    <a:pt x="2430713" y="0"/>
                  </a:lnTo>
                </a:path>
              </a:pathLst>
            </a:custGeom>
            <a:ln w="24391" cap="flat">
              <a:solidFill>
                <a:srgbClr val="5F738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6" name="pl285"/>
            <p:cNvSpPr/>
            <p:nvPr/>
          </p:nvSpPr>
          <p:spPr>
            <a:xfrm>
              <a:off x="1450241" y="4011279"/>
              <a:ext cx="2430713" cy="385457"/>
            </a:xfrm>
            <a:custGeom>
              <a:avLst/>
              <a:pathLst>
                <a:path w="2430713" h="385457">
                  <a:moveTo>
                    <a:pt x="0" y="385457"/>
                  </a:moveTo>
                  <a:lnTo>
                    <a:pt x="156088" y="360705"/>
                  </a:lnTo>
                  <a:lnTo>
                    <a:pt x="293768" y="338872"/>
                  </a:lnTo>
                  <a:lnTo>
                    <a:pt x="416926" y="319341"/>
                  </a:lnTo>
                  <a:lnTo>
                    <a:pt x="528337" y="301674"/>
                  </a:lnTo>
                  <a:lnTo>
                    <a:pt x="630047" y="285545"/>
                  </a:lnTo>
                  <a:lnTo>
                    <a:pt x="723611" y="270708"/>
                  </a:lnTo>
                  <a:lnTo>
                    <a:pt x="810237" y="256971"/>
                  </a:lnTo>
                  <a:lnTo>
                    <a:pt x="890885" y="244182"/>
                  </a:lnTo>
                  <a:lnTo>
                    <a:pt x="966326" y="232219"/>
                  </a:lnTo>
                  <a:lnTo>
                    <a:pt x="1037192" y="220981"/>
                  </a:lnTo>
                  <a:lnTo>
                    <a:pt x="1104006" y="210386"/>
                  </a:lnTo>
                  <a:lnTo>
                    <a:pt x="1167206" y="200364"/>
                  </a:lnTo>
                  <a:lnTo>
                    <a:pt x="1227164" y="190856"/>
                  </a:lnTo>
                  <a:lnTo>
                    <a:pt x="1284196" y="181812"/>
                  </a:lnTo>
                  <a:lnTo>
                    <a:pt x="1338575" y="173188"/>
                  </a:lnTo>
                  <a:lnTo>
                    <a:pt x="1390536" y="164949"/>
                  </a:lnTo>
                  <a:lnTo>
                    <a:pt x="1440285" y="157059"/>
                  </a:lnTo>
                  <a:lnTo>
                    <a:pt x="1488003" y="149492"/>
                  </a:lnTo>
                  <a:lnTo>
                    <a:pt x="1533849" y="142222"/>
                  </a:lnTo>
                  <a:lnTo>
                    <a:pt x="1577964" y="135227"/>
                  </a:lnTo>
                  <a:lnTo>
                    <a:pt x="1620475" y="128485"/>
                  </a:lnTo>
                  <a:lnTo>
                    <a:pt x="1661495" y="121981"/>
                  </a:lnTo>
                  <a:lnTo>
                    <a:pt x="1701123" y="115696"/>
                  </a:lnTo>
                  <a:lnTo>
                    <a:pt x="1739452" y="109618"/>
                  </a:lnTo>
                  <a:lnTo>
                    <a:pt x="1776564" y="103733"/>
                  </a:lnTo>
                  <a:lnTo>
                    <a:pt x="1812534" y="98029"/>
                  </a:lnTo>
                  <a:lnTo>
                    <a:pt x="1847430" y="92495"/>
                  </a:lnTo>
                  <a:lnTo>
                    <a:pt x="1881314" y="87122"/>
                  </a:lnTo>
                  <a:lnTo>
                    <a:pt x="1914244" y="81900"/>
                  </a:lnTo>
                  <a:lnTo>
                    <a:pt x="1946271" y="76821"/>
                  </a:lnTo>
                  <a:lnTo>
                    <a:pt x="1977444" y="71878"/>
                  </a:lnTo>
                  <a:lnTo>
                    <a:pt x="2007808" y="67063"/>
                  </a:lnTo>
                  <a:lnTo>
                    <a:pt x="2037402" y="62370"/>
                  </a:lnTo>
                  <a:lnTo>
                    <a:pt x="2066266" y="57793"/>
                  </a:lnTo>
                  <a:lnTo>
                    <a:pt x="2094434" y="53326"/>
                  </a:lnTo>
                  <a:lnTo>
                    <a:pt x="2121940" y="48964"/>
                  </a:lnTo>
                  <a:lnTo>
                    <a:pt x="2148813" y="44703"/>
                  </a:lnTo>
                  <a:lnTo>
                    <a:pt x="2175082" y="40537"/>
                  </a:lnTo>
                  <a:lnTo>
                    <a:pt x="2200774" y="36463"/>
                  </a:lnTo>
                  <a:lnTo>
                    <a:pt x="2225913" y="32476"/>
                  </a:lnTo>
                  <a:lnTo>
                    <a:pt x="2250523" y="28574"/>
                  </a:lnTo>
                  <a:lnTo>
                    <a:pt x="2274625" y="24752"/>
                  </a:lnTo>
                  <a:lnTo>
                    <a:pt x="2298241" y="21007"/>
                  </a:lnTo>
                  <a:lnTo>
                    <a:pt x="2321388" y="17336"/>
                  </a:lnTo>
                  <a:lnTo>
                    <a:pt x="2344087" y="13737"/>
                  </a:lnTo>
                  <a:lnTo>
                    <a:pt x="2366353" y="10206"/>
                  </a:lnTo>
                  <a:lnTo>
                    <a:pt x="2388202" y="6741"/>
                  </a:lnTo>
                  <a:lnTo>
                    <a:pt x="2409651" y="3340"/>
                  </a:lnTo>
                  <a:lnTo>
                    <a:pt x="2430713" y="0"/>
                  </a:lnTo>
                </a:path>
              </a:pathLst>
            </a:custGeom>
            <a:ln w="24391" cap="flat">
              <a:solidFill>
                <a:srgbClr val="FF999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7" name="pl286"/>
            <p:cNvSpPr/>
            <p:nvPr/>
          </p:nvSpPr>
          <p:spPr>
            <a:xfrm>
              <a:off x="1450241" y="3694540"/>
              <a:ext cx="2430713" cy="416367"/>
            </a:xfrm>
            <a:custGeom>
              <a:avLst/>
              <a:pathLst>
                <a:path w="2430713" h="416367">
                  <a:moveTo>
                    <a:pt x="0" y="416367"/>
                  </a:moveTo>
                  <a:lnTo>
                    <a:pt x="156088" y="389630"/>
                  </a:lnTo>
                  <a:lnTo>
                    <a:pt x="293768" y="366046"/>
                  </a:lnTo>
                  <a:lnTo>
                    <a:pt x="416926" y="344950"/>
                  </a:lnTo>
                  <a:lnTo>
                    <a:pt x="528337" y="325866"/>
                  </a:lnTo>
                  <a:lnTo>
                    <a:pt x="630047" y="308444"/>
                  </a:lnTo>
                  <a:lnTo>
                    <a:pt x="723611" y="292417"/>
                  </a:lnTo>
                  <a:lnTo>
                    <a:pt x="810237" y="277578"/>
                  </a:lnTo>
                  <a:lnTo>
                    <a:pt x="890885" y="263763"/>
                  </a:lnTo>
                  <a:lnTo>
                    <a:pt x="966326" y="250841"/>
                  </a:lnTo>
                  <a:lnTo>
                    <a:pt x="1037192" y="238702"/>
                  </a:lnTo>
                  <a:lnTo>
                    <a:pt x="1104006" y="227257"/>
                  </a:lnTo>
                  <a:lnTo>
                    <a:pt x="1167206" y="216431"/>
                  </a:lnTo>
                  <a:lnTo>
                    <a:pt x="1227164" y="206161"/>
                  </a:lnTo>
                  <a:lnTo>
                    <a:pt x="1284196" y="196391"/>
                  </a:lnTo>
                  <a:lnTo>
                    <a:pt x="1338575" y="187077"/>
                  </a:lnTo>
                  <a:lnTo>
                    <a:pt x="1390536" y="178176"/>
                  </a:lnTo>
                  <a:lnTo>
                    <a:pt x="1440285" y="169654"/>
                  </a:lnTo>
                  <a:lnTo>
                    <a:pt x="1488003" y="161481"/>
                  </a:lnTo>
                  <a:lnTo>
                    <a:pt x="1533849" y="153627"/>
                  </a:lnTo>
                  <a:lnTo>
                    <a:pt x="1577964" y="146071"/>
                  </a:lnTo>
                  <a:lnTo>
                    <a:pt x="1620475" y="138789"/>
                  </a:lnTo>
                  <a:lnTo>
                    <a:pt x="1661495" y="131762"/>
                  </a:lnTo>
                  <a:lnTo>
                    <a:pt x="1701123" y="124974"/>
                  </a:lnTo>
                  <a:lnTo>
                    <a:pt x="1739452" y="118409"/>
                  </a:lnTo>
                  <a:lnTo>
                    <a:pt x="1776564" y="112052"/>
                  </a:lnTo>
                  <a:lnTo>
                    <a:pt x="1812534" y="105890"/>
                  </a:lnTo>
                  <a:lnTo>
                    <a:pt x="1847430" y="99913"/>
                  </a:lnTo>
                  <a:lnTo>
                    <a:pt x="1881314" y="94109"/>
                  </a:lnTo>
                  <a:lnTo>
                    <a:pt x="1914244" y="88468"/>
                  </a:lnTo>
                  <a:lnTo>
                    <a:pt x="1946271" y="82982"/>
                  </a:lnTo>
                  <a:lnTo>
                    <a:pt x="1977444" y="77642"/>
                  </a:lnTo>
                  <a:lnTo>
                    <a:pt x="2007808" y="72441"/>
                  </a:lnTo>
                  <a:lnTo>
                    <a:pt x="2037402" y="67371"/>
                  </a:lnTo>
                  <a:lnTo>
                    <a:pt x="2066266" y="62427"/>
                  </a:lnTo>
                  <a:lnTo>
                    <a:pt x="2094434" y="57602"/>
                  </a:lnTo>
                  <a:lnTo>
                    <a:pt x="2121940" y="52891"/>
                  </a:lnTo>
                  <a:lnTo>
                    <a:pt x="2148813" y="48287"/>
                  </a:lnTo>
                  <a:lnTo>
                    <a:pt x="2175082" y="43788"/>
                  </a:lnTo>
                  <a:lnTo>
                    <a:pt x="2200774" y="39387"/>
                  </a:lnTo>
                  <a:lnTo>
                    <a:pt x="2225913" y="35081"/>
                  </a:lnTo>
                  <a:lnTo>
                    <a:pt x="2250523" y="30865"/>
                  </a:lnTo>
                  <a:lnTo>
                    <a:pt x="2274625" y="26737"/>
                  </a:lnTo>
                  <a:lnTo>
                    <a:pt x="2298241" y="22691"/>
                  </a:lnTo>
                  <a:lnTo>
                    <a:pt x="2321388" y="18726"/>
                  </a:lnTo>
                  <a:lnTo>
                    <a:pt x="2344087" y="14838"/>
                  </a:lnTo>
                  <a:lnTo>
                    <a:pt x="2366353" y="11024"/>
                  </a:lnTo>
                  <a:lnTo>
                    <a:pt x="2388202" y="7281"/>
                  </a:lnTo>
                  <a:lnTo>
                    <a:pt x="2409651" y="3607"/>
                  </a:lnTo>
                  <a:lnTo>
                    <a:pt x="2430713" y="0"/>
                  </a:lnTo>
                </a:path>
              </a:pathLst>
            </a:custGeom>
            <a:ln w="24391" cap="flat">
              <a:solidFill>
                <a:srgbClr val="66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rc287"/>
            <p:cNvSpPr/>
            <p:nvPr/>
          </p:nvSpPr>
          <p:spPr>
            <a:xfrm>
              <a:off x="1310032" y="2986509"/>
              <a:ext cx="2746729" cy="153873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289" name="pl288"/>
            <p:cNvSpPr/>
            <p:nvPr/>
          </p:nvSpPr>
          <p:spPr>
            <a:xfrm>
              <a:off x="1310032" y="2986509"/>
              <a:ext cx="0" cy="1538730"/>
            </a:xfrm>
            <a:custGeom>
              <a:avLst/>
              <a:pathLst>
                <a:path w="0" h="1538730">
                  <a:moveTo>
                    <a:pt x="0" y="153873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tx289"/>
            <p:cNvSpPr/>
            <p:nvPr/>
          </p:nvSpPr>
          <p:spPr>
            <a:xfrm rot="-5400000">
              <a:off x="1140466" y="4428499"/>
              <a:ext cx="14127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291" name="tx290"/>
            <p:cNvSpPr/>
            <p:nvPr/>
          </p:nvSpPr>
          <p:spPr>
            <a:xfrm rot="-5400000">
              <a:off x="1140466" y="4118393"/>
              <a:ext cx="14127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1.5</a:t>
              </a:r>
            </a:p>
          </p:txBody>
        </p:sp>
        <p:sp>
          <p:nvSpPr>
            <p:cNvPr id="292" name="tx291"/>
            <p:cNvSpPr/>
            <p:nvPr/>
          </p:nvSpPr>
          <p:spPr>
            <a:xfrm rot="-5400000">
              <a:off x="1140466" y="3808287"/>
              <a:ext cx="14127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2.0</a:t>
              </a:r>
            </a:p>
          </p:txBody>
        </p:sp>
        <p:sp>
          <p:nvSpPr>
            <p:cNvPr id="293" name="tx292"/>
            <p:cNvSpPr/>
            <p:nvPr/>
          </p:nvSpPr>
          <p:spPr>
            <a:xfrm rot="-5400000">
              <a:off x="1140466" y="3498182"/>
              <a:ext cx="14127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2.5</a:t>
              </a:r>
            </a:p>
          </p:txBody>
        </p:sp>
        <p:sp>
          <p:nvSpPr>
            <p:cNvPr id="294" name="tx293"/>
            <p:cNvSpPr/>
            <p:nvPr/>
          </p:nvSpPr>
          <p:spPr>
            <a:xfrm rot="-5400000">
              <a:off x="1140466" y="3188076"/>
              <a:ext cx="14127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3.0</a:t>
              </a:r>
            </a:p>
          </p:txBody>
        </p:sp>
        <p:sp>
          <p:nvSpPr>
            <p:cNvPr id="295" name="pl294"/>
            <p:cNvSpPr/>
            <p:nvPr/>
          </p:nvSpPr>
          <p:spPr>
            <a:xfrm>
              <a:off x="1281564" y="4464938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5"/>
            <p:cNvSpPr/>
            <p:nvPr/>
          </p:nvSpPr>
          <p:spPr>
            <a:xfrm>
              <a:off x="1281564" y="4154832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6"/>
            <p:cNvSpPr/>
            <p:nvPr/>
          </p:nvSpPr>
          <p:spPr>
            <a:xfrm>
              <a:off x="1281564" y="3844726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7"/>
            <p:cNvSpPr/>
            <p:nvPr/>
          </p:nvSpPr>
          <p:spPr>
            <a:xfrm>
              <a:off x="1281564" y="3534621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8"/>
            <p:cNvSpPr/>
            <p:nvPr/>
          </p:nvSpPr>
          <p:spPr>
            <a:xfrm>
              <a:off x="1281564" y="3224515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299"/>
            <p:cNvSpPr/>
            <p:nvPr/>
          </p:nvSpPr>
          <p:spPr>
            <a:xfrm>
              <a:off x="1310032" y="4525240"/>
              <a:ext cx="2746729" cy="0"/>
            </a:xfrm>
            <a:custGeom>
              <a:avLst/>
              <a:pathLst>
                <a:path w="2746729" h="0">
                  <a:moveTo>
                    <a:pt x="0" y="0"/>
                  </a:moveTo>
                  <a:lnTo>
                    <a:pt x="2746729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0"/>
            <p:cNvSpPr/>
            <p:nvPr/>
          </p:nvSpPr>
          <p:spPr>
            <a:xfrm>
              <a:off x="1450241" y="452524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1"/>
            <p:cNvSpPr/>
            <p:nvPr/>
          </p:nvSpPr>
          <p:spPr>
            <a:xfrm>
              <a:off x="2260479" y="452524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2"/>
            <p:cNvSpPr/>
            <p:nvPr/>
          </p:nvSpPr>
          <p:spPr>
            <a:xfrm>
              <a:off x="3070717" y="452524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3"/>
            <p:cNvSpPr/>
            <p:nvPr/>
          </p:nvSpPr>
          <p:spPr>
            <a:xfrm>
              <a:off x="3880955" y="452524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tx304"/>
            <p:cNvSpPr/>
            <p:nvPr/>
          </p:nvSpPr>
          <p:spPr>
            <a:xfrm rot="-5400000">
              <a:off x="129703" y="3710292"/>
              <a:ext cx="1806671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Intraspecific trait variability (ITV)</a:t>
              </a:r>
            </a:p>
          </p:txBody>
        </p:sp>
        <p:sp>
          <p:nvSpPr>
            <p:cNvPr id="306" name="tx305"/>
            <p:cNvSpPr/>
            <p:nvPr/>
          </p:nvSpPr>
          <p:spPr>
            <a:xfrm>
              <a:off x="1310032" y="2809969"/>
              <a:ext cx="896569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(c) Above_PC1</a:t>
              </a:r>
            </a:p>
          </p:txBody>
        </p:sp>
        <p:sp>
          <p:nvSpPr>
            <p:cNvPr id="307" name="rc306"/>
            <p:cNvSpPr/>
            <p:nvPr/>
          </p:nvSpPr>
          <p:spPr>
            <a:xfrm>
              <a:off x="4186450" y="2986509"/>
              <a:ext cx="2746729" cy="15387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" name="pt307"/>
            <p:cNvSpPr/>
            <p:nvPr/>
          </p:nvSpPr>
          <p:spPr>
            <a:xfrm>
              <a:off x="4364853" y="3931122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09" name="pt308"/>
            <p:cNvSpPr/>
            <p:nvPr/>
          </p:nvSpPr>
          <p:spPr>
            <a:xfrm>
              <a:off x="4382987" y="3175707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10" name="pt309"/>
            <p:cNvSpPr/>
            <p:nvPr/>
          </p:nvSpPr>
          <p:spPr>
            <a:xfrm>
              <a:off x="4334421" y="4008148"/>
              <a:ext cx="56145" cy="5614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11" name="pt310"/>
            <p:cNvSpPr/>
            <p:nvPr/>
          </p:nvSpPr>
          <p:spPr>
            <a:xfrm>
              <a:off x="4319546" y="3740450"/>
              <a:ext cx="56145" cy="5614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12" name="pt311"/>
            <p:cNvSpPr/>
            <p:nvPr/>
          </p:nvSpPr>
          <p:spPr>
            <a:xfrm>
              <a:off x="4370789" y="4061177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13" name="pt312"/>
            <p:cNvSpPr/>
            <p:nvPr/>
          </p:nvSpPr>
          <p:spPr>
            <a:xfrm>
              <a:off x="4311246" y="3072783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14" name="pt313"/>
            <p:cNvSpPr/>
            <p:nvPr/>
          </p:nvSpPr>
          <p:spPr>
            <a:xfrm>
              <a:off x="4366611" y="3028378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15" name="pt314"/>
            <p:cNvSpPr/>
            <p:nvPr/>
          </p:nvSpPr>
          <p:spPr>
            <a:xfrm>
              <a:off x="4374764" y="3441527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16" name="pt315"/>
            <p:cNvSpPr/>
            <p:nvPr/>
          </p:nvSpPr>
          <p:spPr>
            <a:xfrm>
              <a:off x="4283228" y="4228841"/>
              <a:ext cx="56145" cy="5614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17" name="pt316"/>
            <p:cNvSpPr/>
            <p:nvPr/>
          </p:nvSpPr>
          <p:spPr>
            <a:xfrm>
              <a:off x="4360940" y="3805583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18" name="pt317"/>
            <p:cNvSpPr/>
            <p:nvPr/>
          </p:nvSpPr>
          <p:spPr>
            <a:xfrm>
              <a:off x="5166011" y="4115193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19" name="pt318"/>
            <p:cNvSpPr/>
            <p:nvPr/>
          </p:nvSpPr>
          <p:spPr>
            <a:xfrm>
              <a:off x="5177827" y="3541161"/>
              <a:ext cx="56145" cy="5614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20" name="pt319"/>
            <p:cNvSpPr/>
            <p:nvPr/>
          </p:nvSpPr>
          <p:spPr>
            <a:xfrm>
              <a:off x="5186761" y="4013088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21" name="pt320"/>
            <p:cNvSpPr/>
            <p:nvPr/>
          </p:nvSpPr>
          <p:spPr>
            <a:xfrm>
              <a:off x="5107564" y="4281162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22" name="pt321"/>
            <p:cNvSpPr/>
            <p:nvPr/>
          </p:nvSpPr>
          <p:spPr>
            <a:xfrm>
              <a:off x="5158883" y="3886469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23" name="pt322"/>
            <p:cNvSpPr/>
            <p:nvPr/>
          </p:nvSpPr>
          <p:spPr>
            <a:xfrm>
              <a:off x="5080880" y="3513816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24" name="pt323"/>
            <p:cNvSpPr/>
            <p:nvPr/>
          </p:nvSpPr>
          <p:spPr>
            <a:xfrm>
              <a:off x="5157151" y="4369880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25" name="pt324"/>
            <p:cNvSpPr/>
            <p:nvPr/>
          </p:nvSpPr>
          <p:spPr>
            <a:xfrm>
              <a:off x="5167984" y="4244151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26" name="pt325"/>
            <p:cNvSpPr/>
            <p:nvPr/>
          </p:nvSpPr>
          <p:spPr>
            <a:xfrm>
              <a:off x="5080171" y="4097066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27" name="pt326"/>
            <p:cNvSpPr/>
            <p:nvPr/>
          </p:nvSpPr>
          <p:spPr>
            <a:xfrm>
              <a:off x="5136060" y="4361059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28" name="pt327"/>
            <p:cNvSpPr/>
            <p:nvPr/>
          </p:nvSpPr>
          <p:spPr>
            <a:xfrm>
              <a:off x="5075118" y="4234280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29" name="pt328"/>
            <p:cNvSpPr/>
            <p:nvPr/>
          </p:nvSpPr>
          <p:spPr>
            <a:xfrm>
              <a:off x="5158293" y="4364817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30" name="pt329"/>
            <p:cNvSpPr/>
            <p:nvPr/>
          </p:nvSpPr>
          <p:spPr>
            <a:xfrm>
              <a:off x="5173705" y="4051314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31" name="pt330"/>
            <p:cNvSpPr/>
            <p:nvPr/>
          </p:nvSpPr>
          <p:spPr>
            <a:xfrm>
              <a:off x="5161816" y="3989201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32" name="pt331"/>
            <p:cNvSpPr/>
            <p:nvPr/>
          </p:nvSpPr>
          <p:spPr>
            <a:xfrm>
              <a:off x="5145039" y="3713174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33" name="pt332"/>
            <p:cNvSpPr/>
            <p:nvPr/>
          </p:nvSpPr>
          <p:spPr>
            <a:xfrm>
              <a:off x="5173753" y="3756337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34" name="pt333"/>
            <p:cNvSpPr/>
            <p:nvPr/>
          </p:nvSpPr>
          <p:spPr>
            <a:xfrm>
              <a:off x="5131251" y="4110909"/>
              <a:ext cx="56145" cy="5614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35" name="pt334"/>
            <p:cNvSpPr/>
            <p:nvPr/>
          </p:nvSpPr>
          <p:spPr>
            <a:xfrm>
              <a:off x="5162185" y="4427224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36" name="pt335"/>
            <p:cNvSpPr/>
            <p:nvPr/>
          </p:nvSpPr>
          <p:spPr>
            <a:xfrm>
              <a:off x="5924946" y="4103165"/>
              <a:ext cx="56145" cy="5614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37" name="pt336"/>
            <p:cNvSpPr/>
            <p:nvPr/>
          </p:nvSpPr>
          <p:spPr>
            <a:xfrm>
              <a:off x="5959792" y="4176028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38" name="pt337"/>
            <p:cNvSpPr/>
            <p:nvPr/>
          </p:nvSpPr>
          <p:spPr>
            <a:xfrm>
              <a:off x="5943245" y="4144285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39" name="pt338"/>
            <p:cNvSpPr/>
            <p:nvPr/>
          </p:nvSpPr>
          <p:spPr>
            <a:xfrm>
              <a:off x="5917925" y="4206482"/>
              <a:ext cx="56145" cy="5614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40" name="pt339"/>
            <p:cNvSpPr/>
            <p:nvPr/>
          </p:nvSpPr>
          <p:spPr>
            <a:xfrm>
              <a:off x="5878401" y="3246591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41" name="pt340"/>
            <p:cNvSpPr/>
            <p:nvPr/>
          </p:nvSpPr>
          <p:spPr>
            <a:xfrm>
              <a:off x="5907520" y="3295374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42" name="pt341"/>
            <p:cNvSpPr/>
            <p:nvPr/>
          </p:nvSpPr>
          <p:spPr>
            <a:xfrm>
              <a:off x="5893211" y="3907445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43" name="pt342"/>
            <p:cNvSpPr/>
            <p:nvPr/>
          </p:nvSpPr>
          <p:spPr>
            <a:xfrm>
              <a:off x="5904623" y="4089851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44" name="pt343"/>
            <p:cNvSpPr/>
            <p:nvPr/>
          </p:nvSpPr>
          <p:spPr>
            <a:xfrm>
              <a:off x="5950123" y="4224973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45" name="pt344"/>
            <p:cNvSpPr/>
            <p:nvPr/>
          </p:nvSpPr>
          <p:spPr>
            <a:xfrm>
              <a:off x="5934963" y="3870003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46" name="pt345"/>
            <p:cNvSpPr/>
            <p:nvPr/>
          </p:nvSpPr>
          <p:spPr>
            <a:xfrm>
              <a:off x="5900051" y="3629198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47" name="pt346"/>
            <p:cNvSpPr/>
            <p:nvPr/>
          </p:nvSpPr>
          <p:spPr>
            <a:xfrm>
              <a:off x="5961748" y="4284482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48" name="pt347"/>
            <p:cNvSpPr/>
            <p:nvPr/>
          </p:nvSpPr>
          <p:spPr>
            <a:xfrm>
              <a:off x="5961509" y="3451639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49" name="pt348"/>
            <p:cNvSpPr/>
            <p:nvPr/>
          </p:nvSpPr>
          <p:spPr>
            <a:xfrm>
              <a:off x="5938820" y="3845713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50" name="pt349"/>
            <p:cNvSpPr/>
            <p:nvPr/>
          </p:nvSpPr>
          <p:spPr>
            <a:xfrm>
              <a:off x="5972161" y="3914346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51" name="pt350"/>
            <p:cNvSpPr/>
            <p:nvPr/>
          </p:nvSpPr>
          <p:spPr>
            <a:xfrm>
              <a:off x="5935477" y="4210848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52" name="pt351"/>
            <p:cNvSpPr/>
            <p:nvPr/>
          </p:nvSpPr>
          <p:spPr>
            <a:xfrm>
              <a:off x="5928311" y="3631353"/>
              <a:ext cx="56145" cy="5614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53" name="pt352"/>
            <p:cNvSpPr/>
            <p:nvPr/>
          </p:nvSpPr>
          <p:spPr>
            <a:xfrm>
              <a:off x="5897030" y="3895047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54" name="pt353"/>
            <p:cNvSpPr/>
            <p:nvPr/>
          </p:nvSpPr>
          <p:spPr>
            <a:xfrm>
              <a:off x="5916706" y="3601826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55" name="pt354"/>
            <p:cNvSpPr/>
            <p:nvPr/>
          </p:nvSpPr>
          <p:spPr>
            <a:xfrm>
              <a:off x="5872576" y="3864151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56" name="pt355"/>
            <p:cNvSpPr/>
            <p:nvPr/>
          </p:nvSpPr>
          <p:spPr>
            <a:xfrm>
              <a:off x="6752407" y="4041715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57" name="pt356"/>
            <p:cNvSpPr/>
            <p:nvPr/>
          </p:nvSpPr>
          <p:spPr>
            <a:xfrm>
              <a:off x="6756820" y="4145808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58" name="pt357"/>
            <p:cNvSpPr/>
            <p:nvPr/>
          </p:nvSpPr>
          <p:spPr>
            <a:xfrm>
              <a:off x="6685834" y="3877936"/>
              <a:ext cx="56145" cy="5614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59" name="pt358"/>
            <p:cNvSpPr/>
            <p:nvPr/>
          </p:nvSpPr>
          <p:spPr>
            <a:xfrm>
              <a:off x="6736931" y="3640456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60" name="pt359"/>
            <p:cNvSpPr/>
            <p:nvPr/>
          </p:nvSpPr>
          <p:spPr>
            <a:xfrm>
              <a:off x="6728613" y="3854204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61" name="pt360"/>
            <p:cNvSpPr/>
            <p:nvPr/>
          </p:nvSpPr>
          <p:spPr>
            <a:xfrm>
              <a:off x="6756209" y="3898707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62" name="pt361"/>
            <p:cNvSpPr/>
            <p:nvPr/>
          </p:nvSpPr>
          <p:spPr>
            <a:xfrm>
              <a:off x="6685998" y="4057334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63" name="pt362"/>
            <p:cNvSpPr/>
            <p:nvPr/>
          </p:nvSpPr>
          <p:spPr>
            <a:xfrm>
              <a:off x="6780255" y="3943011"/>
              <a:ext cx="56145" cy="5614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64" name="pt363"/>
            <p:cNvSpPr/>
            <p:nvPr/>
          </p:nvSpPr>
          <p:spPr>
            <a:xfrm>
              <a:off x="6697355" y="4058282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65" name="pt364"/>
            <p:cNvSpPr/>
            <p:nvPr/>
          </p:nvSpPr>
          <p:spPr>
            <a:xfrm>
              <a:off x="6754430" y="3963943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66" name="pt365"/>
            <p:cNvSpPr/>
            <p:nvPr/>
          </p:nvSpPr>
          <p:spPr>
            <a:xfrm>
              <a:off x="6730043" y="3684101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67" name="pt366"/>
            <p:cNvSpPr/>
            <p:nvPr/>
          </p:nvSpPr>
          <p:spPr>
            <a:xfrm>
              <a:off x="6724179" y="3363066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68" name="pt367"/>
            <p:cNvSpPr/>
            <p:nvPr/>
          </p:nvSpPr>
          <p:spPr>
            <a:xfrm>
              <a:off x="6704220" y="4075487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69" name="pt368"/>
            <p:cNvSpPr/>
            <p:nvPr/>
          </p:nvSpPr>
          <p:spPr>
            <a:xfrm>
              <a:off x="6720000" y="4252707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70" name="pt369"/>
            <p:cNvSpPr/>
            <p:nvPr/>
          </p:nvSpPr>
          <p:spPr>
            <a:xfrm>
              <a:off x="6696701" y="4213082"/>
              <a:ext cx="56145" cy="5614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71" name="pt370"/>
            <p:cNvSpPr/>
            <p:nvPr/>
          </p:nvSpPr>
          <p:spPr>
            <a:xfrm>
              <a:off x="6701962" y="3935820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72" name="pt371"/>
            <p:cNvSpPr/>
            <p:nvPr/>
          </p:nvSpPr>
          <p:spPr>
            <a:xfrm>
              <a:off x="6771214" y="4140242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73" name="pt372"/>
            <p:cNvSpPr/>
            <p:nvPr/>
          </p:nvSpPr>
          <p:spPr>
            <a:xfrm>
              <a:off x="6734779" y="4020515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74" name="pt373"/>
            <p:cNvSpPr/>
            <p:nvPr/>
          </p:nvSpPr>
          <p:spPr>
            <a:xfrm>
              <a:off x="6728727" y="3454181"/>
              <a:ext cx="56145" cy="5614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75" name="pt374"/>
            <p:cNvSpPr/>
            <p:nvPr/>
          </p:nvSpPr>
          <p:spPr>
            <a:xfrm>
              <a:off x="6731346" y="3823029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76" name="pt375"/>
            <p:cNvSpPr/>
            <p:nvPr/>
          </p:nvSpPr>
          <p:spPr>
            <a:xfrm>
              <a:off x="6707431" y="3922836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77" name="pt376"/>
            <p:cNvSpPr/>
            <p:nvPr/>
          </p:nvSpPr>
          <p:spPr>
            <a:xfrm>
              <a:off x="6778830" y="3863076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78" name="pt377"/>
            <p:cNvSpPr/>
            <p:nvPr/>
          </p:nvSpPr>
          <p:spPr>
            <a:xfrm>
              <a:off x="6703510" y="4209276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79" name="pt378"/>
            <p:cNvSpPr/>
            <p:nvPr/>
          </p:nvSpPr>
          <p:spPr>
            <a:xfrm>
              <a:off x="6688775" y="3811157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80" name="pl379"/>
            <p:cNvSpPr/>
            <p:nvPr/>
          </p:nvSpPr>
          <p:spPr>
            <a:xfrm>
              <a:off x="4361661" y="3836736"/>
              <a:ext cx="2394304" cy="185267"/>
            </a:xfrm>
            <a:custGeom>
              <a:avLst/>
              <a:pathLst>
                <a:path w="2394304" h="185267">
                  <a:moveTo>
                    <a:pt x="0" y="0"/>
                  </a:moveTo>
                  <a:lnTo>
                    <a:pt x="153750" y="11896"/>
                  </a:lnTo>
                  <a:lnTo>
                    <a:pt x="289367" y="22390"/>
                  </a:lnTo>
                  <a:lnTo>
                    <a:pt x="410681" y="31777"/>
                  </a:lnTo>
                  <a:lnTo>
                    <a:pt x="520423" y="40269"/>
                  </a:lnTo>
                  <a:lnTo>
                    <a:pt x="620609" y="48021"/>
                  </a:lnTo>
                  <a:lnTo>
                    <a:pt x="712772" y="55153"/>
                  </a:lnTo>
                  <a:lnTo>
                    <a:pt x="798101" y="61755"/>
                  </a:lnTo>
                  <a:lnTo>
                    <a:pt x="877541" y="67902"/>
                  </a:lnTo>
                  <a:lnTo>
                    <a:pt x="951851" y="73652"/>
                  </a:lnTo>
                  <a:lnTo>
                    <a:pt x="1021656" y="79054"/>
                  </a:lnTo>
                  <a:lnTo>
                    <a:pt x="1087469" y="84146"/>
                  </a:lnTo>
                  <a:lnTo>
                    <a:pt x="1149723" y="88963"/>
                  </a:lnTo>
                  <a:lnTo>
                    <a:pt x="1208783" y="93533"/>
                  </a:lnTo>
                  <a:lnTo>
                    <a:pt x="1264961" y="97880"/>
                  </a:lnTo>
                  <a:lnTo>
                    <a:pt x="1318525" y="102025"/>
                  </a:lnTo>
                  <a:lnTo>
                    <a:pt x="1369707" y="105985"/>
                  </a:lnTo>
                  <a:lnTo>
                    <a:pt x="1418711" y="109777"/>
                  </a:lnTo>
                  <a:lnTo>
                    <a:pt x="1465714" y="113414"/>
                  </a:lnTo>
                  <a:lnTo>
                    <a:pt x="1510874" y="116908"/>
                  </a:lnTo>
                  <a:lnTo>
                    <a:pt x="1554328" y="120271"/>
                  </a:lnTo>
                  <a:lnTo>
                    <a:pt x="1596203" y="123511"/>
                  </a:lnTo>
                  <a:lnTo>
                    <a:pt x="1636608" y="126637"/>
                  </a:lnTo>
                  <a:lnTo>
                    <a:pt x="1675642" y="129658"/>
                  </a:lnTo>
                  <a:lnTo>
                    <a:pt x="1713397" y="132579"/>
                  </a:lnTo>
                  <a:lnTo>
                    <a:pt x="1749953" y="135408"/>
                  </a:lnTo>
                  <a:lnTo>
                    <a:pt x="1785384" y="138150"/>
                  </a:lnTo>
                  <a:lnTo>
                    <a:pt x="1819757" y="140809"/>
                  </a:lnTo>
                  <a:lnTo>
                    <a:pt x="1853134" y="143392"/>
                  </a:lnTo>
                  <a:lnTo>
                    <a:pt x="1885571" y="145902"/>
                  </a:lnTo>
                  <a:lnTo>
                    <a:pt x="1917118" y="148343"/>
                  </a:lnTo>
                  <a:lnTo>
                    <a:pt x="1947824" y="150719"/>
                  </a:lnTo>
                  <a:lnTo>
                    <a:pt x="1977733" y="153033"/>
                  </a:lnTo>
                  <a:lnTo>
                    <a:pt x="2006884" y="155289"/>
                  </a:lnTo>
                  <a:lnTo>
                    <a:pt x="2035316" y="157489"/>
                  </a:lnTo>
                  <a:lnTo>
                    <a:pt x="2063062" y="159636"/>
                  </a:lnTo>
                  <a:lnTo>
                    <a:pt x="2090156" y="161732"/>
                  </a:lnTo>
                  <a:lnTo>
                    <a:pt x="2116626" y="163780"/>
                  </a:lnTo>
                  <a:lnTo>
                    <a:pt x="2142502" y="165783"/>
                  </a:lnTo>
                  <a:lnTo>
                    <a:pt x="2167809" y="167741"/>
                  </a:lnTo>
                  <a:lnTo>
                    <a:pt x="2192571" y="169657"/>
                  </a:lnTo>
                  <a:lnTo>
                    <a:pt x="2216813" y="171533"/>
                  </a:lnTo>
                  <a:lnTo>
                    <a:pt x="2240554" y="173370"/>
                  </a:lnTo>
                  <a:lnTo>
                    <a:pt x="2263816" y="175170"/>
                  </a:lnTo>
                  <a:lnTo>
                    <a:pt x="2286617" y="176934"/>
                  </a:lnTo>
                  <a:lnTo>
                    <a:pt x="2308975" y="178664"/>
                  </a:lnTo>
                  <a:lnTo>
                    <a:pt x="2330908" y="180361"/>
                  </a:lnTo>
                  <a:lnTo>
                    <a:pt x="2352430" y="182027"/>
                  </a:lnTo>
                  <a:lnTo>
                    <a:pt x="2373558" y="183661"/>
                  </a:lnTo>
                  <a:lnTo>
                    <a:pt x="2394304" y="185267"/>
                  </a:lnTo>
                </a:path>
              </a:pathLst>
            </a:custGeom>
            <a:ln w="24391" cap="flat">
              <a:solidFill>
                <a:srgbClr val="5DC1A2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1" name="pl380"/>
            <p:cNvSpPr/>
            <p:nvPr/>
          </p:nvSpPr>
          <p:spPr>
            <a:xfrm>
              <a:off x="4361661" y="3464761"/>
              <a:ext cx="2394304" cy="571370"/>
            </a:xfrm>
            <a:custGeom>
              <a:avLst/>
              <a:pathLst>
                <a:path w="2394304" h="571370">
                  <a:moveTo>
                    <a:pt x="0" y="0"/>
                  </a:moveTo>
                  <a:lnTo>
                    <a:pt x="153750" y="36690"/>
                  </a:lnTo>
                  <a:lnTo>
                    <a:pt x="289367" y="69053"/>
                  </a:lnTo>
                  <a:lnTo>
                    <a:pt x="410681" y="98003"/>
                  </a:lnTo>
                  <a:lnTo>
                    <a:pt x="520423" y="124192"/>
                  </a:lnTo>
                  <a:lnTo>
                    <a:pt x="620609" y="148100"/>
                  </a:lnTo>
                  <a:lnTo>
                    <a:pt x="712772" y="170094"/>
                  </a:lnTo>
                  <a:lnTo>
                    <a:pt x="798101" y="190456"/>
                  </a:lnTo>
                  <a:lnTo>
                    <a:pt x="877541" y="209413"/>
                  </a:lnTo>
                  <a:lnTo>
                    <a:pt x="951851" y="227147"/>
                  </a:lnTo>
                  <a:lnTo>
                    <a:pt x="1021656" y="243805"/>
                  </a:lnTo>
                  <a:lnTo>
                    <a:pt x="1087469" y="259510"/>
                  </a:lnTo>
                  <a:lnTo>
                    <a:pt x="1149723" y="274366"/>
                  </a:lnTo>
                  <a:lnTo>
                    <a:pt x="1208783" y="288460"/>
                  </a:lnTo>
                  <a:lnTo>
                    <a:pt x="1264961" y="301866"/>
                  </a:lnTo>
                  <a:lnTo>
                    <a:pt x="1318525" y="314649"/>
                  </a:lnTo>
                  <a:lnTo>
                    <a:pt x="1369707" y="326863"/>
                  </a:lnTo>
                  <a:lnTo>
                    <a:pt x="1418711" y="338557"/>
                  </a:lnTo>
                  <a:lnTo>
                    <a:pt x="1465714" y="349774"/>
                  </a:lnTo>
                  <a:lnTo>
                    <a:pt x="1510874" y="360550"/>
                  </a:lnTo>
                  <a:lnTo>
                    <a:pt x="1554328" y="370920"/>
                  </a:lnTo>
                  <a:lnTo>
                    <a:pt x="1596203" y="380913"/>
                  </a:lnTo>
                  <a:lnTo>
                    <a:pt x="1636608" y="390555"/>
                  </a:lnTo>
                  <a:lnTo>
                    <a:pt x="1675642" y="399870"/>
                  </a:lnTo>
                  <a:lnTo>
                    <a:pt x="1713397" y="408880"/>
                  </a:lnTo>
                  <a:lnTo>
                    <a:pt x="1749953" y="417604"/>
                  </a:lnTo>
                  <a:lnTo>
                    <a:pt x="1785384" y="426059"/>
                  </a:lnTo>
                  <a:lnTo>
                    <a:pt x="1819757" y="434261"/>
                  </a:lnTo>
                  <a:lnTo>
                    <a:pt x="1853134" y="442226"/>
                  </a:lnTo>
                  <a:lnTo>
                    <a:pt x="1885571" y="449967"/>
                  </a:lnTo>
                  <a:lnTo>
                    <a:pt x="1917118" y="457495"/>
                  </a:lnTo>
                  <a:lnTo>
                    <a:pt x="1947824" y="464823"/>
                  </a:lnTo>
                  <a:lnTo>
                    <a:pt x="1977733" y="471960"/>
                  </a:lnTo>
                  <a:lnTo>
                    <a:pt x="2006884" y="478917"/>
                  </a:lnTo>
                  <a:lnTo>
                    <a:pt x="2035316" y="485702"/>
                  </a:lnTo>
                  <a:lnTo>
                    <a:pt x="2063062" y="492323"/>
                  </a:lnTo>
                  <a:lnTo>
                    <a:pt x="2090156" y="498789"/>
                  </a:lnTo>
                  <a:lnTo>
                    <a:pt x="2116626" y="505105"/>
                  </a:lnTo>
                  <a:lnTo>
                    <a:pt x="2142502" y="511280"/>
                  </a:lnTo>
                  <a:lnTo>
                    <a:pt x="2167809" y="517319"/>
                  </a:lnTo>
                  <a:lnTo>
                    <a:pt x="2192571" y="523229"/>
                  </a:lnTo>
                  <a:lnTo>
                    <a:pt x="2216813" y="529014"/>
                  </a:lnTo>
                  <a:lnTo>
                    <a:pt x="2240554" y="534679"/>
                  </a:lnTo>
                  <a:lnTo>
                    <a:pt x="2263816" y="540230"/>
                  </a:lnTo>
                  <a:lnTo>
                    <a:pt x="2286617" y="545671"/>
                  </a:lnTo>
                  <a:lnTo>
                    <a:pt x="2308975" y="551007"/>
                  </a:lnTo>
                  <a:lnTo>
                    <a:pt x="2330908" y="556241"/>
                  </a:lnTo>
                  <a:lnTo>
                    <a:pt x="2352430" y="561377"/>
                  </a:lnTo>
                  <a:lnTo>
                    <a:pt x="2373558" y="566419"/>
                  </a:lnTo>
                  <a:lnTo>
                    <a:pt x="2394304" y="571370"/>
                  </a:lnTo>
                </a:path>
              </a:pathLst>
            </a:custGeom>
            <a:ln w="24391" cap="flat">
              <a:solidFill>
                <a:srgbClr val="13815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2" name="pl381"/>
            <p:cNvSpPr/>
            <p:nvPr/>
          </p:nvSpPr>
          <p:spPr>
            <a:xfrm>
              <a:off x="4361661" y="3984831"/>
              <a:ext cx="2394304" cy="89213"/>
            </a:xfrm>
            <a:custGeom>
              <a:avLst/>
              <a:pathLst>
                <a:path w="2394304" h="89213">
                  <a:moveTo>
                    <a:pt x="0" y="89213"/>
                  </a:moveTo>
                  <a:lnTo>
                    <a:pt x="153750" y="83484"/>
                  </a:lnTo>
                  <a:lnTo>
                    <a:pt x="289367" y="78431"/>
                  </a:lnTo>
                  <a:lnTo>
                    <a:pt x="410681" y="73911"/>
                  </a:lnTo>
                  <a:lnTo>
                    <a:pt x="520423" y="69822"/>
                  </a:lnTo>
                  <a:lnTo>
                    <a:pt x="620609" y="66089"/>
                  </a:lnTo>
                  <a:lnTo>
                    <a:pt x="712772" y="62655"/>
                  </a:lnTo>
                  <a:lnTo>
                    <a:pt x="798101" y="59475"/>
                  </a:lnTo>
                  <a:lnTo>
                    <a:pt x="877541" y="56515"/>
                  </a:lnTo>
                  <a:lnTo>
                    <a:pt x="951851" y="53746"/>
                  </a:lnTo>
                  <a:lnTo>
                    <a:pt x="1021656" y="51146"/>
                  </a:lnTo>
                  <a:lnTo>
                    <a:pt x="1087469" y="48693"/>
                  </a:lnTo>
                  <a:lnTo>
                    <a:pt x="1149723" y="46374"/>
                  </a:lnTo>
                  <a:lnTo>
                    <a:pt x="1208783" y="44173"/>
                  </a:lnTo>
                  <a:lnTo>
                    <a:pt x="1264961" y="42080"/>
                  </a:lnTo>
                  <a:lnTo>
                    <a:pt x="1318525" y="40084"/>
                  </a:lnTo>
                  <a:lnTo>
                    <a:pt x="1369707" y="38177"/>
                  </a:lnTo>
                  <a:lnTo>
                    <a:pt x="1418711" y="36351"/>
                  </a:lnTo>
                  <a:lnTo>
                    <a:pt x="1465714" y="34600"/>
                  </a:lnTo>
                  <a:lnTo>
                    <a:pt x="1510874" y="32917"/>
                  </a:lnTo>
                  <a:lnTo>
                    <a:pt x="1554328" y="31298"/>
                  </a:lnTo>
                  <a:lnTo>
                    <a:pt x="1596203" y="29737"/>
                  </a:lnTo>
                  <a:lnTo>
                    <a:pt x="1636608" y="28232"/>
                  </a:lnTo>
                  <a:lnTo>
                    <a:pt x="1675642" y="26777"/>
                  </a:lnTo>
                  <a:lnTo>
                    <a:pt x="1713397" y="25371"/>
                  </a:lnTo>
                  <a:lnTo>
                    <a:pt x="1749953" y="24009"/>
                  </a:lnTo>
                  <a:lnTo>
                    <a:pt x="1785384" y="22688"/>
                  </a:lnTo>
                  <a:lnTo>
                    <a:pt x="1819757" y="21408"/>
                  </a:lnTo>
                  <a:lnTo>
                    <a:pt x="1853134" y="20164"/>
                  </a:lnTo>
                  <a:lnTo>
                    <a:pt x="1885571" y="18955"/>
                  </a:lnTo>
                  <a:lnTo>
                    <a:pt x="1917118" y="17780"/>
                  </a:lnTo>
                  <a:lnTo>
                    <a:pt x="1947824" y="16636"/>
                  </a:lnTo>
                  <a:lnTo>
                    <a:pt x="1977733" y="15521"/>
                  </a:lnTo>
                  <a:lnTo>
                    <a:pt x="2006884" y="14435"/>
                  </a:lnTo>
                  <a:lnTo>
                    <a:pt x="2035316" y="13376"/>
                  </a:lnTo>
                  <a:lnTo>
                    <a:pt x="2063062" y="12342"/>
                  </a:lnTo>
                  <a:lnTo>
                    <a:pt x="2090156" y="11332"/>
                  </a:lnTo>
                  <a:lnTo>
                    <a:pt x="2116626" y="10346"/>
                  </a:lnTo>
                  <a:lnTo>
                    <a:pt x="2142502" y="9382"/>
                  </a:lnTo>
                  <a:lnTo>
                    <a:pt x="2167809" y="8439"/>
                  </a:lnTo>
                  <a:lnTo>
                    <a:pt x="2192571" y="7516"/>
                  </a:lnTo>
                  <a:lnTo>
                    <a:pt x="2216813" y="6613"/>
                  </a:lnTo>
                  <a:lnTo>
                    <a:pt x="2240554" y="5728"/>
                  </a:lnTo>
                  <a:lnTo>
                    <a:pt x="2263816" y="4862"/>
                  </a:lnTo>
                  <a:lnTo>
                    <a:pt x="2286617" y="4012"/>
                  </a:lnTo>
                  <a:lnTo>
                    <a:pt x="2308975" y="3179"/>
                  </a:lnTo>
                  <a:lnTo>
                    <a:pt x="2330908" y="2362"/>
                  </a:lnTo>
                  <a:lnTo>
                    <a:pt x="2352430" y="1560"/>
                  </a:lnTo>
                  <a:lnTo>
                    <a:pt x="2373558" y="773"/>
                  </a:lnTo>
                  <a:lnTo>
                    <a:pt x="2394304" y="0"/>
                  </a:lnTo>
                </a:path>
              </a:pathLst>
            </a:custGeom>
            <a:ln w="24391" cap="flat">
              <a:solidFill>
                <a:srgbClr val="E4D79A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3" name="pl382"/>
            <p:cNvSpPr/>
            <p:nvPr/>
          </p:nvSpPr>
          <p:spPr>
            <a:xfrm>
              <a:off x="4361661" y="3559856"/>
              <a:ext cx="2394304" cy="404673"/>
            </a:xfrm>
            <a:custGeom>
              <a:avLst/>
              <a:pathLst>
                <a:path w="2394304" h="404673">
                  <a:moveTo>
                    <a:pt x="0" y="404673"/>
                  </a:moveTo>
                  <a:lnTo>
                    <a:pt x="153750" y="378687"/>
                  </a:lnTo>
                  <a:lnTo>
                    <a:pt x="289367" y="355766"/>
                  </a:lnTo>
                  <a:lnTo>
                    <a:pt x="410681" y="335262"/>
                  </a:lnTo>
                  <a:lnTo>
                    <a:pt x="520423" y="316714"/>
                  </a:lnTo>
                  <a:lnTo>
                    <a:pt x="620609" y="299781"/>
                  </a:lnTo>
                  <a:lnTo>
                    <a:pt x="712772" y="284204"/>
                  </a:lnTo>
                  <a:lnTo>
                    <a:pt x="798101" y="269782"/>
                  </a:lnTo>
                  <a:lnTo>
                    <a:pt x="877541" y="256355"/>
                  </a:lnTo>
                  <a:lnTo>
                    <a:pt x="951851" y="243796"/>
                  </a:lnTo>
                  <a:lnTo>
                    <a:pt x="1021656" y="231998"/>
                  </a:lnTo>
                  <a:lnTo>
                    <a:pt x="1087469" y="220874"/>
                  </a:lnTo>
                  <a:lnTo>
                    <a:pt x="1149723" y="210353"/>
                  </a:lnTo>
                  <a:lnTo>
                    <a:pt x="1208783" y="200371"/>
                  </a:lnTo>
                  <a:lnTo>
                    <a:pt x="1264961" y="190876"/>
                  </a:lnTo>
                  <a:lnTo>
                    <a:pt x="1318525" y="181823"/>
                  </a:lnTo>
                  <a:lnTo>
                    <a:pt x="1369707" y="173172"/>
                  </a:lnTo>
                  <a:lnTo>
                    <a:pt x="1418711" y="164890"/>
                  </a:lnTo>
                  <a:lnTo>
                    <a:pt x="1465714" y="156945"/>
                  </a:lnTo>
                  <a:lnTo>
                    <a:pt x="1510874" y="149313"/>
                  </a:lnTo>
                  <a:lnTo>
                    <a:pt x="1554328" y="141968"/>
                  </a:lnTo>
                  <a:lnTo>
                    <a:pt x="1596203" y="134891"/>
                  </a:lnTo>
                  <a:lnTo>
                    <a:pt x="1636608" y="128062"/>
                  </a:lnTo>
                  <a:lnTo>
                    <a:pt x="1675642" y="121464"/>
                  </a:lnTo>
                  <a:lnTo>
                    <a:pt x="1713397" y="115083"/>
                  </a:lnTo>
                  <a:lnTo>
                    <a:pt x="1749953" y="108905"/>
                  </a:lnTo>
                  <a:lnTo>
                    <a:pt x="1785384" y="102916"/>
                  </a:lnTo>
                  <a:lnTo>
                    <a:pt x="1819757" y="97107"/>
                  </a:lnTo>
                  <a:lnTo>
                    <a:pt x="1853134" y="91465"/>
                  </a:lnTo>
                  <a:lnTo>
                    <a:pt x="1885571" y="85983"/>
                  </a:lnTo>
                  <a:lnTo>
                    <a:pt x="1917118" y="80651"/>
                  </a:lnTo>
                  <a:lnTo>
                    <a:pt x="1947824" y="75461"/>
                  </a:lnTo>
                  <a:lnTo>
                    <a:pt x="1977733" y="70406"/>
                  </a:lnTo>
                  <a:lnTo>
                    <a:pt x="2006884" y="65479"/>
                  </a:lnTo>
                  <a:lnTo>
                    <a:pt x="2035316" y="60674"/>
                  </a:lnTo>
                  <a:lnTo>
                    <a:pt x="2063062" y="55984"/>
                  </a:lnTo>
                  <a:lnTo>
                    <a:pt x="2090156" y="51405"/>
                  </a:lnTo>
                  <a:lnTo>
                    <a:pt x="2116626" y="46931"/>
                  </a:lnTo>
                  <a:lnTo>
                    <a:pt x="2142502" y="42558"/>
                  </a:lnTo>
                  <a:lnTo>
                    <a:pt x="2167809" y="38281"/>
                  </a:lnTo>
                  <a:lnTo>
                    <a:pt x="2192571" y="34095"/>
                  </a:lnTo>
                  <a:lnTo>
                    <a:pt x="2216813" y="29998"/>
                  </a:lnTo>
                  <a:lnTo>
                    <a:pt x="2240554" y="25986"/>
                  </a:lnTo>
                  <a:lnTo>
                    <a:pt x="2263816" y="22054"/>
                  </a:lnTo>
                  <a:lnTo>
                    <a:pt x="2286617" y="18200"/>
                  </a:lnTo>
                  <a:lnTo>
                    <a:pt x="2308975" y="14421"/>
                  </a:lnTo>
                  <a:lnTo>
                    <a:pt x="2330908" y="10715"/>
                  </a:lnTo>
                  <a:lnTo>
                    <a:pt x="2352430" y="7077"/>
                  </a:lnTo>
                  <a:lnTo>
                    <a:pt x="2373558" y="3506"/>
                  </a:lnTo>
                  <a:lnTo>
                    <a:pt x="2394304" y="0"/>
                  </a:lnTo>
                </a:path>
              </a:pathLst>
            </a:custGeom>
            <a:ln w="24391" cap="flat">
              <a:solidFill>
                <a:srgbClr val="F5434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4" name="pl383"/>
            <p:cNvSpPr/>
            <p:nvPr/>
          </p:nvSpPr>
          <p:spPr>
            <a:xfrm>
              <a:off x="4361661" y="3702841"/>
              <a:ext cx="2394304" cy="406455"/>
            </a:xfrm>
            <a:custGeom>
              <a:avLst/>
              <a:pathLst>
                <a:path w="2394304" h="406455">
                  <a:moveTo>
                    <a:pt x="0" y="406455"/>
                  </a:moveTo>
                  <a:lnTo>
                    <a:pt x="153750" y="380354"/>
                  </a:lnTo>
                  <a:lnTo>
                    <a:pt x="289367" y="357332"/>
                  </a:lnTo>
                  <a:lnTo>
                    <a:pt x="410681" y="336738"/>
                  </a:lnTo>
                  <a:lnTo>
                    <a:pt x="520423" y="318108"/>
                  </a:lnTo>
                  <a:lnTo>
                    <a:pt x="620609" y="301100"/>
                  </a:lnTo>
                  <a:lnTo>
                    <a:pt x="712772" y="285455"/>
                  </a:lnTo>
                  <a:lnTo>
                    <a:pt x="798101" y="270970"/>
                  </a:lnTo>
                  <a:lnTo>
                    <a:pt x="877541" y="257484"/>
                  </a:lnTo>
                  <a:lnTo>
                    <a:pt x="951851" y="244869"/>
                  </a:lnTo>
                  <a:lnTo>
                    <a:pt x="1021656" y="233019"/>
                  </a:lnTo>
                  <a:lnTo>
                    <a:pt x="1087469" y="221847"/>
                  </a:lnTo>
                  <a:lnTo>
                    <a:pt x="1149723" y="211279"/>
                  </a:lnTo>
                  <a:lnTo>
                    <a:pt x="1208783" y="201253"/>
                  </a:lnTo>
                  <a:lnTo>
                    <a:pt x="1264961" y="191716"/>
                  </a:lnTo>
                  <a:lnTo>
                    <a:pt x="1318525" y="182623"/>
                  </a:lnTo>
                  <a:lnTo>
                    <a:pt x="1369707" y="173934"/>
                  </a:lnTo>
                  <a:lnTo>
                    <a:pt x="1418711" y="165615"/>
                  </a:lnTo>
                  <a:lnTo>
                    <a:pt x="1465714" y="157636"/>
                  </a:lnTo>
                  <a:lnTo>
                    <a:pt x="1510874" y="149970"/>
                  </a:lnTo>
                  <a:lnTo>
                    <a:pt x="1554328" y="142593"/>
                  </a:lnTo>
                  <a:lnTo>
                    <a:pt x="1596203" y="135485"/>
                  </a:lnTo>
                  <a:lnTo>
                    <a:pt x="1636608" y="128625"/>
                  </a:lnTo>
                  <a:lnTo>
                    <a:pt x="1675642" y="121999"/>
                  </a:lnTo>
                  <a:lnTo>
                    <a:pt x="1713397" y="115590"/>
                  </a:lnTo>
                  <a:lnTo>
                    <a:pt x="1749953" y="109384"/>
                  </a:lnTo>
                  <a:lnTo>
                    <a:pt x="1785384" y="103369"/>
                  </a:lnTo>
                  <a:lnTo>
                    <a:pt x="1819757" y="97534"/>
                  </a:lnTo>
                  <a:lnTo>
                    <a:pt x="1853134" y="91868"/>
                  </a:lnTo>
                  <a:lnTo>
                    <a:pt x="1885571" y="86362"/>
                  </a:lnTo>
                  <a:lnTo>
                    <a:pt x="1917118" y="81006"/>
                  </a:lnTo>
                  <a:lnTo>
                    <a:pt x="1947824" y="75794"/>
                  </a:lnTo>
                  <a:lnTo>
                    <a:pt x="1977733" y="70716"/>
                  </a:lnTo>
                  <a:lnTo>
                    <a:pt x="2006884" y="65768"/>
                  </a:lnTo>
                  <a:lnTo>
                    <a:pt x="2035316" y="60941"/>
                  </a:lnTo>
                  <a:lnTo>
                    <a:pt x="2063062" y="56231"/>
                  </a:lnTo>
                  <a:lnTo>
                    <a:pt x="2090156" y="51632"/>
                  </a:lnTo>
                  <a:lnTo>
                    <a:pt x="2116626" y="47138"/>
                  </a:lnTo>
                  <a:lnTo>
                    <a:pt x="2142502" y="42745"/>
                  </a:lnTo>
                  <a:lnTo>
                    <a:pt x="2167809" y="38449"/>
                  </a:lnTo>
                  <a:lnTo>
                    <a:pt x="2192571" y="34246"/>
                  </a:lnTo>
                  <a:lnTo>
                    <a:pt x="2216813" y="30130"/>
                  </a:lnTo>
                  <a:lnTo>
                    <a:pt x="2240554" y="26100"/>
                  </a:lnTo>
                  <a:lnTo>
                    <a:pt x="2263816" y="22151"/>
                  </a:lnTo>
                  <a:lnTo>
                    <a:pt x="2286617" y="18280"/>
                  </a:lnTo>
                  <a:lnTo>
                    <a:pt x="2308975" y="14485"/>
                  </a:lnTo>
                  <a:lnTo>
                    <a:pt x="2330908" y="10762"/>
                  </a:lnTo>
                  <a:lnTo>
                    <a:pt x="2352430" y="7108"/>
                  </a:lnTo>
                  <a:lnTo>
                    <a:pt x="2373558" y="3521"/>
                  </a:lnTo>
                  <a:lnTo>
                    <a:pt x="2394304" y="0"/>
                  </a:lnTo>
                </a:path>
              </a:pathLst>
            </a:custGeom>
            <a:ln w="24391" cap="flat">
              <a:solidFill>
                <a:srgbClr val="7E0D1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4"/>
            <p:cNvSpPr/>
            <p:nvPr/>
          </p:nvSpPr>
          <p:spPr>
            <a:xfrm>
              <a:off x="4361661" y="3478394"/>
              <a:ext cx="2394304" cy="335146"/>
            </a:xfrm>
            <a:custGeom>
              <a:avLst/>
              <a:pathLst>
                <a:path w="2394304" h="335146">
                  <a:moveTo>
                    <a:pt x="0" y="0"/>
                  </a:moveTo>
                  <a:lnTo>
                    <a:pt x="153750" y="21521"/>
                  </a:lnTo>
                  <a:lnTo>
                    <a:pt x="289367" y="40504"/>
                  </a:lnTo>
                  <a:lnTo>
                    <a:pt x="410681" y="57485"/>
                  </a:lnTo>
                  <a:lnTo>
                    <a:pt x="520423" y="72847"/>
                  </a:lnTo>
                  <a:lnTo>
                    <a:pt x="620609" y="86870"/>
                  </a:lnTo>
                  <a:lnTo>
                    <a:pt x="712772" y="99771"/>
                  </a:lnTo>
                  <a:lnTo>
                    <a:pt x="798101" y="111715"/>
                  </a:lnTo>
                  <a:lnTo>
                    <a:pt x="877541" y="122835"/>
                  </a:lnTo>
                  <a:lnTo>
                    <a:pt x="951851" y="133236"/>
                  </a:lnTo>
                  <a:lnTo>
                    <a:pt x="1021656" y="143007"/>
                  </a:lnTo>
                  <a:lnTo>
                    <a:pt x="1087469" y="152220"/>
                  </a:lnTo>
                  <a:lnTo>
                    <a:pt x="1149723" y="160934"/>
                  </a:lnTo>
                  <a:lnTo>
                    <a:pt x="1208783" y="169201"/>
                  </a:lnTo>
                  <a:lnTo>
                    <a:pt x="1264961" y="177064"/>
                  </a:lnTo>
                  <a:lnTo>
                    <a:pt x="1318525" y="184562"/>
                  </a:lnTo>
                  <a:lnTo>
                    <a:pt x="1369707" y="191726"/>
                  </a:lnTo>
                  <a:lnTo>
                    <a:pt x="1418711" y="198586"/>
                  </a:lnTo>
                  <a:lnTo>
                    <a:pt x="1465714" y="205165"/>
                  </a:lnTo>
                  <a:lnTo>
                    <a:pt x="1510874" y="211486"/>
                  </a:lnTo>
                  <a:lnTo>
                    <a:pt x="1554328" y="217569"/>
                  </a:lnTo>
                  <a:lnTo>
                    <a:pt x="1596203" y="223430"/>
                  </a:lnTo>
                  <a:lnTo>
                    <a:pt x="1636608" y="229086"/>
                  </a:lnTo>
                  <a:lnTo>
                    <a:pt x="1675642" y="234550"/>
                  </a:lnTo>
                  <a:lnTo>
                    <a:pt x="1713397" y="239835"/>
                  </a:lnTo>
                  <a:lnTo>
                    <a:pt x="1749953" y="244952"/>
                  </a:lnTo>
                  <a:lnTo>
                    <a:pt x="1785384" y="249911"/>
                  </a:lnTo>
                  <a:lnTo>
                    <a:pt x="1819757" y="254723"/>
                  </a:lnTo>
                  <a:lnTo>
                    <a:pt x="1853134" y="259395"/>
                  </a:lnTo>
                  <a:lnTo>
                    <a:pt x="1885571" y="263935"/>
                  </a:lnTo>
                  <a:lnTo>
                    <a:pt x="1917118" y="268351"/>
                  </a:lnTo>
                  <a:lnTo>
                    <a:pt x="1947824" y="272649"/>
                  </a:lnTo>
                  <a:lnTo>
                    <a:pt x="1977733" y="276836"/>
                  </a:lnTo>
                  <a:lnTo>
                    <a:pt x="2006884" y="280916"/>
                  </a:lnTo>
                  <a:lnTo>
                    <a:pt x="2035316" y="284896"/>
                  </a:lnTo>
                  <a:lnTo>
                    <a:pt x="2063062" y="288780"/>
                  </a:lnTo>
                  <a:lnTo>
                    <a:pt x="2090156" y="292572"/>
                  </a:lnTo>
                  <a:lnTo>
                    <a:pt x="2116626" y="296277"/>
                  </a:lnTo>
                  <a:lnTo>
                    <a:pt x="2142502" y="299899"/>
                  </a:lnTo>
                  <a:lnTo>
                    <a:pt x="2167809" y="303442"/>
                  </a:lnTo>
                  <a:lnTo>
                    <a:pt x="2192571" y="306908"/>
                  </a:lnTo>
                  <a:lnTo>
                    <a:pt x="2216813" y="310301"/>
                  </a:lnTo>
                  <a:lnTo>
                    <a:pt x="2240554" y="313624"/>
                  </a:lnTo>
                  <a:lnTo>
                    <a:pt x="2263816" y="316881"/>
                  </a:lnTo>
                  <a:lnTo>
                    <a:pt x="2286617" y="320072"/>
                  </a:lnTo>
                  <a:lnTo>
                    <a:pt x="2308975" y="323202"/>
                  </a:lnTo>
                  <a:lnTo>
                    <a:pt x="2330908" y="326272"/>
                  </a:lnTo>
                  <a:lnTo>
                    <a:pt x="2352430" y="329284"/>
                  </a:lnTo>
                  <a:lnTo>
                    <a:pt x="2373558" y="332242"/>
                  </a:lnTo>
                  <a:lnTo>
                    <a:pt x="2394304" y="335146"/>
                  </a:lnTo>
                </a:path>
              </a:pathLst>
            </a:custGeom>
            <a:ln w="24391" cap="flat">
              <a:solidFill>
                <a:srgbClr val="1B7C88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6" name="pl385"/>
            <p:cNvSpPr/>
            <p:nvPr/>
          </p:nvSpPr>
          <p:spPr>
            <a:xfrm>
              <a:off x="4361661" y="3552709"/>
              <a:ext cx="2394304" cy="554344"/>
            </a:xfrm>
            <a:custGeom>
              <a:avLst/>
              <a:pathLst>
                <a:path w="2394304" h="554344">
                  <a:moveTo>
                    <a:pt x="0" y="0"/>
                  </a:moveTo>
                  <a:lnTo>
                    <a:pt x="153750" y="35597"/>
                  </a:lnTo>
                  <a:lnTo>
                    <a:pt x="289367" y="66996"/>
                  </a:lnTo>
                  <a:lnTo>
                    <a:pt x="410681" y="95083"/>
                  </a:lnTo>
                  <a:lnTo>
                    <a:pt x="520423" y="120491"/>
                  </a:lnTo>
                  <a:lnTo>
                    <a:pt x="620609" y="143687"/>
                  </a:lnTo>
                  <a:lnTo>
                    <a:pt x="712772" y="165025"/>
                  </a:lnTo>
                  <a:lnTo>
                    <a:pt x="798101" y="184781"/>
                  </a:lnTo>
                  <a:lnTo>
                    <a:pt x="877541" y="203173"/>
                  </a:lnTo>
                  <a:lnTo>
                    <a:pt x="951851" y="220378"/>
                  </a:lnTo>
                  <a:lnTo>
                    <a:pt x="1021656" y="236540"/>
                  </a:lnTo>
                  <a:lnTo>
                    <a:pt x="1087469" y="251777"/>
                  </a:lnTo>
                  <a:lnTo>
                    <a:pt x="1149723" y="266191"/>
                  </a:lnTo>
                  <a:lnTo>
                    <a:pt x="1208783" y="279865"/>
                  </a:lnTo>
                  <a:lnTo>
                    <a:pt x="1264961" y="292871"/>
                  </a:lnTo>
                  <a:lnTo>
                    <a:pt x="1318525" y="305273"/>
                  </a:lnTo>
                  <a:lnTo>
                    <a:pt x="1369707" y="317123"/>
                  </a:lnTo>
                  <a:lnTo>
                    <a:pt x="1418711" y="328469"/>
                  </a:lnTo>
                  <a:lnTo>
                    <a:pt x="1465714" y="339351"/>
                  </a:lnTo>
                  <a:lnTo>
                    <a:pt x="1510874" y="349807"/>
                  </a:lnTo>
                  <a:lnTo>
                    <a:pt x="1554328" y="359868"/>
                  </a:lnTo>
                  <a:lnTo>
                    <a:pt x="1596203" y="369563"/>
                  </a:lnTo>
                  <a:lnTo>
                    <a:pt x="1636608" y="378917"/>
                  </a:lnTo>
                  <a:lnTo>
                    <a:pt x="1675642" y="387955"/>
                  </a:lnTo>
                  <a:lnTo>
                    <a:pt x="1713397" y="396696"/>
                  </a:lnTo>
                  <a:lnTo>
                    <a:pt x="1749953" y="405160"/>
                  </a:lnTo>
                  <a:lnTo>
                    <a:pt x="1785384" y="413363"/>
                  </a:lnTo>
                  <a:lnTo>
                    <a:pt x="1819757" y="421321"/>
                  </a:lnTo>
                  <a:lnTo>
                    <a:pt x="1853134" y="429049"/>
                  </a:lnTo>
                  <a:lnTo>
                    <a:pt x="1885571" y="436559"/>
                  </a:lnTo>
                  <a:lnTo>
                    <a:pt x="1917118" y="443863"/>
                  </a:lnTo>
                  <a:lnTo>
                    <a:pt x="1947824" y="450972"/>
                  </a:lnTo>
                  <a:lnTo>
                    <a:pt x="1977733" y="457897"/>
                  </a:lnTo>
                  <a:lnTo>
                    <a:pt x="2006884" y="464646"/>
                  </a:lnTo>
                  <a:lnTo>
                    <a:pt x="2035316" y="471229"/>
                  </a:lnTo>
                  <a:lnTo>
                    <a:pt x="2063062" y="477653"/>
                  </a:lnTo>
                  <a:lnTo>
                    <a:pt x="2090156" y="483926"/>
                  </a:lnTo>
                  <a:lnTo>
                    <a:pt x="2116626" y="490054"/>
                  </a:lnTo>
                  <a:lnTo>
                    <a:pt x="2142502" y="496045"/>
                  </a:lnTo>
                  <a:lnTo>
                    <a:pt x="2167809" y="501904"/>
                  </a:lnTo>
                  <a:lnTo>
                    <a:pt x="2192571" y="507638"/>
                  </a:lnTo>
                  <a:lnTo>
                    <a:pt x="2216813" y="513250"/>
                  </a:lnTo>
                  <a:lnTo>
                    <a:pt x="2240554" y="518747"/>
                  </a:lnTo>
                  <a:lnTo>
                    <a:pt x="2263816" y="524133"/>
                  </a:lnTo>
                  <a:lnTo>
                    <a:pt x="2286617" y="529412"/>
                  </a:lnTo>
                  <a:lnTo>
                    <a:pt x="2308975" y="534588"/>
                  </a:lnTo>
                  <a:lnTo>
                    <a:pt x="2330908" y="539666"/>
                  </a:lnTo>
                  <a:lnTo>
                    <a:pt x="2352430" y="544649"/>
                  </a:lnTo>
                  <a:lnTo>
                    <a:pt x="2373558" y="549541"/>
                  </a:lnTo>
                  <a:lnTo>
                    <a:pt x="2394304" y="554344"/>
                  </a:lnTo>
                </a:path>
              </a:pathLst>
            </a:custGeom>
            <a:ln w="24391" cap="flat">
              <a:solidFill>
                <a:srgbClr val="F796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6"/>
            <p:cNvSpPr/>
            <p:nvPr/>
          </p:nvSpPr>
          <p:spPr>
            <a:xfrm>
              <a:off x="4361661" y="4044465"/>
              <a:ext cx="2394304" cy="251463"/>
            </a:xfrm>
            <a:custGeom>
              <a:avLst/>
              <a:pathLst>
                <a:path w="2394304" h="251463">
                  <a:moveTo>
                    <a:pt x="0" y="0"/>
                  </a:moveTo>
                  <a:lnTo>
                    <a:pt x="153750" y="16147"/>
                  </a:lnTo>
                  <a:lnTo>
                    <a:pt x="289367" y="30391"/>
                  </a:lnTo>
                  <a:lnTo>
                    <a:pt x="410681" y="43132"/>
                  </a:lnTo>
                  <a:lnTo>
                    <a:pt x="520423" y="54657"/>
                  </a:lnTo>
                  <a:lnTo>
                    <a:pt x="620609" y="65180"/>
                  </a:lnTo>
                  <a:lnTo>
                    <a:pt x="712772" y="74859"/>
                  </a:lnTo>
                  <a:lnTo>
                    <a:pt x="798101" y="83821"/>
                  </a:lnTo>
                  <a:lnTo>
                    <a:pt x="877541" y="92164"/>
                  </a:lnTo>
                  <a:lnTo>
                    <a:pt x="951851" y="99969"/>
                  </a:lnTo>
                  <a:lnTo>
                    <a:pt x="1021656" y="107300"/>
                  </a:lnTo>
                  <a:lnTo>
                    <a:pt x="1087469" y="114212"/>
                  </a:lnTo>
                  <a:lnTo>
                    <a:pt x="1149723" y="120750"/>
                  </a:lnTo>
                  <a:lnTo>
                    <a:pt x="1208783" y="126953"/>
                  </a:lnTo>
                  <a:lnTo>
                    <a:pt x="1264961" y="132853"/>
                  </a:lnTo>
                  <a:lnTo>
                    <a:pt x="1318525" y="138479"/>
                  </a:lnTo>
                  <a:lnTo>
                    <a:pt x="1369707" y="143854"/>
                  </a:lnTo>
                  <a:lnTo>
                    <a:pt x="1418711" y="149001"/>
                  </a:lnTo>
                  <a:lnTo>
                    <a:pt x="1465714" y="153937"/>
                  </a:lnTo>
                  <a:lnTo>
                    <a:pt x="1510874" y="158680"/>
                  </a:lnTo>
                  <a:lnTo>
                    <a:pt x="1554328" y="163244"/>
                  </a:lnTo>
                  <a:lnTo>
                    <a:pt x="1596203" y="167642"/>
                  </a:lnTo>
                  <a:lnTo>
                    <a:pt x="1636608" y="171886"/>
                  </a:lnTo>
                  <a:lnTo>
                    <a:pt x="1675642" y="175985"/>
                  </a:lnTo>
                  <a:lnTo>
                    <a:pt x="1713397" y="179951"/>
                  </a:lnTo>
                  <a:lnTo>
                    <a:pt x="1749953" y="183790"/>
                  </a:lnTo>
                  <a:lnTo>
                    <a:pt x="1785384" y="187511"/>
                  </a:lnTo>
                  <a:lnTo>
                    <a:pt x="1819757" y="191121"/>
                  </a:lnTo>
                  <a:lnTo>
                    <a:pt x="1853134" y="194627"/>
                  </a:lnTo>
                  <a:lnTo>
                    <a:pt x="1885571" y="198033"/>
                  </a:lnTo>
                  <a:lnTo>
                    <a:pt x="1917118" y="201346"/>
                  </a:lnTo>
                  <a:lnTo>
                    <a:pt x="1947824" y="204571"/>
                  </a:lnTo>
                  <a:lnTo>
                    <a:pt x="1977733" y="207713"/>
                  </a:lnTo>
                  <a:lnTo>
                    <a:pt x="2006884" y="210774"/>
                  </a:lnTo>
                  <a:lnTo>
                    <a:pt x="2035316" y="213760"/>
                  </a:lnTo>
                  <a:lnTo>
                    <a:pt x="2063062" y="216674"/>
                  </a:lnTo>
                  <a:lnTo>
                    <a:pt x="2090156" y="219520"/>
                  </a:lnTo>
                  <a:lnTo>
                    <a:pt x="2116626" y="222300"/>
                  </a:lnTo>
                  <a:lnTo>
                    <a:pt x="2142502" y="225018"/>
                  </a:lnTo>
                  <a:lnTo>
                    <a:pt x="2167809" y="227675"/>
                  </a:lnTo>
                  <a:lnTo>
                    <a:pt x="2192571" y="230276"/>
                  </a:lnTo>
                  <a:lnTo>
                    <a:pt x="2216813" y="232822"/>
                  </a:lnTo>
                  <a:lnTo>
                    <a:pt x="2240554" y="235316"/>
                  </a:lnTo>
                  <a:lnTo>
                    <a:pt x="2263816" y="237759"/>
                  </a:lnTo>
                  <a:lnTo>
                    <a:pt x="2286617" y="240153"/>
                  </a:lnTo>
                  <a:lnTo>
                    <a:pt x="2308975" y="242502"/>
                  </a:lnTo>
                  <a:lnTo>
                    <a:pt x="2330908" y="244805"/>
                  </a:lnTo>
                  <a:lnTo>
                    <a:pt x="2352430" y="247065"/>
                  </a:lnTo>
                  <a:lnTo>
                    <a:pt x="2373558" y="249284"/>
                  </a:lnTo>
                  <a:lnTo>
                    <a:pt x="2394304" y="251463"/>
                  </a:lnTo>
                </a:path>
              </a:pathLst>
            </a:custGeom>
            <a:ln w="24391" cap="flat">
              <a:solidFill>
                <a:srgbClr val="5F738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8" name="pl387"/>
            <p:cNvSpPr/>
            <p:nvPr/>
          </p:nvSpPr>
          <p:spPr>
            <a:xfrm>
              <a:off x="4361661" y="4006848"/>
              <a:ext cx="2394304" cy="79347"/>
            </a:xfrm>
            <a:custGeom>
              <a:avLst/>
              <a:pathLst>
                <a:path w="2394304" h="79347">
                  <a:moveTo>
                    <a:pt x="0" y="0"/>
                  </a:moveTo>
                  <a:lnTo>
                    <a:pt x="153750" y="5095"/>
                  </a:lnTo>
                  <a:lnTo>
                    <a:pt x="289367" y="9589"/>
                  </a:lnTo>
                  <a:lnTo>
                    <a:pt x="410681" y="13610"/>
                  </a:lnTo>
                  <a:lnTo>
                    <a:pt x="520423" y="17246"/>
                  </a:lnTo>
                  <a:lnTo>
                    <a:pt x="620609" y="20567"/>
                  </a:lnTo>
                  <a:lnTo>
                    <a:pt x="712772" y="23621"/>
                  </a:lnTo>
                  <a:lnTo>
                    <a:pt x="798101" y="26449"/>
                  </a:lnTo>
                  <a:lnTo>
                    <a:pt x="877541" y="29081"/>
                  </a:lnTo>
                  <a:lnTo>
                    <a:pt x="951851" y="31544"/>
                  </a:lnTo>
                  <a:lnTo>
                    <a:pt x="1021656" y="33857"/>
                  </a:lnTo>
                  <a:lnTo>
                    <a:pt x="1087469" y="36038"/>
                  </a:lnTo>
                  <a:lnTo>
                    <a:pt x="1149723" y="38102"/>
                  </a:lnTo>
                  <a:lnTo>
                    <a:pt x="1208783" y="40059"/>
                  </a:lnTo>
                  <a:lnTo>
                    <a:pt x="1264961" y="41921"/>
                  </a:lnTo>
                  <a:lnTo>
                    <a:pt x="1318525" y="43696"/>
                  </a:lnTo>
                  <a:lnTo>
                    <a:pt x="1369707" y="45392"/>
                  </a:lnTo>
                  <a:lnTo>
                    <a:pt x="1418711" y="47016"/>
                  </a:lnTo>
                  <a:lnTo>
                    <a:pt x="1465714" y="48574"/>
                  </a:lnTo>
                  <a:lnTo>
                    <a:pt x="1510874" y="50070"/>
                  </a:lnTo>
                  <a:lnTo>
                    <a:pt x="1554328" y="51510"/>
                  </a:lnTo>
                  <a:lnTo>
                    <a:pt x="1596203" y="52898"/>
                  </a:lnTo>
                  <a:lnTo>
                    <a:pt x="1636608" y="54237"/>
                  </a:lnTo>
                  <a:lnTo>
                    <a:pt x="1675642" y="55531"/>
                  </a:lnTo>
                  <a:lnTo>
                    <a:pt x="1713397" y="56782"/>
                  </a:lnTo>
                  <a:lnTo>
                    <a:pt x="1749953" y="57993"/>
                  </a:lnTo>
                  <a:lnTo>
                    <a:pt x="1785384" y="59168"/>
                  </a:lnTo>
                  <a:lnTo>
                    <a:pt x="1819757" y="60307"/>
                  </a:lnTo>
                  <a:lnTo>
                    <a:pt x="1853134" y="61413"/>
                  </a:lnTo>
                  <a:lnTo>
                    <a:pt x="1885571" y="62488"/>
                  </a:lnTo>
                  <a:lnTo>
                    <a:pt x="1917118" y="63533"/>
                  </a:lnTo>
                  <a:lnTo>
                    <a:pt x="1947824" y="64551"/>
                  </a:lnTo>
                  <a:lnTo>
                    <a:pt x="1977733" y="65542"/>
                  </a:lnTo>
                  <a:lnTo>
                    <a:pt x="2006884" y="66508"/>
                  </a:lnTo>
                  <a:lnTo>
                    <a:pt x="2035316" y="67450"/>
                  </a:lnTo>
                  <a:lnTo>
                    <a:pt x="2063062" y="68370"/>
                  </a:lnTo>
                  <a:lnTo>
                    <a:pt x="2090156" y="69268"/>
                  </a:lnTo>
                  <a:lnTo>
                    <a:pt x="2116626" y="70145"/>
                  </a:lnTo>
                  <a:lnTo>
                    <a:pt x="2142502" y="71002"/>
                  </a:lnTo>
                  <a:lnTo>
                    <a:pt x="2167809" y="71841"/>
                  </a:lnTo>
                  <a:lnTo>
                    <a:pt x="2192571" y="72662"/>
                  </a:lnTo>
                  <a:lnTo>
                    <a:pt x="2216813" y="73465"/>
                  </a:lnTo>
                  <a:lnTo>
                    <a:pt x="2240554" y="74252"/>
                  </a:lnTo>
                  <a:lnTo>
                    <a:pt x="2263816" y="75023"/>
                  </a:lnTo>
                  <a:lnTo>
                    <a:pt x="2286617" y="75778"/>
                  </a:lnTo>
                  <a:lnTo>
                    <a:pt x="2308975" y="76519"/>
                  </a:lnTo>
                  <a:lnTo>
                    <a:pt x="2330908" y="77246"/>
                  </a:lnTo>
                  <a:lnTo>
                    <a:pt x="2352430" y="77960"/>
                  </a:lnTo>
                  <a:lnTo>
                    <a:pt x="2373558" y="78660"/>
                  </a:lnTo>
                  <a:lnTo>
                    <a:pt x="2394304" y="79347"/>
                  </a:lnTo>
                </a:path>
              </a:pathLst>
            </a:custGeom>
            <a:ln w="24391" cap="flat">
              <a:solidFill>
                <a:srgbClr val="FF999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9" name="pl388"/>
            <p:cNvSpPr/>
            <p:nvPr/>
          </p:nvSpPr>
          <p:spPr>
            <a:xfrm>
              <a:off x="4361661" y="3928851"/>
              <a:ext cx="2394304" cy="75696"/>
            </a:xfrm>
            <a:custGeom>
              <a:avLst/>
              <a:pathLst>
                <a:path w="2394304" h="75696">
                  <a:moveTo>
                    <a:pt x="0" y="75696"/>
                  </a:moveTo>
                  <a:lnTo>
                    <a:pt x="153750" y="70835"/>
                  </a:lnTo>
                  <a:lnTo>
                    <a:pt x="289367" y="66548"/>
                  </a:lnTo>
                  <a:lnTo>
                    <a:pt x="410681" y="62712"/>
                  </a:lnTo>
                  <a:lnTo>
                    <a:pt x="520423" y="59243"/>
                  </a:lnTo>
                  <a:lnTo>
                    <a:pt x="620609" y="56075"/>
                  </a:lnTo>
                  <a:lnTo>
                    <a:pt x="712772" y="53162"/>
                  </a:lnTo>
                  <a:lnTo>
                    <a:pt x="798101" y="50464"/>
                  </a:lnTo>
                  <a:lnTo>
                    <a:pt x="877541" y="47952"/>
                  </a:lnTo>
                  <a:lnTo>
                    <a:pt x="951851" y="45603"/>
                  </a:lnTo>
                  <a:lnTo>
                    <a:pt x="1021656" y="43396"/>
                  </a:lnTo>
                  <a:lnTo>
                    <a:pt x="1087469" y="41315"/>
                  </a:lnTo>
                  <a:lnTo>
                    <a:pt x="1149723" y="39347"/>
                  </a:lnTo>
                  <a:lnTo>
                    <a:pt x="1208783" y="37480"/>
                  </a:lnTo>
                  <a:lnTo>
                    <a:pt x="1264961" y="35704"/>
                  </a:lnTo>
                  <a:lnTo>
                    <a:pt x="1318525" y="34011"/>
                  </a:lnTo>
                  <a:lnTo>
                    <a:pt x="1369707" y="32392"/>
                  </a:lnTo>
                  <a:lnTo>
                    <a:pt x="1418711" y="30843"/>
                  </a:lnTo>
                  <a:lnTo>
                    <a:pt x="1465714" y="29357"/>
                  </a:lnTo>
                  <a:lnTo>
                    <a:pt x="1510874" y="27929"/>
                  </a:lnTo>
                  <a:lnTo>
                    <a:pt x="1554328" y="26556"/>
                  </a:lnTo>
                  <a:lnTo>
                    <a:pt x="1596203" y="25232"/>
                  </a:lnTo>
                  <a:lnTo>
                    <a:pt x="1636608" y="23954"/>
                  </a:lnTo>
                  <a:lnTo>
                    <a:pt x="1675642" y="22720"/>
                  </a:lnTo>
                  <a:lnTo>
                    <a:pt x="1713397" y="21527"/>
                  </a:lnTo>
                  <a:lnTo>
                    <a:pt x="1749953" y="20371"/>
                  </a:lnTo>
                  <a:lnTo>
                    <a:pt x="1785384" y="19251"/>
                  </a:lnTo>
                  <a:lnTo>
                    <a:pt x="1819757" y="18164"/>
                  </a:lnTo>
                  <a:lnTo>
                    <a:pt x="1853134" y="17109"/>
                  </a:lnTo>
                  <a:lnTo>
                    <a:pt x="1885571" y="16083"/>
                  </a:lnTo>
                  <a:lnTo>
                    <a:pt x="1917118" y="15086"/>
                  </a:lnTo>
                  <a:lnTo>
                    <a:pt x="1947824" y="14115"/>
                  </a:lnTo>
                  <a:lnTo>
                    <a:pt x="1977733" y="13170"/>
                  </a:lnTo>
                  <a:lnTo>
                    <a:pt x="2006884" y="12248"/>
                  </a:lnTo>
                  <a:lnTo>
                    <a:pt x="2035316" y="11349"/>
                  </a:lnTo>
                  <a:lnTo>
                    <a:pt x="2063062" y="10472"/>
                  </a:lnTo>
                  <a:lnTo>
                    <a:pt x="2090156" y="9615"/>
                  </a:lnTo>
                  <a:lnTo>
                    <a:pt x="2116626" y="8778"/>
                  </a:lnTo>
                  <a:lnTo>
                    <a:pt x="2142502" y="7960"/>
                  </a:lnTo>
                  <a:lnTo>
                    <a:pt x="2167809" y="7160"/>
                  </a:lnTo>
                  <a:lnTo>
                    <a:pt x="2192571" y="6377"/>
                  </a:lnTo>
                  <a:lnTo>
                    <a:pt x="2216813" y="5611"/>
                  </a:lnTo>
                  <a:lnTo>
                    <a:pt x="2240554" y="4860"/>
                  </a:lnTo>
                  <a:lnTo>
                    <a:pt x="2263816" y="4125"/>
                  </a:lnTo>
                  <a:lnTo>
                    <a:pt x="2286617" y="3404"/>
                  </a:lnTo>
                  <a:lnTo>
                    <a:pt x="2308975" y="2697"/>
                  </a:lnTo>
                  <a:lnTo>
                    <a:pt x="2330908" y="2004"/>
                  </a:lnTo>
                  <a:lnTo>
                    <a:pt x="2352430" y="1323"/>
                  </a:lnTo>
                  <a:lnTo>
                    <a:pt x="2373558" y="655"/>
                  </a:lnTo>
                  <a:lnTo>
                    <a:pt x="2394304" y="0"/>
                  </a:lnTo>
                </a:path>
              </a:pathLst>
            </a:custGeom>
            <a:ln w="24391" cap="flat">
              <a:solidFill>
                <a:srgbClr val="66B3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0" name="rc389"/>
            <p:cNvSpPr/>
            <p:nvPr/>
          </p:nvSpPr>
          <p:spPr>
            <a:xfrm>
              <a:off x="4186450" y="2986509"/>
              <a:ext cx="2746729" cy="153873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391" name="pl390"/>
            <p:cNvSpPr/>
            <p:nvPr/>
          </p:nvSpPr>
          <p:spPr>
            <a:xfrm>
              <a:off x="4186450" y="2986509"/>
              <a:ext cx="0" cy="1538730"/>
            </a:xfrm>
            <a:custGeom>
              <a:avLst/>
              <a:pathLst>
                <a:path w="0" h="1538730">
                  <a:moveTo>
                    <a:pt x="0" y="153873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l391"/>
            <p:cNvSpPr/>
            <p:nvPr/>
          </p:nvSpPr>
          <p:spPr>
            <a:xfrm>
              <a:off x="4157982" y="432438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l392"/>
            <p:cNvSpPr/>
            <p:nvPr/>
          </p:nvSpPr>
          <p:spPr>
            <a:xfrm>
              <a:off x="4157982" y="4038575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l393"/>
            <p:cNvSpPr/>
            <p:nvPr/>
          </p:nvSpPr>
          <p:spPr>
            <a:xfrm>
              <a:off x="4157982" y="3752767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l394"/>
            <p:cNvSpPr/>
            <p:nvPr/>
          </p:nvSpPr>
          <p:spPr>
            <a:xfrm>
              <a:off x="4157982" y="3466958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l395"/>
            <p:cNvSpPr/>
            <p:nvPr/>
          </p:nvSpPr>
          <p:spPr>
            <a:xfrm>
              <a:off x="4157982" y="3181150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l396"/>
            <p:cNvSpPr/>
            <p:nvPr/>
          </p:nvSpPr>
          <p:spPr>
            <a:xfrm>
              <a:off x="4186450" y="4525240"/>
              <a:ext cx="2746729" cy="0"/>
            </a:xfrm>
            <a:custGeom>
              <a:avLst/>
              <a:pathLst>
                <a:path w="2746729" h="0">
                  <a:moveTo>
                    <a:pt x="0" y="0"/>
                  </a:moveTo>
                  <a:lnTo>
                    <a:pt x="2746729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l397"/>
            <p:cNvSpPr/>
            <p:nvPr/>
          </p:nvSpPr>
          <p:spPr>
            <a:xfrm>
              <a:off x="4361661" y="452524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l398"/>
            <p:cNvSpPr/>
            <p:nvPr/>
          </p:nvSpPr>
          <p:spPr>
            <a:xfrm>
              <a:off x="5159763" y="452524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l399"/>
            <p:cNvSpPr/>
            <p:nvPr/>
          </p:nvSpPr>
          <p:spPr>
            <a:xfrm>
              <a:off x="5957864" y="452524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l400"/>
            <p:cNvSpPr/>
            <p:nvPr/>
          </p:nvSpPr>
          <p:spPr>
            <a:xfrm>
              <a:off x="6755966" y="452524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tx401"/>
            <p:cNvSpPr/>
            <p:nvPr/>
          </p:nvSpPr>
          <p:spPr>
            <a:xfrm>
              <a:off x="4186450" y="2809969"/>
              <a:ext cx="889254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(d) Below_PC1</a:t>
              </a:r>
            </a:p>
          </p:txBody>
        </p:sp>
        <p:sp>
          <p:nvSpPr>
            <p:cNvPr id="403" name="rc402"/>
            <p:cNvSpPr/>
            <p:nvPr/>
          </p:nvSpPr>
          <p:spPr>
            <a:xfrm>
              <a:off x="1310032" y="4806163"/>
              <a:ext cx="2746729" cy="15387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4" name="pt403"/>
            <p:cNvSpPr/>
            <p:nvPr/>
          </p:nvSpPr>
          <p:spPr>
            <a:xfrm>
              <a:off x="1414456" y="5772871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05" name="pt404"/>
            <p:cNvSpPr/>
            <p:nvPr/>
          </p:nvSpPr>
          <p:spPr>
            <a:xfrm>
              <a:off x="1450205" y="5627262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06" name="pt405"/>
            <p:cNvSpPr/>
            <p:nvPr/>
          </p:nvSpPr>
          <p:spPr>
            <a:xfrm>
              <a:off x="1406811" y="5717827"/>
              <a:ext cx="56145" cy="5614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07" name="pt406"/>
            <p:cNvSpPr/>
            <p:nvPr/>
          </p:nvSpPr>
          <p:spPr>
            <a:xfrm>
              <a:off x="1483677" y="5919068"/>
              <a:ext cx="56145" cy="5614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08" name="pt407"/>
            <p:cNvSpPr/>
            <p:nvPr/>
          </p:nvSpPr>
          <p:spPr>
            <a:xfrm>
              <a:off x="1447677" y="6098134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09" name="pt408"/>
            <p:cNvSpPr/>
            <p:nvPr/>
          </p:nvSpPr>
          <p:spPr>
            <a:xfrm>
              <a:off x="1496519" y="5741191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10" name="pt409"/>
            <p:cNvSpPr/>
            <p:nvPr/>
          </p:nvSpPr>
          <p:spPr>
            <a:xfrm>
              <a:off x="1428895" y="5883637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11" name="pt410"/>
            <p:cNvSpPr/>
            <p:nvPr/>
          </p:nvSpPr>
          <p:spPr>
            <a:xfrm>
              <a:off x="1487707" y="5927118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12" name="pt411"/>
            <p:cNvSpPr/>
            <p:nvPr/>
          </p:nvSpPr>
          <p:spPr>
            <a:xfrm>
              <a:off x="1491873" y="6033854"/>
              <a:ext cx="56145" cy="5614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13" name="pt412"/>
            <p:cNvSpPr/>
            <p:nvPr/>
          </p:nvSpPr>
          <p:spPr>
            <a:xfrm>
              <a:off x="1408507" y="5694602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14" name="pt413"/>
            <p:cNvSpPr/>
            <p:nvPr/>
          </p:nvSpPr>
          <p:spPr>
            <a:xfrm>
              <a:off x="2286231" y="5898881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15" name="pt414"/>
            <p:cNvSpPr/>
            <p:nvPr/>
          </p:nvSpPr>
          <p:spPr>
            <a:xfrm>
              <a:off x="2200396" y="5090289"/>
              <a:ext cx="56145" cy="5614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16" name="pt415"/>
            <p:cNvSpPr/>
            <p:nvPr/>
          </p:nvSpPr>
          <p:spPr>
            <a:xfrm>
              <a:off x="2222480" y="5260301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17" name="pt416"/>
            <p:cNvSpPr/>
            <p:nvPr/>
          </p:nvSpPr>
          <p:spPr>
            <a:xfrm>
              <a:off x="2306411" y="5524272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18" name="pt417"/>
            <p:cNvSpPr/>
            <p:nvPr/>
          </p:nvSpPr>
          <p:spPr>
            <a:xfrm>
              <a:off x="2268982" y="5675426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19" name="pt418"/>
            <p:cNvSpPr/>
            <p:nvPr/>
          </p:nvSpPr>
          <p:spPr>
            <a:xfrm>
              <a:off x="2271116" y="6246879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20" name="pt419"/>
            <p:cNvSpPr/>
            <p:nvPr/>
          </p:nvSpPr>
          <p:spPr>
            <a:xfrm>
              <a:off x="2236181" y="5947533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21" name="pt420"/>
            <p:cNvSpPr/>
            <p:nvPr/>
          </p:nvSpPr>
          <p:spPr>
            <a:xfrm>
              <a:off x="2200035" y="5472068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22" name="pt421"/>
            <p:cNvSpPr/>
            <p:nvPr/>
          </p:nvSpPr>
          <p:spPr>
            <a:xfrm>
              <a:off x="2243056" y="4941480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23" name="pt422"/>
            <p:cNvSpPr/>
            <p:nvPr/>
          </p:nvSpPr>
          <p:spPr>
            <a:xfrm>
              <a:off x="2253674" y="4848033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24" name="pt423"/>
            <p:cNvSpPr/>
            <p:nvPr/>
          </p:nvSpPr>
          <p:spPr>
            <a:xfrm>
              <a:off x="2226054" y="5767732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25" name="pt424"/>
            <p:cNvSpPr/>
            <p:nvPr/>
          </p:nvSpPr>
          <p:spPr>
            <a:xfrm>
              <a:off x="2278288" y="5451673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26" name="pt425"/>
            <p:cNvSpPr/>
            <p:nvPr/>
          </p:nvSpPr>
          <p:spPr>
            <a:xfrm>
              <a:off x="2261455" y="5225873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27" name="pt426"/>
            <p:cNvSpPr/>
            <p:nvPr/>
          </p:nvSpPr>
          <p:spPr>
            <a:xfrm>
              <a:off x="2301297" y="5379960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28" name="pt427"/>
            <p:cNvSpPr/>
            <p:nvPr/>
          </p:nvSpPr>
          <p:spPr>
            <a:xfrm>
              <a:off x="2218537" y="5939152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29" name="pt428"/>
            <p:cNvSpPr/>
            <p:nvPr/>
          </p:nvSpPr>
          <p:spPr>
            <a:xfrm>
              <a:off x="2267286" y="5876385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30" name="pt429"/>
            <p:cNvSpPr/>
            <p:nvPr/>
          </p:nvSpPr>
          <p:spPr>
            <a:xfrm>
              <a:off x="2261077" y="5280000"/>
              <a:ext cx="56145" cy="5614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31" name="pt430"/>
            <p:cNvSpPr/>
            <p:nvPr/>
          </p:nvSpPr>
          <p:spPr>
            <a:xfrm>
              <a:off x="2206061" y="5330805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32" name="pt431"/>
            <p:cNvSpPr/>
            <p:nvPr/>
          </p:nvSpPr>
          <p:spPr>
            <a:xfrm>
              <a:off x="3005473" y="5988514"/>
              <a:ext cx="56145" cy="5614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33" name="pt432"/>
            <p:cNvSpPr/>
            <p:nvPr/>
          </p:nvSpPr>
          <p:spPr>
            <a:xfrm>
              <a:off x="3043723" y="5650036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34" name="pt433"/>
            <p:cNvSpPr/>
            <p:nvPr/>
          </p:nvSpPr>
          <p:spPr>
            <a:xfrm>
              <a:off x="3039583" y="5779839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35" name="pt434"/>
            <p:cNvSpPr/>
            <p:nvPr/>
          </p:nvSpPr>
          <p:spPr>
            <a:xfrm>
              <a:off x="3019910" y="6065593"/>
              <a:ext cx="56145" cy="5614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36" name="pt435"/>
            <p:cNvSpPr/>
            <p:nvPr/>
          </p:nvSpPr>
          <p:spPr>
            <a:xfrm>
              <a:off x="3105800" y="5622535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37" name="pt436"/>
            <p:cNvSpPr/>
            <p:nvPr/>
          </p:nvSpPr>
          <p:spPr>
            <a:xfrm>
              <a:off x="3019837" y="5939025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38" name="pt437"/>
            <p:cNvSpPr/>
            <p:nvPr/>
          </p:nvSpPr>
          <p:spPr>
            <a:xfrm>
              <a:off x="3082700" y="5006769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39" name="pt438"/>
            <p:cNvSpPr/>
            <p:nvPr/>
          </p:nvSpPr>
          <p:spPr>
            <a:xfrm>
              <a:off x="3043932" y="5856680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40" name="pt439"/>
            <p:cNvSpPr/>
            <p:nvPr/>
          </p:nvSpPr>
          <p:spPr>
            <a:xfrm>
              <a:off x="3094723" y="5508151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41" name="pt440"/>
            <p:cNvSpPr/>
            <p:nvPr/>
          </p:nvSpPr>
          <p:spPr>
            <a:xfrm>
              <a:off x="3000436" y="5296877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42" name="pt441"/>
            <p:cNvSpPr/>
            <p:nvPr/>
          </p:nvSpPr>
          <p:spPr>
            <a:xfrm>
              <a:off x="3078200" y="4908898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43" name="pt442"/>
            <p:cNvSpPr/>
            <p:nvPr/>
          </p:nvSpPr>
          <p:spPr>
            <a:xfrm>
              <a:off x="3043460" y="5158018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44" name="pt443"/>
            <p:cNvSpPr/>
            <p:nvPr/>
          </p:nvSpPr>
          <p:spPr>
            <a:xfrm>
              <a:off x="3042502" y="5882375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45" name="pt444"/>
            <p:cNvSpPr/>
            <p:nvPr/>
          </p:nvSpPr>
          <p:spPr>
            <a:xfrm>
              <a:off x="3084768" y="5432272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46" name="pt445"/>
            <p:cNvSpPr/>
            <p:nvPr/>
          </p:nvSpPr>
          <p:spPr>
            <a:xfrm>
              <a:off x="3040921" y="5585142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47" name="pt446"/>
            <p:cNvSpPr/>
            <p:nvPr/>
          </p:nvSpPr>
          <p:spPr>
            <a:xfrm>
              <a:off x="3037785" y="5380101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48" name="pt447"/>
            <p:cNvSpPr/>
            <p:nvPr/>
          </p:nvSpPr>
          <p:spPr>
            <a:xfrm>
              <a:off x="3019178" y="5851565"/>
              <a:ext cx="56145" cy="5614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49" name="pt448"/>
            <p:cNvSpPr/>
            <p:nvPr/>
          </p:nvSpPr>
          <p:spPr>
            <a:xfrm>
              <a:off x="3039798" y="5423189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50" name="pt449"/>
            <p:cNvSpPr/>
            <p:nvPr/>
          </p:nvSpPr>
          <p:spPr>
            <a:xfrm>
              <a:off x="3103983" y="5812152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51" name="pt450"/>
            <p:cNvSpPr/>
            <p:nvPr/>
          </p:nvSpPr>
          <p:spPr>
            <a:xfrm>
              <a:off x="3014883" y="5764670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52" name="pt451"/>
            <p:cNvSpPr/>
            <p:nvPr/>
          </p:nvSpPr>
          <p:spPr>
            <a:xfrm>
              <a:off x="3901369" y="5826801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53" name="pt452"/>
            <p:cNvSpPr/>
            <p:nvPr/>
          </p:nvSpPr>
          <p:spPr>
            <a:xfrm>
              <a:off x="3840533" y="5767348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54" name="pt453"/>
            <p:cNvSpPr/>
            <p:nvPr/>
          </p:nvSpPr>
          <p:spPr>
            <a:xfrm>
              <a:off x="3898431" y="5973001"/>
              <a:ext cx="56145" cy="5614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55" name="pt454"/>
            <p:cNvSpPr/>
            <p:nvPr/>
          </p:nvSpPr>
          <p:spPr>
            <a:xfrm>
              <a:off x="3812368" y="5481063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56" name="pt455"/>
            <p:cNvSpPr/>
            <p:nvPr/>
          </p:nvSpPr>
          <p:spPr>
            <a:xfrm>
              <a:off x="3899240" y="5548173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57" name="pt456"/>
            <p:cNvSpPr/>
            <p:nvPr/>
          </p:nvSpPr>
          <p:spPr>
            <a:xfrm>
              <a:off x="3872703" y="4947267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58" name="pt457"/>
            <p:cNvSpPr/>
            <p:nvPr/>
          </p:nvSpPr>
          <p:spPr>
            <a:xfrm>
              <a:off x="3883298" y="5522103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59" name="pt458"/>
            <p:cNvSpPr/>
            <p:nvPr/>
          </p:nvSpPr>
          <p:spPr>
            <a:xfrm>
              <a:off x="3903837" y="5761628"/>
              <a:ext cx="56145" cy="5614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60" name="pt459"/>
            <p:cNvSpPr/>
            <p:nvPr/>
          </p:nvSpPr>
          <p:spPr>
            <a:xfrm>
              <a:off x="3835325" y="5538420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61" name="pt460"/>
            <p:cNvSpPr/>
            <p:nvPr/>
          </p:nvSpPr>
          <p:spPr>
            <a:xfrm>
              <a:off x="3882985" y="5410095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62" name="pt461"/>
            <p:cNvSpPr/>
            <p:nvPr/>
          </p:nvSpPr>
          <p:spPr>
            <a:xfrm>
              <a:off x="3832284" y="5341595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63" name="pt462"/>
            <p:cNvSpPr/>
            <p:nvPr/>
          </p:nvSpPr>
          <p:spPr>
            <a:xfrm>
              <a:off x="3807342" y="5183638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64" name="pt463"/>
            <p:cNvSpPr/>
            <p:nvPr/>
          </p:nvSpPr>
          <p:spPr>
            <a:xfrm>
              <a:off x="3867606" y="5711140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65" name="pt464"/>
            <p:cNvSpPr/>
            <p:nvPr/>
          </p:nvSpPr>
          <p:spPr>
            <a:xfrm>
              <a:off x="3813166" y="5072268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66" name="pt465"/>
            <p:cNvSpPr/>
            <p:nvPr/>
          </p:nvSpPr>
          <p:spPr>
            <a:xfrm>
              <a:off x="3794517" y="6046536"/>
              <a:ext cx="56145" cy="5614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67" name="pt466"/>
            <p:cNvSpPr/>
            <p:nvPr/>
          </p:nvSpPr>
          <p:spPr>
            <a:xfrm>
              <a:off x="3816680" y="5882248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68" name="pt467"/>
            <p:cNvSpPr/>
            <p:nvPr/>
          </p:nvSpPr>
          <p:spPr>
            <a:xfrm>
              <a:off x="3855690" y="5686409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69" name="pt468"/>
            <p:cNvSpPr/>
            <p:nvPr/>
          </p:nvSpPr>
          <p:spPr>
            <a:xfrm>
              <a:off x="3795112" y="5791044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70" name="pt469"/>
            <p:cNvSpPr/>
            <p:nvPr/>
          </p:nvSpPr>
          <p:spPr>
            <a:xfrm>
              <a:off x="3843753" y="5639317"/>
              <a:ext cx="56145" cy="5614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71" name="pt470"/>
            <p:cNvSpPr/>
            <p:nvPr/>
          </p:nvSpPr>
          <p:spPr>
            <a:xfrm>
              <a:off x="3849027" y="5840212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72" name="pt471"/>
            <p:cNvSpPr/>
            <p:nvPr/>
          </p:nvSpPr>
          <p:spPr>
            <a:xfrm>
              <a:off x="3800842" y="5607873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73" name="pt472"/>
            <p:cNvSpPr/>
            <p:nvPr/>
          </p:nvSpPr>
          <p:spPr>
            <a:xfrm>
              <a:off x="3861408" y="5520492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74" name="pt473"/>
            <p:cNvSpPr/>
            <p:nvPr/>
          </p:nvSpPr>
          <p:spPr>
            <a:xfrm>
              <a:off x="3814047" y="5529597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75" name="pt474"/>
            <p:cNvSpPr/>
            <p:nvPr/>
          </p:nvSpPr>
          <p:spPr>
            <a:xfrm>
              <a:off x="3895931" y="5603357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76" name="pl475"/>
            <p:cNvSpPr/>
            <p:nvPr/>
          </p:nvSpPr>
          <p:spPr>
            <a:xfrm>
              <a:off x="1486378" y="5668355"/>
              <a:ext cx="2388698" cy="64452"/>
            </a:xfrm>
            <a:custGeom>
              <a:avLst/>
              <a:pathLst>
                <a:path w="2388698" h="64452">
                  <a:moveTo>
                    <a:pt x="0" y="64452"/>
                  </a:moveTo>
                  <a:lnTo>
                    <a:pt x="153390" y="60313"/>
                  </a:lnTo>
                  <a:lnTo>
                    <a:pt x="288690" y="56662"/>
                  </a:lnTo>
                  <a:lnTo>
                    <a:pt x="409720" y="53397"/>
                  </a:lnTo>
                  <a:lnTo>
                    <a:pt x="519204" y="50443"/>
                  </a:lnTo>
                  <a:lnTo>
                    <a:pt x="619156" y="47746"/>
                  </a:lnTo>
                  <a:lnTo>
                    <a:pt x="711103" y="45265"/>
                  </a:lnTo>
                  <a:lnTo>
                    <a:pt x="796232" y="42968"/>
                  </a:lnTo>
                  <a:lnTo>
                    <a:pt x="875486" y="40829"/>
                  </a:lnTo>
                  <a:lnTo>
                    <a:pt x="949623" y="38829"/>
                  </a:lnTo>
                  <a:lnTo>
                    <a:pt x="1019263" y="36950"/>
                  </a:lnTo>
                  <a:lnTo>
                    <a:pt x="1084923" y="35178"/>
                  </a:lnTo>
                  <a:lnTo>
                    <a:pt x="1147031" y="33502"/>
                  </a:lnTo>
                  <a:lnTo>
                    <a:pt x="1205952" y="31913"/>
                  </a:lnTo>
                  <a:lnTo>
                    <a:pt x="1261999" y="30400"/>
                  </a:lnTo>
                  <a:lnTo>
                    <a:pt x="1315437" y="28958"/>
                  </a:lnTo>
                  <a:lnTo>
                    <a:pt x="1366500" y="27581"/>
                  </a:lnTo>
                  <a:lnTo>
                    <a:pt x="1415389" y="26262"/>
                  </a:lnTo>
                  <a:lnTo>
                    <a:pt x="1462282" y="24996"/>
                  </a:lnTo>
                  <a:lnTo>
                    <a:pt x="1507336" y="23781"/>
                  </a:lnTo>
                  <a:lnTo>
                    <a:pt x="1550689" y="22611"/>
                  </a:lnTo>
                  <a:lnTo>
                    <a:pt x="1592465" y="21484"/>
                  </a:lnTo>
                  <a:lnTo>
                    <a:pt x="1632775" y="20396"/>
                  </a:lnTo>
                  <a:lnTo>
                    <a:pt x="1671719" y="19345"/>
                  </a:lnTo>
                  <a:lnTo>
                    <a:pt x="1709385" y="18329"/>
                  </a:lnTo>
                  <a:lnTo>
                    <a:pt x="1745855" y="17345"/>
                  </a:lnTo>
                  <a:lnTo>
                    <a:pt x="1781204" y="16391"/>
                  </a:lnTo>
                  <a:lnTo>
                    <a:pt x="1815496" y="15466"/>
                  </a:lnTo>
                  <a:lnTo>
                    <a:pt x="1848795" y="14567"/>
                  </a:lnTo>
                  <a:lnTo>
                    <a:pt x="1881155" y="13694"/>
                  </a:lnTo>
                  <a:lnTo>
                    <a:pt x="1912629" y="12845"/>
                  </a:lnTo>
                  <a:lnTo>
                    <a:pt x="1943263" y="12018"/>
                  </a:lnTo>
                  <a:lnTo>
                    <a:pt x="1973102" y="11213"/>
                  </a:lnTo>
                  <a:lnTo>
                    <a:pt x="2002185" y="10428"/>
                  </a:lnTo>
                  <a:lnTo>
                    <a:pt x="2030550" y="9663"/>
                  </a:lnTo>
                  <a:lnTo>
                    <a:pt x="2058231" y="8916"/>
                  </a:lnTo>
                  <a:lnTo>
                    <a:pt x="2085261" y="8187"/>
                  </a:lnTo>
                  <a:lnTo>
                    <a:pt x="2111670" y="7474"/>
                  </a:lnTo>
                  <a:lnTo>
                    <a:pt x="2137485" y="6778"/>
                  </a:lnTo>
                  <a:lnTo>
                    <a:pt x="2162733" y="6097"/>
                  </a:lnTo>
                  <a:lnTo>
                    <a:pt x="2187437" y="5430"/>
                  </a:lnTo>
                  <a:lnTo>
                    <a:pt x="2211622" y="4777"/>
                  </a:lnTo>
                  <a:lnTo>
                    <a:pt x="2235308" y="4138"/>
                  </a:lnTo>
                  <a:lnTo>
                    <a:pt x="2258515" y="3512"/>
                  </a:lnTo>
                  <a:lnTo>
                    <a:pt x="2281263" y="2898"/>
                  </a:lnTo>
                  <a:lnTo>
                    <a:pt x="2303569" y="2296"/>
                  </a:lnTo>
                  <a:lnTo>
                    <a:pt x="2325450" y="1706"/>
                  </a:lnTo>
                  <a:lnTo>
                    <a:pt x="2346922" y="1127"/>
                  </a:lnTo>
                  <a:lnTo>
                    <a:pt x="2368000" y="558"/>
                  </a:lnTo>
                  <a:lnTo>
                    <a:pt x="2388698" y="0"/>
                  </a:lnTo>
                </a:path>
              </a:pathLst>
            </a:custGeom>
            <a:ln w="24391" cap="flat">
              <a:solidFill>
                <a:srgbClr val="5DC1A2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77" name="pl476"/>
            <p:cNvSpPr/>
            <p:nvPr/>
          </p:nvSpPr>
          <p:spPr>
            <a:xfrm>
              <a:off x="1486378" y="5688927"/>
              <a:ext cx="2388698" cy="246476"/>
            </a:xfrm>
            <a:custGeom>
              <a:avLst/>
              <a:pathLst>
                <a:path w="2388698" h="246476">
                  <a:moveTo>
                    <a:pt x="0" y="246476"/>
                  </a:moveTo>
                  <a:lnTo>
                    <a:pt x="153390" y="230648"/>
                  </a:lnTo>
                  <a:lnTo>
                    <a:pt x="288690" y="216687"/>
                  </a:lnTo>
                  <a:lnTo>
                    <a:pt x="409720" y="204199"/>
                  </a:lnTo>
                  <a:lnTo>
                    <a:pt x="519204" y="192902"/>
                  </a:lnTo>
                  <a:lnTo>
                    <a:pt x="619156" y="182588"/>
                  </a:lnTo>
                  <a:lnTo>
                    <a:pt x="711103" y="173101"/>
                  </a:lnTo>
                  <a:lnTo>
                    <a:pt x="796232" y="164317"/>
                  </a:lnTo>
                  <a:lnTo>
                    <a:pt x="875486" y="156139"/>
                  </a:lnTo>
                  <a:lnTo>
                    <a:pt x="949623" y="148489"/>
                  </a:lnTo>
                  <a:lnTo>
                    <a:pt x="1019263" y="141304"/>
                  </a:lnTo>
                  <a:lnTo>
                    <a:pt x="1084923" y="134529"/>
                  </a:lnTo>
                  <a:lnTo>
                    <a:pt x="1147031" y="128120"/>
                  </a:lnTo>
                  <a:lnTo>
                    <a:pt x="1205952" y="122040"/>
                  </a:lnTo>
                  <a:lnTo>
                    <a:pt x="1261999" y="116257"/>
                  </a:lnTo>
                  <a:lnTo>
                    <a:pt x="1315437" y="110743"/>
                  </a:lnTo>
                  <a:lnTo>
                    <a:pt x="1366500" y="105474"/>
                  </a:lnTo>
                  <a:lnTo>
                    <a:pt x="1415389" y="100430"/>
                  </a:lnTo>
                  <a:lnTo>
                    <a:pt x="1462282" y="95591"/>
                  </a:lnTo>
                  <a:lnTo>
                    <a:pt x="1507336" y="90942"/>
                  </a:lnTo>
                  <a:lnTo>
                    <a:pt x="1550689" y="86469"/>
                  </a:lnTo>
                  <a:lnTo>
                    <a:pt x="1592465" y="82158"/>
                  </a:lnTo>
                  <a:lnTo>
                    <a:pt x="1632775" y="77999"/>
                  </a:lnTo>
                  <a:lnTo>
                    <a:pt x="1671719" y="73980"/>
                  </a:lnTo>
                  <a:lnTo>
                    <a:pt x="1709385" y="70094"/>
                  </a:lnTo>
                  <a:lnTo>
                    <a:pt x="1745855" y="66331"/>
                  </a:lnTo>
                  <a:lnTo>
                    <a:pt x="1781204" y="62683"/>
                  </a:lnTo>
                  <a:lnTo>
                    <a:pt x="1815496" y="59145"/>
                  </a:lnTo>
                  <a:lnTo>
                    <a:pt x="1848795" y="55709"/>
                  </a:lnTo>
                  <a:lnTo>
                    <a:pt x="1881155" y="52370"/>
                  </a:lnTo>
                  <a:lnTo>
                    <a:pt x="1912629" y="49122"/>
                  </a:lnTo>
                  <a:lnTo>
                    <a:pt x="1943263" y="45961"/>
                  </a:lnTo>
                  <a:lnTo>
                    <a:pt x="1973102" y="42882"/>
                  </a:lnTo>
                  <a:lnTo>
                    <a:pt x="2002185" y="39882"/>
                  </a:lnTo>
                  <a:lnTo>
                    <a:pt x="2030550" y="36955"/>
                  </a:lnTo>
                  <a:lnTo>
                    <a:pt x="2058231" y="34098"/>
                  </a:lnTo>
                  <a:lnTo>
                    <a:pt x="2085261" y="31309"/>
                  </a:lnTo>
                  <a:lnTo>
                    <a:pt x="2111670" y="28584"/>
                  </a:lnTo>
                  <a:lnTo>
                    <a:pt x="2137485" y="25921"/>
                  </a:lnTo>
                  <a:lnTo>
                    <a:pt x="2162733" y="23316"/>
                  </a:lnTo>
                  <a:lnTo>
                    <a:pt x="2187437" y="20766"/>
                  </a:lnTo>
                  <a:lnTo>
                    <a:pt x="2211622" y="18271"/>
                  </a:lnTo>
                  <a:lnTo>
                    <a:pt x="2235308" y="15827"/>
                  </a:lnTo>
                  <a:lnTo>
                    <a:pt x="2258515" y="13432"/>
                  </a:lnTo>
                  <a:lnTo>
                    <a:pt x="2281263" y="11085"/>
                  </a:lnTo>
                  <a:lnTo>
                    <a:pt x="2303569" y="8784"/>
                  </a:lnTo>
                  <a:lnTo>
                    <a:pt x="2325450" y="6526"/>
                  </a:lnTo>
                  <a:lnTo>
                    <a:pt x="2346922" y="4310"/>
                  </a:lnTo>
                  <a:lnTo>
                    <a:pt x="2368000" y="2135"/>
                  </a:lnTo>
                  <a:lnTo>
                    <a:pt x="2388698" y="0"/>
                  </a:lnTo>
                </a:path>
              </a:pathLst>
            </a:custGeom>
            <a:ln w="24391" cap="flat">
              <a:solidFill>
                <a:srgbClr val="13815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78" name="pl477"/>
            <p:cNvSpPr/>
            <p:nvPr/>
          </p:nvSpPr>
          <p:spPr>
            <a:xfrm>
              <a:off x="1486378" y="5766475"/>
              <a:ext cx="2388698" cy="276782"/>
            </a:xfrm>
            <a:custGeom>
              <a:avLst/>
              <a:pathLst>
                <a:path w="2388698" h="276782">
                  <a:moveTo>
                    <a:pt x="0" y="0"/>
                  </a:moveTo>
                  <a:lnTo>
                    <a:pt x="153390" y="17773"/>
                  </a:lnTo>
                  <a:lnTo>
                    <a:pt x="288690" y="33451"/>
                  </a:lnTo>
                  <a:lnTo>
                    <a:pt x="409720" y="47474"/>
                  </a:lnTo>
                  <a:lnTo>
                    <a:pt x="519204" y="60161"/>
                  </a:lnTo>
                  <a:lnTo>
                    <a:pt x="619156" y="71742"/>
                  </a:lnTo>
                  <a:lnTo>
                    <a:pt x="711103" y="82396"/>
                  </a:lnTo>
                  <a:lnTo>
                    <a:pt x="796232" y="92260"/>
                  </a:lnTo>
                  <a:lnTo>
                    <a:pt x="875486" y="101444"/>
                  </a:lnTo>
                  <a:lnTo>
                    <a:pt x="949623" y="110034"/>
                  </a:lnTo>
                  <a:lnTo>
                    <a:pt x="1019263" y="118103"/>
                  </a:lnTo>
                  <a:lnTo>
                    <a:pt x="1084923" y="125711"/>
                  </a:lnTo>
                  <a:lnTo>
                    <a:pt x="1147031" y="132908"/>
                  </a:lnTo>
                  <a:lnTo>
                    <a:pt x="1205952" y="139735"/>
                  </a:lnTo>
                  <a:lnTo>
                    <a:pt x="1261999" y="146230"/>
                  </a:lnTo>
                  <a:lnTo>
                    <a:pt x="1315437" y="152422"/>
                  </a:lnTo>
                  <a:lnTo>
                    <a:pt x="1366500" y="158338"/>
                  </a:lnTo>
                  <a:lnTo>
                    <a:pt x="1415389" y="164003"/>
                  </a:lnTo>
                  <a:lnTo>
                    <a:pt x="1462282" y="169437"/>
                  </a:lnTo>
                  <a:lnTo>
                    <a:pt x="1507336" y="174657"/>
                  </a:lnTo>
                  <a:lnTo>
                    <a:pt x="1550689" y="179681"/>
                  </a:lnTo>
                  <a:lnTo>
                    <a:pt x="1592465" y="184521"/>
                  </a:lnTo>
                  <a:lnTo>
                    <a:pt x="1632775" y="189192"/>
                  </a:lnTo>
                  <a:lnTo>
                    <a:pt x="1671719" y="193704"/>
                  </a:lnTo>
                  <a:lnTo>
                    <a:pt x="1709385" y="198069"/>
                  </a:lnTo>
                  <a:lnTo>
                    <a:pt x="1745855" y="202295"/>
                  </a:lnTo>
                  <a:lnTo>
                    <a:pt x="1781204" y="206391"/>
                  </a:lnTo>
                  <a:lnTo>
                    <a:pt x="1815496" y="210364"/>
                  </a:lnTo>
                  <a:lnTo>
                    <a:pt x="1848795" y="214223"/>
                  </a:lnTo>
                  <a:lnTo>
                    <a:pt x="1881155" y="217972"/>
                  </a:lnTo>
                  <a:lnTo>
                    <a:pt x="1912629" y="221619"/>
                  </a:lnTo>
                  <a:lnTo>
                    <a:pt x="1943263" y="225169"/>
                  </a:lnTo>
                  <a:lnTo>
                    <a:pt x="1973102" y="228626"/>
                  </a:lnTo>
                  <a:lnTo>
                    <a:pt x="2002185" y="231996"/>
                  </a:lnTo>
                  <a:lnTo>
                    <a:pt x="2030550" y="235283"/>
                  </a:lnTo>
                  <a:lnTo>
                    <a:pt x="2058231" y="238490"/>
                  </a:lnTo>
                  <a:lnTo>
                    <a:pt x="2085261" y="241622"/>
                  </a:lnTo>
                  <a:lnTo>
                    <a:pt x="2111670" y="244682"/>
                  </a:lnTo>
                  <a:lnTo>
                    <a:pt x="2137485" y="247674"/>
                  </a:lnTo>
                  <a:lnTo>
                    <a:pt x="2162733" y="250599"/>
                  </a:lnTo>
                  <a:lnTo>
                    <a:pt x="2187437" y="253462"/>
                  </a:lnTo>
                  <a:lnTo>
                    <a:pt x="2211622" y="256264"/>
                  </a:lnTo>
                  <a:lnTo>
                    <a:pt x="2235308" y="259009"/>
                  </a:lnTo>
                  <a:lnTo>
                    <a:pt x="2258515" y="261698"/>
                  </a:lnTo>
                  <a:lnTo>
                    <a:pt x="2281263" y="264333"/>
                  </a:lnTo>
                  <a:lnTo>
                    <a:pt x="2303569" y="266918"/>
                  </a:lnTo>
                  <a:lnTo>
                    <a:pt x="2325450" y="269453"/>
                  </a:lnTo>
                  <a:lnTo>
                    <a:pt x="2346922" y="271941"/>
                  </a:lnTo>
                  <a:lnTo>
                    <a:pt x="2368000" y="274384"/>
                  </a:lnTo>
                  <a:lnTo>
                    <a:pt x="2388698" y="276782"/>
                  </a:lnTo>
                </a:path>
              </a:pathLst>
            </a:custGeom>
            <a:ln w="24391" cap="flat">
              <a:solidFill>
                <a:srgbClr val="E4D79A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79" name="pl478"/>
            <p:cNvSpPr/>
            <p:nvPr/>
          </p:nvSpPr>
          <p:spPr>
            <a:xfrm>
              <a:off x="1486378" y="5660003"/>
              <a:ext cx="2388698" cy="81249"/>
            </a:xfrm>
            <a:custGeom>
              <a:avLst/>
              <a:pathLst>
                <a:path w="2388698" h="81249">
                  <a:moveTo>
                    <a:pt x="0" y="81249"/>
                  </a:moveTo>
                  <a:lnTo>
                    <a:pt x="153390" y="76031"/>
                  </a:lnTo>
                  <a:lnTo>
                    <a:pt x="288690" y="71429"/>
                  </a:lnTo>
                  <a:lnTo>
                    <a:pt x="409720" y="67312"/>
                  </a:lnTo>
                  <a:lnTo>
                    <a:pt x="519204" y="63588"/>
                  </a:lnTo>
                  <a:lnTo>
                    <a:pt x="619156" y="60189"/>
                  </a:lnTo>
                  <a:lnTo>
                    <a:pt x="711103" y="57061"/>
                  </a:lnTo>
                  <a:lnTo>
                    <a:pt x="796232" y="54166"/>
                  </a:lnTo>
                  <a:lnTo>
                    <a:pt x="875486" y="51470"/>
                  </a:lnTo>
                  <a:lnTo>
                    <a:pt x="949623" y="48948"/>
                  </a:lnTo>
                  <a:lnTo>
                    <a:pt x="1019263" y="46579"/>
                  </a:lnTo>
                  <a:lnTo>
                    <a:pt x="1084923" y="44346"/>
                  </a:lnTo>
                  <a:lnTo>
                    <a:pt x="1147031" y="42234"/>
                  </a:lnTo>
                  <a:lnTo>
                    <a:pt x="1205952" y="40229"/>
                  </a:lnTo>
                  <a:lnTo>
                    <a:pt x="1261999" y="38323"/>
                  </a:lnTo>
                  <a:lnTo>
                    <a:pt x="1315437" y="36505"/>
                  </a:lnTo>
                  <a:lnTo>
                    <a:pt x="1366500" y="34769"/>
                  </a:lnTo>
                  <a:lnTo>
                    <a:pt x="1415389" y="33106"/>
                  </a:lnTo>
                  <a:lnTo>
                    <a:pt x="1462282" y="31511"/>
                  </a:lnTo>
                  <a:lnTo>
                    <a:pt x="1507336" y="29978"/>
                  </a:lnTo>
                  <a:lnTo>
                    <a:pt x="1550689" y="28504"/>
                  </a:lnTo>
                  <a:lnTo>
                    <a:pt x="1592465" y="27083"/>
                  </a:lnTo>
                  <a:lnTo>
                    <a:pt x="1632775" y="25711"/>
                  </a:lnTo>
                  <a:lnTo>
                    <a:pt x="1671719" y="24387"/>
                  </a:lnTo>
                  <a:lnTo>
                    <a:pt x="1709385" y="23106"/>
                  </a:lnTo>
                  <a:lnTo>
                    <a:pt x="1745855" y="21865"/>
                  </a:lnTo>
                  <a:lnTo>
                    <a:pt x="1781204" y="20663"/>
                  </a:lnTo>
                  <a:lnTo>
                    <a:pt x="1815496" y="19496"/>
                  </a:lnTo>
                  <a:lnTo>
                    <a:pt x="1848795" y="18364"/>
                  </a:lnTo>
                  <a:lnTo>
                    <a:pt x="1881155" y="17263"/>
                  </a:lnTo>
                  <a:lnTo>
                    <a:pt x="1912629" y="16192"/>
                  </a:lnTo>
                  <a:lnTo>
                    <a:pt x="1943263" y="15150"/>
                  </a:lnTo>
                  <a:lnTo>
                    <a:pt x="1973102" y="14136"/>
                  </a:lnTo>
                  <a:lnTo>
                    <a:pt x="2002185" y="13146"/>
                  </a:lnTo>
                  <a:lnTo>
                    <a:pt x="2030550" y="12182"/>
                  </a:lnTo>
                  <a:lnTo>
                    <a:pt x="2058231" y="11240"/>
                  </a:lnTo>
                  <a:lnTo>
                    <a:pt x="2085261" y="10321"/>
                  </a:lnTo>
                  <a:lnTo>
                    <a:pt x="2111670" y="9422"/>
                  </a:lnTo>
                  <a:lnTo>
                    <a:pt x="2137485" y="8544"/>
                  </a:lnTo>
                  <a:lnTo>
                    <a:pt x="2162733" y="7685"/>
                  </a:lnTo>
                  <a:lnTo>
                    <a:pt x="2187437" y="6845"/>
                  </a:lnTo>
                  <a:lnTo>
                    <a:pt x="2211622" y="6023"/>
                  </a:lnTo>
                  <a:lnTo>
                    <a:pt x="2235308" y="5217"/>
                  </a:lnTo>
                  <a:lnTo>
                    <a:pt x="2258515" y="4428"/>
                  </a:lnTo>
                  <a:lnTo>
                    <a:pt x="2281263" y="3654"/>
                  </a:lnTo>
                  <a:lnTo>
                    <a:pt x="2303569" y="2895"/>
                  </a:lnTo>
                  <a:lnTo>
                    <a:pt x="2325450" y="2151"/>
                  </a:lnTo>
                  <a:lnTo>
                    <a:pt x="2346922" y="1420"/>
                  </a:lnTo>
                  <a:lnTo>
                    <a:pt x="2368000" y="704"/>
                  </a:lnTo>
                  <a:lnTo>
                    <a:pt x="2388698" y="0"/>
                  </a:lnTo>
                </a:path>
              </a:pathLst>
            </a:custGeom>
            <a:ln w="24391" cap="flat">
              <a:solidFill>
                <a:srgbClr val="F5434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80" name="pl479"/>
            <p:cNvSpPr/>
            <p:nvPr/>
          </p:nvSpPr>
          <p:spPr>
            <a:xfrm>
              <a:off x="1486378" y="5551223"/>
              <a:ext cx="2388698" cy="354647"/>
            </a:xfrm>
            <a:custGeom>
              <a:avLst/>
              <a:pathLst>
                <a:path w="2388698" h="354647">
                  <a:moveTo>
                    <a:pt x="0" y="354647"/>
                  </a:moveTo>
                  <a:lnTo>
                    <a:pt x="153390" y="331873"/>
                  </a:lnTo>
                  <a:lnTo>
                    <a:pt x="288690" y="311785"/>
                  </a:lnTo>
                  <a:lnTo>
                    <a:pt x="409720" y="293816"/>
                  </a:lnTo>
                  <a:lnTo>
                    <a:pt x="519204" y="277561"/>
                  </a:lnTo>
                  <a:lnTo>
                    <a:pt x="619156" y="262721"/>
                  </a:lnTo>
                  <a:lnTo>
                    <a:pt x="711103" y="249070"/>
                  </a:lnTo>
                  <a:lnTo>
                    <a:pt x="796232" y="236431"/>
                  </a:lnTo>
                  <a:lnTo>
                    <a:pt x="875486" y="224664"/>
                  </a:lnTo>
                  <a:lnTo>
                    <a:pt x="949623" y="213657"/>
                  </a:lnTo>
                  <a:lnTo>
                    <a:pt x="1019263" y="203318"/>
                  </a:lnTo>
                  <a:lnTo>
                    <a:pt x="1084923" y="193569"/>
                  </a:lnTo>
                  <a:lnTo>
                    <a:pt x="1147031" y="184348"/>
                  </a:lnTo>
                  <a:lnTo>
                    <a:pt x="1205952" y="175600"/>
                  </a:lnTo>
                  <a:lnTo>
                    <a:pt x="1261999" y="167279"/>
                  </a:lnTo>
                  <a:lnTo>
                    <a:pt x="1315437" y="159345"/>
                  </a:lnTo>
                  <a:lnTo>
                    <a:pt x="1366500" y="151764"/>
                  </a:lnTo>
                  <a:lnTo>
                    <a:pt x="1415389" y="144506"/>
                  </a:lnTo>
                  <a:lnTo>
                    <a:pt x="1462282" y="137543"/>
                  </a:lnTo>
                  <a:lnTo>
                    <a:pt x="1507336" y="130854"/>
                  </a:lnTo>
                  <a:lnTo>
                    <a:pt x="1550689" y="124418"/>
                  </a:lnTo>
                  <a:lnTo>
                    <a:pt x="1592465" y="118215"/>
                  </a:lnTo>
                  <a:lnTo>
                    <a:pt x="1632775" y="112230"/>
                  </a:lnTo>
                  <a:lnTo>
                    <a:pt x="1671719" y="106449"/>
                  </a:lnTo>
                  <a:lnTo>
                    <a:pt x="1709385" y="100856"/>
                  </a:lnTo>
                  <a:lnTo>
                    <a:pt x="1745855" y="95442"/>
                  </a:lnTo>
                  <a:lnTo>
                    <a:pt x="1781204" y="90193"/>
                  </a:lnTo>
                  <a:lnTo>
                    <a:pt x="1815496" y="85102"/>
                  </a:lnTo>
                  <a:lnTo>
                    <a:pt x="1848795" y="80158"/>
                  </a:lnTo>
                  <a:lnTo>
                    <a:pt x="1881155" y="75354"/>
                  </a:lnTo>
                  <a:lnTo>
                    <a:pt x="1912629" y="70681"/>
                  </a:lnTo>
                  <a:lnTo>
                    <a:pt x="1943263" y="66133"/>
                  </a:lnTo>
                  <a:lnTo>
                    <a:pt x="1973102" y="61703"/>
                  </a:lnTo>
                  <a:lnTo>
                    <a:pt x="2002185" y="57385"/>
                  </a:lnTo>
                  <a:lnTo>
                    <a:pt x="2030550" y="53173"/>
                  </a:lnTo>
                  <a:lnTo>
                    <a:pt x="2058231" y="49063"/>
                  </a:lnTo>
                  <a:lnTo>
                    <a:pt x="2085261" y="45050"/>
                  </a:lnTo>
                  <a:lnTo>
                    <a:pt x="2111670" y="41130"/>
                  </a:lnTo>
                  <a:lnTo>
                    <a:pt x="2137485" y="37297"/>
                  </a:lnTo>
                  <a:lnTo>
                    <a:pt x="2162733" y="33548"/>
                  </a:lnTo>
                  <a:lnTo>
                    <a:pt x="2187437" y="29880"/>
                  </a:lnTo>
                  <a:lnTo>
                    <a:pt x="2211622" y="26290"/>
                  </a:lnTo>
                  <a:lnTo>
                    <a:pt x="2235308" y="22773"/>
                  </a:lnTo>
                  <a:lnTo>
                    <a:pt x="2258515" y="19328"/>
                  </a:lnTo>
                  <a:lnTo>
                    <a:pt x="2281263" y="15950"/>
                  </a:lnTo>
                  <a:lnTo>
                    <a:pt x="2303569" y="12639"/>
                  </a:lnTo>
                  <a:lnTo>
                    <a:pt x="2325450" y="9390"/>
                  </a:lnTo>
                  <a:lnTo>
                    <a:pt x="2346922" y="6202"/>
                  </a:lnTo>
                  <a:lnTo>
                    <a:pt x="2368000" y="3073"/>
                  </a:lnTo>
                  <a:lnTo>
                    <a:pt x="2388698" y="0"/>
                  </a:lnTo>
                </a:path>
              </a:pathLst>
            </a:custGeom>
            <a:ln w="24391" cap="flat">
              <a:solidFill>
                <a:srgbClr val="7E0D1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81" name="pl480"/>
            <p:cNvSpPr/>
            <p:nvPr/>
          </p:nvSpPr>
          <p:spPr>
            <a:xfrm>
              <a:off x="1486378" y="5414823"/>
              <a:ext cx="2388698" cy="31249"/>
            </a:xfrm>
            <a:custGeom>
              <a:avLst/>
              <a:pathLst>
                <a:path w="2388698" h="31249">
                  <a:moveTo>
                    <a:pt x="0" y="31249"/>
                  </a:moveTo>
                  <a:lnTo>
                    <a:pt x="153390" y="29242"/>
                  </a:lnTo>
                  <a:lnTo>
                    <a:pt x="288690" y="27472"/>
                  </a:lnTo>
                  <a:lnTo>
                    <a:pt x="409720" y="25889"/>
                  </a:lnTo>
                  <a:lnTo>
                    <a:pt x="519204" y="24457"/>
                  </a:lnTo>
                  <a:lnTo>
                    <a:pt x="619156" y="23149"/>
                  </a:lnTo>
                  <a:lnTo>
                    <a:pt x="711103" y="21946"/>
                  </a:lnTo>
                  <a:lnTo>
                    <a:pt x="796232" y="20833"/>
                  </a:lnTo>
                  <a:lnTo>
                    <a:pt x="875486" y="19796"/>
                  </a:lnTo>
                  <a:lnTo>
                    <a:pt x="949623" y="18826"/>
                  </a:lnTo>
                  <a:lnTo>
                    <a:pt x="1019263" y="17915"/>
                  </a:lnTo>
                  <a:lnTo>
                    <a:pt x="1084923" y="17056"/>
                  </a:lnTo>
                  <a:lnTo>
                    <a:pt x="1147031" y="16243"/>
                  </a:lnTo>
                  <a:lnTo>
                    <a:pt x="1205952" y="15473"/>
                  </a:lnTo>
                  <a:lnTo>
                    <a:pt x="1261999" y="14739"/>
                  </a:lnTo>
                  <a:lnTo>
                    <a:pt x="1315437" y="14040"/>
                  </a:lnTo>
                  <a:lnTo>
                    <a:pt x="1366500" y="13372"/>
                  </a:lnTo>
                  <a:lnTo>
                    <a:pt x="1415389" y="12733"/>
                  </a:lnTo>
                  <a:lnTo>
                    <a:pt x="1462282" y="12119"/>
                  </a:lnTo>
                  <a:lnTo>
                    <a:pt x="1507336" y="11530"/>
                  </a:lnTo>
                  <a:lnTo>
                    <a:pt x="1550689" y="10963"/>
                  </a:lnTo>
                  <a:lnTo>
                    <a:pt x="1592465" y="10416"/>
                  </a:lnTo>
                  <a:lnTo>
                    <a:pt x="1632775" y="9889"/>
                  </a:lnTo>
                  <a:lnTo>
                    <a:pt x="1671719" y="9379"/>
                  </a:lnTo>
                  <a:lnTo>
                    <a:pt x="1709385" y="8886"/>
                  </a:lnTo>
                  <a:lnTo>
                    <a:pt x="1745855" y="8409"/>
                  </a:lnTo>
                  <a:lnTo>
                    <a:pt x="1781204" y="7947"/>
                  </a:lnTo>
                  <a:lnTo>
                    <a:pt x="1815496" y="7498"/>
                  </a:lnTo>
                  <a:lnTo>
                    <a:pt x="1848795" y="7063"/>
                  </a:lnTo>
                  <a:lnTo>
                    <a:pt x="1881155" y="6639"/>
                  </a:lnTo>
                  <a:lnTo>
                    <a:pt x="1912629" y="6228"/>
                  </a:lnTo>
                  <a:lnTo>
                    <a:pt x="1943263" y="5827"/>
                  </a:lnTo>
                  <a:lnTo>
                    <a:pt x="1973102" y="5436"/>
                  </a:lnTo>
                  <a:lnTo>
                    <a:pt x="2002185" y="5056"/>
                  </a:lnTo>
                  <a:lnTo>
                    <a:pt x="2030550" y="4685"/>
                  </a:lnTo>
                  <a:lnTo>
                    <a:pt x="2058231" y="4323"/>
                  </a:lnTo>
                  <a:lnTo>
                    <a:pt x="2085261" y="3969"/>
                  </a:lnTo>
                  <a:lnTo>
                    <a:pt x="2111670" y="3624"/>
                  </a:lnTo>
                  <a:lnTo>
                    <a:pt x="2137485" y="3286"/>
                  </a:lnTo>
                  <a:lnTo>
                    <a:pt x="2162733" y="2956"/>
                  </a:lnTo>
                  <a:lnTo>
                    <a:pt x="2187437" y="2632"/>
                  </a:lnTo>
                  <a:lnTo>
                    <a:pt x="2211622" y="2316"/>
                  </a:lnTo>
                  <a:lnTo>
                    <a:pt x="2235308" y="2006"/>
                  </a:lnTo>
                  <a:lnTo>
                    <a:pt x="2258515" y="1703"/>
                  </a:lnTo>
                  <a:lnTo>
                    <a:pt x="2281263" y="1405"/>
                  </a:lnTo>
                  <a:lnTo>
                    <a:pt x="2303569" y="1113"/>
                  </a:lnTo>
                  <a:lnTo>
                    <a:pt x="2325450" y="827"/>
                  </a:lnTo>
                  <a:lnTo>
                    <a:pt x="2346922" y="546"/>
                  </a:lnTo>
                  <a:lnTo>
                    <a:pt x="2368000" y="270"/>
                  </a:lnTo>
                  <a:lnTo>
                    <a:pt x="2388698" y="0"/>
                  </a:lnTo>
                </a:path>
              </a:pathLst>
            </a:custGeom>
            <a:ln w="24391" cap="flat">
              <a:solidFill>
                <a:srgbClr val="1B7C88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82" name="pl481"/>
            <p:cNvSpPr/>
            <p:nvPr/>
          </p:nvSpPr>
          <p:spPr>
            <a:xfrm>
              <a:off x="1486378" y="5367298"/>
              <a:ext cx="2388698" cy="266403"/>
            </a:xfrm>
            <a:custGeom>
              <a:avLst/>
              <a:pathLst>
                <a:path w="2388698" h="266403">
                  <a:moveTo>
                    <a:pt x="0" y="266403"/>
                  </a:moveTo>
                  <a:lnTo>
                    <a:pt x="153390" y="249296"/>
                  </a:lnTo>
                  <a:lnTo>
                    <a:pt x="288690" y="234206"/>
                  </a:lnTo>
                  <a:lnTo>
                    <a:pt x="409720" y="220708"/>
                  </a:lnTo>
                  <a:lnTo>
                    <a:pt x="519204" y="208498"/>
                  </a:lnTo>
                  <a:lnTo>
                    <a:pt x="619156" y="197350"/>
                  </a:lnTo>
                  <a:lnTo>
                    <a:pt x="711103" y="187096"/>
                  </a:lnTo>
                  <a:lnTo>
                    <a:pt x="796232" y="177602"/>
                  </a:lnTo>
                  <a:lnTo>
                    <a:pt x="875486" y="168763"/>
                  </a:lnTo>
                  <a:lnTo>
                    <a:pt x="949623" y="160495"/>
                  </a:lnTo>
                  <a:lnTo>
                    <a:pt x="1019263" y="152728"/>
                  </a:lnTo>
                  <a:lnTo>
                    <a:pt x="1084923" y="145405"/>
                  </a:lnTo>
                  <a:lnTo>
                    <a:pt x="1147031" y="138478"/>
                  </a:lnTo>
                  <a:lnTo>
                    <a:pt x="1205952" y="131907"/>
                  </a:lnTo>
                  <a:lnTo>
                    <a:pt x="1261999" y="125656"/>
                  </a:lnTo>
                  <a:lnTo>
                    <a:pt x="1315437" y="119697"/>
                  </a:lnTo>
                  <a:lnTo>
                    <a:pt x="1366500" y="114002"/>
                  </a:lnTo>
                  <a:lnTo>
                    <a:pt x="1415389" y="108549"/>
                  </a:lnTo>
                  <a:lnTo>
                    <a:pt x="1462282" y="103319"/>
                  </a:lnTo>
                  <a:lnTo>
                    <a:pt x="1507336" y="98295"/>
                  </a:lnTo>
                  <a:lnTo>
                    <a:pt x="1550689" y="93460"/>
                  </a:lnTo>
                  <a:lnTo>
                    <a:pt x="1592465" y="88801"/>
                  </a:lnTo>
                  <a:lnTo>
                    <a:pt x="1632775" y="84305"/>
                  </a:lnTo>
                  <a:lnTo>
                    <a:pt x="1671719" y="79962"/>
                  </a:lnTo>
                  <a:lnTo>
                    <a:pt x="1709385" y="75761"/>
                  </a:lnTo>
                  <a:lnTo>
                    <a:pt x="1745855" y="71693"/>
                  </a:lnTo>
                  <a:lnTo>
                    <a:pt x="1781204" y="67751"/>
                  </a:lnTo>
                  <a:lnTo>
                    <a:pt x="1815496" y="63927"/>
                  </a:lnTo>
                  <a:lnTo>
                    <a:pt x="1848795" y="60213"/>
                  </a:lnTo>
                  <a:lnTo>
                    <a:pt x="1881155" y="56604"/>
                  </a:lnTo>
                  <a:lnTo>
                    <a:pt x="1912629" y="53094"/>
                  </a:lnTo>
                  <a:lnTo>
                    <a:pt x="1943263" y="49677"/>
                  </a:lnTo>
                  <a:lnTo>
                    <a:pt x="1973102" y="46349"/>
                  </a:lnTo>
                  <a:lnTo>
                    <a:pt x="2002185" y="43106"/>
                  </a:lnTo>
                  <a:lnTo>
                    <a:pt x="2030550" y="39942"/>
                  </a:lnTo>
                  <a:lnTo>
                    <a:pt x="2058231" y="36855"/>
                  </a:lnTo>
                  <a:lnTo>
                    <a:pt x="2085261" y="33841"/>
                  </a:lnTo>
                  <a:lnTo>
                    <a:pt x="2111670" y="30895"/>
                  </a:lnTo>
                  <a:lnTo>
                    <a:pt x="2137485" y="28016"/>
                  </a:lnTo>
                  <a:lnTo>
                    <a:pt x="2162733" y="25201"/>
                  </a:lnTo>
                  <a:lnTo>
                    <a:pt x="2187437" y="22445"/>
                  </a:lnTo>
                  <a:lnTo>
                    <a:pt x="2211622" y="19748"/>
                  </a:lnTo>
                  <a:lnTo>
                    <a:pt x="2235308" y="17107"/>
                  </a:lnTo>
                  <a:lnTo>
                    <a:pt x="2258515" y="14518"/>
                  </a:lnTo>
                  <a:lnTo>
                    <a:pt x="2281263" y="11981"/>
                  </a:lnTo>
                  <a:lnTo>
                    <a:pt x="2303569" y="9494"/>
                  </a:lnTo>
                  <a:lnTo>
                    <a:pt x="2325450" y="7053"/>
                  </a:lnTo>
                  <a:lnTo>
                    <a:pt x="2346922" y="4659"/>
                  </a:lnTo>
                  <a:lnTo>
                    <a:pt x="2368000" y="2308"/>
                  </a:lnTo>
                  <a:lnTo>
                    <a:pt x="2388698" y="0"/>
                  </a:lnTo>
                </a:path>
              </a:pathLst>
            </a:custGeom>
            <a:ln w="24391" cap="flat">
              <a:solidFill>
                <a:srgbClr val="F7961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83" name="pl482"/>
            <p:cNvSpPr/>
            <p:nvPr/>
          </p:nvSpPr>
          <p:spPr>
            <a:xfrm>
              <a:off x="1486378" y="5407030"/>
              <a:ext cx="2388698" cy="263166"/>
            </a:xfrm>
            <a:custGeom>
              <a:avLst/>
              <a:pathLst>
                <a:path w="2388698" h="263166">
                  <a:moveTo>
                    <a:pt x="0" y="263166"/>
                  </a:moveTo>
                  <a:lnTo>
                    <a:pt x="153390" y="246267"/>
                  </a:lnTo>
                  <a:lnTo>
                    <a:pt x="288690" y="231361"/>
                  </a:lnTo>
                  <a:lnTo>
                    <a:pt x="409720" y="218027"/>
                  </a:lnTo>
                  <a:lnTo>
                    <a:pt x="519204" y="205965"/>
                  </a:lnTo>
                  <a:lnTo>
                    <a:pt x="619156" y="194953"/>
                  </a:lnTo>
                  <a:lnTo>
                    <a:pt x="711103" y="184823"/>
                  </a:lnTo>
                  <a:lnTo>
                    <a:pt x="796232" y="175444"/>
                  </a:lnTo>
                  <a:lnTo>
                    <a:pt x="875486" y="166712"/>
                  </a:lnTo>
                  <a:lnTo>
                    <a:pt x="949623" y="158545"/>
                  </a:lnTo>
                  <a:lnTo>
                    <a:pt x="1019263" y="150872"/>
                  </a:lnTo>
                  <a:lnTo>
                    <a:pt x="1084923" y="143639"/>
                  </a:lnTo>
                  <a:lnTo>
                    <a:pt x="1147031" y="136796"/>
                  </a:lnTo>
                  <a:lnTo>
                    <a:pt x="1205952" y="130304"/>
                  </a:lnTo>
                  <a:lnTo>
                    <a:pt x="1261999" y="124130"/>
                  </a:lnTo>
                  <a:lnTo>
                    <a:pt x="1315437" y="118242"/>
                  </a:lnTo>
                  <a:lnTo>
                    <a:pt x="1366500" y="112617"/>
                  </a:lnTo>
                  <a:lnTo>
                    <a:pt x="1415389" y="107230"/>
                  </a:lnTo>
                  <a:lnTo>
                    <a:pt x="1462282" y="102064"/>
                  </a:lnTo>
                  <a:lnTo>
                    <a:pt x="1507336" y="97101"/>
                  </a:lnTo>
                  <a:lnTo>
                    <a:pt x="1550689" y="92324"/>
                  </a:lnTo>
                  <a:lnTo>
                    <a:pt x="1592465" y="87722"/>
                  </a:lnTo>
                  <a:lnTo>
                    <a:pt x="1632775" y="83281"/>
                  </a:lnTo>
                  <a:lnTo>
                    <a:pt x="1671719" y="78990"/>
                  </a:lnTo>
                  <a:lnTo>
                    <a:pt x="1709385" y="74840"/>
                  </a:lnTo>
                  <a:lnTo>
                    <a:pt x="1745855" y="70822"/>
                  </a:lnTo>
                  <a:lnTo>
                    <a:pt x="1781204" y="66928"/>
                  </a:lnTo>
                  <a:lnTo>
                    <a:pt x="1815496" y="63150"/>
                  </a:lnTo>
                  <a:lnTo>
                    <a:pt x="1848795" y="59481"/>
                  </a:lnTo>
                  <a:lnTo>
                    <a:pt x="1881155" y="55916"/>
                  </a:lnTo>
                  <a:lnTo>
                    <a:pt x="1912629" y="52449"/>
                  </a:lnTo>
                  <a:lnTo>
                    <a:pt x="1943263" y="49074"/>
                  </a:lnTo>
                  <a:lnTo>
                    <a:pt x="1973102" y="45786"/>
                  </a:lnTo>
                  <a:lnTo>
                    <a:pt x="2002185" y="42582"/>
                  </a:lnTo>
                  <a:lnTo>
                    <a:pt x="2030550" y="39457"/>
                  </a:lnTo>
                  <a:lnTo>
                    <a:pt x="2058231" y="36408"/>
                  </a:lnTo>
                  <a:lnTo>
                    <a:pt x="2085261" y="33430"/>
                  </a:lnTo>
                  <a:lnTo>
                    <a:pt x="2111670" y="30520"/>
                  </a:lnTo>
                  <a:lnTo>
                    <a:pt x="2137485" y="27676"/>
                  </a:lnTo>
                  <a:lnTo>
                    <a:pt x="2162733" y="24894"/>
                  </a:lnTo>
                  <a:lnTo>
                    <a:pt x="2187437" y="22173"/>
                  </a:lnTo>
                  <a:lnTo>
                    <a:pt x="2211622" y="19508"/>
                  </a:lnTo>
                  <a:lnTo>
                    <a:pt x="2235308" y="16899"/>
                  </a:lnTo>
                  <a:lnTo>
                    <a:pt x="2258515" y="14342"/>
                  </a:lnTo>
                  <a:lnTo>
                    <a:pt x="2281263" y="11836"/>
                  </a:lnTo>
                  <a:lnTo>
                    <a:pt x="2303569" y="9378"/>
                  </a:lnTo>
                  <a:lnTo>
                    <a:pt x="2325450" y="6968"/>
                  </a:lnTo>
                  <a:lnTo>
                    <a:pt x="2346922" y="4602"/>
                  </a:lnTo>
                  <a:lnTo>
                    <a:pt x="2368000" y="2280"/>
                  </a:lnTo>
                  <a:lnTo>
                    <a:pt x="2388698" y="0"/>
                  </a:lnTo>
                </a:path>
              </a:pathLst>
            </a:custGeom>
            <a:ln w="24391" cap="flat">
              <a:solidFill>
                <a:srgbClr val="5F738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84" name="pl483"/>
            <p:cNvSpPr/>
            <p:nvPr/>
          </p:nvSpPr>
          <p:spPr>
            <a:xfrm>
              <a:off x="1486378" y="5709665"/>
              <a:ext cx="2388698" cy="197608"/>
            </a:xfrm>
            <a:custGeom>
              <a:avLst/>
              <a:pathLst>
                <a:path w="2388698" h="197608">
                  <a:moveTo>
                    <a:pt x="0" y="0"/>
                  </a:moveTo>
                  <a:lnTo>
                    <a:pt x="153390" y="12689"/>
                  </a:lnTo>
                  <a:lnTo>
                    <a:pt x="288690" y="23882"/>
                  </a:lnTo>
                  <a:lnTo>
                    <a:pt x="409720" y="33894"/>
                  </a:lnTo>
                  <a:lnTo>
                    <a:pt x="519204" y="42951"/>
                  </a:lnTo>
                  <a:lnTo>
                    <a:pt x="619156" y="51220"/>
                  </a:lnTo>
                  <a:lnTo>
                    <a:pt x="711103" y="58826"/>
                  </a:lnTo>
                  <a:lnTo>
                    <a:pt x="796232" y="65869"/>
                  </a:lnTo>
                  <a:lnTo>
                    <a:pt x="875486" y="72425"/>
                  </a:lnTo>
                  <a:lnTo>
                    <a:pt x="949623" y="78558"/>
                  </a:lnTo>
                  <a:lnTo>
                    <a:pt x="1019263" y="84319"/>
                  </a:lnTo>
                  <a:lnTo>
                    <a:pt x="1084923" y="89751"/>
                  </a:lnTo>
                  <a:lnTo>
                    <a:pt x="1147031" y="94889"/>
                  </a:lnTo>
                  <a:lnTo>
                    <a:pt x="1205952" y="99763"/>
                  </a:lnTo>
                  <a:lnTo>
                    <a:pt x="1261999" y="104400"/>
                  </a:lnTo>
                  <a:lnTo>
                    <a:pt x="1315437" y="108821"/>
                  </a:lnTo>
                  <a:lnTo>
                    <a:pt x="1366500" y="113045"/>
                  </a:lnTo>
                  <a:lnTo>
                    <a:pt x="1415389" y="117089"/>
                  </a:lnTo>
                  <a:lnTo>
                    <a:pt x="1462282" y="120969"/>
                  </a:lnTo>
                  <a:lnTo>
                    <a:pt x="1507336" y="124696"/>
                  </a:lnTo>
                  <a:lnTo>
                    <a:pt x="1550689" y="128282"/>
                  </a:lnTo>
                  <a:lnTo>
                    <a:pt x="1592465" y="131738"/>
                  </a:lnTo>
                  <a:lnTo>
                    <a:pt x="1632775" y="135073"/>
                  </a:lnTo>
                  <a:lnTo>
                    <a:pt x="1671719" y="138295"/>
                  </a:lnTo>
                  <a:lnTo>
                    <a:pt x="1709385" y="141411"/>
                  </a:lnTo>
                  <a:lnTo>
                    <a:pt x="1745855" y="144428"/>
                  </a:lnTo>
                  <a:lnTo>
                    <a:pt x="1781204" y="147352"/>
                  </a:lnTo>
                  <a:lnTo>
                    <a:pt x="1815496" y="150189"/>
                  </a:lnTo>
                  <a:lnTo>
                    <a:pt x="1848795" y="152943"/>
                  </a:lnTo>
                  <a:lnTo>
                    <a:pt x="1881155" y="155620"/>
                  </a:lnTo>
                  <a:lnTo>
                    <a:pt x="1912629" y="158224"/>
                  </a:lnTo>
                  <a:lnTo>
                    <a:pt x="1943263" y="160758"/>
                  </a:lnTo>
                  <a:lnTo>
                    <a:pt x="1973102" y="163227"/>
                  </a:lnTo>
                  <a:lnTo>
                    <a:pt x="2002185" y="165633"/>
                  </a:lnTo>
                  <a:lnTo>
                    <a:pt x="2030550" y="167979"/>
                  </a:lnTo>
                  <a:lnTo>
                    <a:pt x="2058231" y="170269"/>
                  </a:lnTo>
                  <a:lnTo>
                    <a:pt x="2085261" y="172505"/>
                  </a:lnTo>
                  <a:lnTo>
                    <a:pt x="2111670" y="174690"/>
                  </a:lnTo>
                  <a:lnTo>
                    <a:pt x="2137485" y="176826"/>
                  </a:lnTo>
                  <a:lnTo>
                    <a:pt x="2162733" y="178914"/>
                  </a:lnTo>
                  <a:lnTo>
                    <a:pt x="2187437" y="180958"/>
                  </a:lnTo>
                  <a:lnTo>
                    <a:pt x="2211622" y="182959"/>
                  </a:lnTo>
                  <a:lnTo>
                    <a:pt x="2235308" y="184918"/>
                  </a:lnTo>
                  <a:lnTo>
                    <a:pt x="2258515" y="186838"/>
                  </a:lnTo>
                  <a:lnTo>
                    <a:pt x="2281263" y="188720"/>
                  </a:lnTo>
                  <a:lnTo>
                    <a:pt x="2303569" y="190565"/>
                  </a:lnTo>
                  <a:lnTo>
                    <a:pt x="2325450" y="192375"/>
                  </a:lnTo>
                  <a:lnTo>
                    <a:pt x="2346922" y="194152"/>
                  </a:lnTo>
                  <a:lnTo>
                    <a:pt x="2368000" y="195895"/>
                  </a:lnTo>
                  <a:lnTo>
                    <a:pt x="2388698" y="197608"/>
                  </a:lnTo>
                </a:path>
              </a:pathLst>
            </a:custGeom>
            <a:ln w="24391" cap="flat">
              <a:solidFill>
                <a:srgbClr val="FF999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85" name="pl484"/>
            <p:cNvSpPr/>
            <p:nvPr/>
          </p:nvSpPr>
          <p:spPr>
            <a:xfrm>
              <a:off x="1486378" y="5659435"/>
              <a:ext cx="2388698" cy="110083"/>
            </a:xfrm>
            <a:custGeom>
              <a:avLst/>
              <a:pathLst>
                <a:path w="2388698" h="110083">
                  <a:moveTo>
                    <a:pt x="0" y="0"/>
                  </a:moveTo>
                  <a:lnTo>
                    <a:pt x="153390" y="7069"/>
                  </a:lnTo>
                  <a:lnTo>
                    <a:pt x="288690" y="13304"/>
                  </a:lnTo>
                  <a:lnTo>
                    <a:pt x="409720" y="18882"/>
                  </a:lnTo>
                  <a:lnTo>
                    <a:pt x="519204" y="23927"/>
                  </a:lnTo>
                  <a:lnTo>
                    <a:pt x="619156" y="28534"/>
                  </a:lnTo>
                  <a:lnTo>
                    <a:pt x="711103" y="32771"/>
                  </a:lnTo>
                  <a:lnTo>
                    <a:pt x="796232" y="36694"/>
                  </a:lnTo>
                  <a:lnTo>
                    <a:pt x="875486" y="40347"/>
                  </a:lnTo>
                  <a:lnTo>
                    <a:pt x="949623" y="43763"/>
                  </a:lnTo>
                  <a:lnTo>
                    <a:pt x="1019263" y="46973"/>
                  </a:lnTo>
                  <a:lnTo>
                    <a:pt x="1084923" y="49999"/>
                  </a:lnTo>
                  <a:lnTo>
                    <a:pt x="1147031" y="52861"/>
                  </a:lnTo>
                  <a:lnTo>
                    <a:pt x="1205952" y="55576"/>
                  </a:lnTo>
                  <a:lnTo>
                    <a:pt x="1261999" y="58159"/>
                  </a:lnTo>
                  <a:lnTo>
                    <a:pt x="1315437" y="60622"/>
                  </a:lnTo>
                  <a:lnTo>
                    <a:pt x="1366500" y="62975"/>
                  </a:lnTo>
                  <a:lnTo>
                    <a:pt x="1415389" y="65228"/>
                  </a:lnTo>
                  <a:lnTo>
                    <a:pt x="1462282" y="67389"/>
                  </a:lnTo>
                  <a:lnTo>
                    <a:pt x="1507336" y="69466"/>
                  </a:lnTo>
                  <a:lnTo>
                    <a:pt x="1550689" y="71464"/>
                  </a:lnTo>
                  <a:lnTo>
                    <a:pt x="1592465" y="73389"/>
                  </a:lnTo>
                  <a:lnTo>
                    <a:pt x="1632775" y="75247"/>
                  </a:lnTo>
                  <a:lnTo>
                    <a:pt x="1671719" y="77041"/>
                  </a:lnTo>
                  <a:lnTo>
                    <a:pt x="1709385" y="78777"/>
                  </a:lnTo>
                  <a:lnTo>
                    <a:pt x="1745855" y="80458"/>
                  </a:lnTo>
                  <a:lnTo>
                    <a:pt x="1781204" y="82087"/>
                  </a:lnTo>
                  <a:lnTo>
                    <a:pt x="1815496" y="83667"/>
                  </a:lnTo>
                  <a:lnTo>
                    <a:pt x="1848795" y="85202"/>
                  </a:lnTo>
                  <a:lnTo>
                    <a:pt x="1881155" y="86693"/>
                  </a:lnTo>
                  <a:lnTo>
                    <a:pt x="1912629" y="88144"/>
                  </a:lnTo>
                  <a:lnTo>
                    <a:pt x="1943263" y="89555"/>
                  </a:lnTo>
                  <a:lnTo>
                    <a:pt x="1973102" y="90931"/>
                  </a:lnTo>
                  <a:lnTo>
                    <a:pt x="2002185" y="92271"/>
                  </a:lnTo>
                  <a:lnTo>
                    <a:pt x="2030550" y="93578"/>
                  </a:lnTo>
                  <a:lnTo>
                    <a:pt x="2058231" y="94854"/>
                  </a:lnTo>
                  <a:lnTo>
                    <a:pt x="2085261" y="96100"/>
                  </a:lnTo>
                  <a:lnTo>
                    <a:pt x="2111670" y="97317"/>
                  </a:lnTo>
                  <a:lnTo>
                    <a:pt x="2137485" y="98506"/>
                  </a:lnTo>
                  <a:lnTo>
                    <a:pt x="2162733" y="99670"/>
                  </a:lnTo>
                  <a:lnTo>
                    <a:pt x="2187437" y="100808"/>
                  </a:lnTo>
                  <a:lnTo>
                    <a:pt x="2211622" y="101923"/>
                  </a:lnTo>
                  <a:lnTo>
                    <a:pt x="2235308" y="103014"/>
                  </a:lnTo>
                  <a:lnTo>
                    <a:pt x="2258515" y="104084"/>
                  </a:lnTo>
                  <a:lnTo>
                    <a:pt x="2281263" y="105132"/>
                  </a:lnTo>
                  <a:lnTo>
                    <a:pt x="2303569" y="106160"/>
                  </a:lnTo>
                  <a:lnTo>
                    <a:pt x="2325450" y="107169"/>
                  </a:lnTo>
                  <a:lnTo>
                    <a:pt x="2346922" y="108158"/>
                  </a:lnTo>
                  <a:lnTo>
                    <a:pt x="2368000" y="109130"/>
                  </a:lnTo>
                  <a:lnTo>
                    <a:pt x="2388698" y="110083"/>
                  </a:lnTo>
                </a:path>
              </a:pathLst>
            </a:custGeom>
            <a:ln w="24391" cap="flat">
              <a:solidFill>
                <a:srgbClr val="66B3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86" name="rc485"/>
            <p:cNvSpPr/>
            <p:nvPr/>
          </p:nvSpPr>
          <p:spPr>
            <a:xfrm>
              <a:off x="1310032" y="4806163"/>
              <a:ext cx="2746729" cy="153873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487" name="pl486"/>
            <p:cNvSpPr/>
            <p:nvPr/>
          </p:nvSpPr>
          <p:spPr>
            <a:xfrm>
              <a:off x="1310032" y="4806163"/>
              <a:ext cx="0" cy="1538730"/>
            </a:xfrm>
            <a:custGeom>
              <a:avLst/>
              <a:pathLst>
                <a:path w="0" h="1538730">
                  <a:moveTo>
                    <a:pt x="0" y="153873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tx487"/>
            <p:cNvSpPr/>
            <p:nvPr/>
          </p:nvSpPr>
          <p:spPr>
            <a:xfrm rot="-5400000">
              <a:off x="1140466" y="6204467"/>
              <a:ext cx="14127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489" name="tx488"/>
            <p:cNvSpPr/>
            <p:nvPr/>
          </p:nvSpPr>
          <p:spPr>
            <a:xfrm rot="-5400000">
              <a:off x="1140466" y="5775395"/>
              <a:ext cx="14127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1.5</a:t>
              </a:r>
            </a:p>
          </p:txBody>
        </p:sp>
        <p:sp>
          <p:nvSpPr>
            <p:cNvPr id="490" name="tx489"/>
            <p:cNvSpPr/>
            <p:nvPr/>
          </p:nvSpPr>
          <p:spPr>
            <a:xfrm rot="-5400000">
              <a:off x="1140466" y="5346323"/>
              <a:ext cx="14127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2.0</a:t>
              </a:r>
            </a:p>
          </p:txBody>
        </p:sp>
        <p:sp>
          <p:nvSpPr>
            <p:cNvPr id="491" name="tx490"/>
            <p:cNvSpPr/>
            <p:nvPr/>
          </p:nvSpPr>
          <p:spPr>
            <a:xfrm rot="-5400000">
              <a:off x="1140466" y="4917251"/>
              <a:ext cx="14127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2.5</a:t>
              </a:r>
            </a:p>
          </p:txBody>
        </p:sp>
        <p:sp>
          <p:nvSpPr>
            <p:cNvPr id="492" name="pl491"/>
            <p:cNvSpPr/>
            <p:nvPr/>
          </p:nvSpPr>
          <p:spPr>
            <a:xfrm>
              <a:off x="1281564" y="6240906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l492"/>
            <p:cNvSpPr/>
            <p:nvPr/>
          </p:nvSpPr>
          <p:spPr>
            <a:xfrm>
              <a:off x="1281564" y="581183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l493"/>
            <p:cNvSpPr/>
            <p:nvPr/>
          </p:nvSpPr>
          <p:spPr>
            <a:xfrm>
              <a:off x="1281564" y="5382762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l494"/>
            <p:cNvSpPr/>
            <p:nvPr/>
          </p:nvSpPr>
          <p:spPr>
            <a:xfrm>
              <a:off x="1281564" y="4953690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l495"/>
            <p:cNvSpPr/>
            <p:nvPr/>
          </p:nvSpPr>
          <p:spPr>
            <a:xfrm>
              <a:off x="1310032" y="6344894"/>
              <a:ext cx="2746729" cy="0"/>
            </a:xfrm>
            <a:custGeom>
              <a:avLst/>
              <a:pathLst>
                <a:path w="2746729" h="0">
                  <a:moveTo>
                    <a:pt x="0" y="0"/>
                  </a:moveTo>
                  <a:lnTo>
                    <a:pt x="2746729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l496"/>
            <p:cNvSpPr/>
            <p:nvPr/>
          </p:nvSpPr>
          <p:spPr>
            <a:xfrm>
              <a:off x="1486378" y="634489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l497"/>
            <p:cNvSpPr/>
            <p:nvPr/>
          </p:nvSpPr>
          <p:spPr>
            <a:xfrm>
              <a:off x="2282611" y="634489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l498"/>
            <p:cNvSpPr/>
            <p:nvPr/>
          </p:nvSpPr>
          <p:spPr>
            <a:xfrm>
              <a:off x="3078844" y="634489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l499"/>
            <p:cNvSpPr/>
            <p:nvPr/>
          </p:nvSpPr>
          <p:spPr>
            <a:xfrm>
              <a:off x="3875076" y="634489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tx500"/>
            <p:cNvSpPr/>
            <p:nvPr/>
          </p:nvSpPr>
          <p:spPr>
            <a:xfrm>
              <a:off x="1458123" y="6396137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502" name="tx501"/>
            <p:cNvSpPr/>
            <p:nvPr/>
          </p:nvSpPr>
          <p:spPr>
            <a:xfrm>
              <a:off x="2254356" y="6396137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503" name="tx502"/>
            <p:cNvSpPr/>
            <p:nvPr/>
          </p:nvSpPr>
          <p:spPr>
            <a:xfrm>
              <a:off x="3050589" y="6396137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504" name="tx503"/>
            <p:cNvSpPr/>
            <p:nvPr/>
          </p:nvSpPr>
          <p:spPr>
            <a:xfrm>
              <a:off x="3846821" y="6396137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</a:t>
              </a:r>
            </a:p>
          </p:txBody>
        </p:sp>
        <p:sp>
          <p:nvSpPr>
            <p:cNvPr id="505" name="tx504"/>
            <p:cNvSpPr/>
            <p:nvPr/>
          </p:nvSpPr>
          <p:spPr>
            <a:xfrm>
              <a:off x="2422335" y="6553773"/>
              <a:ext cx="522122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Richness</a:t>
              </a:r>
            </a:p>
          </p:txBody>
        </p:sp>
        <p:sp>
          <p:nvSpPr>
            <p:cNvPr id="506" name="tx505"/>
            <p:cNvSpPr/>
            <p:nvPr/>
          </p:nvSpPr>
          <p:spPr>
            <a:xfrm>
              <a:off x="1310032" y="4629623"/>
              <a:ext cx="896569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(e) Above_PC2</a:t>
              </a:r>
            </a:p>
          </p:txBody>
        </p:sp>
        <p:sp>
          <p:nvSpPr>
            <p:cNvPr id="507" name="rc506"/>
            <p:cNvSpPr/>
            <p:nvPr/>
          </p:nvSpPr>
          <p:spPr>
            <a:xfrm>
              <a:off x="4186450" y="4806163"/>
              <a:ext cx="2746729" cy="15387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8" name="pt507"/>
            <p:cNvSpPr/>
            <p:nvPr/>
          </p:nvSpPr>
          <p:spPr>
            <a:xfrm>
              <a:off x="4370324" y="5682456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09" name="pt508"/>
            <p:cNvSpPr/>
            <p:nvPr/>
          </p:nvSpPr>
          <p:spPr>
            <a:xfrm>
              <a:off x="4304659" y="5602930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10" name="pt509"/>
            <p:cNvSpPr/>
            <p:nvPr/>
          </p:nvSpPr>
          <p:spPr>
            <a:xfrm>
              <a:off x="4361774" y="5665544"/>
              <a:ext cx="56145" cy="5614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11" name="pt510"/>
            <p:cNvSpPr/>
            <p:nvPr/>
          </p:nvSpPr>
          <p:spPr>
            <a:xfrm>
              <a:off x="4291556" y="6002312"/>
              <a:ext cx="56145" cy="5614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12" name="pt511"/>
            <p:cNvSpPr/>
            <p:nvPr/>
          </p:nvSpPr>
          <p:spPr>
            <a:xfrm>
              <a:off x="4283228" y="5959828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13" name="pt512"/>
            <p:cNvSpPr/>
            <p:nvPr/>
          </p:nvSpPr>
          <p:spPr>
            <a:xfrm>
              <a:off x="4382862" y="5911188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14" name="pt513"/>
            <p:cNvSpPr/>
            <p:nvPr/>
          </p:nvSpPr>
          <p:spPr>
            <a:xfrm>
              <a:off x="4295229" y="5408597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15" name="pt514"/>
            <p:cNvSpPr/>
            <p:nvPr/>
          </p:nvSpPr>
          <p:spPr>
            <a:xfrm>
              <a:off x="4314577" y="5704633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16" name="pt515"/>
            <p:cNvSpPr/>
            <p:nvPr/>
          </p:nvSpPr>
          <p:spPr>
            <a:xfrm>
              <a:off x="4331706" y="5937583"/>
              <a:ext cx="56145" cy="5614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17" name="pt516"/>
            <p:cNvSpPr/>
            <p:nvPr/>
          </p:nvSpPr>
          <p:spPr>
            <a:xfrm>
              <a:off x="4330640" y="5574258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18" name="pt517"/>
            <p:cNvSpPr/>
            <p:nvPr/>
          </p:nvSpPr>
          <p:spPr>
            <a:xfrm>
              <a:off x="5123184" y="6246879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19" name="pt518"/>
            <p:cNvSpPr/>
            <p:nvPr/>
          </p:nvSpPr>
          <p:spPr>
            <a:xfrm>
              <a:off x="5118407" y="5839792"/>
              <a:ext cx="56145" cy="5614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20" name="pt519"/>
            <p:cNvSpPr/>
            <p:nvPr/>
          </p:nvSpPr>
          <p:spPr>
            <a:xfrm>
              <a:off x="5108581" y="5609761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21" name="pt520"/>
            <p:cNvSpPr/>
            <p:nvPr/>
          </p:nvSpPr>
          <p:spPr>
            <a:xfrm>
              <a:off x="5125380" y="6099876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22" name="pt521"/>
            <p:cNvSpPr/>
            <p:nvPr/>
          </p:nvSpPr>
          <p:spPr>
            <a:xfrm>
              <a:off x="5136942" y="5754076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23" name="pt522"/>
            <p:cNvSpPr/>
            <p:nvPr/>
          </p:nvSpPr>
          <p:spPr>
            <a:xfrm>
              <a:off x="5119709" y="5338016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24" name="pt523"/>
            <p:cNvSpPr/>
            <p:nvPr/>
          </p:nvSpPr>
          <p:spPr>
            <a:xfrm>
              <a:off x="5186954" y="5791053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25" name="pt524"/>
            <p:cNvSpPr/>
            <p:nvPr/>
          </p:nvSpPr>
          <p:spPr>
            <a:xfrm>
              <a:off x="5160156" y="5863964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26" name="pt525"/>
            <p:cNvSpPr/>
            <p:nvPr/>
          </p:nvSpPr>
          <p:spPr>
            <a:xfrm>
              <a:off x="5097224" y="5587726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27" name="pt526"/>
            <p:cNvSpPr/>
            <p:nvPr/>
          </p:nvSpPr>
          <p:spPr>
            <a:xfrm>
              <a:off x="5106390" y="5963008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28" name="pt527"/>
            <p:cNvSpPr/>
            <p:nvPr/>
          </p:nvSpPr>
          <p:spPr>
            <a:xfrm>
              <a:off x="5130005" y="5527484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29" name="pt528"/>
            <p:cNvSpPr/>
            <p:nvPr/>
          </p:nvSpPr>
          <p:spPr>
            <a:xfrm>
              <a:off x="5092822" y="5919873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30" name="pt529"/>
            <p:cNvSpPr/>
            <p:nvPr/>
          </p:nvSpPr>
          <p:spPr>
            <a:xfrm>
              <a:off x="5187180" y="5495118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31" name="pt530"/>
            <p:cNvSpPr/>
            <p:nvPr/>
          </p:nvSpPr>
          <p:spPr>
            <a:xfrm>
              <a:off x="5151617" y="5118647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32" name="pt531"/>
            <p:cNvSpPr/>
            <p:nvPr/>
          </p:nvSpPr>
          <p:spPr>
            <a:xfrm>
              <a:off x="5131203" y="5413304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33" name="pt532"/>
            <p:cNvSpPr/>
            <p:nvPr/>
          </p:nvSpPr>
          <p:spPr>
            <a:xfrm>
              <a:off x="5105925" y="5465771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34" name="pt533"/>
            <p:cNvSpPr/>
            <p:nvPr/>
          </p:nvSpPr>
          <p:spPr>
            <a:xfrm>
              <a:off x="5184773" y="5593274"/>
              <a:ext cx="56145" cy="5614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35" name="pt534"/>
            <p:cNvSpPr/>
            <p:nvPr/>
          </p:nvSpPr>
          <p:spPr>
            <a:xfrm>
              <a:off x="5122359" y="5897735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36" name="pt535"/>
            <p:cNvSpPr/>
            <p:nvPr/>
          </p:nvSpPr>
          <p:spPr>
            <a:xfrm>
              <a:off x="5887153" y="5655515"/>
              <a:ext cx="56145" cy="5614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37" name="pt536"/>
            <p:cNvSpPr/>
            <p:nvPr/>
          </p:nvSpPr>
          <p:spPr>
            <a:xfrm>
              <a:off x="5975100" y="5715986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38" name="pt537"/>
            <p:cNvSpPr/>
            <p:nvPr/>
          </p:nvSpPr>
          <p:spPr>
            <a:xfrm>
              <a:off x="5971568" y="5939984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39" name="pt538"/>
            <p:cNvSpPr/>
            <p:nvPr/>
          </p:nvSpPr>
          <p:spPr>
            <a:xfrm>
              <a:off x="5917588" y="5465044"/>
              <a:ext cx="56145" cy="5614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40" name="pt539"/>
            <p:cNvSpPr/>
            <p:nvPr/>
          </p:nvSpPr>
          <p:spPr>
            <a:xfrm>
              <a:off x="5966263" y="5718507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41" name="pt540"/>
            <p:cNvSpPr/>
            <p:nvPr/>
          </p:nvSpPr>
          <p:spPr>
            <a:xfrm>
              <a:off x="5908081" y="5487249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42" name="pt541"/>
            <p:cNvSpPr/>
            <p:nvPr/>
          </p:nvSpPr>
          <p:spPr>
            <a:xfrm>
              <a:off x="5962222" y="4998540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43" name="pt542"/>
            <p:cNvSpPr/>
            <p:nvPr/>
          </p:nvSpPr>
          <p:spPr>
            <a:xfrm>
              <a:off x="5883139" y="5781493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44" name="pt543"/>
            <p:cNvSpPr/>
            <p:nvPr/>
          </p:nvSpPr>
          <p:spPr>
            <a:xfrm>
              <a:off x="5976334" y="5591297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45" name="pt544"/>
            <p:cNvSpPr/>
            <p:nvPr/>
          </p:nvSpPr>
          <p:spPr>
            <a:xfrm>
              <a:off x="5952103" y="4848033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46" name="pt545"/>
            <p:cNvSpPr/>
            <p:nvPr/>
          </p:nvSpPr>
          <p:spPr>
            <a:xfrm>
              <a:off x="5974001" y="5597219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47" name="pt546"/>
            <p:cNvSpPr/>
            <p:nvPr/>
          </p:nvSpPr>
          <p:spPr>
            <a:xfrm>
              <a:off x="5983285" y="5719856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48" name="pt547"/>
            <p:cNvSpPr/>
            <p:nvPr/>
          </p:nvSpPr>
          <p:spPr>
            <a:xfrm>
              <a:off x="5968622" y="5463066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49" name="pt548"/>
            <p:cNvSpPr/>
            <p:nvPr/>
          </p:nvSpPr>
          <p:spPr>
            <a:xfrm>
              <a:off x="5985204" y="5386604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50" name="pt549"/>
            <p:cNvSpPr/>
            <p:nvPr/>
          </p:nvSpPr>
          <p:spPr>
            <a:xfrm>
              <a:off x="5905021" y="5242621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51" name="pt550"/>
            <p:cNvSpPr/>
            <p:nvPr/>
          </p:nvSpPr>
          <p:spPr>
            <a:xfrm>
              <a:off x="5911175" y="5824880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52" name="pt551"/>
            <p:cNvSpPr/>
            <p:nvPr/>
          </p:nvSpPr>
          <p:spPr>
            <a:xfrm>
              <a:off x="5896331" y="5858818"/>
              <a:ext cx="56145" cy="5614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53" name="pt552"/>
            <p:cNvSpPr/>
            <p:nvPr/>
          </p:nvSpPr>
          <p:spPr>
            <a:xfrm>
              <a:off x="5976399" y="6076105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54" name="pt553"/>
            <p:cNvSpPr/>
            <p:nvPr/>
          </p:nvSpPr>
          <p:spPr>
            <a:xfrm>
              <a:off x="5933368" y="5643837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55" name="pt554"/>
            <p:cNvSpPr/>
            <p:nvPr/>
          </p:nvSpPr>
          <p:spPr>
            <a:xfrm>
              <a:off x="5972515" y="5556766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56" name="pt555"/>
            <p:cNvSpPr/>
            <p:nvPr/>
          </p:nvSpPr>
          <p:spPr>
            <a:xfrm>
              <a:off x="6682288" y="5608539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57" name="pt556"/>
            <p:cNvSpPr/>
            <p:nvPr/>
          </p:nvSpPr>
          <p:spPr>
            <a:xfrm>
              <a:off x="6766335" y="5745503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58" name="pt557"/>
            <p:cNvSpPr/>
            <p:nvPr/>
          </p:nvSpPr>
          <p:spPr>
            <a:xfrm>
              <a:off x="6685784" y="5825452"/>
              <a:ext cx="56145" cy="5614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59" name="pt558"/>
            <p:cNvSpPr/>
            <p:nvPr/>
          </p:nvSpPr>
          <p:spPr>
            <a:xfrm>
              <a:off x="6780255" y="5864092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60" name="pt559"/>
            <p:cNvSpPr/>
            <p:nvPr/>
          </p:nvSpPr>
          <p:spPr>
            <a:xfrm>
              <a:off x="6711488" y="5652164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61" name="pt560"/>
            <p:cNvSpPr/>
            <p:nvPr/>
          </p:nvSpPr>
          <p:spPr>
            <a:xfrm>
              <a:off x="6754914" y="5583645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62" name="pt561"/>
            <p:cNvSpPr/>
            <p:nvPr/>
          </p:nvSpPr>
          <p:spPr>
            <a:xfrm>
              <a:off x="6765167" y="5822514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63" name="pt562"/>
            <p:cNvSpPr/>
            <p:nvPr/>
          </p:nvSpPr>
          <p:spPr>
            <a:xfrm>
              <a:off x="6770309" y="5509974"/>
              <a:ext cx="56145" cy="5614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64" name="pt563"/>
            <p:cNvSpPr/>
            <p:nvPr/>
          </p:nvSpPr>
          <p:spPr>
            <a:xfrm>
              <a:off x="6692438" y="5904114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65" name="pt564"/>
            <p:cNvSpPr/>
            <p:nvPr/>
          </p:nvSpPr>
          <p:spPr>
            <a:xfrm>
              <a:off x="6762224" y="5739760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66" name="pt565"/>
            <p:cNvSpPr/>
            <p:nvPr/>
          </p:nvSpPr>
          <p:spPr>
            <a:xfrm>
              <a:off x="6734231" y="5657517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67" name="pt566"/>
            <p:cNvSpPr/>
            <p:nvPr/>
          </p:nvSpPr>
          <p:spPr>
            <a:xfrm>
              <a:off x="6768894" y="5749897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68" name="pt567"/>
            <p:cNvSpPr/>
            <p:nvPr/>
          </p:nvSpPr>
          <p:spPr>
            <a:xfrm>
              <a:off x="6763137" y="5705582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69" name="pt568"/>
            <p:cNvSpPr/>
            <p:nvPr/>
          </p:nvSpPr>
          <p:spPr>
            <a:xfrm>
              <a:off x="6761205" y="6033184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70" name="pt569"/>
            <p:cNvSpPr/>
            <p:nvPr/>
          </p:nvSpPr>
          <p:spPr>
            <a:xfrm>
              <a:off x="6711088" y="5726837"/>
              <a:ext cx="56145" cy="5614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71" name="pt570"/>
            <p:cNvSpPr/>
            <p:nvPr/>
          </p:nvSpPr>
          <p:spPr>
            <a:xfrm>
              <a:off x="6742677" y="5746635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72" name="pt571"/>
            <p:cNvSpPr/>
            <p:nvPr/>
          </p:nvSpPr>
          <p:spPr>
            <a:xfrm>
              <a:off x="6702501" y="5622383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73" name="pt572"/>
            <p:cNvSpPr/>
            <p:nvPr/>
          </p:nvSpPr>
          <p:spPr>
            <a:xfrm>
              <a:off x="6702192" y="5651765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74" name="pt573"/>
            <p:cNvSpPr/>
            <p:nvPr/>
          </p:nvSpPr>
          <p:spPr>
            <a:xfrm>
              <a:off x="6762003" y="6049870"/>
              <a:ext cx="56145" cy="5614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75" name="pt574"/>
            <p:cNvSpPr/>
            <p:nvPr/>
          </p:nvSpPr>
          <p:spPr>
            <a:xfrm>
              <a:off x="6770153" y="5617182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76" name="pt575"/>
            <p:cNvSpPr/>
            <p:nvPr/>
          </p:nvSpPr>
          <p:spPr>
            <a:xfrm>
              <a:off x="6769199" y="5492429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77" name="pt576"/>
            <p:cNvSpPr/>
            <p:nvPr/>
          </p:nvSpPr>
          <p:spPr>
            <a:xfrm>
              <a:off x="6684753" y="5523832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78" name="pt577"/>
            <p:cNvSpPr/>
            <p:nvPr/>
          </p:nvSpPr>
          <p:spPr>
            <a:xfrm>
              <a:off x="6769767" y="5854502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79" name="pt578"/>
            <p:cNvSpPr/>
            <p:nvPr/>
          </p:nvSpPr>
          <p:spPr>
            <a:xfrm>
              <a:off x="6677994" y="5928588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80" name="pl579"/>
            <p:cNvSpPr/>
            <p:nvPr/>
          </p:nvSpPr>
          <p:spPr>
            <a:xfrm>
              <a:off x="4362499" y="5721783"/>
              <a:ext cx="2394548" cy="5233"/>
            </a:xfrm>
            <a:custGeom>
              <a:avLst/>
              <a:pathLst>
                <a:path w="2394548" h="5233">
                  <a:moveTo>
                    <a:pt x="0" y="0"/>
                  </a:moveTo>
                  <a:lnTo>
                    <a:pt x="153766" y="336"/>
                  </a:lnTo>
                  <a:lnTo>
                    <a:pt x="289397" y="632"/>
                  </a:lnTo>
                  <a:lnTo>
                    <a:pt x="410723" y="897"/>
                  </a:lnTo>
                  <a:lnTo>
                    <a:pt x="520476" y="1137"/>
                  </a:lnTo>
                  <a:lnTo>
                    <a:pt x="620673" y="1356"/>
                  </a:lnTo>
                  <a:lnTo>
                    <a:pt x="712845" y="1558"/>
                  </a:lnTo>
                  <a:lnTo>
                    <a:pt x="798182" y="1744"/>
                  </a:lnTo>
                  <a:lnTo>
                    <a:pt x="877630" y="1918"/>
                  </a:lnTo>
                  <a:lnTo>
                    <a:pt x="951949" y="2080"/>
                  </a:lnTo>
                  <a:lnTo>
                    <a:pt x="1021760" y="2233"/>
                  </a:lnTo>
                  <a:lnTo>
                    <a:pt x="1087580" y="2377"/>
                  </a:lnTo>
                  <a:lnTo>
                    <a:pt x="1149840" y="2513"/>
                  </a:lnTo>
                  <a:lnTo>
                    <a:pt x="1208906" y="2642"/>
                  </a:lnTo>
                  <a:lnTo>
                    <a:pt x="1265090" y="2765"/>
                  </a:lnTo>
                  <a:lnTo>
                    <a:pt x="1318659" y="2882"/>
                  </a:lnTo>
                  <a:lnTo>
                    <a:pt x="1369847" y="2993"/>
                  </a:lnTo>
                  <a:lnTo>
                    <a:pt x="1418856" y="3101"/>
                  </a:lnTo>
                  <a:lnTo>
                    <a:pt x="1465864" y="3203"/>
                  </a:lnTo>
                  <a:lnTo>
                    <a:pt x="1511028" y="3302"/>
                  </a:lnTo>
                  <a:lnTo>
                    <a:pt x="1554487" y="3397"/>
                  </a:lnTo>
                  <a:lnTo>
                    <a:pt x="1596365" y="3489"/>
                  </a:lnTo>
                  <a:lnTo>
                    <a:pt x="1636774" y="3577"/>
                  </a:lnTo>
                  <a:lnTo>
                    <a:pt x="1675813" y="3662"/>
                  </a:lnTo>
                  <a:lnTo>
                    <a:pt x="1713572" y="3745"/>
                  </a:lnTo>
                  <a:lnTo>
                    <a:pt x="1750131" y="3825"/>
                  </a:lnTo>
                  <a:lnTo>
                    <a:pt x="1785566" y="3902"/>
                  </a:lnTo>
                  <a:lnTo>
                    <a:pt x="1819943" y="3977"/>
                  </a:lnTo>
                  <a:lnTo>
                    <a:pt x="1853323" y="4050"/>
                  </a:lnTo>
                  <a:lnTo>
                    <a:pt x="1885763" y="4121"/>
                  </a:lnTo>
                  <a:lnTo>
                    <a:pt x="1917314" y="4190"/>
                  </a:lnTo>
                  <a:lnTo>
                    <a:pt x="1948023" y="4257"/>
                  </a:lnTo>
                  <a:lnTo>
                    <a:pt x="1977935" y="4323"/>
                  </a:lnTo>
                  <a:lnTo>
                    <a:pt x="2007089" y="4386"/>
                  </a:lnTo>
                  <a:lnTo>
                    <a:pt x="2035523" y="4448"/>
                  </a:lnTo>
                  <a:lnTo>
                    <a:pt x="2063273" y="4509"/>
                  </a:lnTo>
                  <a:lnTo>
                    <a:pt x="2090369" y="4568"/>
                  </a:lnTo>
                  <a:lnTo>
                    <a:pt x="2116842" y="4626"/>
                  </a:lnTo>
                  <a:lnTo>
                    <a:pt x="2142720" y="4683"/>
                  </a:lnTo>
                  <a:lnTo>
                    <a:pt x="2168030" y="4738"/>
                  </a:lnTo>
                  <a:lnTo>
                    <a:pt x="2192795" y="4792"/>
                  </a:lnTo>
                  <a:lnTo>
                    <a:pt x="2217039" y="4845"/>
                  </a:lnTo>
                  <a:lnTo>
                    <a:pt x="2240782" y="4897"/>
                  </a:lnTo>
                  <a:lnTo>
                    <a:pt x="2264047" y="4948"/>
                  </a:lnTo>
                  <a:lnTo>
                    <a:pt x="2286850" y="4998"/>
                  </a:lnTo>
                  <a:lnTo>
                    <a:pt x="2309211" y="5047"/>
                  </a:lnTo>
                  <a:lnTo>
                    <a:pt x="2331145" y="5095"/>
                  </a:lnTo>
                  <a:lnTo>
                    <a:pt x="2352670" y="5142"/>
                  </a:lnTo>
                  <a:lnTo>
                    <a:pt x="2373800" y="5188"/>
                  </a:lnTo>
                  <a:lnTo>
                    <a:pt x="2394548" y="5233"/>
                  </a:lnTo>
                </a:path>
              </a:pathLst>
            </a:custGeom>
            <a:ln w="24391" cap="flat">
              <a:solidFill>
                <a:srgbClr val="5DC1A2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81" name="pl580"/>
            <p:cNvSpPr/>
            <p:nvPr/>
          </p:nvSpPr>
          <p:spPr>
            <a:xfrm>
              <a:off x="4362499" y="5484320"/>
              <a:ext cx="2394548" cy="110864"/>
            </a:xfrm>
            <a:custGeom>
              <a:avLst/>
              <a:pathLst>
                <a:path w="2394548" h="110864">
                  <a:moveTo>
                    <a:pt x="0" y="0"/>
                  </a:moveTo>
                  <a:lnTo>
                    <a:pt x="153766" y="7119"/>
                  </a:lnTo>
                  <a:lnTo>
                    <a:pt x="289397" y="13398"/>
                  </a:lnTo>
                  <a:lnTo>
                    <a:pt x="410723" y="19015"/>
                  </a:lnTo>
                  <a:lnTo>
                    <a:pt x="520476" y="24097"/>
                  </a:lnTo>
                  <a:lnTo>
                    <a:pt x="620673" y="28736"/>
                  </a:lnTo>
                  <a:lnTo>
                    <a:pt x="712845" y="33003"/>
                  </a:lnTo>
                  <a:lnTo>
                    <a:pt x="798182" y="36954"/>
                  </a:lnTo>
                  <a:lnTo>
                    <a:pt x="877630" y="40632"/>
                  </a:lnTo>
                  <a:lnTo>
                    <a:pt x="951949" y="44073"/>
                  </a:lnTo>
                  <a:lnTo>
                    <a:pt x="1021760" y="47305"/>
                  </a:lnTo>
                  <a:lnTo>
                    <a:pt x="1087580" y="50353"/>
                  </a:lnTo>
                  <a:lnTo>
                    <a:pt x="1149840" y="53235"/>
                  </a:lnTo>
                  <a:lnTo>
                    <a:pt x="1208906" y="55970"/>
                  </a:lnTo>
                  <a:lnTo>
                    <a:pt x="1265090" y="58571"/>
                  </a:lnTo>
                  <a:lnTo>
                    <a:pt x="1318659" y="61051"/>
                  </a:lnTo>
                  <a:lnTo>
                    <a:pt x="1369847" y="63421"/>
                  </a:lnTo>
                  <a:lnTo>
                    <a:pt x="1418856" y="65690"/>
                  </a:lnTo>
                  <a:lnTo>
                    <a:pt x="1465864" y="67867"/>
                  </a:lnTo>
                  <a:lnTo>
                    <a:pt x="1511028" y="69958"/>
                  </a:lnTo>
                  <a:lnTo>
                    <a:pt x="1554487" y="71970"/>
                  </a:lnTo>
                  <a:lnTo>
                    <a:pt x="1596365" y="73909"/>
                  </a:lnTo>
                  <a:lnTo>
                    <a:pt x="1636774" y="75780"/>
                  </a:lnTo>
                  <a:lnTo>
                    <a:pt x="1675813" y="77587"/>
                  </a:lnTo>
                  <a:lnTo>
                    <a:pt x="1713572" y="79335"/>
                  </a:lnTo>
                  <a:lnTo>
                    <a:pt x="1750131" y="81028"/>
                  </a:lnTo>
                  <a:lnTo>
                    <a:pt x="1785566" y="82669"/>
                  </a:lnTo>
                  <a:lnTo>
                    <a:pt x="1819943" y="84260"/>
                  </a:lnTo>
                  <a:lnTo>
                    <a:pt x="1853323" y="85806"/>
                  </a:lnTo>
                  <a:lnTo>
                    <a:pt x="1885763" y="87308"/>
                  </a:lnTo>
                  <a:lnTo>
                    <a:pt x="1917314" y="88768"/>
                  </a:lnTo>
                  <a:lnTo>
                    <a:pt x="1948023" y="90190"/>
                  </a:lnTo>
                  <a:lnTo>
                    <a:pt x="1977935" y="91575"/>
                  </a:lnTo>
                  <a:lnTo>
                    <a:pt x="2007089" y="92925"/>
                  </a:lnTo>
                  <a:lnTo>
                    <a:pt x="2035523" y="94241"/>
                  </a:lnTo>
                  <a:lnTo>
                    <a:pt x="2063273" y="95526"/>
                  </a:lnTo>
                  <a:lnTo>
                    <a:pt x="2090369" y="96780"/>
                  </a:lnTo>
                  <a:lnTo>
                    <a:pt x="2116842" y="98006"/>
                  </a:lnTo>
                  <a:lnTo>
                    <a:pt x="2142720" y="99204"/>
                  </a:lnTo>
                  <a:lnTo>
                    <a:pt x="2168030" y="100376"/>
                  </a:lnTo>
                  <a:lnTo>
                    <a:pt x="2192795" y="101523"/>
                  </a:lnTo>
                  <a:lnTo>
                    <a:pt x="2217039" y="102645"/>
                  </a:lnTo>
                  <a:lnTo>
                    <a:pt x="2240782" y="103744"/>
                  </a:lnTo>
                  <a:lnTo>
                    <a:pt x="2264047" y="104822"/>
                  </a:lnTo>
                  <a:lnTo>
                    <a:pt x="2286850" y="105877"/>
                  </a:lnTo>
                  <a:lnTo>
                    <a:pt x="2309211" y="106913"/>
                  </a:lnTo>
                  <a:lnTo>
                    <a:pt x="2331145" y="107928"/>
                  </a:lnTo>
                  <a:lnTo>
                    <a:pt x="2352670" y="108925"/>
                  </a:lnTo>
                  <a:lnTo>
                    <a:pt x="2373800" y="109903"/>
                  </a:lnTo>
                  <a:lnTo>
                    <a:pt x="2394548" y="110864"/>
                  </a:lnTo>
                </a:path>
              </a:pathLst>
            </a:custGeom>
            <a:ln w="24391" cap="flat">
              <a:solidFill>
                <a:srgbClr val="13815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82" name="pl581"/>
            <p:cNvSpPr/>
            <p:nvPr/>
          </p:nvSpPr>
          <p:spPr>
            <a:xfrm>
              <a:off x="4362499" y="5669447"/>
              <a:ext cx="2394548" cy="133980"/>
            </a:xfrm>
            <a:custGeom>
              <a:avLst/>
              <a:pathLst>
                <a:path w="2394548" h="133980">
                  <a:moveTo>
                    <a:pt x="0" y="0"/>
                  </a:moveTo>
                  <a:lnTo>
                    <a:pt x="153766" y="8603"/>
                  </a:lnTo>
                  <a:lnTo>
                    <a:pt x="289397" y="16192"/>
                  </a:lnTo>
                  <a:lnTo>
                    <a:pt x="410723" y="22980"/>
                  </a:lnTo>
                  <a:lnTo>
                    <a:pt x="520476" y="29121"/>
                  </a:lnTo>
                  <a:lnTo>
                    <a:pt x="620673" y="34728"/>
                  </a:lnTo>
                  <a:lnTo>
                    <a:pt x="712845" y="39885"/>
                  </a:lnTo>
                  <a:lnTo>
                    <a:pt x="798182" y="44660"/>
                  </a:lnTo>
                  <a:lnTo>
                    <a:pt x="877630" y="49105"/>
                  </a:lnTo>
                  <a:lnTo>
                    <a:pt x="951949" y="53263"/>
                  </a:lnTo>
                  <a:lnTo>
                    <a:pt x="1021760" y="57169"/>
                  </a:lnTo>
                  <a:lnTo>
                    <a:pt x="1087580" y="60852"/>
                  </a:lnTo>
                  <a:lnTo>
                    <a:pt x="1149840" y="64336"/>
                  </a:lnTo>
                  <a:lnTo>
                    <a:pt x="1208906" y="67641"/>
                  </a:lnTo>
                  <a:lnTo>
                    <a:pt x="1265090" y="70784"/>
                  </a:lnTo>
                  <a:lnTo>
                    <a:pt x="1318659" y="73781"/>
                  </a:lnTo>
                  <a:lnTo>
                    <a:pt x="1369847" y="76646"/>
                  </a:lnTo>
                  <a:lnTo>
                    <a:pt x="1418856" y="79388"/>
                  </a:lnTo>
                  <a:lnTo>
                    <a:pt x="1465864" y="82018"/>
                  </a:lnTo>
                  <a:lnTo>
                    <a:pt x="1511028" y="84545"/>
                  </a:lnTo>
                  <a:lnTo>
                    <a:pt x="1554487" y="86977"/>
                  </a:lnTo>
                  <a:lnTo>
                    <a:pt x="1596365" y="89320"/>
                  </a:lnTo>
                  <a:lnTo>
                    <a:pt x="1636774" y="91581"/>
                  </a:lnTo>
                  <a:lnTo>
                    <a:pt x="1675813" y="93765"/>
                  </a:lnTo>
                  <a:lnTo>
                    <a:pt x="1713572" y="95878"/>
                  </a:lnTo>
                  <a:lnTo>
                    <a:pt x="1750131" y="97923"/>
                  </a:lnTo>
                  <a:lnTo>
                    <a:pt x="1785566" y="99906"/>
                  </a:lnTo>
                  <a:lnTo>
                    <a:pt x="1819943" y="101829"/>
                  </a:lnTo>
                  <a:lnTo>
                    <a:pt x="1853323" y="103697"/>
                  </a:lnTo>
                  <a:lnTo>
                    <a:pt x="1885763" y="105512"/>
                  </a:lnTo>
                  <a:lnTo>
                    <a:pt x="1917314" y="107278"/>
                  </a:lnTo>
                  <a:lnTo>
                    <a:pt x="1948023" y="108996"/>
                  </a:lnTo>
                  <a:lnTo>
                    <a:pt x="1977935" y="110669"/>
                  </a:lnTo>
                  <a:lnTo>
                    <a:pt x="2007089" y="112301"/>
                  </a:lnTo>
                  <a:lnTo>
                    <a:pt x="2035523" y="113892"/>
                  </a:lnTo>
                  <a:lnTo>
                    <a:pt x="2063273" y="115444"/>
                  </a:lnTo>
                  <a:lnTo>
                    <a:pt x="2090369" y="116960"/>
                  </a:lnTo>
                  <a:lnTo>
                    <a:pt x="2116842" y="118442"/>
                  </a:lnTo>
                  <a:lnTo>
                    <a:pt x="2142720" y="119890"/>
                  </a:lnTo>
                  <a:lnTo>
                    <a:pt x="2168030" y="121306"/>
                  </a:lnTo>
                  <a:lnTo>
                    <a:pt x="2192795" y="122691"/>
                  </a:lnTo>
                  <a:lnTo>
                    <a:pt x="2217039" y="124048"/>
                  </a:lnTo>
                  <a:lnTo>
                    <a:pt x="2240782" y="125376"/>
                  </a:lnTo>
                  <a:lnTo>
                    <a:pt x="2264047" y="126678"/>
                  </a:lnTo>
                  <a:lnTo>
                    <a:pt x="2286850" y="127954"/>
                  </a:lnTo>
                  <a:lnTo>
                    <a:pt x="2309211" y="129205"/>
                  </a:lnTo>
                  <a:lnTo>
                    <a:pt x="2331145" y="130432"/>
                  </a:lnTo>
                  <a:lnTo>
                    <a:pt x="2352670" y="131637"/>
                  </a:lnTo>
                  <a:lnTo>
                    <a:pt x="2373800" y="132819"/>
                  </a:lnTo>
                  <a:lnTo>
                    <a:pt x="2394548" y="133980"/>
                  </a:lnTo>
                </a:path>
              </a:pathLst>
            </a:custGeom>
            <a:ln w="24391" cap="flat">
              <a:solidFill>
                <a:srgbClr val="E4D79A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83" name="pl582"/>
            <p:cNvSpPr/>
            <p:nvPr/>
          </p:nvSpPr>
          <p:spPr>
            <a:xfrm>
              <a:off x="4362499" y="5842785"/>
              <a:ext cx="2394548" cy="122257"/>
            </a:xfrm>
            <a:custGeom>
              <a:avLst/>
              <a:pathLst>
                <a:path w="2394548" h="122257">
                  <a:moveTo>
                    <a:pt x="0" y="0"/>
                  </a:moveTo>
                  <a:lnTo>
                    <a:pt x="153766" y="7850"/>
                  </a:lnTo>
                  <a:lnTo>
                    <a:pt x="289397" y="14775"/>
                  </a:lnTo>
                  <a:lnTo>
                    <a:pt x="410723" y="20970"/>
                  </a:lnTo>
                  <a:lnTo>
                    <a:pt x="520476" y="26573"/>
                  </a:lnTo>
                  <a:lnTo>
                    <a:pt x="620673" y="31689"/>
                  </a:lnTo>
                  <a:lnTo>
                    <a:pt x="712845" y="36395"/>
                  </a:lnTo>
                  <a:lnTo>
                    <a:pt x="798182" y="40752"/>
                  </a:lnTo>
                  <a:lnTo>
                    <a:pt x="877630" y="44808"/>
                  </a:lnTo>
                  <a:lnTo>
                    <a:pt x="951949" y="48603"/>
                  </a:lnTo>
                  <a:lnTo>
                    <a:pt x="1021760" y="52167"/>
                  </a:lnTo>
                  <a:lnTo>
                    <a:pt x="1087580" y="55527"/>
                  </a:lnTo>
                  <a:lnTo>
                    <a:pt x="1149840" y="58706"/>
                  </a:lnTo>
                  <a:lnTo>
                    <a:pt x="1208906" y="61722"/>
                  </a:lnTo>
                  <a:lnTo>
                    <a:pt x="1265090" y="64590"/>
                  </a:lnTo>
                  <a:lnTo>
                    <a:pt x="1318659" y="67326"/>
                  </a:lnTo>
                  <a:lnTo>
                    <a:pt x="1369847" y="69939"/>
                  </a:lnTo>
                  <a:lnTo>
                    <a:pt x="1418856" y="72441"/>
                  </a:lnTo>
                  <a:lnTo>
                    <a:pt x="1465864" y="74841"/>
                  </a:lnTo>
                  <a:lnTo>
                    <a:pt x="1511028" y="77147"/>
                  </a:lnTo>
                  <a:lnTo>
                    <a:pt x="1554487" y="79366"/>
                  </a:lnTo>
                  <a:lnTo>
                    <a:pt x="1596365" y="81504"/>
                  </a:lnTo>
                  <a:lnTo>
                    <a:pt x="1636774" y="83567"/>
                  </a:lnTo>
                  <a:lnTo>
                    <a:pt x="1675813" y="85561"/>
                  </a:lnTo>
                  <a:lnTo>
                    <a:pt x="1713572" y="87488"/>
                  </a:lnTo>
                  <a:lnTo>
                    <a:pt x="1750131" y="89355"/>
                  </a:lnTo>
                  <a:lnTo>
                    <a:pt x="1785566" y="91164"/>
                  </a:lnTo>
                  <a:lnTo>
                    <a:pt x="1819943" y="92919"/>
                  </a:lnTo>
                  <a:lnTo>
                    <a:pt x="1853323" y="94624"/>
                  </a:lnTo>
                  <a:lnTo>
                    <a:pt x="1885763" y="96280"/>
                  </a:lnTo>
                  <a:lnTo>
                    <a:pt x="1917314" y="97891"/>
                  </a:lnTo>
                  <a:lnTo>
                    <a:pt x="1948023" y="99459"/>
                  </a:lnTo>
                  <a:lnTo>
                    <a:pt x="1977935" y="100986"/>
                  </a:lnTo>
                  <a:lnTo>
                    <a:pt x="2007089" y="102474"/>
                  </a:lnTo>
                  <a:lnTo>
                    <a:pt x="2035523" y="103926"/>
                  </a:lnTo>
                  <a:lnTo>
                    <a:pt x="2063273" y="105343"/>
                  </a:lnTo>
                  <a:lnTo>
                    <a:pt x="2090369" y="106726"/>
                  </a:lnTo>
                  <a:lnTo>
                    <a:pt x="2116842" y="108078"/>
                  </a:lnTo>
                  <a:lnTo>
                    <a:pt x="2142720" y="109399"/>
                  </a:lnTo>
                  <a:lnTo>
                    <a:pt x="2168030" y="110691"/>
                  </a:lnTo>
                  <a:lnTo>
                    <a:pt x="2192795" y="111956"/>
                  </a:lnTo>
                  <a:lnTo>
                    <a:pt x="2217039" y="113194"/>
                  </a:lnTo>
                  <a:lnTo>
                    <a:pt x="2240782" y="114406"/>
                  </a:lnTo>
                  <a:lnTo>
                    <a:pt x="2264047" y="115594"/>
                  </a:lnTo>
                  <a:lnTo>
                    <a:pt x="2286850" y="116758"/>
                  </a:lnTo>
                  <a:lnTo>
                    <a:pt x="2309211" y="117900"/>
                  </a:lnTo>
                  <a:lnTo>
                    <a:pt x="2331145" y="119019"/>
                  </a:lnTo>
                  <a:lnTo>
                    <a:pt x="2352670" y="120118"/>
                  </a:lnTo>
                  <a:lnTo>
                    <a:pt x="2373800" y="121197"/>
                  </a:lnTo>
                  <a:lnTo>
                    <a:pt x="2394548" y="122257"/>
                  </a:lnTo>
                </a:path>
              </a:pathLst>
            </a:custGeom>
            <a:ln w="24391" cap="flat">
              <a:solidFill>
                <a:srgbClr val="F5434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84" name="pl583"/>
            <p:cNvSpPr/>
            <p:nvPr/>
          </p:nvSpPr>
          <p:spPr>
            <a:xfrm>
              <a:off x="4362499" y="5678016"/>
              <a:ext cx="2394548" cy="42063"/>
            </a:xfrm>
            <a:custGeom>
              <a:avLst/>
              <a:pathLst>
                <a:path w="2394548" h="42063">
                  <a:moveTo>
                    <a:pt x="0" y="0"/>
                  </a:moveTo>
                  <a:lnTo>
                    <a:pt x="153766" y="2701"/>
                  </a:lnTo>
                  <a:lnTo>
                    <a:pt x="289397" y="5083"/>
                  </a:lnTo>
                  <a:lnTo>
                    <a:pt x="410723" y="7214"/>
                  </a:lnTo>
                  <a:lnTo>
                    <a:pt x="520476" y="9142"/>
                  </a:lnTo>
                  <a:lnTo>
                    <a:pt x="620673" y="10902"/>
                  </a:lnTo>
                  <a:lnTo>
                    <a:pt x="712845" y="12522"/>
                  </a:lnTo>
                  <a:lnTo>
                    <a:pt x="798182" y="14021"/>
                  </a:lnTo>
                  <a:lnTo>
                    <a:pt x="877630" y="15416"/>
                  </a:lnTo>
                  <a:lnTo>
                    <a:pt x="951949" y="16722"/>
                  </a:lnTo>
                  <a:lnTo>
                    <a:pt x="1021760" y="17948"/>
                  </a:lnTo>
                  <a:lnTo>
                    <a:pt x="1087580" y="19104"/>
                  </a:lnTo>
                  <a:lnTo>
                    <a:pt x="1149840" y="20198"/>
                  </a:lnTo>
                  <a:lnTo>
                    <a:pt x="1208906" y="21236"/>
                  </a:lnTo>
                  <a:lnTo>
                    <a:pt x="1265090" y="22223"/>
                  </a:lnTo>
                  <a:lnTo>
                    <a:pt x="1318659" y="23164"/>
                  </a:lnTo>
                  <a:lnTo>
                    <a:pt x="1369847" y="24063"/>
                  </a:lnTo>
                  <a:lnTo>
                    <a:pt x="1418856" y="24924"/>
                  </a:lnTo>
                  <a:lnTo>
                    <a:pt x="1465864" y="25749"/>
                  </a:lnTo>
                  <a:lnTo>
                    <a:pt x="1511028" y="26543"/>
                  </a:lnTo>
                  <a:lnTo>
                    <a:pt x="1554487" y="27306"/>
                  </a:lnTo>
                  <a:lnTo>
                    <a:pt x="1596365" y="28042"/>
                  </a:lnTo>
                  <a:lnTo>
                    <a:pt x="1636774" y="28752"/>
                  </a:lnTo>
                  <a:lnTo>
                    <a:pt x="1675813" y="29438"/>
                  </a:lnTo>
                  <a:lnTo>
                    <a:pt x="1713572" y="30101"/>
                  </a:lnTo>
                  <a:lnTo>
                    <a:pt x="1750131" y="30743"/>
                  </a:lnTo>
                  <a:lnTo>
                    <a:pt x="1785566" y="31365"/>
                  </a:lnTo>
                  <a:lnTo>
                    <a:pt x="1819943" y="31969"/>
                  </a:lnTo>
                  <a:lnTo>
                    <a:pt x="1853323" y="32556"/>
                  </a:lnTo>
                  <a:lnTo>
                    <a:pt x="1885763" y="33126"/>
                  </a:lnTo>
                  <a:lnTo>
                    <a:pt x="1917314" y="33680"/>
                  </a:lnTo>
                  <a:lnTo>
                    <a:pt x="1948023" y="34219"/>
                  </a:lnTo>
                  <a:lnTo>
                    <a:pt x="1977935" y="34745"/>
                  </a:lnTo>
                  <a:lnTo>
                    <a:pt x="2007089" y="35257"/>
                  </a:lnTo>
                  <a:lnTo>
                    <a:pt x="2035523" y="35756"/>
                  </a:lnTo>
                  <a:lnTo>
                    <a:pt x="2063273" y="36244"/>
                  </a:lnTo>
                  <a:lnTo>
                    <a:pt x="2090369" y="36720"/>
                  </a:lnTo>
                  <a:lnTo>
                    <a:pt x="2116842" y="37185"/>
                  </a:lnTo>
                  <a:lnTo>
                    <a:pt x="2142720" y="37639"/>
                  </a:lnTo>
                  <a:lnTo>
                    <a:pt x="2168030" y="38084"/>
                  </a:lnTo>
                  <a:lnTo>
                    <a:pt x="2192795" y="38519"/>
                  </a:lnTo>
                  <a:lnTo>
                    <a:pt x="2217039" y="38945"/>
                  </a:lnTo>
                  <a:lnTo>
                    <a:pt x="2240782" y="39362"/>
                  </a:lnTo>
                  <a:lnTo>
                    <a:pt x="2264047" y="39771"/>
                  </a:lnTo>
                  <a:lnTo>
                    <a:pt x="2286850" y="40171"/>
                  </a:lnTo>
                  <a:lnTo>
                    <a:pt x="2309211" y="40564"/>
                  </a:lnTo>
                  <a:lnTo>
                    <a:pt x="2331145" y="40949"/>
                  </a:lnTo>
                  <a:lnTo>
                    <a:pt x="2352670" y="41327"/>
                  </a:lnTo>
                  <a:lnTo>
                    <a:pt x="2373800" y="41699"/>
                  </a:lnTo>
                  <a:lnTo>
                    <a:pt x="2394548" y="42063"/>
                  </a:lnTo>
                </a:path>
              </a:pathLst>
            </a:custGeom>
            <a:ln w="24391" cap="flat">
              <a:solidFill>
                <a:srgbClr val="7E0D1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85" name="pl584"/>
            <p:cNvSpPr/>
            <p:nvPr/>
          </p:nvSpPr>
          <p:spPr>
            <a:xfrm>
              <a:off x="4362499" y="5591641"/>
              <a:ext cx="2394548" cy="193643"/>
            </a:xfrm>
            <a:custGeom>
              <a:avLst/>
              <a:pathLst>
                <a:path w="2394548" h="193643">
                  <a:moveTo>
                    <a:pt x="0" y="193643"/>
                  </a:moveTo>
                  <a:lnTo>
                    <a:pt x="153766" y="181208"/>
                  </a:lnTo>
                  <a:lnTo>
                    <a:pt x="289397" y="170240"/>
                  </a:lnTo>
                  <a:lnTo>
                    <a:pt x="410723" y="160428"/>
                  </a:lnTo>
                  <a:lnTo>
                    <a:pt x="520476" y="151553"/>
                  </a:lnTo>
                  <a:lnTo>
                    <a:pt x="620673" y="143450"/>
                  </a:lnTo>
                  <a:lnTo>
                    <a:pt x="712845" y="135996"/>
                  </a:lnTo>
                  <a:lnTo>
                    <a:pt x="798182" y="129095"/>
                  </a:lnTo>
                  <a:lnTo>
                    <a:pt x="877630" y="122670"/>
                  </a:lnTo>
                  <a:lnTo>
                    <a:pt x="951949" y="116660"/>
                  </a:lnTo>
                  <a:lnTo>
                    <a:pt x="1021760" y="111015"/>
                  </a:lnTo>
                  <a:lnTo>
                    <a:pt x="1087580" y="105692"/>
                  </a:lnTo>
                  <a:lnTo>
                    <a:pt x="1149840" y="100657"/>
                  </a:lnTo>
                  <a:lnTo>
                    <a:pt x="1208906" y="95881"/>
                  </a:lnTo>
                  <a:lnTo>
                    <a:pt x="1265090" y="91337"/>
                  </a:lnTo>
                  <a:lnTo>
                    <a:pt x="1318659" y="87005"/>
                  </a:lnTo>
                  <a:lnTo>
                    <a:pt x="1369847" y="82866"/>
                  </a:lnTo>
                  <a:lnTo>
                    <a:pt x="1418856" y="78902"/>
                  </a:lnTo>
                  <a:lnTo>
                    <a:pt x="1465864" y="75101"/>
                  </a:lnTo>
                  <a:lnTo>
                    <a:pt x="1511028" y="71448"/>
                  </a:lnTo>
                  <a:lnTo>
                    <a:pt x="1554487" y="67934"/>
                  </a:lnTo>
                  <a:lnTo>
                    <a:pt x="1596365" y="64547"/>
                  </a:lnTo>
                  <a:lnTo>
                    <a:pt x="1636774" y="61280"/>
                  </a:lnTo>
                  <a:lnTo>
                    <a:pt x="1675813" y="58123"/>
                  </a:lnTo>
                  <a:lnTo>
                    <a:pt x="1713572" y="55069"/>
                  </a:lnTo>
                  <a:lnTo>
                    <a:pt x="1750131" y="52113"/>
                  </a:lnTo>
                  <a:lnTo>
                    <a:pt x="1785566" y="49247"/>
                  </a:lnTo>
                  <a:lnTo>
                    <a:pt x="1819943" y="46467"/>
                  </a:lnTo>
                  <a:lnTo>
                    <a:pt x="1853323" y="43768"/>
                  </a:lnTo>
                  <a:lnTo>
                    <a:pt x="1885763" y="41144"/>
                  </a:lnTo>
                  <a:lnTo>
                    <a:pt x="1917314" y="38593"/>
                  </a:lnTo>
                  <a:lnTo>
                    <a:pt x="1948023" y="36109"/>
                  </a:lnTo>
                  <a:lnTo>
                    <a:pt x="1977935" y="33690"/>
                  </a:lnTo>
                  <a:lnTo>
                    <a:pt x="2007089" y="31333"/>
                  </a:lnTo>
                  <a:lnTo>
                    <a:pt x="2035523" y="29033"/>
                  </a:lnTo>
                  <a:lnTo>
                    <a:pt x="2063273" y="26789"/>
                  </a:lnTo>
                  <a:lnTo>
                    <a:pt x="2090369" y="24598"/>
                  </a:lnTo>
                  <a:lnTo>
                    <a:pt x="2116842" y="22457"/>
                  </a:lnTo>
                  <a:lnTo>
                    <a:pt x="2142720" y="20364"/>
                  </a:lnTo>
                  <a:lnTo>
                    <a:pt x="2168030" y="18318"/>
                  </a:lnTo>
                  <a:lnTo>
                    <a:pt x="2192795" y="16315"/>
                  </a:lnTo>
                  <a:lnTo>
                    <a:pt x="2217039" y="14354"/>
                  </a:lnTo>
                  <a:lnTo>
                    <a:pt x="2240782" y="12434"/>
                  </a:lnTo>
                  <a:lnTo>
                    <a:pt x="2264047" y="10553"/>
                  </a:lnTo>
                  <a:lnTo>
                    <a:pt x="2286850" y="8709"/>
                  </a:lnTo>
                  <a:lnTo>
                    <a:pt x="2309211" y="6901"/>
                  </a:lnTo>
                  <a:lnTo>
                    <a:pt x="2331145" y="5127"/>
                  </a:lnTo>
                  <a:lnTo>
                    <a:pt x="2352670" y="3386"/>
                  </a:lnTo>
                  <a:lnTo>
                    <a:pt x="2373800" y="1677"/>
                  </a:lnTo>
                  <a:lnTo>
                    <a:pt x="2394548" y="0"/>
                  </a:lnTo>
                </a:path>
              </a:pathLst>
            </a:custGeom>
            <a:ln w="24391" cap="flat">
              <a:solidFill>
                <a:srgbClr val="1B7C88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86" name="pl585"/>
            <p:cNvSpPr/>
            <p:nvPr/>
          </p:nvSpPr>
          <p:spPr>
            <a:xfrm>
              <a:off x="4362499" y="5314364"/>
              <a:ext cx="2394548" cy="235407"/>
            </a:xfrm>
            <a:custGeom>
              <a:avLst/>
              <a:pathLst>
                <a:path w="2394548" h="235407">
                  <a:moveTo>
                    <a:pt x="0" y="0"/>
                  </a:moveTo>
                  <a:lnTo>
                    <a:pt x="153766" y="15116"/>
                  </a:lnTo>
                  <a:lnTo>
                    <a:pt x="289397" y="28450"/>
                  </a:lnTo>
                  <a:lnTo>
                    <a:pt x="410723" y="40378"/>
                  </a:lnTo>
                  <a:lnTo>
                    <a:pt x="520476" y="51167"/>
                  </a:lnTo>
                  <a:lnTo>
                    <a:pt x="620673" y="61018"/>
                  </a:lnTo>
                  <a:lnTo>
                    <a:pt x="712845" y="70079"/>
                  </a:lnTo>
                  <a:lnTo>
                    <a:pt x="798182" y="78469"/>
                  </a:lnTo>
                  <a:lnTo>
                    <a:pt x="877630" y="86279"/>
                  </a:lnTo>
                  <a:lnTo>
                    <a:pt x="951949" y="93585"/>
                  </a:lnTo>
                  <a:lnTo>
                    <a:pt x="1021760" y="100449"/>
                  </a:lnTo>
                  <a:lnTo>
                    <a:pt x="1087580" y="106919"/>
                  </a:lnTo>
                  <a:lnTo>
                    <a:pt x="1149840" y="113040"/>
                  </a:lnTo>
                  <a:lnTo>
                    <a:pt x="1208906" y="118847"/>
                  </a:lnTo>
                  <a:lnTo>
                    <a:pt x="1265090" y="124370"/>
                  </a:lnTo>
                  <a:lnTo>
                    <a:pt x="1318659" y="129637"/>
                  </a:lnTo>
                  <a:lnTo>
                    <a:pt x="1369847" y="134669"/>
                  </a:lnTo>
                  <a:lnTo>
                    <a:pt x="1418856" y="139487"/>
                  </a:lnTo>
                  <a:lnTo>
                    <a:pt x="1465864" y="144108"/>
                  </a:lnTo>
                  <a:lnTo>
                    <a:pt x="1511028" y="148548"/>
                  </a:lnTo>
                  <a:lnTo>
                    <a:pt x="1554487" y="152821"/>
                  </a:lnTo>
                  <a:lnTo>
                    <a:pt x="1596365" y="156938"/>
                  </a:lnTo>
                  <a:lnTo>
                    <a:pt x="1636774" y="160911"/>
                  </a:lnTo>
                  <a:lnTo>
                    <a:pt x="1675813" y="164748"/>
                  </a:lnTo>
                  <a:lnTo>
                    <a:pt x="1713572" y="168461"/>
                  </a:lnTo>
                  <a:lnTo>
                    <a:pt x="1750131" y="172055"/>
                  </a:lnTo>
                  <a:lnTo>
                    <a:pt x="1785566" y="175538"/>
                  </a:lnTo>
                  <a:lnTo>
                    <a:pt x="1819943" y="178918"/>
                  </a:lnTo>
                  <a:lnTo>
                    <a:pt x="1853323" y="182199"/>
                  </a:lnTo>
                  <a:lnTo>
                    <a:pt x="1885763" y="185389"/>
                  </a:lnTo>
                  <a:lnTo>
                    <a:pt x="1917314" y="188490"/>
                  </a:lnTo>
                  <a:lnTo>
                    <a:pt x="1948023" y="191509"/>
                  </a:lnTo>
                  <a:lnTo>
                    <a:pt x="1977935" y="194450"/>
                  </a:lnTo>
                  <a:lnTo>
                    <a:pt x="2007089" y="197316"/>
                  </a:lnTo>
                  <a:lnTo>
                    <a:pt x="2035523" y="200112"/>
                  </a:lnTo>
                  <a:lnTo>
                    <a:pt x="2063273" y="202840"/>
                  </a:lnTo>
                  <a:lnTo>
                    <a:pt x="2090369" y="205503"/>
                  </a:lnTo>
                  <a:lnTo>
                    <a:pt x="2116842" y="208106"/>
                  </a:lnTo>
                  <a:lnTo>
                    <a:pt x="2142720" y="210650"/>
                  </a:lnTo>
                  <a:lnTo>
                    <a:pt x="2168030" y="213138"/>
                  </a:lnTo>
                  <a:lnTo>
                    <a:pt x="2192795" y="215573"/>
                  </a:lnTo>
                  <a:lnTo>
                    <a:pt x="2217039" y="217956"/>
                  </a:lnTo>
                  <a:lnTo>
                    <a:pt x="2240782" y="220291"/>
                  </a:lnTo>
                  <a:lnTo>
                    <a:pt x="2264047" y="222578"/>
                  </a:lnTo>
                  <a:lnTo>
                    <a:pt x="2286850" y="224819"/>
                  </a:lnTo>
                  <a:lnTo>
                    <a:pt x="2309211" y="227018"/>
                  </a:lnTo>
                  <a:lnTo>
                    <a:pt x="2331145" y="229174"/>
                  </a:lnTo>
                  <a:lnTo>
                    <a:pt x="2352670" y="231290"/>
                  </a:lnTo>
                  <a:lnTo>
                    <a:pt x="2373800" y="233367"/>
                  </a:lnTo>
                  <a:lnTo>
                    <a:pt x="2394548" y="235407"/>
                  </a:lnTo>
                </a:path>
              </a:pathLst>
            </a:custGeom>
            <a:ln w="24391" cap="flat">
              <a:solidFill>
                <a:srgbClr val="F7961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87" name="pl586"/>
            <p:cNvSpPr/>
            <p:nvPr/>
          </p:nvSpPr>
          <p:spPr>
            <a:xfrm>
              <a:off x="4362499" y="5912666"/>
              <a:ext cx="2394548" cy="48388"/>
            </a:xfrm>
            <a:custGeom>
              <a:avLst/>
              <a:pathLst>
                <a:path w="2394548" h="48388">
                  <a:moveTo>
                    <a:pt x="0" y="48388"/>
                  </a:moveTo>
                  <a:lnTo>
                    <a:pt x="153766" y="45281"/>
                  </a:lnTo>
                  <a:lnTo>
                    <a:pt x="289397" y="42540"/>
                  </a:lnTo>
                  <a:lnTo>
                    <a:pt x="410723" y="40088"/>
                  </a:lnTo>
                  <a:lnTo>
                    <a:pt x="520476" y="37870"/>
                  </a:lnTo>
                  <a:lnTo>
                    <a:pt x="620673" y="35846"/>
                  </a:lnTo>
                  <a:lnTo>
                    <a:pt x="712845" y="33983"/>
                  </a:lnTo>
                  <a:lnTo>
                    <a:pt x="798182" y="32258"/>
                  </a:lnTo>
                  <a:lnTo>
                    <a:pt x="877630" y="30653"/>
                  </a:lnTo>
                  <a:lnTo>
                    <a:pt x="951949" y="29151"/>
                  </a:lnTo>
                  <a:lnTo>
                    <a:pt x="1021760" y="27740"/>
                  </a:lnTo>
                  <a:lnTo>
                    <a:pt x="1087580" y="26410"/>
                  </a:lnTo>
                  <a:lnTo>
                    <a:pt x="1149840" y="25152"/>
                  </a:lnTo>
                  <a:lnTo>
                    <a:pt x="1208906" y="23959"/>
                  </a:lnTo>
                  <a:lnTo>
                    <a:pt x="1265090" y="22823"/>
                  </a:lnTo>
                  <a:lnTo>
                    <a:pt x="1318659" y="21741"/>
                  </a:lnTo>
                  <a:lnTo>
                    <a:pt x="1369847" y="20706"/>
                  </a:lnTo>
                  <a:lnTo>
                    <a:pt x="1418856" y="19716"/>
                  </a:lnTo>
                  <a:lnTo>
                    <a:pt x="1465864" y="18766"/>
                  </a:lnTo>
                  <a:lnTo>
                    <a:pt x="1511028" y="17853"/>
                  </a:lnTo>
                  <a:lnTo>
                    <a:pt x="1554487" y="16975"/>
                  </a:lnTo>
                  <a:lnTo>
                    <a:pt x="1596365" y="16129"/>
                  </a:lnTo>
                  <a:lnTo>
                    <a:pt x="1636774" y="15312"/>
                  </a:lnTo>
                  <a:lnTo>
                    <a:pt x="1675813" y="14524"/>
                  </a:lnTo>
                  <a:lnTo>
                    <a:pt x="1713572" y="13761"/>
                  </a:lnTo>
                  <a:lnTo>
                    <a:pt x="1750131" y="13022"/>
                  </a:lnTo>
                  <a:lnTo>
                    <a:pt x="1785566" y="12306"/>
                  </a:lnTo>
                  <a:lnTo>
                    <a:pt x="1819943" y="11611"/>
                  </a:lnTo>
                  <a:lnTo>
                    <a:pt x="1853323" y="10936"/>
                  </a:lnTo>
                  <a:lnTo>
                    <a:pt x="1885763" y="10281"/>
                  </a:lnTo>
                  <a:lnTo>
                    <a:pt x="1917314" y="9643"/>
                  </a:lnTo>
                  <a:lnTo>
                    <a:pt x="1948023" y="9023"/>
                  </a:lnTo>
                  <a:lnTo>
                    <a:pt x="1977935" y="8418"/>
                  </a:lnTo>
                  <a:lnTo>
                    <a:pt x="2007089" y="7829"/>
                  </a:lnTo>
                  <a:lnTo>
                    <a:pt x="2035523" y="7255"/>
                  </a:lnTo>
                  <a:lnTo>
                    <a:pt x="2063273" y="6694"/>
                  </a:lnTo>
                  <a:lnTo>
                    <a:pt x="2090369" y="6146"/>
                  </a:lnTo>
                  <a:lnTo>
                    <a:pt x="2116842" y="5611"/>
                  </a:lnTo>
                  <a:lnTo>
                    <a:pt x="2142720" y="5088"/>
                  </a:lnTo>
                  <a:lnTo>
                    <a:pt x="2168030" y="4577"/>
                  </a:lnTo>
                  <a:lnTo>
                    <a:pt x="2192795" y="4076"/>
                  </a:lnTo>
                  <a:lnTo>
                    <a:pt x="2217039" y="3587"/>
                  </a:lnTo>
                  <a:lnTo>
                    <a:pt x="2240782" y="3107"/>
                  </a:lnTo>
                  <a:lnTo>
                    <a:pt x="2264047" y="2637"/>
                  </a:lnTo>
                  <a:lnTo>
                    <a:pt x="2286850" y="2176"/>
                  </a:lnTo>
                  <a:lnTo>
                    <a:pt x="2309211" y="1724"/>
                  </a:lnTo>
                  <a:lnTo>
                    <a:pt x="2331145" y="1281"/>
                  </a:lnTo>
                  <a:lnTo>
                    <a:pt x="2352670" y="846"/>
                  </a:lnTo>
                  <a:lnTo>
                    <a:pt x="2373800" y="419"/>
                  </a:lnTo>
                  <a:lnTo>
                    <a:pt x="2394548" y="0"/>
                  </a:lnTo>
                </a:path>
              </a:pathLst>
            </a:custGeom>
            <a:ln w="24391" cap="flat">
              <a:solidFill>
                <a:srgbClr val="5F738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88" name="pl587"/>
            <p:cNvSpPr/>
            <p:nvPr/>
          </p:nvSpPr>
          <p:spPr>
            <a:xfrm>
              <a:off x="4362499" y="5586531"/>
              <a:ext cx="2394548" cy="344063"/>
            </a:xfrm>
            <a:custGeom>
              <a:avLst/>
              <a:pathLst>
                <a:path w="2394548" h="344063">
                  <a:moveTo>
                    <a:pt x="0" y="344063"/>
                  </a:moveTo>
                  <a:lnTo>
                    <a:pt x="153766" y="321969"/>
                  </a:lnTo>
                  <a:lnTo>
                    <a:pt x="289397" y="302481"/>
                  </a:lnTo>
                  <a:lnTo>
                    <a:pt x="410723" y="285048"/>
                  </a:lnTo>
                  <a:lnTo>
                    <a:pt x="520476" y="269278"/>
                  </a:lnTo>
                  <a:lnTo>
                    <a:pt x="620673" y="254881"/>
                  </a:lnTo>
                  <a:lnTo>
                    <a:pt x="712845" y="241637"/>
                  </a:lnTo>
                  <a:lnTo>
                    <a:pt x="798182" y="229375"/>
                  </a:lnTo>
                  <a:lnTo>
                    <a:pt x="877630" y="217960"/>
                  </a:lnTo>
                  <a:lnTo>
                    <a:pt x="951949" y="207281"/>
                  </a:lnTo>
                  <a:lnTo>
                    <a:pt x="1021760" y="197250"/>
                  </a:lnTo>
                  <a:lnTo>
                    <a:pt x="1087580" y="187793"/>
                  </a:lnTo>
                  <a:lnTo>
                    <a:pt x="1149840" y="178847"/>
                  </a:lnTo>
                  <a:lnTo>
                    <a:pt x="1208906" y="170360"/>
                  </a:lnTo>
                  <a:lnTo>
                    <a:pt x="1265090" y="162287"/>
                  </a:lnTo>
                  <a:lnTo>
                    <a:pt x="1318659" y="154590"/>
                  </a:lnTo>
                  <a:lnTo>
                    <a:pt x="1369847" y="147235"/>
                  </a:lnTo>
                  <a:lnTo>
                    <a:pt x="1418856" y="140193"/>
                  </a:lnTo>
                  <a:lnTo>
                    <a:pt x="1465864" y="133439"/>
                  </a:lnTo>
                  <a:lnTo>
                    <a:pt x="1511028" y="126949"/>
                  </a:lnTo>
                  <a:lnTo>
                    <a:pt x="1554487" y="120705"/>
                  </a:lnTo>
                  <a:lnTo>
                    <a:pt x="1596365" y="114687"/>
                  </a:lnTo>
                  <a:lnTo>
                    <a:pt x="1636774" y="108881"/>
                  </a:lnTo>
                  <a:lnTo>
                    <a:pt x="1675813" y="103272"/>
                  </a:lnTo>
                  <a:lnTo>
                    <a:pt x="1713572" y="97846"/>
                  </a:lnTo>
                  <a:lnTo>
                    <a:pt x="1750131" y="92593"/>
                  </a:lnTo>
                  <a:lnTo>
                    <a:pt x="1785566" y="87502"/>
                  </a:lnTo>
                  <a:lnTo>
                    <a:pt x="1819943" y="82562"/>
                  </a:lnTo>
                  <a:lnTo>
                    <a:pt x="1853323" y="77766"/>
                  </a:lnTo>
                  <a:lnTo>
                    <a:pt x="1885763" y="73105"/>
                  </a:lnTo>
                  <a:lnTo>
                    <a:pt x="1917314" y="68572"/>
                  </a:lnTo>
                  <a:lnTo>
                    <a:pt x="1948023" y="64159"/>
                  </a:lnTo>
                  <a:lnTo>
                    <a:pt x="1977935" y="59861"/>
                  </a:lnTo>
                  <a:lnTo>
                    <a:pt x="2007089" y="55672"/>
                  </a:lnTo>
                  <a:lnTo>
                    <a:pt x="2035523" y="51586"/>
                  </a:lnTo>
                  <a:lnTo>
                    <a:pt x="2063273" y="47599"/>
                  </a:lnTo>
                  <a:lnTo>
                    <a:pt x="2090369" y="43706"/>
                  </a:lnTo>
                  <a:lnTo>
                    <a:pt x="2116842" y="39902"/>
                  </a:lnTo>
                  <a:lnTo>
                    <a:pt x="2142720" y="36184"/>
                  </a:lnTo>
                  <a:lnTo>
                    <a:pt x="2168030" y="32547"/>
                  </a:lnTo>
                  <a:lnTo>
                    <a:pt x="2192795" y="28989"/>
                  </a:lnTo>
                  <a:lnTo>
                    <a:pt x="2217039" y="25505"/>
                  </a:lnTo>
                  <a:lnTo>
                    <a:pt x="2240782" y="22094"/>
                  </a:lnTo>
                  <a:lnTo>
                    <a:pt x="2264047" y="18751"/>
                  </a:lnTo>
                  <a:lnTo>
                    <a:pt x="2286850" y="15474"/>
                  </a:lnTo>
                  <a:lnTo>
                    <a:pt x="2309211" y="12261"/>
                  </a:lnTo>
                  <a:lnTo>
                    <a:pt x="2331145" y="9110"/>
                  </a:lnTo>
                  <a:lnTo>
                    <a:pt x="2352670" y="6017"/>
                  </a:lnTo>
                  <a:lnTo>
                    <a:pt x="2373800" y="2981"/>
                  </a:lnTo>
                  <a:lnTo>
                    <a:pt x="2394548" y="0"/>
                  </a:lnTo>
                </a:path>
              </a:pathLst>
            </a:custGeom>
            <a:ln w="24391" cap="flat">
              <a:solidFill>
                <a:srgbClr val="FF999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89" name="pl588"/>
            <p:cNvSpPr/>
            <p:nvPr/>
          </p:nvSpPr>
          <p:spPr>
            <a:xfrm>
              <a:off x="4362499" y="5597382"/>
              <a:ext cx="2394548" cy="226853"/>
            </a:xfrm>
            <a:custGeom>
              <a:avLst/>
              <a:pathLst>
                <a:path w="2394548" h="226853">
                  <a:moveTo>
                    <a:pt x="0" y="0"/>
                  </a:moveTo>
                  <a:lnTo>
                    <a:pt x="153766" y="14567"/>
                  </a:lnTo>
                  <a:lnTo>
                    <a:pt x="289397" y="27416"/>
                  </a:lnTo>
                  <a:lnTo>
                    <a:pt x="410723" y="38910"/>
                  </a:lnTo>
                  <a:lnTo>
                    <a:pt x="520476" y="49308"/>
                  </a:lnTo>
                  <a:lnTo>
                    <a:pt x="620673" y="58800"/>
                  </a:lnTo>
                  <a:lnTo>
                    <a:pt x="712845" y="67533"/>
                  </a:lnTo>
                  <a:lnTo>
                    <a:pt x="798182" y="75617"/>
                  </a:lnTo>
                  <a:lnTo>
                    <a:pt x="877630" y="83144"/>
                  </a:lnTo>
                  <a:lnTo>
                    <a:pt x="951949" y="90185"/>
                  </a:lnTo>
                  <a:lnTo>
                    <a:pt x="1021760" y="96798"/>
                  </a:lnTo>
                  <a:lnTo>
                    <a:pt x="1087580" y="103034"/>
                  </a:lnTo>
                  <a:lnTo>
                    <a:pt x="1149840" y="108932"/>
                  </a:lnTo>
                  <a:lnTo>
                    <a:pt x="1208906" y="114528"/>
                  </a:lnTo>
                  <a:lnTo>
                    <a:pt x="1265090" y="119851"/>
                  </a:lnTo>
                  <a:lnTo>
                    <a:pt x="1318659" y="124926"/>
                  </a:lnTo>
                  <a:lnTo>
                    <a:pt x="1369847" y="129775"/>
                  </a:lnTo>
                  <a:lnTo>
                    <a:pt x="1418856" y="134418"/>
                  </a:lnTo>
                  <a:lnTo>
                    <a:pt x="1465864" y="138872"/>
                  </a:lnTo>
                  <a:lnTo>
                    <a:pt x="1511028" y="143150"/>
                  </a:lnTo>
                  <a:lnTo>
                    <a:pt x="1554487" y="147267"/>
                  </a:lnTo>
                  <a:lnTo>
                    <a:pt x="1596365" y="151235"/>
                  </a:lnTo>
                  <a:lnTo>
                    <a:pt x="1636774" y="155063"/>
                  </a:lnTo>
                  <a:lnTo>
                    <a:pt x="1675813" y="158762"/>
                  </a:lnTo>
                  <a:lnTo>
                    <a:pt x="1713572" y="162339"/>
                  </a:lnTo>
                  <a:lnTo>
                    <a:pt x="1750131" y="165802"/>
                  </a:lnTo>
                  <a:lnTo>
                    <a:pt x="1785566" y="169159"/>
                  </a:lnTo>
                  <a:lnTo>
                    <a:pt x="1819943" y="172416"/>
                  </a:lnTo>
                  <a:lnTo>
                    <a:pt x="1853323" y="175578"/>
                  </a:lnTo>
                  <a:lnTo>
                    <a:pt x="1885763" y="178652"/>
                  </a:lnTo>
                  <a:lnTo>
                    <a:pt x="1917314" y="181641"/>
                  </a:lnTo>
                  <a:lnTo>
                    <a:pt x="1948023" y="184550"/>
                  </a:lnTo>
                  <a:lnTo>
                    <a:pt x="1977935" y="187384"/>
                  </a:lnTo>
                  <a:lnTo>
                    <a:pt x="2007089" y="190146"/>
                  </a:lnTo>
                  <a:lnTo>
                    <a:pt x="2035523" y="192840"/>
                  </a:lnTo>
                  <a:lnTo>
                    <a:pt x="2063273" y="195468"/>
                  </a:lnTo>
                  <a:lnTo>
                    <a:pt x="2090369" y="198036"/>
                  </a:lnTo>
                  <a:lnTo>
                    <a:pt x="2116842" y="200544"/>
                  </a:lnTo>
                  <a:lnTo>
                    <a:pt x="2142720" y="202995"/>
                  </a:lnTo>
                  <a:lnTo>
                    <a:pt x="2168030" y="205393"/>
                  </a:lnTo>
                  <a:lnTo>
                    <a:pt x="2192795" y="207739"/>
                  </a:lnTo>
                  <a:lnTo>
                    <a:pt x="2217039" y="210036"/>
                  </a:lnTo>
                  <a:lnTo>
                    <a:pt x="2240782" y="212285"/>
                  </a:lnTo>
                  <a:lnTo>
                    <a:pt x="2264047" y="214489"/>
                  </a:lnTo>
                  <a:lnTo>
                    <a:pt x="2286850" y="216650"/>
                  </a:lnTo>
                  <a:lnTo>
                    <a:pt x="2309211" y="218768"/>
                  </a:lnTo>
                  <a:lnTo>
                    <a:pt x="2331145" y="220846"/>
                  </a:lnTo>
                  <a:lnTo>
                    <a:pt x="2352670" y="222885"/>
                  </a:lnTo>
                  <a:lnTo>
                    <a:pt x="2373800" y="224887"/>
                  </a:lnTo>
                  <a:lnTo>
                    <a:pt x="2394548" y="226853"/>
                  </a:lnTo>
                </a:path>
              </a:pathLst>
            </a:custGeom>
            <a:ln w="24391" cap="flat">
              <a:solidFill>
                <a:srgbClr val="66B3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90" name="rc589"/>
            <p:cNvSpPr/>
            <p:nvPr/>
          </p:nvSpPr>
          <p:spPr>
            <a:xfrm>
              <a:off x="4186450" y="4806163"/>
              <a:ext cx="2746729" cy="153873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91" name="pl590"/>
            <p:cNvSpPr/>
            <p:nvPr/>
          </p:nvSpPr>
          <p:spPr>
            <a:xfrm>
              <a:off x="4186450" y="4806163"/>
              <a:ext cx="0" cy="1538730"/>
            </a:xfrm>
            <a:custGeom>
              <a:avLst/>
              <a:pathLst>
                <a:path w="0" h="1538730">
                  <a:moveTo>
                    <a:pt x="0" y="153873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l591"/>
            <p:cNvSpPr/>
            <p:nvPr/>
          </p:nvSpPr>
          <p:spPr>
            <a:xfrm>
              <a:off x="4157982" y="6251771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l592"/>
            <p:cNvSpPr/>
            <p:nvPr/>
          </p:nvSpPr>
          <p:spPr>
            <a:xfrm>
              <a:off x="4157982" y="594560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l593"/>
            <p:cNvSpPr/>
            <p:nvPr/>
          </p:nvSpPr>
          <p:spPr>
            <a:xfrm>
              <a:off x="4157982" y="5639437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l594"/>
            <p:cNvSpPr/>
            <p:nvPr/>
          </p:nvSpPr>
          <p:spPr>
            <a:xfrm>
              <a:off x="4157982" y="5333269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l595"/>
            <p:cNvSpPr/>
            <p:nvPr/>
          </p:nvSpPr>
          <p:spPr>
            <a:xfrm>
              <a:off x="4157982" y="5027102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l596"/>
            <p:cNvSpPr/>
            <p:nvPr/>
          </p:nvSpPr>
          <p:spPr>
            <a:xfrm>
              <a:off x="4186450" y="6344894"/>
              <a:ext cx="2746729" cy="0"/>
            </a:xfrm>
            <a:custGeom>
              <a:avLst/>
              <a:pathLst>
                <a:path w="2746729" h="0">
                  <a:moveTo>
                    <a:pt x="0" y="0"/>
                  </a:moveTo>
                  <a:lnTo>
                    <a:pt x="2746729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l597"/>
            <p:cNvSpPr/>
            <p:nvPr/>
          </p:nvSpPr>
          <p:spPr>
            <a:xfrm>
              <a:off x="4362499" y="634489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l598"/>
            <p:cNvSpPr/>
            <p:nvPr/>
          </p:nvSpPr>
          <p:spPr>
            <a:xfrm>
              <a:off x="5160682" y="634489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l599"/>
            <p:cNvSpPr/>
            <p:nvPr/>
          </p:nvSpPr>
          <p:spPr>
            <a:xfrm>
              <a:off x="5958865" y="634489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l600"/>
            <p:cNvSpPr/>
            <p:nvPr/>
          </p:nvSpPr>
          <p:spPr>
            <a:xfrm>
              <a:off x="6757048" y="634489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tx601"/>
            <p:cNvSpPr/>
            <p:nvPr/>
          </p:nvSpPr>
          <p:spPr>
            <a:xfrm>
              <a:off x="4334244" y="6396137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603" name="tx602"/>
            <p:cNvSpPr/>
            <p:nvPr/>
          </p:nvSpPr>
          <p:spPr>
            <a:xfrm>
              <a:off x="5132427" y="6396137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604" name="tx603"/>
            <p:cNvSpPr/>
            <p:nvPr/>
          </p:nvSpPr>
          <p:spPr>
            <a:xfrm>
              <a:off x="5930610" y="6396137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605" name="tx604"/>
            <p:cNvSpPr/>
            <p:nvPr/>
          </p:nvSpPr>
          <p:spPr>
            <a:xfrm>
              <a:off x="6728793" y="6396137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</a:t>
              </a:r>
            </a:p>
          </p:txBody>
        </p:sp>
        <p:sp>
          <p:nvSpPr>
            <p:cNvPr id="606" name="tx605"/>
            <p:cNvSpPr/>
            <p:nvPr/>
          </p:nvSpPr>
          <p:spPr>
            <a:xfrm>
              <a:off x="5298753" y="6553773"/>
              <a:ext cx="522122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Richness</a:t>
              </a:r>
            </a:p>
          </p:txBody>
        </p:sp>
        <p:sp>
          <p:nvSpPr>
            <p:cNvPr id="607" name="tx606"/>
            <p:cNvSpPr/>
            <p:nvPr/>
          </p:nvSpPr>
          <p:spPr>
            <a:xfrm>
              <a:off x="4186450" y="4629623"/>
              <a:ext cx="854049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(f) Below_PC2</a:t>
              </a:r>
            </a:p>
          </p:txBody>
        </p:sp>
        <p:sp>
          <p:nvSpPr>
            <p:cNvPr id="608" name="rc607"/>
            <p:cNvSpPr/>
            <p:nvPr/>
          </p:nvSpPr>
          <p:spPr>
            <a:xfrm>
              <a:off x="1711003" y="6778484"/>
              <a:ext cx="4821205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9" name="tx608"/>
            <p:cNvSpPr/>
            <p:nvPr/>
          </p:nvSpPr>
          <p:spPr>
            <a:xfrm>
              <a:off x="1711003" y="6827336"/>
              <a:ext cx="432054" cy="82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Species</a:t>
              </a:r>
            </a:p>
          </p:txBody>
        </p:sp>
        <p:sp>
          <p:nvSpPr>
            <p:cNvPr id="610" name="rc609"/>
            <p:cNvSpPr/>
            <p:nvPr/>
          </p:nvSpPr>
          <p:spPr>
            <a:xfrm>
              <a:off x="2199994" y="6778484"/>
              <a:ext cx="180000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1" name="pt610"/>
            <p:cNvSpPr/>
            <p:nvPr/>
          </p:nvSpPr>
          <p:spPr>
            <a:xfrm>
              <a:off x="2261921" y="6840411"/>
              <a:ext cx="56145" cy="56145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12" name="pl611"/>
            <p:cNvSpPr/>
            <p:nvPr/>
          </p:nvSpPr>
          <p:spPr>
            <a:xfrm>
              <a:off x="2217994" y="6868484"/>
              <a:ext cx="143999" cy="0"/>
            </a:xfrm>
            <a:custGeom>
              <a:avLst/>
              <a:pathLst>
                <a:path w="143999" h="0">
                  <a:moveTo>
                    <a:pt x="0" y="0"/>
                  </a:moveTo>
                  <a:lnTo>
                    <a:pt x="143999" y="0"/>
                  </a:lnTo>
                </a:path>
              </a:pathLst>
            </a:custGeom>
            <a:ln w="24391" cap="flat">
              <a:solidFill>
                <a:srgbClr val="5DC1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rc612"/>
            <p:cNvSpPr/>
            <p:nvPr/>
          </p:nvSpPr>
          <p:spPr>
            <a:xfrm>
              <a:off x="2646206" y="6778484"/>
              <a:ext cx="179999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4" name="pt613"/>
            <p:cNvSpPr/>
            <p:nvPr/>
          </p:nvSpPr>
          <p:spPr>
            <a:xfrm>
              <a:off x="2708133" y="6840411"/>
              <a:ext cx="56145" cy="56145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15" name="pl614"/>
            <p:cNvSpPr/>
            <p:nvPr/>
          </p:nvSpPr>
          <p:spPr>
            <a:xfrm>
              <a:off x="2664206" y="6868484"/>
              <a:ext cx="144000" cy="0"/>
            </a:xfrm>
            <a:custGeom>
              <a:avLst/>
              <a:pathLst>
                <a:path w="144000" h="0">
                  <a:moveTo>
                    <a:pt x="0" y="0"/>
                  </a:moveTo>
                  <a:lnTo>
                    <a:pt x="144000" y="0"/>
                  </a:lnTo>
                </a:path>
              </a:pathLst>
            </a:custGeom>
            <a:ln w="24391" cap="flat">
              <a:solidFill>
                <a:srgbClr val="1381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rc615"/>
            <p:cNvSpPr/>
            <p:nvPr/>
          </p:nvSpPr>
          <p:spPr>
            <a:xfrm>
              <a:off x="3098087" y="6778484"/>
              <a:ext cx="179999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7" name="pt616"/>
            <p:cNvSpPr/>
            <p:nvPr/>
          </p:nvSpPr>
          <p:spPr>
            <a:xfrm>
              <a:off x="3160014" y="6840411"/>
              <a:ext cx="56145" cy="56145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18" name="pl617"/>
            <p:cNvSpPr/>
            <p:nvPr/>
          </p:nvSpPr>
          <p:spPr>
            <a:xfrm>
              <a:off x="3116087" y="6868484"/>
              <a:ext cx="144000" cy="0"/>
            </a:xfrm>
            <a:custGeom>
              <a:avLst/>
              <a:pathLst>
                <a:path w="144000" h="0">
                  <a:moveTo>
                    <a:pt x="0" y="0"/>
                  </a:moveTo>
                  <a:lnTo>
                    <a:pt x="144000" y="0"/>
                  </a:lnTo>
                </a:path>
              </a:pathLst>
            </a:custGeom>
            <a:ln w="24391" cap="flat">
              <a:solidFill>
                <a:srgbClr val="E4D7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rc618"/>
            <p:cNvSpPr/>
            <p:nvPr/>
          </p:nvSpPr>
          <p:spPr>
            <a:xfrm>
              <a:off x="3533052" y="6778484"/>
              <a:ext cx="179999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0" name="pt619"/>
            <p:cNvSpPr/>
            <p:nvPr/>
          </p:nvSpPr>
          <p:spPr>
            <a:xfrm>
              <a:off x="3594979" y="6840411"/>
              <a:ext cx="56145" cy="56145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21" name="pl620"/>
            <p:cNvSpPr/>
            <p:nvPr/>
          </p:nvSpPr>
          <p:spPr>
            <a:xfrm>
              <a:off x="3551052" y="6868484"/>
              <a:ext cx="143999" cy="0"/>
            </a:xfrm>
            <a:custGeom>
              <a:avLst/>
              <a:pathLst>
                <a:path w="143999" h="0">
                  <a:moveTo>
                    <a:pt x="0" y="0"/>
                  </a:moveTo>
                  <a:lnTo>
                    <a:pt x="143999" y="0"/>
                  </a:lnTo>
                </a:path>
              </a:pathLst>
            </a:custGeom>
            <a:ln w="24391" cap="flat">
              <a:solidFill>
                <a:srgbClr val="F5434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rc621"/>
            <p:cNvSpPr/>
            <p:nvPr/>
          </p:nvSpPr>
          <p:spPr>
            <a:xfrm>
              <a:off x="3979264" y="6778484"/>
              <a:ext cx="180000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3" name="pt622"/>
            <p:cNvSpPr/>
            <p:nvPr/>
          </p:nvSpPr>
          <p:spPr>
            <a:xfrm>
              <a:off x="4041191" y="6840411"/>
              <a:ext cx="56145" cy="56145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24" name="pl623"/>
            <p:cNvSpPr/>
            <p:nvPr/>
          </p:nvSpPr>
          <p:spPr>
            <a:xfrm>
              <a:off x="3997264" y="6868484"/>
              <a:ext cx="144000" cy="0"/>
            </a:xfrm>
            <a:custGeom>
              <a:avLst/>
              <a:pathLst>
                <a:path w="144000" h="0">
                  <a:moveTo>
                    <a:pt x="0" y="0"/>
                  </a:moveTo>
                  <a:lnTo>
                    <a:pt x="144000" y="0"/>
                  </a:lnTo>
                </a:path>
              </a:pathLst>
            </a:custGeom>
            <a:ln w="24391" cap="flat">
              <a:solidFill>
                <a:srgbClr val="7E0D1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rc624"/>
            <p:cNvSpPr/>
            <p:nvPr/>
          </p:nvSpPr>
          <p:spPr>
            <a:xfrm>
              <a:off x="4414229" y="6778484"/>
              <a:ext cx="180000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6" name="pt625"/>
            <p:cNvSpPr/>
            <p:nvPr/>
          </p:nvSpPr>
          <p:spPr>
            <a:xfrm>
              <a:off x="4476156" y="6840411"/>
              <a:ext cx="56145" cy="56145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27" name="pl626"/>
            <p:cNvSpPr/>
            <p:nvPr/>
          </p:nvSpPr>
          <p:spPr>
            <a:xfrm>
              <a:off x="4432229" y="6868484"/>
              <a:ext cx="143999" cy="0"/>
            </a:xfrm>
            <a:custGeom>
              <a:avLst/>
              <a:pathLst>
                <a:path w="143999" h="0">
                  <a:moveTo>
                    <a:pt x="0" y="0"/>
                  </a:moveTo>
                  <a:lnTo>
                    <a:pt x="143999" y="0"/>
                  </a:lnTo>
                </a:path>
              </a:pathLst>
            </a:custGeom>
            <a:ln w="24391" cap="flat">
              <a:solidFill>
                <a:srgbClr val="1B7C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rc627"/>
            <p:cNvSpPr/>
            <p:nvPr/>
          </p:nvSpPr>
          <p:spPr>
            <a:xfrm>
              <a:off x="4849194" y="6778484"/>
              <a:ext cx="180000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9" name="pt628"/>
            <p:cNvSpPr/>
            <p:nvPr/>
          </p:nvSpPr>
          <p:spPr>
            <a:xfrm>
              <a:off x="4911121" y="6840411"/>
              <a:ext cx="56145" cy="56145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30" name="pl629"/>
            <p:cNvSpPr/>
            <p:nvPr/>
          </p:nvSpPr>
          <p:spPr>
            <a:xfrm>
              <a:off x="4867194" y="6868484"/>
              <a:ext cx="143999" cy="0"/>
            </a:xfrm>
            <a:custGeom>
              <a:avLst/>
              <a:pathLst>
                <a:path w="143999" h="0">
                  <a:moveTo>
                    <a:pt x="0" y="0"/>
                  </a:moveTo>
                  <a:lnTo>
                    <a:pt x="143999" y="0"/>
                  </a:lnTo>
                </a:path>
              </a:pathLst>
            </a:custGeom>
            <a:ln w="24391" cap="flat">
              <a:solidFill>
                <a:srgbClr val="F796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rc630"/>
            <p:cNvSpPr/>
            <p:nvPr/>
          </p:nvSpPr>
          <p:spPr>
            <a:xfrm>
              <a:off x="5272911" y="6778484"/>
              <a:ext cx="180000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2" name="pt631"/>
            <p:cNvSpPr/>
            <p:nvPr/>
          </p:nvSpPr>
          <p:spPr>
            <a:xfrm>
              <a:off x="5334838" y="6840411"/>
              <a:ext cx="56145" cy="56145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33" name="pl632"/>
            <p:cNvSpPr/>
            <p:nvPr/>
          </p:nvSpPr>
          <p:spPr>
            <a:xfrm>
              <a:off x="5290911" y="6868484"/>
              <a:ext cx="143999" cy="0"/>
            </a:xfrm>
            <a:custGeom>
              <a:avLst/>
              <a:pathLst>
                <a:path w="143999" h="0">
                  <a:moveTo>
                    <a:pt x="0" y="0"/>
                  </a:moveTo>
                  <a:lnTo>
                    <a:pt x="143999" y="0"/>
                  </a:lnTo>
                </a:path>
              </a:pathLst>
            </a:custGeom>
            <a:ln w="24391" cap="flat">
              <a:solidFill>
                <a:srgbClr val="5F73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rc633"/>
            <p:cNvSpPr/>
            <p:nvPr/>
          </p:nvSpPr>
          <p:spPr>
            <a:xfrm>
              <a:off x="5719123" y="6778484"/>
              <a:ext cx="180000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5" name="pt634"/>
            <p:cNvSpPr/>
            <p:nvPr/>
          </p:nvSpPr>
          <p:spPr>
            <a:xfrm>
              <a:off x="5781050" y="6840411"/>
              <a:ext cx="56145" cy="56145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36" name="pl635"/>
            <p:cNvSpPr/>
            <p:nvPr/>
          </p:nvSpPr>
          <p:spPr>
            <a:xfrm>
              <a:off x="5737123" y="6868484"/>
              <a:ext cx="143999" cy="0"/>
            </a:xfrm>
            <a:custGeom>
              <a:avLst/>
              <a:pathLst>
                <a:path w="143999" h="0">
                  <a:moveTo>
                    <a:pt x="0" y="0"/>
                  </a:moveTo>
                  <a:lnTo>
                    <a:pt x="143999" y="0"/>
                  </a:lnTo>
                </a:path>
              </a:pathLst>
            </a:custGeom>
            <a:ln w="24391" cap="flat">
              <a:solidFill>
                <a:srgbClr val="FF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rc636"/>
            <p:cNvSpPr/>
            <p:nvPr/>
          </p:nvSpPr>
          <p:spPr>
            <a:xfrm>
              <a:off x="6159758" y="6778484"/>
              <a:ext cx="180000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8" name="pt637"/>
            <p:cNvSpPr/>
            <p:nvPr/>
          </p:nvSpPr>
          <p:spPr>
            <a:xfrm>
              <a:off x="6221685" y="6840411"/>
              <a:ext cx="56145" cy="56145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39" name="pl638"/>
            <p:cNvSpPr/>
            <p:nvPr/>
          </p:nvSpPr>
          <p:spPr>
            <a:xfrm>
              <a:off x="6177758" y="6868484"/>
              <a:ext cx="143999" cy="0"/>
            </a:xfrm>
            <a:custGeom>
              <a:avLst/>
              <a:pathLst>
                <a:path w="143999" h="0">
                  <a:moveTo>
                    <a:pt x="0" y="0"/>
                  </a:moveTo>
                  <a:lnTo>
                    <a:pt x="143999" y="0"/>
                  </a:lnTo>
                </a:path>
              </a:pathLst>
            </a:custGeom>
            <a:ln w="24391" cap="flat">
              <a:solidFill>
                <a:srgbClr val="66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tx639"/>
            <p:cNvSpPr/>
            <p:nvPr/>
          </p:nvSpPr>
          <p:spPr>
            <a:xfrm>
              <a:off x="2436930" y="6832045"/>
              <a:ext cx="15233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CG</a:t>
              </a:r>
            </a:p>
          </p:txBody>
        </p:sp>
        <p:sp>
          <p:nvSpPr>
            <p:cNvPr id="641" name="tx640"/>
            <p:cNvSpPr/>
            <p:nvPr/>
          </p:nvSpPr>
          <p:spPr>
            <a:xfrm>
              <a:off x="2883142" y="6832045"/>
              <a:ext cx="158008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CM</a:t>
              </a:r>
            </a:p>
          </p:txBody>
        </p:sp>
        <p:sp>
          <p:nvSpPr>
            <p:cNvPr id="642" name="tx641"/>
            <p:cNvSpPr/>
            <p:nvPr/>
          </p:nvSpPr>
          <p:spPr>
            <a:xfrm>
              <a:off x="3335023" y="6832045"/>
              <a:ext cx="141091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CS</a:t>
              </a:r>
            </a:p>
          </p:txBody>
        </p:sp>
        <p:sp>
          <p:nvSpPr>
            <p:cNvPr id="643" name="tx642"/>
            <p:cNvSpPr/>
            <p:nvPr/>
          </p:nvSpPr>
          <p:spPr>
            <a:xfrm>
              <a:off x="3769988" y="6832045"/>
              <a:ext cx="15233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</a:t>
              </a:r>
            </a:p>
          </p:txBody>
        </p:sp>
        <p:sp>
          <p:nvSpPr>
            <p:cNvPr id="644" name="tx643"/>
            <p:cNvSpPr/>
            <p:nvPr/>
          </p:nvSpPr>
          <p:spPr>
            <a:xfrm>
              <a:off x="4216200" y="6832045"/>
              <a:ext cx="141091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ED</a:t>
              </a:r>
            </a:p>
          </p:txBody>
        </p:sp>
        <p:sp>
          <p:nvSpPr>
            <p:cNvPr id="645" name="tx644"/>
            <p:cNvSpPr/>
            <p:nvPr/>
          </p:nvSpPr>
          <p:spPr>
            <a:xfrm>
              <a:off x="4651165" y="6832045"/>
              <a:ext cx="141091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HA</a:t>
              </a:r>
            </a:p>
          </p:txBody>
        </p:sp>
        <p:sp>
          <p:nvSpPr>
            <p:cNvPr id="646" name="tx645"/>
            <p:cNvSpPr/>
            <p:nvPr/>
          </p:nvSpPr>
          <p:spPr>
            <a:xfrm>
              <a:off x="5086130" y="6832045"/>
              <a:ext cx="12984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LH</a:t>
              </a:r>
            </a:p>
          </p:txBody>
        </p:sp>
        <p:sp>
          <p:nvSpPr>
            <p:cNvPr id="647" name="tx646"/>
            <p:cNvSpPr/>
            <p:nvPr/>
          </p:nvSpPr>
          <p:spPr>
            <a:xfrm>
              <a:off x="5509848" y="6832045"/>
              <a:ext cx="15233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QC</a:t>
              </a:r>
            </a:p>
          </p:txBody>
        </p:sp>
        <p:sp>
          <p:nvSpPr>
            <p:cNvPr id="648" name="tx647"/>
            <p:cNvSpPr/>
            <p:nvPr/>
          </p:nvSpPr>
          <p:spPr>
            <a:xfrm>
              <a:off x="5956060" y="6832045"/>
              <a:ext cx="146761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QS</a:t>
              </a:r>
            </a:p>
          </p:txBody>
        </p:sp>
        <p:sp>
          <p:nvSpPr>
            <p:cNvPr id="649" name="tx648"/>
            <p:cNvSpPr/>
            <p:nvPr/>
          </p:nvSpPr>
          <p:spPr>
            <a:xfrm>
              <a:off x="6396694" y="6832045"/>
              <a:ext cx="13551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jingyang</cp:lastModifiedBy>
  <cp:revision>3</cp:revision>
  <dcterms:created xsi:type="dcterms:W3CDTF">2017-02-13T16:18:36Z</dcterms:created>
  <dcterms:modified xsi:type="dcterms:W3CDTF">2026-07-20T13:47:53Z</dcterms:modified>
  <cp:category/>
</cp:coreProperties>
</file>