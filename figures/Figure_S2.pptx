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1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42361" cy="1819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52357"/>
              <a:ext cx="2876417" cy="1819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772011"/>
              <a:ext cx="3142361" cy="1819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772011"/>
              <a:ext cx="2876417" cy="1819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591666"/>
              <a:ext cx="3142361" cy="2404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591666"/>
              <a:ext cx="2876417" cy="2404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032" y="1166855"/>
              <a:ext cx="2746729" cy="1538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94234" y="24350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90123" y="23587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76650" y="247368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415949" y="247045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14094" y="24986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80554" y="23377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27615" y="22481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49962" y="24528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77179" y="253091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06811" y="231561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14487" y="25401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10567" y="247128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73365" y="18168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58857" y="23838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97506" y="24646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21002" y="25340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33609" y="25621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00688" y="23749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63756" y="16806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67146" y="18832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89637" y="25518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17526" y="23317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41163" y="22708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63153" y="22815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54594" y="24569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188795" y="239206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67164" y="187449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79304" y="202251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28700" y="249616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46575" y="22604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20389" y="250976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99355" y="26075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47894" y="233172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3651" y="24846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80617" y="14937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14022" y="25341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992042" y="21623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991353" y="18014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97860" y="12087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53313" y="20538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80405" y="22333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48571" y="208166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17899" y="22052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11089" y="23700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99216" y="227583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77211" y="226006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104568" y="23684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01904" y="23571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792376" y="23759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878228" y="23735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70827" y="232641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851760" y="24752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28595" y="20743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39415" y="20937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10189" y="23288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83591" y="22471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74560" y="21508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867535" y="19081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28750" y="19799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73289" y="18324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86736" y="20826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77305" y="20121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54886" y="244106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79675" y="226546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17205" y="21658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04851" y="223143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56809" y="195412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791476" y="22004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903837" y="20559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795235" y="19368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53678" y="21158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52626" y="208347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473089" y="2245871"/>
              <a:ext cx="2403909" cy="240776"/>
            </a:xfrm>
            <a:custGeom>
              <a:avLst/>
              <a:pathLst>
                <a:path w="2403909" h="240776">
                  <a:moveTo>
                    <a:pt x="0" y="240776"/>
                  </a:moveTo>
                  <a:lnTo>
                    <a:pt x="154367" y="225314"/>
                  </a:lnTo>
                  <a:lnTo>
                    <a:pt x="290528" y="211676"/>
                  </a:lnTo>
                  <a:lnTo>
                    <a:pt x="412329" y="199477"/>
                  </a:lnTo>
                  <a:lnTo>
                    <a:pt x="522511" y="188441"/>
                  </a:lnTo>
                  <a:lnTo>
                    <a:pt x="623099" y="178366"/>
                  </a:lnTo>
                  <a:lnTo>
                    <a:pt x="715631" y="169098"/>
                  </a:lnTo>
                  <a:lnTo>
                    <a:pt x="801303" y="160517"/>
                  </a:lnTo>
                  <a:lnTo>
                    <a:pt x="881061" y="152528"/>
                  </a:lnTo>
                  <a:lnTo>
                    <a:pt x="955670" y="145056"/>
                  </a:lnTo>
                  <a:lnTo>
                    <a:pt x="1025754" y="138036"/>
                  </a:lnTo>
                  <a:lnTo>
                    <a:pt x="1091831" y="131418"/>
                  </a:lnTo>
                  <a:lnTo>
                    <a:pt x="1154335" y="125157"/>
                  </a:lnTo>
                  <a:lnTo>
                    <a:pt x="1213632" y="119218"/>
                  </a:lnTo>
                  <a:lnTo>
                    <a:pt x="1270035" y="113569"/>
                  </a:lnTo>
                  <a:lnTo>
                    <a:pt x="1323814" y="108182"/>
                  </a:lnTo>
                  <a:lnTo>
                    <a:pt x="1375202" y="103035"/>
                  </a:lnTo>
                  <a:lnTo>
                    <a:pt x="1424402" y="98107"/>
                  </a:lnTo>
                  <a:lnTo>
                    <a:pt x="1471594" y="93380"/>
                  </a:lnTo>
                  <a:lnTo>
                    <a:pt x="1516934" y="88839"/>
                  </a:lnTo>
                  <a:lnTo>
                    <a:pt x="1560564" y="84469"/>
                  </a:lnTo>
                  <a:lnTo>
                    <a:pt x="1602606" y="80258"/>
                  </a:lnTo>
                  <a:lnTo>
                    <a:pt x="1643173" y="76195"/>
                  </a:lnTo>
                  <a:lnTo>
                    <a:pt x="1682364" y="72270"/>
                  </a:lnTo>
                  <a:lnTo>
                    <a:pt x="1720270" y="68473"/>
                  </a:lnTo>
                  <a:lnTo>
                    <a:pt x="1756973" y="64797"/>
                  </a:lnTo>
                  <a:lnTo>
                    <a:pt x="1792546" y="61234"/>
                  </a:lnTo>
                  <a:lnTo>
                    <a:pt x="1827057" y="57777"/>
                  </a:lnTo>
                  <a:lnTo>
                    <a:pt x="1860568" y="54421"/>
                  </a:lnTo>
                  <a:lnTo>
                    <a:pt x="1893135" y="51159"/>
                  </a:lnTo>
                  <a:lnTo>
                    <a:pt x="1924809" y="47986"/>
                  </a:lnTo>
                  <a:lnTo>
                    <a:pt x="1955638" y="44898"/>
                  </a:lnTo>
                  <a:lnTo>
                    <a:pt x="1985667" y="41891"/>
                  </a:lnTo>
                  <a:lnTo>
                    <a:pt x="2014935" y="38959"/>
                  </a:lnTo>
                  <a:lnTo>
                    <a:pt x="2043481" y="36100"/>
                  </a:lnTo>
                  <a:lnTo>
                    <a:pt x="2071338" y="33310"/>
                  </a:lnTo>
                  <a:lnTo>
                    <a:pt x="2098540" y="30585"/>
                  </a:lnTo>
                  <a:lnTo>
                    <a:pt x="2125117" y="27923"/>
                  </a:lnTo>
                  <a:lnTo>
                    <a:pt x="2151097" y="25321"/>
                  </a:lnTo>
                  <a:lnTo>
                    <a:pt x="2176505" y="22776"/>
                  </a:lnTo>
                  <a:lnTo>
                    <a:pt x="2201367" y="20286"/>
                  </a:lnTo>
                  <a:lnTo>
                    <a:pt x="2225705" y="17848"/>
                  </a:lnTo>
                  <a:lnTo>
                    <a:pt x="2249542" y="15461"/>
                  </a:lnTo>
                  <a:lnTo>
                    <a:pt x="2272897" y="13122"/>
                  </a:lnTo>
                  <a:lnTo>
                    <a:pt x="2295790" y="10829"/>
                  </a:lnTo>
                  <a:lnTo>
                    <a:pt x="2318238" y="8580"/>
                  </a:lnTo>
                  <a:lnTo>
                    <a:pt x="2340258" y="6375"/>
                  </a:lnTo>
                  <a:lnTo>
                    <a:pt x="2361867" y="4210"/>
                  </a:lnTo>
                  <a:lnTo>
                    <a:pt x="2383079" y="2086"/>
                  </a:lnTo>
                  <a:lnTo>
                    <a:pt x="240390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473089" y="2180642"/>
              <a:ext cx="2403909" cy="344476"/>
            </a:xfrm>
            <a:custGeom>
              <a:avLst/>
              <a:pathLst>
                <a:path w="2403909" h="344476">
                  <a:moveTo>
                    <a:pt x="0" y="344476"/>
                  </a:moveTo>
                  <a:lnTo>
                    <a:pt x="154367" y="322355"/>
                  </a:lnTo>
                  <a:lnTo>
                    <a:pt x="290528" y="302843"/>
                  </a:lnTo>
                  <a:lnTo>
                    <a:pt x="412329" y="285390"/>
                  </a:lnTo>
                  <a:lnTo>
                    <a:pt x="522511" y="269601"/>
                  </a:lnTo>
                  <a:lnTo>
                    <a:pt x="623099" y="255187"/>
                  </a:lnTo>
                  <a:lnTo>
                    <a:pt x="715631" y="241927"/>
                  </a:lnTo>
                  <a:lnTo>
                    <a:pt x="801303" y="229650"/>
                  </a:lnTo>
                  <a:lnTo>
                    <a:pt x="881061" y="218221"/>
                  </a:lnTo>
                  <a:lnTo>
                    <a:pt x="955670" y="207530"/>
                  </a:lnTo>
                  <a:lnTo>
                    <a:pt x="1025754" y="197487"/>
                  </a:lnTo>
                  <a:lnTo>
                    <a:pt x="1091831" y="188018"/>
                  </a:lnTo>
                  <a:lnTo>
                    <a:pt x="1154335" y="179061"/>
                  </a:lnTo>
                  <a:lnTo>
                    <a:pt x="1213632" y="170564"/>
                  </a:lnTo>
                  <a:lnTo>
                    <a:pt x="1270035" y="162482"/>
                  </a:lnTo>
                  <a:lnTo>
                    <a:pt x="1323814" y="154775"/>
                  </a:lnTo>
                  <a:lnTo>
                    <a:pt x="1375202" y="147412"/>
                  </a:lnTo>
                  <a:lnTo>
                    <a:pt x="1424402" y="140361"/>
                  </a:lnTo>
                  <a:lnTo>
                    <a:pt x="1471594" y="133599"/>
                  </a:lnTo>
                  <a:lnTo>
                    <a:pt x="1516934" y="127101"/>
                  </a:lnTo>
                  <a:lnTo>
                    <a:pt x="1560564" y="120849"/>
                  </a:lnTo>
                  <a:lnTo>
                    <a:pt x="1602606" y="114825"/>
                  </a:lnTo>
                  <a:lnTo>
                    <a:pt x="1643173" y="109012"/>
                  </a:lnTo>
                  <a:lnTo>
                    <a:pt x="1682364" y="103396"/>
                  </a:lnTo>
                  <a:lnTo>
                    <a:pt x="1720270" y="97964"/>
                  </a:lnTo>
                  <a:lnTo>
                    <a:pt x="1756973" y="92704"/>
                  </a:lnTo>
                  <a:lnTo>
                    <a:pt x="1792546" y="87607"/>
                  </a:lnTo>
                  <a:lnTo>
                    <a:pt x="1827057" y="82661"/>
                  </a:lnTo>
                  <a:lnTo>
                    <a:pt x="1860568" y="77859"/>
                  </a:lnTo>
                  <a:lnTo>
                    <a:pt x="1893135" y="73193"/>
                  </a:lnTo>
                  <a:lnTo>
                    <a:pt x="1924809" y="68654"/>
                  </a:lnTo>
                  <a:lnTo>
                    <a:pt x="1955638" y="64236"/>
                  </a:lnTo>
                  <a:lnTo>
                    <a:pt x="1985667" y="59933"/>
                  </a:lnTo>
                  <a:lnTo>
                    <a:pt x="2014935" y="55739"/>
                  </a:lnTo>
                  <a:lnTo>
                    <a:pt x="2043481" y="51648"/>
                  </a:lnTo>
                  <a:lnTo>
                    <a:pt x="2071338" y="47656"/>
                  </a:lnTo>
                  <a:lnTo>
                    <a:pt x="2098540" y="43758"/>
                  </a:lnTo>
                  <a:lnTo>
                    <a:pt x="2125117" y="39950"/>
                  </a:lnTo>
                  <a:lnTo>
                    <a:pt x="2151097" y="36227"/>
                  </a:lnTo>
                  <a:lnTo>
                    <a:pt x="2176505" y="32586"/>
                  </a:lnTo>
                  <a:lnTo>
                    <a:pt x="2201367" y="29023"/>
                  </a:lnTo>
                  <a:lnTo>
                    <a:pt x="2225705" y="25536"/>
                  </a:lnTo>
                  <a:lnTo>
                    <a:pt x="2249542" y="22120"/>
                  </a:lnTo>
                  <a:lnTo>
                    <a:pt x="2272897" y="18773"/>
                  </a:lnTo>
                  <a:lnTo>
                    <a:pt x="2295790" y="15493"/>
                  </a:lnTo>
                  <a:lnTo>
                    <a:pt x="2318238" y="12276"/>
                  </a:lnTo>
                  <a:lnTo>
                    <a:pt x="2340258" y="9121"/>
                  </a:lnTo>
                  <a:lnTo>
                    <a:pt x="2361867" y="6024"/>
                  </a:lnTo>
                  <a:lnTo>
                    <a:pt x="2383079" y="2984"/>
                  </a:lnTo>
                  <a:lnTo>
                    <a:pt x="240390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473089" y="2406182"/>
              <a:ext cx="2403909" cy="121459"/>
            </a:xfrm>
            <a:custGeom>
              <a:avLst/>
              <a:pathLst>
                <a:path w="2403909" h="121459">
                  <a:moveTo>
                    <a:pt x="0" y="121459"/>
                  </a:moveTo>
                  <a:lnTo>
                    <a:pt x="154367" y="113660"/>
                  </a:lnTo>
                  <a:lnTo>
                    <a:pt x="290528" y="106780"/>
                  </a:lnTo>
                  <a:lnTo>
                    <a:pt x="412329" y="100626"/>
                  </a:lnTo>
                  <a:lnTo>
                    <a:pt x="522511" y="95059"/>
                  </a:lnTo>
                  <a:lnTo>
                    <a:pt x="623099" y="89976"/>
                  </a:lnTo>
                  <a:lnTo>
                    <a:pt x="715631" y="85301"/>
                  </a:lnTo>
                  <a:lnTo>
                    <a:pt x="801303" y="80973"/>
                  </a:lnTo>
                  <a:lnTo>
                    <a:pt x="881061" y="76943"/>
                  </a:lnTo>
                  <a:lnTo>
                    <a:pt x="955670" y="73173"/>
                  </a:lnTo>
                  <a:lnTo>
                    <a:pt x="1025754" y="69632"/>
                  </a:lnTo>
                  <a:lnTo>
                    <a:pt x="1091831" y="66293"/>
                  </a:lnTo>
                  <a:lnTo>
                    <a:pt x="1154335" y="63135"/>
                  </a:lnTo>
                  <a:lnTo>
                    <a:pt x="1213632" y="60139"/>
                  </a:lnTo>
                  <a:lnTo>
                    <a:pt x="1270035" y="57289"/>
                  </a:lnTo>
                  <a:lnTo>
                    <a:pt x="1323814" y="54572"/>
                  </a:lnTo>
                  <a:lnTo>
                    <a:pt x="1375202" y="51976"/>
                  </a:lnTo>
                  <a:lnTo>
                    <a:pt x="1424402" y="49490"/>
                  </a:lnTo>
                  <a:lnTo>
                    <a:pt x="1471594" y="47106"/>
                  </a:lnTo>
                  <a:lnTo>
                    <a:pt x="1516934" y="44815"/>
                  </a:lnTo>
                  <a:lnTo>
                    <a:pt x="1560564" y="42610"/>
                  </a:lnTo>
                  <a:lnTo>
                    <a:pt x="1602606" y="40486"/>
                  </a:lnTo>
                  <a:lnTo>
                    <a:pt x="1643173" y="38436"/>
                  </a:lnTo>
                  <a:lnTo>
                    <a:pt x="1682364" y="36456"/>
                  </a:lnTo>
                  <a:lnTo>
                    <a:pt x="1720270" y="34541"/>
                  </a:lnTo>
                  <a:lnTo>
                    <a:pt x="1756973" y="32686"/>
                  </a:lnTo>
                  <a:lnTo>
                    <a:pt x="1792546" y="30889"/>
                  </a:lnTo>
                  <a:lnTo>
                    <a:pt x="1827057" y="29145"/>
                  </a:lnTo>
                  <a:lnTo>
                    <a:pt x="1860568" y="27452"/>
                  </a:lnTo>
                  <a:lnTo>
                    <a:pt x="1893135" y="25807"/>
                  </a:lnTo>
                  <a:lnTo>
                    <a:pt x="1924809" y="24206"/>
                  </a:lnTo>
                  <a:lnTo>
                    <a:pt x="1955638" y="22649"/>
                  </a:lnTo>
                  <a:lnTo>
                    <a:pt x="1985667" y="21132"/>
                  </a:lnTo>
                  <a:lnTo>
                    <a:pt x="2014935" y="19653"/>
                  </a:lnTo>
                  <a:lnTo>
                    <a:pt x="2043481" y="18210"/>
                  </a:lnTo>
                  <a:lnTo>
                    <a:pt x="2071338" y="16803"/>
                  </a:lnTo>
                  <a:lnTo>
                    <a:pt x="2098540" y="15429"/>
                  </a:lnTo>
                  <a:lnTo>
                    <a:pt x="2125117" y="14086"/>
                  </a:lnTo>
                  <a:lnTo>
                    <a:pt x="2151097" y="12773"/>
                  </a:lnTo>
                  <a:lnTo>
                    <a:pt x="2176505" y="11489"/>
                  </a:lnTo>
                  <a:lnTo>
                    <a:pt x="2201367" y="10233"/>
                  </a:lnTo>
                  <a:lnTo>
                    <a:pt x="2225705" y="9003"/>
                  </a:lnTo>
                  <a:lnTo>
                    <a:pt x="2249542" y="7799"/>
                  </a:lnTo>
                  <a:lnTo>
                    <a:pt x="2272897" y="6619"/>
                  </a:lnTo>
                  <a:lnTo>
                    <a:pt x="2295790" y="5462"/>
                  </a:lnTo>
                  <a:lnTo>
                    <a:pt x="2318238" y="4328"/>
                  </a:lnTo>
                  <a:lnTo>
                    <a:pt x="2340258" y="3216"/>
                  </a:lnTo>
                  <a:lnTo>
                    <a:pt x="2361867" y="2124"/>
                  </a:lnTo>
                  <a:lnTo>
                    <a:pt x="2383079" y="1052"/>
                  </a:lnTo>
                  <a:lnTo>
                    <a:pt x="240390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473089" y="1999638"/>
              <a:ext cx="2403909" cy="344351"/>
            </a:xfrm>
            <a:custGeom>
              <a:avLst/>
              <a:pathLst>
                <a:path w="2403909" h="344351">
                  <a:moveTo>
                    <a:pt x="0" y="344351"/>
                  </a:moveTo>
                  <a:lnTo>
                    <a:pt x="154367" y="322239"/>
                  </a:lnTo>
                  <a:lnTo>
                    <a:pt x="290528" y="302734"/>
                  </a:lnTo>
                  <a:lnTo>
                    <a:pt x="412329" y="285287"/>
                  </a:lnTo>
                  <a:lnTo>
                    <a:pt x="522511" y="269504"/>
                  </a:lnTo>
                  <a:lnTo>
                    <a:pt x="623099" y="255095"/>
                  </a:lnTo>
                  <a:lnTo>
                    <a:pt x="715631" y="241840"/>
                  </a:lnTo>
                  <a:lnTo>
                    <a:pt x="801303" y="229567"/>
                  </a:lnTo>
                  <a:lnTo>
                    <a:pt x="881061" y="218142"/>
                  </a:lnTo>
                  <a:lnTo>
                    <a:pt x="955670" y="207455"/>
                  </a:lnTo>
                  <a:lnTo>
                    <a:pt x="1025754" y="197416"/>
                  </a:lnTo>
                  <a:lnTo>
                    <a:pt x="1091831" y="187950"/>
                  </a:lnTo>
                  <a:lnTo>
                    <a:pt x="1154335" y="178997"/>
                  </a:lnTo>
                  <a:lnTo>
                    <a:pt x="1213632" y="170503"/>
                  </a:lnTo>
                  <a:lnTo>
                    <a:pt x="1270035" y="162423"/>
                  </a:lnTo>
                  <a:lnTo>
                    <a:pt x="1323814" y="154720"/>
                  </a:lnTo>
                  <a:lnTo>
                    <a:pt x="1375202" y="147358"/>
                  </a:lnTo>
                  <a:lnTo>
                    <a:pt x="1424402" y="140311"/>
                  </a:lnTo>
                  <a:lnTo>
                    <a:pt x="1471594" y="133551"/>
                  </a:lnTo>
                  <a:lnTo>
                    <a:pt x="1516934" y="127056"/>
                  </a:lnTo>
                  <a:lnTo>
                    <a:pt x="1560564" y="120806"/>
                  </a:lnTo>
                  <a:lnTo>
                    <a:pt x="1602606" y="114783"/>
                  </a:lnTo>
                  <a:lnTo>
                    <a:pt x="1643173" y="108972"/>
                  </a:lnTo>
                  <a:lnTo>
                    <a:pt x="1682364" y="103358"/>
                  </a:lnTo>
                  <a:lnTo>
                    <a:pt x="1720270" y="97928"/>
                  </a:lnTo>
                  <a:lnTo>
                    <a:pt x="1756973" y="92671"/>
                  </a:lnTo>
                  <a:lnTo>
                    <a:pt x="1792546" y="87575"/>
                  </a:lnTo>
                  <a:lnTo>
                    <a:pt x="1827057" y="82632"/>
                  </a:lnTo>
                  <a:lnTo>
                    <a:pt x="1860568" y="77831"/>
                  </a:lnTo>
                  <a:lnTo>
                    <a:pt x="1893135" y="73166"/>
                  </a:lnTo>
                  <a:lnTo>
                    <a:pt x="1924809" y="68629"/>
                  </a:lnTo>
                  <a:lnTo>
                    <a:pt x="1955638" y="64213"/>
                  </a:lnTo>
                  <a:lnTo>
                    <a:pt x="1985667" y="59911"/>
                  </a:lnTo>
                  <a:lnTo>
                    <a:pt x="2014935" y="55719"/>
                  </a:lnTo>
                  <a:lnTo>
                    <a:pt x="2043481" y="51630"/>
                  </a:lnTo>
                  <a:lnTo>
                    <a:pt x="2071338" y="47639"/>
                  </a:lnTo>
                  <a:lnTo>
                    <a:pt x="2098540" y="43743"/>
                  </a:lnTo>
                  <a:lnTo>
                    <a:pt x="2125117" y="39936"/>
                  </a:lnTo>
                  <a:lnTo>
                    <a:pt x="2151097" y="36214"/>
                  </a:lnTo>
                  <a:lnTo>
                    <a:pt x="2176505" y="32574"/>
                  </a:lnTo>
                  <a:lnTo>
                    <a:pt x="2201367" y="29013"/>
                  </a:lnTo>
                  <a:lnTo>
                    <a:pt x="2225705" y="25527"/>
                  </a:lnTo>
                  <a:lnTo>
                    <a:pt x="2249542" y="22112"/>
                  </a:lnTo>
                  <a:lnTo>
                    <a:pt x="2272897" y="18767"/>
                  </a:lnTo>
                  <a:lnTo>
                    <a:pt x="2295790" y="15487"/>
                  </a:lnTo>
                  <a:lnTo>
                    <a:pt x="2318238" y="12272"/>
                  </a:lnTo>
                  <a:lnTo>
                    <a:pt x="2340258" y="9117"/>
                  </a:lnTo>
                  <a:lnTo>
                    <a:pt x="2361867" y="6022"/>
                  </a:lnTo>
                  <a:lnTo>
                    <a:pt x="2383079" y="2983"/>
                  </a:lnTo>
                  <a:lnTo>
                    <a:pt x="240390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473089" y="2229129"/>
              <a:ext cx="2403909" cy="304912"/>
            </a:xfrm>
            <a:custGeom>
              <a:avLst/>
              <a:pathLst>
                <a:path w="2403909" h="304912">
                  <a:moveTo>
                    <a:pt x="0" y="304912"/>
                  </a:moveTo>
                  <a:lnTo>
                    <a:pt x="154367" y="285332"/>
                  </a:lnTo>
                  <a:lnTo>
                    <a:pt x="290528" y="268062"/>
                  </a:lnTo>
                  <a:lnTo>
                    <a:pt x="412329" y="252612"/>
                  </a:lnTo>
                  <a:lnTo>
                    <a:pt x="522511" y="238637"/>
                  </a:lnTo>
                  <a:lnTo>
                    <a:pt x="623099" y="225878"/>
                  </a:lnTo>
                  <a:lnTo>
                    <a:pt x="715631" y="214141"/>
                  </a:lnTo>
                  <a:lnTo>
                    <a:pt x="801303" y="203275"/>
                  </a:lnTo>
                  <a:lnTo>
                    <a:pt x="881061" y="193158"/>
                  </a:lnTo>
                  <a:lnTo>
                    <a:pt x="955670" y="183695"/>
                  </a:lnTo>
                  <a:lnTo>
                    <a:pt x="1025754" y="174805"/>
                  </a:lnTo>
                  <a:lnTo>
                    <a:pt x="1091831" y="166424"/>
                  </a:lnTo>
                  <a:lnTo>
                    <a:pt x="1154335" y="158496"/>
                  </a:lnTo>
                  <a:lnTo>
                    <a:pt x="1213632" y="150975"/>
                  </a:lnTo>
                  <a:lnTo>
                    <a:pt x="1270035" y="143821"/>
                  </a:lnTo>
                  <a:lnTo>
                    <a:pt x="1323814" y="136999"/>
                  </a:lnTo>
                  <a:lnTo>
                    <a:pt x="1375202" y="130481"/>
                  </a:lnTo>
                  <a:lnTo>
                    <a:pt x="1424402" y="124241"/>
                  </a:lnTo>
                  <a:lnTo>
                    <a:pt x="1471594" y="118255"/>
                  </a:lnTo>
                  <a:lnTo>
                    <a:pt x="1516934" y="112504"/>
                  </a:lnTo>
                  <a:lnTo>
                    <a:pt x="1560564" y="106970"/>
                  </a:lnTo>
                  <a:lnTo>
                    <a:pt x="1602606" y="101637"/>
                  </a:lnTo>
                  <a:lnTo>
                    <a:pt x="1643173" y="96492"/>
                  </a:lnTo>
                  <a:lnTo>
                    <a:pt x="1682364" y="91521"/>
                  </a:lnTo>
                  <a:lnTo>
                    <a:pt x="1720270" y="86713"/>
                  </a:lnTo>
                  <a:lnTo>
                    <a:pt x="1756973" y="82057"/>
                  </a:lnTo>
                  <a:lnTo>
                    <a:pt x="1792546" y="77545"/>
                  </a:lnTo>
                  <a:lnTo>
                    <a:pt x="1827057" y="73168"/>
                  </a:lnTo>
                  <a:lnTo>
                    <a:pt x="1860568" y="68917"/>
                  </a:lnTo>
                  <a:lnTo>
                    <a:pt x="1893135" y="64786"/>
                  </a:lnTo>
                  <a:lnTo>
                    <a:pt x="1924809" y="60769"/>
                  </a:lnTo>
                  <a:lnTo>
                    <a:pt x="1955638" y="56858"/>
                  </a:lnTo>
                  <a:lnTo>
                    <a:pt x="1985667" y="53050"/>
                  </a:lnTo>
                  <a:lnTo>
                    <a:pt x="2014935" y="49337"/>
                  </a:lnTo>
                  <a:lnTo>
                    <a:pt x="2043481" y="45716"/>
                  </a:lnTo>
                  <a:lnTo>
                    <a:pt x="2071338" y="42183"/>
                  </a:lnTo>
                  <a:lnTo>
                    <a:pt x="2098540" y="38733"/>
                  </a:lnTo>
                  <a:lnTo>
                    <a:pt x="2125117" y="35362"/>
                  </a:lnTo>
                  <a:lnTo>
                    <a:pt x="2151097" y="32066"/>
                  </a:lnTo>
                  <a:lnTo>
                    <a:pt x="2176505" y="28844"/>
                  </a:lnTo>
                  <a:lnTo>
                    <a:pt x="2201367" y="25690"/>
                  </a:lnTo>
                  <a:lnTo>
                    <a:pt x="2225705" y="22603"/>
                  </a:lnTo>
                  <a:lnTo>
                    <a:pt x="2249542" y="19579"/>
                  </a:lnTo>
                  <a:lnTo>
                    <a:pt x="2272897" y="16617"/>
                  </a:lnTo>
                  <a:lnTo>
                    <a:pt x="2295790" y="13713"/>
                  </a:lnTo>
                  <a:lnTo>
                    <a:pt x="2318238" y="10866"/>
                  </a:lnTo>
                  <a:lnTo>
                    <a:pt x="2340258" y="8073"/>
                  </a:lnTo>
                  <a:lnTo>
                    <a:pt x="2361867" y="5332"/>
                  </a:lnTo>
                  <a:lnTo>
                    <a:pt x="2383079" y="2642"/>
                  </a:lnTo>
                  <a:lnTo>
                    <a:pt x="240390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73089" y="1933881"/>
              <a:ext cx="2403909" cy="147650"/>
            </a:xfrm>
            <a:custGeom>
              <a:avLst/>
              <a:pathLst>
                <a:path w="2403909" h="147650">
                  <a:moveTo>
                    <a:pt x="0" y="147650"/>
                  </a:moveTo>
                  <a:lnTo>
                    <a:pt x="154367" y="138169"/>
                  </a:lnTo>
                  <a:lnTo>
                    <a:pt x="290528" y="129805"/>
                  </a:lnTo>
                  <a:lnTo>
                    <a:pt x="412329" y="122324"/>
                  </a:lnTo>
                  <a:lnTo>
                    <a:pt x="522511" y="115557"/>
                  </a:lnTo>
                  <a:lnTo>
                    <a:pt x="623099" y="109379"/>
                  </a:lnTo>
                  <a:lnTo>
                    <a:pt x="715631" y="103695"/>
                  </a:lnTo>
                  <a:lnTo>
                    <a:pt x="801303" y="98433"/>
                  </a:lnTo>
                  <a:lnTo>
                    <a:pt x="881061" y="93534"/>
                  </a:lnTo>
                  <a:lnTo>
                    <a:pt x="955670" y="88952"/>
                  </a:lnTo>
                  <a:lnTo>
                    <a:pt x="1025754" y="84647"/>
                  </a:lnTo>
                  <a:lnTo>
                    <a:pt x="1091831" y="80589"/>
                  </a:lnTo>
                  <a:lnTo>
                    <a:pt x="1154335" y="76750"/>
                  </a:lnTo>
                  <a:lnTo>
                    <a:pt x="1213632" y="73108"/>
                  </a:lnTo>
                  <a:lnTo>
                    <a:pt x="1270035" y="69643"/>
                  </a:lnTo>
                  <a:lnTo>
                    <a:pt x="1323814" y="66340"/>
                  </a:lnTo>
                  <a:lnTo>
                    <a:pt x="1375202" y="63184"/>
                  </a:lnTo>
                  <a:lnTo>
                    <a:pt x="1424402" y="60162"/>
                  </a:lnTo>
                  <a:lnTo>
                    <a:pt x="1471594" y="57263"/>
                  </a:lnTo>
                  <a:lnTo>
                    <a:pt x="1516934" y="54478"/>
                  </a:lnTo>
                  <a:lnTo>
                    <a:pt x="1560564" y="51799"/>
                  </a:lnTo>
                  <a:lnTo>
                    <a:pt x="1602606" y="49216"/>
                  </a:lnTo>
                  <a:lnTo>
                    <a:pt x="1643173" y="46725"/>
                  </a:lnTo>
                  <a:lnTo>
                    <a:pt x="1682364" y="44318"/>
                  </a:lnTo>
                  <a:lnTo>
                    <a:pt x="1720270" y="41989"/>
                  </a:lnTo>
                  <a:lnTo>
                    <a:pt x="1756973" y="39735"/>
                  </a:lnTo>
                  <a:lnTo>
                    <a:pt x="1792546" y="37550"/>
                  </a:lnTo>
                  <a:lnTo>
                    <a:pt x="1827057" y="35430"/>
                  </a:lnTo>
                  <a:lnTo>
                    <a:pt x="1860568" y="33372"/>
                  </a:lnTo>
                  <a:lnTo>
                    <a:pt x="1893135" y="31372"/>
                  </a:lnTo>
                  <a:lnTo>
                    <a:pt x="1924809" y="29426"/>
                  </a:lnTo>
                  <a:lnTo>
                    <a:pt x="1955638" y="27533"/>
                  </a:lnTo>
                  <a:lnTo>
                    <a:pt x="1985667" y="25688"/>
                  </a:lnTo>
                  <a:lnTo>
                    <a:pt x="2014935" y="23891"/>
                  </a:lnTo>
                  <a:lnTo>
                    <a:pt x="2043481" y="22137"/>
                  </a:lnTo>
                  <a:lnTo>
                    <a:pt x="2071338" y="20426"/>
                  </a:lnTo>
                  <a:lnTo>
                    <a:pt x="2098540" y="18756"/>
                  </a:lnTo>
                  <a:lnTo>
                    <a:pt x="2125117" y="17123"/>
                  </a:lnTo>
                  <a:lnTo>
                    <a:pt x="2151097" y="15528"/>
                  </a:lnTo>
                  <a:lnTo>
                    <a:pt x="2176505" y="13967"/>
                  </a:lnTo>
                  <a:lnTo>
                    <a:pt x="2201367" y="12440"/>
                  </a:lnTo>
                  <a:lnTo>
                    <a:pt x="2225705" y="10945"/>
                  </a:lnTo>
                  <a:lnTo>
                    <a:pt x="2249542" y="9481"/>
                  </a:lnTo>
                  <a:lnTo>
                    <a:pt x="2272897" y="8046"/>
                  </a:lnTo>
                  <a:lnTo>
                    <a:pt x="2295790" y="6640"/>
                  </a:lnTo>
                  <a:lnTo>
                    <a:pt x="2318238" y="5262"/>
                  </a:lnTo>
                  <a:lnTo>
                    <a:pt x="2340258" y="3909"/>
                  </a:lnTo>
                  <a:lnTo>
                    <a:pt x="2361867" y="2582"/>
                  </a:lnTo>
                  <a:lnTo>
                    <a:pt x="2383079" y="1279"/>
                  </a:lnTo>
                  <a:lnTo>
                    <a:pt x="240390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73089" y="2020325"/>
              <a:ext cx="2403909" cy="146719"/>
            </a:xfrm>
            <a:custGeom>
              <a:avLst/>
              <a:pathLst>
                <a:path w="2403909" h="146719">
                  <a:moveTo>
                    <a:pt x="0" y="146719"/>
                  </a:moveTo>
                  <a:lnTo>
                    <a:pt x="154367" y="137297"/>
                  </a:lnTo>
                  <a:lnTo>
                    <a:pt x="290528" y="128987"/>
                  </a:lnTo>
                  <a:lnTo>
                    <a:pt x="412329" y="121553"/>
                  </a:lnTo>
                  <a:lnTo>
                    <a:pt x="522511" y="114828"/>
                  </a:lnTo>
                  <a:lnTo>
                    <a:pt x="623099" y="108689"/>
                  </a:lnTo>
                  <a:lnTo>
                    <a:pt x="715631" y="103041"/>
                  </a:lnTo>
                  <a:lnTo>
                    <a:pt x="801303" y="97812"/>
                  </a:lnTo>
                  <a:lnTo>
                    <a:pt x="881061" y="92944"/>
                  </a:lnTo>
                  <a:lnTo>
                    <a:pt x="955670" y="88391"/>
                  </a:lnTo>
                  <a:lnTo>
                    <a:pt x="1025754" y="84113"/>
                  </a:lnTo>
                  <a:lnTo>
                    <a:pt x="1091831" y="80080"/>
                  </a:lnTo>
                  <a:lnTo>
                    <a:pt x="1154335" y="76266"/>
                  </a:lnTo>
                  <a:lnTo>
                    <a:pt x="1213632" y="72646"/>
                  </a:lnTo>
                  <a:lnTo>
                    <a:pt x="1270035" y="69204"/>
                  </a:lnTo>
                  <a:lnTo>
                    <a:pt x="1323814" y="65922"/>
                  </a:lnTo>
                  <a:lnTo>
                    <a:pt x="1375202" y="62785"/>
                  </a:lnTo>
                  <a:lnTo>
                    <a:pt x="1424402" y="59782"/>
                  </a:lnTo>
                  <a:lnTo>
                    <a:pt x="1471594" y="56902"/>
                  </a:lnTo>
                  <a:lnTo>
                    <a:pt x="1516934" y="54135"/>
                  </a:lnTo>
                  <a:lnTo>
                    <a:pt x="1560564" y="51472"/>
                  </a:lnTo>
                  <a:lnTo>
                    <a:pt x="1602606" y="48906"/>
                  </a:lnTo>
                  <a:lnTo>
                    <a:pt x="1643173" y="46430"/>
                  </a:lnTo>
                  <a:lnTo>
                    <a:pt x="1682364" y="44038"/>
                  </a:lnTo>
                  <a:lnTo>
                    <a:pt x="1720270" y="41724"/>
                  </a:lnTo>
                  <a:lnTo>
                    <a:pt x="1756973" y="39484"/>
                  </a:lnTo>
                  <a:lnTo>
                    <a:pt x="1792546" y="37313"/>
                  </a:lnTo>
                  <a:lnTo>
                    <a:pt x="1827057" y="35207"/>
                  </a:lnTo>
                  <a:lnTo>
                    <a:pt x="1860568" y="33162"/>
                  </a:lnTo>
                  <a:lnTo>
                    <a:pt x="1893135" y="31174"/>
                  </a:lnTo>
                  <a:lnTo>
                    <a:pt x="1924809" y="29241"/>
                  </a:lnTo>
                  <a:lnTo>
                    <a:pt x="1955638" y="27359"/>
                  </a:lnTo>
                  <a:lnTo>
                    <a:pt x="1985667" y="25526"/>
                  </a:lnTo>
                  <a:lnTo>
                    <a:pt x="2014935" y="23740"/>
                  </a:lnTo>
                  <a:lnTo>
                    <a:pt x="2043481" y="21998"/>
                  </a:lnTo>
                  <a:lnTo>
                    <a:pt x="2071338" y="20297"/>
                  </a:lnTo>
                  <a:lnTo>
                    <a:pt x="2098540" y="18637"/>
                  </a:lnTo>
                  <a:lnTo>
                    <a:pt x="2125117" y="17015"/>
                  </a:lnTo>
                  <a:lnTo>
                    <a:pt x="2151097" y="15430"/>
                  </a:lnTo>
                  <a:lnTo>
                    <a:pt x="2176505" y="13879"/>
                  </a:lnTo>
                  <a:lnTo>
                    <a:pt x="2201367" y="12361"/>
                  </a:lnTo>
                  <a:lnTo>
                    <a:pt x="2225705" y="10876"/>
                  </a:lnTo>
                  <a:lnTo>
                    <a:pt x="2249542" y="9421"/>
                  </a:lnTo>
                  <a:lnTo>
                    <a:pt x="2272897" y="7996"/>
                  </a:lnTo>
                  <a:lnTo>
                    <a:pt x="2295790" y="6598"/>
                  </a:lnTo>
                  <a:lnTo>
                    <a:pt x="2318238" y="5228"/>
                  </a:lnTo>
                  <a:lnTo>
                    <a:pt x="2340258" y="3884"/>
                  </a:lnTo>
                  <a:lnTo>
                    <a:pt x="2361867" y="2565"/>
                  </a:lnTo>
                  <a:lnTo>
                    <a:pt x="2383079" y="1271"/>
                  </a:lnTo>
                  <a:lnTo>
                    <a:pt x="240390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73089" y="2234473"/>
              <a:ext cx="2403909" cy="213224"/>
            </a:xfrm>
            <a:custGeom>
              <a:avLst/>
              <a:pathLst>
                <a:path w="2403909" h="213224">
                  <a:moveTo>
                    <a:pt x="0" y="213224"/>
                  </a:moveTo>
                  <a:lnTo>
                    <a:pt x="154367" y="199532"/>
                  </a:lnTo>
                  <a:lnTo>
                    <a:pt x="290528" y="187454"/>
                  </a:lnTo>
                  <a:lnTo>
                    <a:pt x="412329" y="176651"/>
                  </a:lnTo>
                  <a:lnTo>
                    <a:pt x="522511" y="166878"/>
                  </a:lnTo>
                  <a:lnTo>
                    <a:pt x="623099" y="157956"/>
                  </a:lnTo>
                  <a:lnTo>
                    <a:pt x="715631" y="149748"/>
                  </a:lnTo>
                  <a:lnTo>
                    <a:pt x="801303" y="142149"/>
                  </a:lnTo>
                  <a:lnTo>
                    <a:pt x="881061" y="135075"/>
                  </a:lnTo>
                  <a:lnTo>
                    <a:pt x="955670" y="128457"/>
                  </a:lnTo>
                  <a:lnTo>
                    <a:pt x="1025754" y="122241"/>
                  </a:lnTo>
                  <a:lnTo>
                    <a:pt x="1091831" y="116380"/>
                  </a:lnTo>
                  <a:lnTo>
                    <a:pt x="1154335" y="110836"/>
                  </a:lnTo>
                  <a:lnTo>
                    <a:pt x="1213632" y="105576"/>
                  </a:lnTo>
                  <a:lnTo>
                    <a:pt x="1270035" y="100573"/>
                  </a:lnTo>
                  <a:lnTo>
                    <a:pt x="1323814" y="95803"/>
                  </a:lnTo>
                  <a:lnTo>
                    <a:pt x="1375202" y="91245"/>
                  </a:lnTo>
                  <a:lnTo>
                    <a:pt x="1424402" y="86881"/>
                  </a:lnTo>
                  <a:lnTo>
                    <a:pt x="1471594" y="82695"/>
                  </a:lnTo>
                  <a:lnTo>
                    <a:pt x="1516934" y="78673"/>
                  </a:lnTo>
                  <a:lnTo>
                    <a:pt x="1560564" y="74803"/>
                  </a:lnTo>
                  <a:lnTo>
                    <a:pt x="1602606" y="71074"/>
                  </a:lnTo>
                  <a:lnTo>
                    <a:pt x="1643173" y="67476"/>
                  </a:lnTo>
                  <a:lnTo>
                    <a:pt x="1682364" y="64000"/>
                  </a:lnTo>
                  <a:lnTo>
                    <a:pt x="1720270" y="60638"/>
                  </a:lnTo>
                  <a:lnTo>
                    <a:pt x="1756973" y="57382"/>
                  </a:lnTo>
                  <a:lnTo>
                    <a:pt x="1792546" y="54227"/>
                  </a:lnTo>
                  <a:lnTo>
                    <a:pt x="1827057" y="51166"/>
                  </a:lnTo>
                  <a:lnTo>
                    <a:pt x="1860568" y="48193"/>
                  </a:lnTo>
                  <a:lnTo>
                    <a:pt x="1893135" y="45305"/>
                  </a:lnTo>
                  <a:lnTo>
                    <a:pt x="1924809" y="42495"/>
                  </a:lnTo>
                  <a:lnTo>
                    <a:pt x="1955638" y="39761"/>
                  </a:lnTo>
                  <a:lnTo>
                    <a:pt x="1985667" y="37097"/>
                  </a:lnTo>
                  <a:lnTo>
                    <a:pt x="2014935" y="34501"/>
                  </a:lnTo>
                  <a:lnTo>
                    <a:pt x="2043481" y="31969"/>
                  </a:lnTo>
                  <a:lnTo>
                    <a:pt x="2071338" y="29498"/>
                  </a:lnTo>
                  <a:lnTo>
                    <a:pt x="2098540" y="27085"/>
                  </a:lnTo>
                  <a:lnTo>
                    <a:pt x="2125117" y="24728"/>
                  </a:lnTo>
                  <a:lnTo>
                    <a:pt x="2151097" y="22424"/>
                  </a:lnTo>
                  <a:lnTo>
                    <a:pt x="2176505" y="20170"/>
                  </a:lnTo>
                  <a:lnTo>
                    <a:pt x="2201367" y="17965"/>
                  </a:lnTo>
                  <a:lnTo>
                    <a:pt x="2225705" y="15806"/>
                  </a:lnTo>
                  <a:lnTo>
                    <a:pt x="2249542" y="13692"/>
                  </a:lnTo>
                  <a:lnTo>
                    <a:pt x="2272897" y="11620"/>
                  </a:lnTo>
                  <a:lnTo>
                    <a:pt x="2295790" y="9590"/>
                  </a:lnTo>
                  <a:lnTo>
                    <a:pt x="2318238" y="7598"/>
                  </a:lnTo>
                  <a:lnTo>
                    <a:pt x="2340258" y="5645"/>
                  </a:lnTo>
                  <a:lnTo>
                    <a:pt x="2361867" y="3729"/>
                  </a:lnTo>
                  <a:lnTo>
                    <a:pt x="2383079" y="1847"/>
                  </a:lnTo>
                  <a:lnTo>
                    <a:pt x="240390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73089" y="2419712"/>
              <a:ext cx="2403909" cy="169976"/>
            </a:xfrm>
            <a:custGeom>
              <a:avLst/>
              <a:pathLst>
                <a:path w="2403909" h="169976">
                  <a:moveTo>
                    <a:pt x="0" y="169976"/>
                  </a:moveTo>
                  <a:lnTo>
                    <a:pt x="154367" y="159061"/>
                  </a:lnTo>
                  <a:lnTo>
                    <a:pt x="290528" y="149433"/>
                  </a:lnTo>
                  <a:lnTo>
                    <a:pt x="412329" y="140821"/>
                  </a:lnTo>
                  <a:lnTo>
                    <a:pt x="522511" y="133030"/>
                  </a:lnTo>
                  <a:lnTo>
                    <a:pt x="623099" y="125918"/>
                  </a:lnTo>
                  <a:lnTo>
                    <a:pt x="715631" y="119375"/>
                  </a:lnTo>
                  <a:lnTo>
                    <a:pt x="801303" y="113317"/>
                  </a:lnTo>
                  <a:lnTo>
                    <a:pt x="881061" y="107678"/>
                  </a:lnTo>
                  <a:lnTo>
                    <a:pt x="955670" y="102402"/>
                  </a:lnTo>
                  <a:lnTo>
                    <a:pt x="1025754" y="97447"/>
                  </a:lnTo>
                  <a:lnTo>
                    <a:pt x="1091831" y="92774"/>
                  </a:lnTo>
                  <a:lnTo>
                    <a:pt x="1154335" y="88355"/>
                  </a:lnTo>
                  <a:lnTo>
                    <a:pt x="1213632" y="84162"/>
                  </a:lnTo>
                  <a:lnTo>
                    <a:pt x="1270035" y="80174"/>
                  </a:lnTo>
                  <a:lnTo>
                    <a:pt x="1323814" y="76371"/>
                  </a:lnTo>
                  <a:lnTo>
                    <a:pt x="1375202" y="72738"/>
                  </a:lnTo>
                  <a:lnTo>
                    <a:pt x="1424402" y="69259"/>
                  </a:lnTo>
                  <a:lnTo>
                    <a:pt x="1471594" y="65922"/>
                  </a:lnTo>
                  <a:lnTo>
                    <a:pt x="1516934" y="62716"/>
                  </a:lnTo>
                  <a:lnTo>
                    <a:pt x="1560564" y="59631"/>
                  </a:lnTo>
                  <a:lnTo>
                    <a:pt x="1602606" y="56658"/>
                  </a:lnTo>
                  <a:lnTo>
                    <a:pt x="1643173" y="53790"/>
                  </a:lnTo>
                  <a:lnTo>
                    <a:pt x="1682364" y="51019"/>
                  </a:lnTo>
                  <a:lnTo>
                    <a:pt x="1720270" y="48338"/>
                  </a:lnTo>
                  <a:lnTo>
                    <a:pt x="1756973" y="45743"/>
                  </a:lnTo>
                  <a:lnTo>
                    <a:pt x="1792546" y="43228"/>
                  </a:lnTo>
                  <a:lnTo>
                    <a:pt x="1827057" y="40788"/>
                  </a:lnTo>
                  <a:lnTo>
                    <a:pt x="1860568" y="38418"/>
                  </a:lnTo>
                  <a:lnTo>
                    <a:pt x="1893135" y="36116"/>
                  </a:lnTo>
                  <a:lnTo>
                    <a:pt x="1924809" y="33876"/>
                  </a:lnTo>
                  <a:lnTo>
                    <a:pt x="1955638" y="31696"/>
                  </a:lnTo>
                  <a:lnTo>
                    <a:pt x="1985667" y="29573"/>
                  </a:lnTo>
                  <a:lnTo>
                    <a:pt x="2014935" y="27503"/>
                  </a:lnTo>
                  <a:lnTo>
                    <a:pt x="2043481" y="25485"/>
                  </a:lnTo>
                  <a:lnTo>
                    <a:pt x="2071338" y="23515"/>
                  </a:lnTo>
                  <a:lnTo>
                    <a:pt x="2098540" y="21592"/>
                  </a:lnTo>
                  <a:lnTo>
                    <a:pt x="2125117" y="19712"/>
                  </a:lnTo>
                  <a:lnTo>
                    <a:pt x="2151097" y="17875"/>
                  </a:lnTo>
                  <a:lnTo>
                    <a:pt x="2176505" y="16079"/>
                  </a:lnTo>
                  <a:lnTo>
                    <a:pt x="2201367" y="14321"/>
                  </a:lnTo>
                  <a:lnTo>
                    <a:pt x="2225705" y="12600"/>
                  </a:lnTo>
                  <a:lnTo>
                    <a:pt x="2249542" y="10915"/>
                  </a:lnTo>
                  <a:lnTo>
                    <a:pt x="2272897" y="9263"/>
                  </a:lnTo>
                  <a:lnTo>
                    <a:pt x="2295790" y="7644"/>
                  </a:lnTo>
                  <a:lnTo>
                    <a:pt x="2318238" y="6057"/>
                  </a:lnTo>
                  <a:lnTo>
                    <a:pt x="2340258" y="4500"/>
                  </a:lnTo>
                  <a:lnTo>
                    <a:pt x="2361867" y="2972"/>
                  </a:lnTo>
                  <a:lnTo>
                    <a:pt x="2383079" y="1472"/>
                  </a:lnTo>
                  <a:lnTo>
                    <a:pt x="240390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73089" y="2227741"/>
              <a:ext cx="2403909" cy="89312"/>
            </a:xfrm>
            <a:custGeom>
              <a:avLst/>
              <a:pathLst>
                <a:path w="2403909" h="89312">
                  <a:moveTo>
                    <a:pt x="0" y="89312"/>
                  </a:moveTo>
                  <a:lnTo>
                    <a:pt x="154367" y="83577"/>
                  </a:lnTo>
                  <a:lnTo>
                    <a:pt x="290528" y="78518"/>
                  </a:lnTo>
                  <a:lnTo>
                    <a:pt x="412329" y="73993"/>
                  </a:lnTo>
                  <a:lnTo>
                    <a:pt x="522511" y="69899"/>
                  </a:lnTo>
                  <a:lnTo>
                    <a:pt x="623099" y="66162"/>
                  </a:lnTo>
                  <a:lnTo>
                    <a:pt x="715631" y="62724"/>
                  </a:lnTo>
                  <a:lnTo>
                    <a:pt x="801303" y="59541"/>
                  </a:lnTo>
                  <a:lnTo>
                    <a:pt x="881061" y="56578"/>
                  </a:lnTo>
                  <a:lnTo>
                    <a:pt x="955670" y="53806"/>
                  </a:lnTo>
                  <a:lnTo>
                    <a:pt x="1025754" y="51202"/>
                  </a:lnTo>
                  <a:lnTo>
                    <a:pt x="1091831" y="48747"/>
                  </a:lnTo>
                  <a:lnTo>
                    <a:pt x="1154335" y="46425"/>
                  </a:lnTo>
                  <a:lnTo>
                    <a:pt x="1213632" y="44222"/>
                  </a:lnTo>
                  <a:lnTo>
                    <a:pt x="1270035" y="42126"/>
                  </a:lnTo>
                  <a:lnTo>
                    <a:pt x="1323814" y="40128"/>
                  </a:lnTo>
                  <a:lnTo>
                    <a:pt x="1375202" y="38219"/>
                  </a:lnTo>
                  <a:lnTo>
                    <a:pt x="1424402" y="36391"/>
                  </a:lnTo>
                  <a:lnTo>
                    <a:pt x="1471594" y="34638"/>
                  </a:lnTo>
                  <a:lnTo>
                    <a:pt x="1516934" y="32953"/>
                  </a:lnTo>
                  <a:lnTo>
                    <a:pt x="1560564" y="31332"/>
                  </a:lnTo>
                  <a:lnTo>
                    <a:pt x="1602606" y="29770"/>
                  </a:lnTo>
                  <a:lnTo>
                    <a:pt x="1643173" y="28263"/>
                  </a:lnTo>
                  <a:lnTo>
                    <a:pt x="1682364" y="26807"/>
                  </a:lnTo>
                  <a:lnTo>
                    <a:pt x="1720270" y="25399"/>
                  </a:lnTo>
                  <a:lnTo>
                    <a:pt x="1756973" y="24035"/>
                  </a:lnTo>
                  <a:lnTo>
                    <a:pt x="1792546" y="22714"/>
                  </a:lnTo>
                  <a:lnTo>
                    <a:pt x="1827057" y="21431"/>
                  </a:lnTo>
                  <a:lnTo>
                    <a:pt x="1860568" y="20186"/>
                  </a:lnTo>
                  <a:lnTo>
                    <a:pt x="1893135" y="18976"/>
                  </a:lnTo>
                  <a:lnTo>
                    <a:pt x="1924809" y="17800"/>
                  </a:lnTo>
                  <a:lnTo>
                    <a:pt x="1955638" y="16654"/>
                  </a:lnTo>
                  <a:lnTo>
                    <a:pt x="1985667" y="15539"/>
                  </a:lnTo>
                  <a:lnTo>
                    <a:pt x="2014935" y="14451"/>
                  </a:lnTo>
                  <a:lnTo>
                    <a:pt x="2043481" y="13391"/>
                  </a:lnTo>
                  <a:lnTo>
                    <a:pt x="2071338" y="12356"/>
                  </a:lnTo>
                  <a:lnTo>
                    <a:pt x="2098540" y="11345"/>
                  </a:lnTo>
                  <a:lnTo>
                    <a:pt x="2125117" y="10358"/>
                  </a:lnTo>
                  <a:lnTo>
                    <a:pt x="2151097" y="9392"/>
                  </a:lnTo>
                  <a:lnTo>
                    <a:pt x="2176505" y="8448"/>
                  </a:lnTo>
                  <a:lnTo>
                    <a:pt x="2201367" y="7525"/>
                  </a:lnTo>
                  <a:lnTo>
                    <a:pt x="2225705" y="6620"/>
                  </a:lnTo>
                  <a:lnTo>
                    <a:pt x="2249542" y="5735"/>
                  </a:lnTo>
                  <a:lnTo>
                    <a:pt x="2272897" y="4867"/>
                  </a:lnTo>
                  <a:lnTo>
                    <a:pt x="2295790" y="4016"/>
                  </a:lnTo>
                  <a:lnTo>
                    <a:pt x="2318238" y="3182"/>
                  </a:lnTo>
                  <a:lnTo>
                    <a:pt x="2340258" y="2364"/>
                  </a:lnTo>
                  <a:lnTo>
                    <a:pt x="2361867" y="1562"/>
                  </a:lnTo>
                  <a:lnTo>
                    <a:pt x="2383079" y="773"/>
                  </a:lnTo>
                  <a:lnTo>
                    <a:pt x="240390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310032" y="1166855"/>
              <a:ext cx="2746729" cy="1538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10032" y="1166855"/>
              <a:ext cx="0" cy="1538730"/>
            </a:xfrm>
            <a:custGeom>
              <a:avLst/>
              <a:pathLst>
                <a:path w="0" h="1538730">
                  <a:moveTo>
                    <a:pt x="0" y="1538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140466" y="238432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140466" y="196642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40466" y="154851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12211" y="113061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281564" y="24207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281564" y="20028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281564" y="158495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281564" y="11670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10032" y="2705585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73089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274392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75695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76998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310032" y="990315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186450" y="1166855"/>
              <a:ext cx="2746729" cy="1538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02810" y="22873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16720" y="14437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42313" y="227935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286715" y="21803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43259" y="23627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67406" y="16990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25665" y="12688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24669" y="20477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50365" y="256818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283228" y="200812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127796" y="25890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068430" y="16995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057734" y="21949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24799" y="26075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31465" y="18809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50755" y="12087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05027" y="25750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087407" y="25173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14023" y="221879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09228" y="25816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59688" y="23772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095413" y="25783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65833" y="21058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49275" y="19749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25045" y="20336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064448" y="18412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092165" y="234482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45540" y="257146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44104" y="232399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28117" y="24162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898821" y="251546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42216" y="227796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28431" y="17635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34640" y="14197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10100" y="16520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53958" y="23549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890017" y="229753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24250" y="17257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866282" y="193022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66843" y="24907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61824" y="16756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43850" y="18701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14354" y="20600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78559" y="24620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56908" y="205101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31169" y="24349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57674" y="18499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58200" y="20650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749724" y="21744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757021" y="23194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69518" y="237621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715941" y="215681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681568" y="20360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78292" y="20883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739800" y="23181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765295" y="21121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732301" y="23545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37322" y="22394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750409" y="20710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16773" y="17570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93118" y="23419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65434" y="25488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676187" y="240671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76449" y="218248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95194" y="23115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74828" y="21580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92555" y="213470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780255" y="19621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712700" y="20065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03494" y="20745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752832" y="24448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95327" y="21499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l183"/>
            <p:cNvSpPr/>
            <p:nvPr/>
          </p:nvSpPr>
          <p:spPr>
            <a:xfrm>
              <a:off x="4337502" y="2084680"/>
              <a:ext cx="2418206" cy="144396"/>
            </a:xfrm>
            <a:custGeom>
              <a:avLst/>
              <a:pathLst>
                <a:path w="2418206" h="144396">
                  <a:moveTo>
                    <a:pt x="0" y="0"/>
                  </a:moveTo>
                  <a:lnTo>
                    <a:pt x="155285" y="9272"/>
                  </a:lnTo>
                  <a:lnTo>
                    <a:pt x="292256" y="17451"/>
                  </a:lnTo>
                  <a:lnTo>
                    <a:pt x="414781" y="24767"/>
                  </a:lnTo>
                  <a:lnTo>
                    <a:pt x="525618" y="31385"/>
                  </a:lnTo>
                  <a:lnTo>
                    <a:pt x="626805" y="37427"/>
                  </a:lnTo>
                  <a:lnTo>
                    <a:pt x="719887" y="42986"/>
                  </a:lnTo>
                  <a:lnTo>
                    <a:pt x="806068" y="48132"/>
                  </a:lnTo>
                  <a:lnTo>
                    <a:pt x="886301" y="52922"/>
                  </a:lnTo>
                  <a:lnTo>
                    <a:pt x="961354" y="57404"/>
                  </a:lnTo>
                  <a:lnTo>
                    <a:pt x="1031855" y="61614"/>
                  </a:lnTo>
                  <a:lnTo>
                    <a:pt x="1098325" y="65583"/>
                  </a:lnTo>
                  <a:lnTo>
                    <a:pt x="1161200" y="69337"/>
                  </a:lnTo>
                  <a:lnTo>
                    <a:pt x="1220850" y="72899"/>
                  </a:lnTo>
                  <a:lnTo>
                    <a:pt x="1277589" y="76287"/>
                  </a:lnTo>
                  <a:lnTo>
                    <a:pt x="1331687" y="79517"/>
                  </a:lnTo>
                  <a:lnTo>
                    <a:pt x="1383381" y="82604"/>
                  </a:lnTo>
                  <a:lnTo>
                    <a:pt x="1432874" y="85560"/>
                  </a:lnTo>
                  <a:lnTo>
                    <a:pt x="1480346" y="88394"/>
                  </a:lnTo>
                  <a:lnTo>
                    <a:pt x="1525956" y="91118"/>
                  </a:lnTo>
                  <a:lnTo>
                    <a:pt x="1569845" y="93738"/>
                  </a:lnTo>
                  <a:lnTo>
                    <a:pt x="1612137" y="96264"/>
                  </a:lnTo>
                  <a:lnTo>
                    <a:pt x="1652946" y="98700"/>
                  </a:lnTo>
                  <a:lnTo>
                    <a:pt x="1692370" y="101055"/>
                  </a:lnTo>
                  <a:lnTo>
                    <a:pt x="1730502" y="103332"/>
                  </a:lnTo>
                  <a:lnTo>
                    <a:pt x="1767423" y="105536"/>
                  </a:lnTo>
                  <a:lnTo>
                    <a:pt x="1803207" y="107673"/>
                  </a:lnTo>
                  <a:lnTo>
                    <a:pt x="1837924" y="109746"/>
                  </a:lnTo>
                  <a:lnTo>
                    <a:pt x="1871634" y="111759"/>
                  </a:lnTo>
                  <a:lnTo>
                    <a:pt x="1904394" y="113715"/>
                  </a:lnTo>
                  <a:lnTo>
                    <a:pt x="1936257" y="115618"/>
                  </a:lnTo>
                  <a:lnTo>
                    <a:pt x="1967269" y="117469"/>
                  </a:lnTo>
                  <a:lnTo>
                    <a:pt x="1997477" y="119273"/>
                  </a:lnTo>
                  <a:lnTo>
                    <a:pt x="2026919" y="121031"/>
                  </a:lnTo>
                  <a:lnTo>
                    <a:pt x="2055634" y="122746"/>
                  </a:lnTo>
                  <a:lnTo>
                    <a:pt x="2083658" y="124419"/>
                  </a:lnTo>
                  <a:lnTo>
                    <a:pt x="2111022" y="126053"/>
                  </a:lnTo>
                  <a:lnTo>
                    <a:pt x="2137756" y="127650"/>
                  </a:lnTo>
                  <a:lnTo>
                    <a:pt x="2163890" y="129210"/>
                  </a:lnTo>
                  <a:lnTo>
                    <a:pt x="2189450" y="130736"/>
                  </a:lnTo>
                  <a:lnTo>
                    <a:pt x="2214460" y="132230"/>
                  </a:lnTo>
                  <a:lnTo>
                    <a:pt x="2238943" y="133692"/>
                  </a:lnTo>
                  <a:lnTo>
                    <a:pt x="2262921" y="135123"/>
                  </a:lnTo>
                  <a:lnTo>
                    <a:pt x="2286415" y="136526"/>
                  </a:lnTo>
                  <a:lnTo>
                    <a:pt x="2309444" y="137901"/>
                  </a:lnTo>
                  <a:lnTo>
                    <a:pt x="2332025" y="139250"/>
                  </a:lnTo>
                  <a:lnTo>
                    <a:pt x="2354177" y="140572"/>
                  </a:lnTo>
                  <a:lnTo>
                    <a:pt x="2375914" y="141870"/>
                  </a:lnTo>
                  <a:lnTo>
                    <a:pt x="2397253" y="143145"/>
                  </a:lnTo>
                  <a:lnTo>
                    <a:pt x="2418206" y="14439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337502" y="1506171"/>
              <a:ext cx="2418206" cy="653043"/>
            </a:xfrm>
            <a:custGeom>
              <a:avLst/>
              <a:pathLst>
                <a:path w="2418206" h="653043">
                  <a:moveTo>
                    <a:pt x="0" y="0"/>
                  </a:moveTo>
                  <a:lnTo>
                    <a:pt x="155285" y="41935"/>
                  </a:lnTo>
                  <a:lnTo>
                    <a:pt x="292256" y="78924"/>
                  </a:lnTo>
                  <a:lnTo>
                    <a:pt x="414781" y="112012"/>
                  </a:lnTo>
                  <a:lnTo>
                    <a:pt x="525618" y="141944"/>
                  </a:lnTo>
                  <a:lnTo>
                    <a:pt x="626805" y="169270"/>
                  </a:lnTo>
                  <a:lnTo>
                    <a:pt x="719887" y="194407"/>
                  </a:lnTo>
                  <a:lnTo>
                    <a:pt x="806068" y="217681"/>
                  </a:lnTo>
                  <a:lnTo>
                    <a:pt x="886301" y="239348"/>
                  </a:lnTo>
                  <a:lnTo>
                    <a:pt x="961354" y="259616"/>
                  </a:lnTo>
                  <a:lnTo>
                    <a:pt x="1031855" y="278655"/>
                  </a:lnTo>
                  <a:lnTo>
                    <a:pt x="1098325" y="296605"/>
                  </a:lnTo>
                  <a:lnTo>
                    <a:pt x="1161200" y="313585"/>
                  </a:lnTo>
                  <a:lnTo>
                    <a:pt x="1220850" y="329694"/>
                  </a:lnTo>
                  <a:lnTo>
                    <a:pt x="1277589" y="345016"/>
                  </a:lnTo>
                  <a:lnTo>
                    <a:pt x="1331687" y="359626"/>
                  </a:lnTo>
                  <a:lnTo>
                    <a:pt x="1383381" y="373586"/>
                  </a:lnTo>
                  <a:lnTo>
                    <a:pt x="1432874" y="386951"/>
                  </a:lnTo>
                  <a:lnTo>
                    <a:pt x="1480346" y="399771"/>
                  </a:lnTo>
                  <a:lnTo>
                    <a:pt x="1525956" y="412089"/>
                  </a:lnTo>
                  <a:lnTo>
                    <a:pt x="1569845" y="423941"/>
                  </a:lnTo>
                  <a:lnTo>
                    <a:pt x="1612137" y="435362"/>
                  </a:lnTo>
                  <a:lnTo>
                    <a:pt x="1652946" y="446382"/>
                  </a:lnTo>
                  <a:lnTo>
                    <a:pt x="1692370" y="457029"/>
                  </a:lnTo>
                  <a:lnTo>
                    <a:pt x="1730502" y="467327"/>
                  </a:lnTo>
                  <a:lnTo>
                    <a:pt x="1767423" y="477297"/>
                  </a:lnTo>
                  <a:lnTo>
                    <a:pt x="1803207" y="486961"/>
                  </a:lnTo>
                  <a:lnTo>
                    <a:pt x="1837924" y="496336"/>
                  </a:lnTo>
                  <a:lnTo>
                    <a:pt x="1871634" y="505440"/>
                  </a:lnTo>
                  <a:lnTo>
                    <a:pt x="1904394" y="514287"/>
                  </a:lnTo>
                  <a:lnTo>
                    <a:pt x="1936257" y="522891"/>
                  </a:lnTo>
                  <a:lnTo>
                    <a:pt x="1967269" y="531266"/>
                  </a:lnTo>
                  <a:lnTo>
                    <a:pt x="1997477" y="539424"/>
                  </a:lnTo>
                  <a:lnTo>
                    <a:pt x="2026919" y="547375"/>
                  </a:lnTo>
                  <a:lnTo>
                    <a:pt x="2055634" y="555130"/>
                  </a:lnTo>
                  <a:lnTo>
                    <a:pt x="2083658" y="562697"/>
                  </a:lnTo>
                  <a:lnTo>
                    <a:pt x="2111022" y="570087"/>
                  </a:lnTo>
                  <a:lnTo>
                    <a:pt x="2137756" y="577307"/>
                  </a:lnTo>
                  <a:lnTo>
                    <a:pt x="2163890" y="584365"/>
                  </a:lnTo>
                  <a:lnTo>
                    <a:pt x="2189450" y="591267"/>
                  </a:lnTo>
                  <a:lnTo>
                    <a:pt x="2214460" y="598021"/>
                  </a:lnTo>
                  <a:lnTo>
                    <a:pt x="2238943" y="604633"/>
                  </a:lnTo>
                  <a:lnTo>
                    <a:pt x="2262921" y="611108"/>
                  </a:lnTo>
                  <a:lnTo>
                    <a:pt x="2286415" y="617453"/>
                  </a:lnTo>
                  <a:lnTo>
                    <a:pt x="2309444" y="623672"/>
                  </a:lnTo>
                  <a:lnTo>
                    <a:pt x="2332025" y="629770"/>
                  </a:lnTo>
                  <a:lnTo>
                    <a:pt x="2354177" y="635752"/>
                  </a:lnTo>
                  <a:lnTo>
                    <a:pt x="2375914" y="641622"/>
                  </a:lnTo>
                  <a:lnTo>
                    <a:pt x="2397253" y="647385"/>
                  </a:lnTo>
                  <a:lnTo>
                    <a:pt x="2418206" y="65304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337502" y="2303229"/>
              <a:ext cx="2418206" cy="92625"/>
            </a:xfrm>
            <a:custGeom>
              <a:avLst/>
              <a:pathLst>
                <a:path w="2418206" h="92625">
                  <a:moveTo>
                    <a:pt x="0" y="0"/>
                  </a:moveTo>
                  <a:lnTo>
                    <a:pt x="155285" y="5947"/>
                  </a:lnTo>
                  <a:lnTo>
                    <a:pt x="292256" y="11194"/>
                  </a:lnTo>
                  <a:lnTo>
                    <a:pt x="414781" y="15887"/>
                  </a:lnTo>
                  <a:lnTo>
                    <a:pt x="525618" y="20133"/>
                  </a:lnTo>
                  <a:lnTo>
                    <a:pt x="626805" y="24008"/>
                  </a:lnTo>
                  <a:lnTo>
                    <a:pt x="719887" y="27574"/>
                  </a:lnTo>
                  <a:lnTo>
                    <a:pt x="806068" y="30875"/>
                  </a:lnTo>
                  <a:lnTo>
                    <a:pt x="886301" y="33948"/>
                  </a:lnTo>
                  <a:lnTo>
                    <a:pt x="961354" y="36823"/>
                  </a:lnTo>
                  <a:lnTo>
                    <a:pt x="1031855" y="39523"/>
                  </a:lnTo>
                  <a:lnTo>
                    <a:pt x="1098325" y="42069"/>
                  </a:lnTo>
                  <a:lnTo>
                    <a:pt x="1161200" y="44477"/>
                  </a:lnTo>
                  <a:lnTo>
                    <a:pt x="1220850" y="46762"/>
                  </a:lnTo>
                  <a:lnTo>
                    <a:pt x="1277589" y="48936"/>
                  </a:lnTo>
                  <a:lnTo>
                    <a:pt x="1331687" y="51008"/>
                  </a:lnTo>
                  <a:lnTo>
                    <a:pt x="1383381" y="52988"/>
                  </a:lnTo>
                  <a:lnTo>
                    <a:pt x="1432874" y="54884"/>
                  </a:lnTo>
                  <a:lnTo>
                    <a:pt x="1480346" y="56702"/>
                  </a:lnTo>
                  <a:lnTo>
                    <a:pt x="1525956" y="58449"/>
                  </a:lnTo>
                  <a:lnTo>
                    <a:pt x="1569845" y="60130"/>
                  </a:lnTo>
                  <a:lnTo>
                    <a:pt x="1612137" y="61750"/>
                  </a:lnTo>
                  <a:lnTo>
                    <a:pt x="1652946" y="63313"/>
                  </a:lnTo>
                  <a:lnTo>
                    <a:pt x="1692370" y="64823"/>
                  </a:lnTo>
                  <a:lnTo>
                    <a:pt x="1730502" y="66284"/>
                  </a:lnTo>
                  <a:lnTo>
                    <a:pt x="1767423" y="67698"/>
                  </a:lnTo>
                  <a:lnTo>
                    <a:pt x="1803207" y="69069"/>
                  </a:lnTo>
                  <a:lnTo>
                    <a:pt x="1837924" y="70398"/>
                  </a:lnTo>
                  <a:lnTo>
                    <a:pt x="1871634" y="71690"/>
                  </a:lnTo>
                  <a:lnTo>
                    <a:pt x="1904394" y="72944"/>
                  </a:lnTo>
                  <a:lnTo>
                    <a:pt x="1936257" y="74165"/>
                  </a:lnTo>
                  <a:lnTo>
                    <a:pt x="1967269" y="75353"/>
                  </a:lnTo>
                  <a:lnTo>
                    <a:pt x="1997477" y="76510"/>
                  </a:lnTo>
                  <a:lnTo>
                    <a:pt x="2026919" y="77637"/>
                  </a:lnTo>
                  <a:lnTo>
                    <a:pt x="2055634" y="78737"/>
                  </a:lnTo>
                  <a:lnTo>
                    <a:pt x="2083658" y="79811"/>
                  </a:lnTo>
                  <a:lnTo>
                    <a:pt x="2111022" y="80859"/>
                  </a:lnTo>
                  <a:lnTo>
                    <a:pt x="2137756" y="81883"/>
                  </a:lnTo>
                  <a:lnTo>
                    <a:pt x="2163890" y="82884"/>
                  </a:lnTo>
                  <a:lnTo>
                    <a:pt x="2189450" y="83863"/>
                  </a:lnTo>
                  <a:lnTo>
                    <a:pt x="2214460" y="84821"/>
                  </a:lnTo>
                  <a:lnTo>
                    <a:pt x="2238943" y="85759"/>
                  </a:lnTo>
                  <a:lnTo>
                    <a:pt x="2262921" y="86677"/>
                  </a:lnTo>
                  <a:lnTo>
                    <a:pt x="2286415" y="87577"/>
                  </a:lnTo>
                  <a:lnTo>
                    <a:pt x="2309444" y="88459"/>
                  </a:lnTo>
                  <a:lnTo>
                    <a:pt x="2332025" y="89324"/>
                  </a:lnTo>
                  <a:lnTo>
                    <a:pt x="2354177" y="90173"/>
                  </a:lnTo>
                  <a:lnTo>
                    <a:pt x="2375914" y="91005"/>
                  </a:lnTo>
                  <a:lnTo>
                    <a:pt x="2397253" y="91823"/>
                  </a:lnTo>
                  <a:lnTo>
                    <a:pt x="2418206" y="9262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337502" y="2141239"/>
              <a:ext cx="2418206" cy="129199"/>
            </a:xfrm>
            <a:custGeom>
              <a:avLst/>
              <a:pathLst>
                <a:path w="2418206" h="129199">
                  <a:moveTo>
                    <a:pt x="0" y="129199"/>
                  </a:moveTo>
                  <a:lnTo>
                    <a:pt x="155285" y="120902"/>
                  </a:lnTo>
                  <a:lnTo>
                    <a:pt x="292256" y="113584"/>
                  </a:lnTo>
                  <a:lnTo>
                    <a:pt x="414781" y="107038"/>
                  </a:lnTo>
                  <a:lnTo>
                    <a:pt x="525618" y="101116"/>
                  </a:lnTo>
                  <a:lnTo>
                    <a:pt x="626805" y="95710"/>
                  </a:lnTo>
                  <a:lnTo>
                    <a:pt x="719887" y="90737"/>
                  </a:lnTo>
                  <a:lnTo>
                    <a:pt x="806068" y="86132"/>
                  </a:lnTo>
                  <a:lnTo>
                    <a:pt x="886301" y="81846"/>
                  </a:lnTo>
                  <a:lnTo>
                    <a:pt x="961354" y="77836"/>
                  </a:lnTo>
                  <a:lnTo>
                    <a:pt x="1031855" y="74069"/>
                  </a:lnTo>
                  <a:lnTo>
                    <a:pt x="1098325" y="70518"/>
                  </a:lnTo>
                  <a:lnTo>
                    <a:pt x="1161200" y="67159"/>
                  </a:lnTo>
                  <a:lnTo>
                    <a:pt x="1220850" y="63972"/>
                  </a:lnTo>
                  <a:lnTo>
                    <a:pt x="1277589" y="60940"/>
                  </a:lnTo>
                  <a:lnTo>
                    <a:pt x="1331687" y="58050"/>
                  </a:lnTo>
                  <a:lnTo>
                    <a:pt x="1383381" y="55288"/>
                  </a:lnTo>
                  <a:lnTo>
                    <a:pt x="1432874" y="52644"/>
                  </a:lnTo>
                  <a:lnTo>
                    <a:pt x="1480346" y="50107"/>
                  </a:lnTo>
                  <a:lnTo>
                    <a:pt x="1525956" y="47670"/>
                  </a:lnTo>
                  <a:lnTo>
                    <a:pt x="1569845" y="45326"/>
                  </a:lnTo>
                  <a:lnTo>
                    <a:pt x="1612137" y="43066"/>
                  </a:lnTo>
                  <a:lnTo>
                    <a:pt x="1652946" y="40886"/>
                  </a:lnTo>
                  <a:lnTo>
                    <a:pt x="1692370" y="38779"/>
                  </a:lnTo>
                  <a:lnTo>
                    <a:pt x="1730502" y="36742"/>
                  </a:lnTo>
                  <a:lnTo>
                    <a:pt x="1767423" y="34769"/>
                  </a:lnTo>
                  <a:lnTo>
                    <a:pt x="1803207" y="32858"/>
                  </a:lnTo>
                  <a:lnTo>
                    <a:pt x="1837924" y="31003"/>
                  </a:lnTo>
                  <a:lnTo>
                    <a:pt x="1871634" y="29202"/>
                  </a:lnTo>
                  <a:lnTo>
                    <a:pt x="1904394" y="27451"/>
                  </a:lnTo>
                  <a:lnTo>
                    <a:pt x="1936257" y="25749"/>
                  </a:lnTo>
                  <a:lnTo>
                    <a:pt x="1967269" y="24092"/>
                  </a:lnTo>
                  <a:lnTo>
                    <a:pt x="1997477" y="22478"/>
                  </a:lnTo>
                  <a:lnTo>
                    <a:pt x="2026919" y="20905"/>
                  </a:lnTo>
                  <a:lnTo>
                    <a:pt x="2055634" y="19371"/>
                  </a:lnTo>
                  <a:lnTo>
                    <a:pt x="2083658" y="17874"/>
                  </a:lnTo>
                  <a:lnTo>
                    <a:pt x="2111022" y="16412"/>
                  </a:lnTo>
                  <a:lnTo>
                    <a:pt x="2137756" y="14983"/>
                  </a:lnTo>
                  <a:lnTo>
                    <a:pt x="2163890" y="13587"/>
                  </a:lnTo>
                  <a:lnTo>
                    <a:pt x="2189450" y="12221"/>
                  </a:lnTo>
                  <a:lnTo>
                    <a:pt x="2214460" y="10885"/>
                  </a:lnTo>
                  <a:lnTo>
                    <a:pt x="2238943" y="9577"/>
                  </a:lnTo>
                  <a:lnTo>
                    <a:pt x="2262921" y="8296"/>
                  </a:lnTo>
                  <a:lnTo>
                    <a:pt x="2286415" y="7041"/>
                  </a:lnTo>
                  <a:lnTo>
                    <a:pt x="2309444" y="5810"/>
                  </a:lnTo>
                  <a:lnTo>
                    <a:pt x="2332025" y="4604"/>
                  </a:lnTo>
                  <a:lnTo>
                    <a:pt x="2354177" y="3420"/>
                  </a:lnTo>
                  <a:lnTo>
                    <a:pt x="2375914" y="2259"/>
                  </a:lnTo>
                  <a:lnTo>
                    <a:pt x="2397253" y="1119"/>
                  </a:lnTo>
                  <a:lnTo>
                    <a:pt x="241820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37502" y="2058169"/>
              <a:ext cx="2418206" cy="248040"/>
            </a:xfrm>
            <a:custGeom>
              <a:avLst/>
              <a:pathLst>
                <a:path w="2418206" h="248040">
                  <a:moveTo>
                    <a:pt x="0" y="248040"/>
                  </a:moveTo>
                  <a:lnTo>
                    <a:pt x="155285" y="232112"/>
                  </a:lnTo>
                  <a:lnTo>
                    <a:pt x="292256" y="218063"/>
                  </a:lnTo>
                  <a:lnTo>
                    <a:pt x="414781" y="205495"/>
                  </a:lnTo>
                  <a:lnTo>
                    <a:pt x="525618" y="194126"/>
                  </a:lnTo>
                  <a:lnTo>
                    <a:pt x="626805" y="183748"/>
                  </a:lnTo>
                  <a:lnTo>
                    <a:pt x="719887" y="174200"/>
                  </a:lnTo>
                  <a:lnTo>
                    <a:pt x="806068" y="165360"/>
                  </a:lnTo>
                  <a:lnTo>
                    <a:pt x="886301" y="157130"/>
                  </a:lnTo>
                  <a:lnTo>
                    <a:pt x="961354" y="149432"/>
                  </a:lnTo>
                  <a:lnTo>
                    <a:pt x="1031855" y="142201"/>
                  </a:lnTo>
                  <a:lnTo>
                    <a:pt x="1098325" y="135383"/>
                  </a:lnTo>
                  <a:lnTo>
                    <a:pt x="1161200" y="128933"/>
                  </a:lnTo>
                  <a:lnTo>
                    <a:pt x="1220850" y="122815"/>
                  </a:lnTo>
                  <a:lnTo>
                    <a:pt x="1277589" y="116995"/>
                  </a:lnTo>
                  <a:lnTo>
                    <a:pt x="1331687" y="111446"/>
                  </a:lnTo>
                  <a:lnTo>
                    <a:pt x="1383381" y="106144"/>
                  </a:lnTo>
                  <a:lnTo>
                    <a:pt x="1432874" y="101067"/>
                  </a:lnTo>
                  <a:lnTo>
                    <a:pt x="1480346" y="96198"/>
                  </a:lnTo>
                  <a:lnTo>
                    <a:pt x="1525956" y="91520"/>
                  </a:lnTo>
                  <a:lnTo>
                    <a:pt x="1569845" y="87018"/>
                  </a:lnTo>
                  <a:lnTo>
                    <a:pt x="1612137" y="82680"/>
                  </a:lnTo>
                  <a:lnTo>
                    <a:pt x="1652946" y="78494"/>
                  </a:lnTo>
                  <a:lnTo>
                    <a:pt x="1692370" y="74450"/>
                  </a:lnTo>
                  <a:lnTo>
                    <a:pt x="1730502" y="70539"/>
                  </a:lnTo>
                  <a:lnTo>
                    <a:pt x="1767423" y="66752"/>
                  </a:lnTo>
                  <a:lnTo>
                    <a:pt x="1803207" y="63081"/>
                  </a:lnTo>
                  <a:lnTo>
                    <a:pt x="1837924" y="59520"/>
                  </a:lnTo>
                  <a:lnTo>
                    <a:pt x="1871634" y="56063"/>
                  </a:lnTo>
                  <a:lnTo>
                    <a:pt x="1904394" y="52702"/>
                  </a:lnTo>
                  <a:lnTo>
                    <a:pt x="1936257" y="49434"/>
                  </a:lnTo>
                  <a:lnTo>
                    <a:pt x="1967269" y="46253"/>
                  </a:lnTo>
                  <a:lnTo>
                    <a:pt x="1997477" y="43155"/>
                  </a:lnTo>
                  <a:lnTo>
                    <a:pt x="2026919" y="40135"/>
                  </a:lnTo>
                  <a:lnTo>
                    <a:pt x="2055634" y="37189"/>
                  </a:lnTo>
                  <a:lnTo>
                    <a:pt x="2083658" y="34315"/>
                  </a:lnTo>
                  <a:lnTo>
                    <a:pt x="2111022" y="31508"/>
                  </a:lnTo>
                  <a:lnTo>
                    <a:pt x="2137756" y="28766"/>
                  </a:lnTo>
                  <a:lnTo>
                    <a:pt x="2163890" y="26085"/>
                  </a:lnTo>
                  <a:lnTo>
                    <a:pt x="2189450" y="23464"/>
                  </a:lnTo>
                  <a:lnTo>
                    <a:pt x="2214460" y="20898"/>
                  </a:lnTo>
                  <a:lnTo>
                    <a:pt x="2238943" y="18387"/>
                  </a:lnTo>
                  <a:lnTo>
                    <a:pt x="2262921" y="15927"/>
                  </a:lnTo>
                  <a:lnTo>
                    <a:pt x="2286415" y="13518"/>
                  </a:lnTo>
                  <a:lnTo>
                    <a:pt x="2309444" y="11156"/>
                  </a:lnTo>
                  <a:lnTo>
                    <a:pt x="2332025" y="8839"/>
                  </a:lnTo>
                  <a:lnTo>
                    <a:pt x="2354177" y="6567"/>
                  </a:lnTo>
                  <a:lnTo>
                    <a:pt x="2375914" y="4338"/>
                  </a:lnTo>
                  <a:lnTo>
                    <a:pt x="2397253" y="2149"/>
                  </a:lnTo>
                  <a:lnTo>
                    <a:pt x="241820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337502" y="1903233"/>
              <a:ext cx="2418206" cy="68666"/>
            </a:xfrm>
            <a:custGeom>
              <a:avLst/>
              <a:pathLst>
                <a:path w="2418206" h="68666">
                  <a:moveTo>
                    <a:pt x="0" y="0"/>
                  </a:moveTo>
                  <a:lnTo>
                    <a:pt x="155285" y="4409"/>
                  </a:lnTo>
                  <a:lnTo>
                    <a:pt x="292256" y="8298"/>
                  </a:lnTo>
                  <a:lnTo>
                    <a:pt x="414781" y="11778"/>
                  </a:lnTo>
                  <a:lnTo>
                    <a:pt x="525618" y="14925"/>
                  </a:lnTo>
                  <a:lnTo>
                    <a:pt x="626805" y="17798"/>
                  </a:lnTo>
                  <a:lnTo>
                    <a:pt x="719887" y="20441"/>
                  </a:lnTo>
                  <a:lnTo>
                    <a:pt x="806068" y="22888"/>
                  </a:lnTo>
                  <a:lnTo>
                    <a:pt x="886301" y="25167"/>
                  </a:lnTo>
                  <a:lnTo>
                    <a:pt x="961354" y="27298"/>
                  </a:lnTo>
                  <a:lnTo>
                    <a:pt x="1031855" y="29300"/>
                  </a:lnTo>
                  <a:lnTo>
                    <a:pt x="1098325" y="31187"/>
                  </a:lnTo>
                  <a:lnTo>
                    <a:pt x="1161200" y="32973"/>
                  </a:lnTo>
                  <a:lnTo>
                    <a:pt x="1220850" y="34667"/>
                  </a:lnTo>
                  <a:lnTo>
                    <a:pt x="1277589" y="36278"/>
                  </a:lnTo>
                  <a:lnTo>
                    <a:pt x="1331687" y="37814"/>
                  </a:lnTo>
                  <a:lnTo>
                    <a:pt x="1383381" y="39282"/>
                  </a:lnTo>
                  <a:lnTo>
                    <a:pt x="1432874" y="40687"/>
                  </a:lnTo>
                  <a:lnTo>
                    <a:pt x="1480346" y="42035"/>
                  </a:lnTo>
                  <a:lnTo>
                    <a:pt x="1525956" y="43330"/>
                  </a:lnTo>
                  <a:lnTo>
                    <a:pt x="1569845" y="44577"/>
                  </a:lnTo>
                  <a:lnTo>
                    <a:pt x="1612137" y="45777"/>
                  </a:lnTo>
                  <a:lnTo>
                    <a:pt x="1652946" y="46936"/>
                  </a:lnTo>
                  <a:lnTo>
                    <a:pt x="1692370" y="48056"/>
                  </a:lnTo>
                  <a:lnTo>
                    <a:pt x="1730502" y="49139"/>
                  </a:lnTo>
                  <a:lnTo>
                    <a:pt x="1767423" y="50187"/>
                  </a:lnTo>
                  <a:lnTo>
                    <a:pt x="1803207" y="51203"/>
                  </a:lnTo>
                  <a:lnTo>
                    <a:pt x="1837924" y="52189"/>
                  </a:lnTo>
                  <a:lnTo>
                    <a:pt x="1871634" y="53146"/>
                  </a:lnTo>
                  <a:lnTo>
                    <a:pt x="1904394" y="54076"/>
                  </a:lnTo>
                  <a:lnTo>
                    <a:pt x="1936257" y="54981"/>
                  </a:lnTo>
                  <a:lnTo>
                    <a:pt x="1967269" y="55862"/>
                  </a:lnTo>
                  <a:lnTo>
                    <a:pt x="1997477" y="56719"/>
                  </a:lnTo>
                  <a:lnTo>
                    <a:pt x="2026919" y="57556"/>
                  </a:lnTo>
                  <a:lnTo>
                    <a:pt x="2055634" y="58371"/>
                  </a:lnTo>
                  <a:lnTo>
                    <a:pt x="2083658" y="59167"/>
                  </a:lnTo>
                  <a:lnTo>
                    <a:pt x="2111022" y="59944"/>
                  </a:lnTo>
                  <a:lnTo>
                    <a:pt x="2137756" y="60703"/>
                  </a:lnTo>
                  <a:lnTo>
                    <a:pt x="2163890" y="61445"/>
                  </a:lnTo>
                  <a:lnTo>
                    <a:pt x="2189450" y="62171"/>
                  </a:lnTo>
                  <a:lnTo>
                    <a:pt x="2214460" y="62881"/>
                  </a:lnTo>
                  <a:lnTo>
                    <a:pt x="2238943" y="63576"/>
                  </a:lnTo>
                  <a:lnTo>
                    <a:pt x="2262921" y="64257"/>
                  </a:lnTo>
                  <a:lnTo>
                    <a:pt x="2286415" y="64924"/>
                  </a:lnTo>
                  <a:lnTo>
                    <a:pt x="2309444" y="65578"/>
                  </a:lnTo>
                  <a:lnTo>
                    <a:pt x="2332025" y="66219"/>
                  </a:lnTo>
                  <a:lnTo>
                    <a:pt x="2354177" y="66848"/>
                  </a:lnTo>
                  <a:lnTo>
                    <a:pt x="2375914" y="67466"/>
                  </a:lnTo>
                  <a:lnTo>
                    <a:pt x="2397253" y="68071"/>
                  </a:lnTo>
                  <a:lnTo>
                    <a:pt x="2418206" y="6866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337502" y="1652439"/>
              <a:ext cx="2418206" cy="609247"/>
            </a:xfrm>
            <a:custGeom>
              <a:avLst/>
              <a:pathLst>
                <a:path w="2418206" h="609247">
                  <a:moveTo>
                    <a:pt x="0" y="0"/>
                  </a:moveTo>
                  <a:lnTo>
                    <a:pt x="155285" y="39122"/>
                  </a:lnTo>
                  <a:lnTo>
                    <a:pt x="292256" y="73631"/>
                  </a:lnTo>
                  <a:lnTo>
                    <a:pt x="414781" y="104500"/>
                  </a:lnTo>
                  <a:lnTo>
                    <a:pt x="525618" y="132425"/>
                  </a:lnTo>
                  <a:lnTo>
                    <a:pt x="626805" y="157918"/>
                  </a:lnTo>
                  <a:lnTo>
                    <a:pt x="719887" y="181369"/>
                  </a:lnTo>
                  <a:lnTo>
                    <a:pt x="806068" y="203082"/>
                  </a:lnTo>
                  <a:lnTo>
                    <a:pt x="886301" y="223296"/>
                  </a:lnTo>
                  <a:lnTo>
                    <a:pt x="961354" y="242205"/>
                  </a:lnTo>
                  <a:lnTo>
                    <a:pt x="1031855" y="259967"/>
                  </a:lnTo>
                  <a:lnTo>
                    <a:pt x="1098325" y="276713"/>
                  </a:lnTo>
                  <a:lnTo>
                    <a:pt x="1161200" y="292554"/>
                  </a:lnTo>
                  <a:lnTo>
                    <a:pt x="1220850" y="307583"/>
                  </a:lnTo>
                  <a:lnTo>
                    <a:pt x="1277589" y="321877"/>
                  </a:lnTo>
                  <a:lnTo>
                    <a:pt x="1331687" y="335507"/>
                  </a:lnTo>
                  <a:lnTo>
                    <a:pt x="1383381" y="348531"/>
                  </a:lnTo>
                  <a:lnTo>
                    <a:pt x="1432874" y="361000"/>
                  </a:lnTo>
                  <a:lnTo>
                    <a:pt x="1480346" y="372960"/>
                  </a:lnTo>
                  <a:lnTo>
                    <a:pt x="1525956" y="384452"/>
                  </a:lnTo>
                  <a:lnTo>
                    <a:pt x="1569845" y="395509"/>
                  </a:lnTo>
                  <a:lnTo>
                    <a:pt x="1612137" y="406164"/>
                  </a:lnTo>
                  <a:lnTo>
                    <a:pt x="1652946" y="416445"/>
                  </a:lnTo>
                  <a:lnTo>
                    <a:pt x="1692370" y="426378"/>
                  </a:lnTo>
                  <a:lnTo>
                    <a:pt x="1730502" y="435985"/>
                  </a:lnTo>
                  <a:lnTo>
                    <a:pt x="1767423" y="445287"/>
                  </a:lnTo>
                  <a:lnTo>
                    <a:pt x="1803207" y="454303"/>
                  </a:lnTo>
                  <a:lnTo>
                    <a:pt x="1837924" y="463049"/>
                  </a:lnTo>
                  <a:lnTo>
                    <a:pt x="1871634" y="471542"/>
                  </a:lnTo>
                  <a:lnTo>
                    <a:pt x="1904394" y="479796"/>
                  </a:lnTo>
                  <a:lnTo>
                    <a:pt x="1936257" y="487823"/>
                  </a:lnTo>
                  <a:lnTo>
                    <a:pt x="1967269" y="495637"/>
                  </a:lnTo>
                  <a:lnTo>
                    <a:pt x="1997477" y="503247"/>
                  </a:lnTo>
                  <a:lnTo>
                    <a:pt x="2026919" y="510665"/>
                  </a:lnTo>
                  <a:lnTo>
                    <a:pt x="2055634" y="517899"/>
                  </a:lnTo>
                  <a:lnTo>
                    <a:pt x="2083658" y="524960"/>
                  </a:lnTo>
                  <a:lnTo>
                    <a:pt x="2111022" y="531854"/>
                  </a:lnTo>
                  <a:lnTo>
                    <a:pt x="2137756" y="538589"/>
                  </a:lnTo>
                  <a:lnTo>
                    <a:pt x="2163890" y="545174"/>
                  </a:lnTo>
                  <a:lnTo>
                    <a:pt x="2189450" y="551613"/>
                  </a:lnTo>
                  <a:lnTo>
                    <a:pt x="2214460" y="557914"/>
                  </a:lnTo>
                  <a:lnTo>
                    <a:pt x="2238943" y="564083"/>
                  </a:lnTo>
                  <a:lnTo>
                    <a:pt x="2262921" y="570124"/>
                  </a:lnTo>
                  <a:lnTo>
                    <a:pt x="2286415" y="576043"/>
                  </a:lnTo>
                  <a:lnTo>
                    <a:pt x="2309444" y="581845"/>
                  </a:lnTo>
                  <a:lnTo>
                    <a:pt x="2332025" y="587534"/>
                  </a:lnTo>
                  <a:lnTo>
                    <a:pt x="2354177" y="593115"/>
                  </a:lnTo>
                  <a:lnTo>
                    <a:pt x="2375914" y="598591"/>
                  </a:lnTo>
                  <a:lnTo>
                    <a:pt x="2397253" y="603967"/>
                  </a:lnTo>
                  <a:lnTo>
                    <a:pt x="2418206" y="60924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337502" y="2461589"/>
              <a:ext cx="2418206" cy="57437"/>
            </a:xfrm>
            <a:custGeom>
              <a:avLst/>
              <a:pathLst>
                <a:path w="2418206" h="57437">
                  <a:moveTo>
                    <a:pt x="0" y="0"/>
                  </a:moveTo>
                  <a:lnTo>
                    <a:pt x="155285" y="3688"/>
                  </a:lnTo>
                  <a:lnTo>
                    <a:pt x="292256" y="6941"/>
                  </a:lnTo>
                  <a:lnTo>
                    <a:pt x="414781" y="9851"/>
                  </a:lnTo>
                  <a:lnTo>
                    <a:pt x="525618" y="12484"/>
                  </a:lnTo>
                  <a:lnTo>
                    <a:pt x="626805" y="14887"/>
                  </a:lnTo>
                  <a:lnTo>
                    <a:pt x="719887" y="17098"/>
                  </a:lnTo>
                  <a:lnTo>
                    <a:pt x="806068" y="19145"/>
                  </a:lnTo>
                  <a:lnTo>
                    <a:pt x="886301" y="21051"/>
                  </a:lnTo>
                  <a:lnTo>
                    <a:pt x="961354" y="22834"/>
                  </a:lnTo>
                  <a:lnTo>
                    <a:pt x="1031855" y="24508"/>
                  </a:lnTo>
                  <a:lnTo>
                    <a:pt x="1098325" y="26087"/>
                  </a:lnTo>
                  <a:lnTo>
                    <a:pt x="1161200" y="27581"/>
                  </a:lnTo>
                  <a:lnTo>
                    <a:pt x="1220850" y="28997"/>
                  </a:lnTo>
                  <a:lnTo>
                    <a:pt x="1277589" y="30345"/>
                  </a:lnTo>
                  <a:lnTo>
                    <a:pt x="1331687" y="31630"/>
                  </a:lnTo>
                  <a:lnTo>
                    <a:pt x="1383381" y="32858"/>
                  </a:lnTo>
                  <a:lnTo>
                    <a:pt x="1432874" y="34033"/>
                  </a:lnTo>
                  <a:lnTo>
                    <a:pt x="1480346" y="35161"/>
                  </a:lnTo>
                  <a:lnTo>
                    <a:pt x="1525956" y="36244"/>
                  </a:lnTo>
                  <a:lnTo>
                    <a:pt x="1569845" y="37287"/>
                  </a:lnTo>
                  <a:lnTo>
                    <a:pt x="1612137" y="38291"/>
                  </a:lnTo>
                  <a:lnTo>
                    <a:pt x="1652946" y="39261"/>
                  </a:lnTo>
                  <a:lnTo>
                    <a:pt x="1692370" y="40197"/>
                  </a:lnTo>
                  <a:lnTo>
                    <a:pt x="1730502" y="41103"/>
                  </a:lnTo>
                  <a:lnTo>
                    <a:pt x="1767423" y="41980"/>
                  </a:lnTo>
                  <a:lnTo>
                    <a:pt x="1803207" y="42830"/>
                  </a:lnTo>
                  <a:lnTo>
                    <a:pt x="1837924" y="43654"/>
                  </a:lnTo>
                  <a:lnTo>
                    <a:pt x="1871634" y="44455"/>
                  </a:lnTo>
                  <a:lnTo>
                    <a:pt x="1904394" y="45233"/>
                  </a:lnTo>
                  <a:lnTo>
                    <a:pt x="1936257" y="45990"/>
                  </a:lnTo>
                  <a:lnTo>
                    <a:pt x="1967269" y="46726"/>
                  </a:lnTo>
                  <a:lnTo>
                    <a:pt x="1997477" y="47444"/>
                  </a:lnTo>
                  <a:lnTo>
                    <a:pt x="2026919" y="48143"/>
                  </a:lnTo>
                  <a:lnTo>
                    <a:pt x="2055634" y="48825"/>
                  </a:lnTo>
                  <a:lnTo>
                    <a:pt x="2083658" y="49491"/>
                  </a:lnTo>
                  <a:lnTo>
                    <a:pt x="2111022" y="50141"/>
                  </a:lnTo>
                  <a:lnTo>
                    <a:pt x="2137756" y="50776"/>
                  </a:lnTo>
                  <a:lnTo>
                    <a:pt x="2163890" y="51397"/>
                  </a:lnTo>
                  <a:lnTo>
                    <a:pt x="2189450" y="52004"/>
                  </a:lnTo>
                  <a:lnTo>
                    <a:pt x="2214460" y="52598"/>
                  </a:lnTo>
                  <a:lnTo>
                    <a:pt x="2238943" y="53179"/>
                  </a:lnTo>
                  <a:lnTo>
                    <a:pt x="2262921" y="53749"/>
                  </a:lnTo>
                  <a:lnTo>
                    <a:pt x="2286415" y="54307"/>
                  </a:lnTo>
                  <a:lnTo>
                    <a:pt x="2309444" y="54854"/>
                  </a:lnTo>
                  <a:lnTo>
                    <a:pt x="2332025" y="55390"/>
                  </a:lnTo>
                  <a:lnTo>
                    <a:pt x="2354177" y="55916"/>
                  </a:lnTo>
                  <a:lnTo>
                    <a:pt x="2375914" y="56433"/>
                  </a:lnTo>
                  <a:lnTo>
                    <a:pt x="2397253" y="56939"/>
                  </a:lnTo>
                  <a:lnTo>
                    <a:pt x="2418206" y="5743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337502" y="2222630"/>
              <a:ext cx="2418206" cy="45948"/>
            </a:xfrm>
            <a:custGeom>
              <a:avLst/>
              <a:pathLst>
                <a:path w="2418206" h="45948">
                  <a:moveTo>
                    <a:pt x="0" y="45948"/>
                  </a:moveTo>
                  <a:lnTo>
                    <a:pt x="155285" y="42997"/>
                  </a:lnTo>
                  <a:lnTo>
                    <a:pt x="292256" y="40395"/>
                  </a:lnTo>
                  <a:lnTo>
                    <a:pt x="414781" y="38066"/>
                  </a:lnTo>
                  <a:lnTo>
                    <a:pt x="525618" y="35960"/>
                  </a:lnTo>
                  <a:lnTo>
                    <a:pt x="626805" y="34038"/>
                  </a:lnTo>
                  <a:lnTo>
                    <a:pt x="719887" y="32269"/>
                  </a:lnTo>
                  <a:lnTo>
                    <a:pt x="806068" y="30632"/>
                  </a:lnTo>
                  <a:lnTo>
                    <a:pt x="886301" y="29107"/>
                  </a:lnTo>
                  <a:lnTo>
                    <a:pt x="961354" y="27681"/>
                  </a:lnTo>
                  <a:lnTo>
                    <a:pt x="1031855" y="26341"/>
                  </a:lnTo>
                  <a:lnTo>
                    <a:pt x="1098325" y="25078"/>
                  </a:lnTo>
                  <a:lnTo>
                    <a:pt x="1161200" y="23884"/>
                  </a:lnTo>
                  <a:lnTo>
                    <a:pt x="1220850" y="22750"/>
                  </a:lnTo>
                  <a:lnTo>
                    <a:pt x="1277589" y="21672"/>
                  </a:lnTo>
                  <a:lnTo>
                    <a:pt x="1331687" y="20644"/>
                  </a:lnTo>
                  <a:lnTo>
                    <a:pt x="1383381" y="19662"/>
                  </a:lnTo>
                  <a:lnTo>
                    <a:pt x="1432874" y="18722"/>
                  </a:lnTo>
                  <a:lnTo>
                    <a:pt x="1480346" y="17820"/>
                  </a:lnTo>
                  <a:lnTo>
                    <a:pt x="1525956" y="16953"/>
                  </a:lnTo>
                  <a:lnTo>
                    <a:pt x="1569845" y="16119"/>
                  </a:lnTo>
                  <a:lnTo>
                    <a:pt x="1612137" y="15316"/>
                  </a:lnTo>
                  <a:lnTo>
                    <a:pt x="1652946" y="14540"/>
                  </a:lnTo>
                  <a:lnTo>
                    <a:pt x="1692370" y="13791"/>
                  </a:lnTo>
                  <a:lnTo>
                    <a:pt x="1730502" y="13067"/>
                  </a:lnTo>
                  <a:lnTo>
                    <a:pt x="1767423" y="12365"/>
                  </a:lnTo>
                  <a:lnTo>
                    <a:pt x="1803207" y="11685"/>
                  </a:lnTo>
                  <a:lnTo>
                    <a:pt x="1837924" y="11025"/>
                  </a:lnTo>
                  <a:lnTo>
                    <a:pt x="1871634" y="10385"/>
                  </a:lnTo>
                  <a:lnTo>
                    <a:pt x="1904394" y="9762"/>
                  </a:lnTo>
                  <a:lnTo>
                    <a:pt x="1936257" y="9157"/>
                  </a:lnTo>
                  <a:lnTo>
                    <a:pt x="1967269" y="8568"/>
                  </a:lnTo>
                  <a:lnTo>
                    <a:pt x="1997477" y="7994"/>
                  </a:lnTo>
                  <a:lnTo>
                    <a:pt x="2026919" y="7434"/>
                  </a:lnTo>
                  <a:lnTo>
                    <a:pt x="2055634" y="6889"/>
                  </a:lnTo>
                  <a:lnTo>
                    <a:pt x="2083658" y="6356"/>
                  </a:lnTo>
                  <a:lnTo>
                    <a:pt x="2111022" y="5836"/>
                  </a:lnTo>
                  <a:lnTo>
                    <a:pt x="2137756" y="5328"/>
                  </a:lnTo>
                  <a:lnTo>
                    <a:pt x="2163890" y="4832"/>
                  </a:lnTo>
                  <a:lnTo>
                    <a:pt x="2189450" y="4346"/>
                  </a:lnTo>
                  <a:lnTo>
                    <a:pt x="2214460" y="3871"/>
                  </a:lnTo>
                  <a:lnTo>
                    <a:pt x="2238943" y="3406"/>
                  </a:lnTo>
                  <a:lnTo>
                    <a:pt x="2262921" y="2950"/>
                  </a:lnTo>
                  <a:lnTo>
                    <a:pt x="2286415" y="2504"/>
                  </a:lnTo>
                  <a:lnTo>
                    <a:pt x="2309444" y="2066"/>
                  </a:lnTo>
                  <a:lnTo>
                    <a:pt x="2332025" y="1637"/>
                  </a:lnTo>
                  <a:lnTo>
                    <a:pt x="2354177" y="1216"/>
                  </a:lnTo>
                  <a:lnTo>
                    <a:pt x="2375914" y="803"/>
                  </a:lnTo>
                  <a:lnTo>
                    <a:pt x="2397253" y="398"/>
                  </a:lnTo>
                  <a:lnTo>
                    <a:pt x="241820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337502" y="2124473"/>
              <a:ext cx="2418206" cy="72124"/>
            </a:xfrm>
            <a:custGeom>
              <a:avLst/>
              <a:pathLst>
                <a:path w="2418206" h="72124">
                  <a:moveTo>
                    <a:pt x="0" y="0"/>
                  </a:moveTo>
                  <a:lnTo>
                    <a:pt x="155285" y="4631"/>
                  </a:lnTo>
                  <a:lnTo>
                    <a:pt x="292256" y="8716"/>
                  </a:lnTo>
                  <a:lnTo>
                    <a:pt x="414781" y="12371"/>
                  </a:lnTo>
                  <a:lnTo>
                    <a:pt x="525618" y="15676"/>
                  </a:lnTo>
                  <a:lnTo>
                    <a:pt x="626805" y="18694"/>
                  </a:lnTo>
                  <a:lnTo>
                    <a:pt x="719887" y="21471"/>
                  </a:lnTo>
                  <a:lnTo>
                    <a:pt x="806068" y="24041"/>
                  </a:lnTo>
                  <a:lnTo>
                    <a:pt x="886301" y="26434"/>
                  </a:lnTo>
                  <a:lnTo>
                    <a:pt x="961354" y="28673"/>
                  </a:lnTo>
                  <a:lnTo>
                    <a:pt x="1031855" y="30775"/>
                  </a:lnTo>
                  <a:lnTo>
                    <a:pt x="1098325" y="32758"/>
                  </a:lnTo>
                  <a:lnTo>
                    <a:pt x="1161200" y="34633"/>
                  </a:lnTo>
                  <a:lnTo>
                    <a:pt x="1220850" y="36412"/>
                  </a:lnTo>
                  <a:lnTo>
                    <a:pt x="1277589" y="38104"/>
                  </a:lnTo>
                  <a:lnTo>
                    <a:pt x="1331687" y="39718"/>
                  </a:lnTo>
                  <a:lnTo>
                    <a:pt x="1383381" y="41260"/>
                  </a:lnTo>
                  <a:lnTo>
                    <a:pt x="1432874" y="42736"/>
                  </a:lnTo>
                  <a:lnTo>
                    <a:pt x="1480346" y="44152"/>
                  </a:lnTo>
                  <a:lnTo>
                    <a:pt x="1525956" y="45512"/>
                  </a:lnTo>
                  <a:lnTo>
                    <a:pt x="1569845" y="46821"/>
                  </a:lnTo>
                  <a:lnTo>
                    <a:pt x="1612137" y="48083"/>
                  </a:lnTo>
                  <a:lnTo>
                    <a:pt x="1652946" y="49300"/>
                  </a:lnTo>
                  <a:lnTo>
                    <a:pt x="1692370" y="50476"/>
                  </a:lnTo>
                  <a:lnTo>
                    <a:pt x="1730502" y="51613"/>
                  </a:lnTo>
                  <a:lnTo>
                    <a:pt x="1767423" y="52714"/>
                  </a:lnTo>
                  <a:lnTo>
                    <a:pt x="1803207" y="53781"/>
                  </a:lnTo>
                  <a:lnTo>
                    <a:pt x="1837924" y="54817"/>
                  </a:lnTo>
                  <a:lnTo>
                    <a:pt x="1871634" y="55822"/>
                  </a:lnTo>
                  <a:lnTo>
                    <a:pt x="1904394" y="56799"/>
                  </a:lnTo>
                  <a:lnTo>
                    <a:pt x="1936257" y="57750"/>
                  </a:lnTo>
                  <a:lnTo>
                    <a:pt x="1967269" y="58675"/>
                  </a:lnTo>
                  <a:lnTo>
                    <a:pt x="1997477" y="59576"/>
                  </a:lnTo>
                  <a:lnTo>
                    <a:pt x="2026919" y="60454"/>
                  </a:lnTo>
                  <a:lnTo>
                    <a:pt x="2055634" y="61310"/>
                  </a:lnTo>
                  <a:lnTo>
                    <a:pt x="2083658" y="62146"/>
                  </a:lnTo>
                  <a:lnTo>
                    <a:pt x="2111022" y="62962"/>
                  </a:lnTo>
                  <a:lnTo>
                    <a:pt x="2137756" y="63760"/>
                  </a:lnTo>
                  <a:lnTo>
                    <a:pt x="2163890" y="64539"/>
                  </a:lnTo>
                  <a:lnTo>
                    <a:pt x="2189450" y="65301"/>
                  </a:lnTo>
                  <a:lnTo>
                    <a:pt x="2214460" y="66047"/>
                  </a:lnTo>
                  <a:lnTo>
                    <a:pt x="2238943" y="66778"/>
                  </a:lnTo>
                  <a:lnTo>
                    <a:pt x="2262921" y="67493"/>
                  </a:lnTo>
                  <a:lnTo>
                    <a:pt x="2286415" y="68193"/>
                  </a:lnTo>
                  <a:lnTo>
                    <a:pt x="2309444" y="68880"/>
                  </a:lnTo>
                  <a:lnTo>
                    <a:pt x="2332025" y="69554"/>
                  </a:lnTo>
                  <a:lnTo>
                    <a:pt x="2354177" y="70214"/>
                  </a:lnTo>
                  <a:lnTo>
                    <a:pt x="2375914" y="70863"/>
                  </a:lnTo>
                  <a:lnTo>
                    <a:pt x="2397253" y="71499"/>
                  </a:lnTo>
                  <a:lnTo>
                    <a:pt x="2418206" y="7212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3"/>
            <p:cNvSpPr/>
            <p:nvPr/>
          </p:nvSpPr>
          <p:spPr>
            <a:xfrm>
              <a:off x="4186450" y="1166855"/>
              <a:ext cx="2746729" cy="1538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186450" y="1166855"/>
              <a:ext cx="0" cy="1538730"/>
            </a:xfrm>
            <a:custGeom>
              <a:avLst/>
              <a:pathLst>
                <a:path w="0" h="1538730">
                  <a:moveTo>
                    <a:pt x="0" y="1538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157982" y="24064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157982" y="18979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157982" y="13894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186450" y="2705585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337502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5143571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5949640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6755709" y="2705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tx203"/>
            <p:cNvSpPr/>
            <p:nvPr/>
          </p:nvSpPr>
          <p:spPr>
            <a:xfrm>
              <a:off x="4186450" y="990315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10032" y="2986509"/>
              <a:ext cx="2746729" cy="1538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493986" y="427844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413854" y="41127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465722" y="435325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441393" y="420461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425731" y="42384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06811" y="409421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35469" y="37340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36224" y="42060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508169" y="41552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46042" y="40968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300737" y="43622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298594" y="441861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58540" y="312474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99260" y="42745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278127" y="430054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30367" y="41226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99596" y="43026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83347" y="43073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63364" y="36296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32450" y="37821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69662" y="40260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28358" y="41181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287992" y="39498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278501" y="41825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47452" y="42102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17172" y="406758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31229" y="347148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28939" y="37456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017288" y="405269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013954" y="39361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81932" y="44025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106299" y="439416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12736" y="41702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100151" y="44079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08932" y="33568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91106" y="44272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45387" y="38736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995434" y="315414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13289" y="30283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69434" y="38550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78228" y="37100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45704" y="365721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998010" y="36998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45973" y="43193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61609" y="36439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83860" y="411257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029516" y="41384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079487" y="391163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80930" y="389814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46542" y="40173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44562" y="393372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791901" y="42607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09483" y="36515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61698" y="404051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99318" y="41734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12319" y="383752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42711" y="376020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79423" y="34333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12651" y="34631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22260" y="34369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72329" y="35596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35137" y="38488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00226" y="388053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903837" y="376395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53344" y="37202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806888" y="37048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31003" y="349455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52566" y="36324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43811" y="36819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799349" y="34595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67046" y="37188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42142" y="35193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486244" y="3842792"/>
              <a:ext cx="2389428" cy="556462"/>
            </a:xfrm>
            <a:custGeom>
              <a:avLst/>
              <a:pathLst>
                <a:path w="2389428" h="556462">
                  <a:moveTo>
                    <a:pt x="0" y="556462"/>
                  </a:moveTo>
                  <a:lnTo>
                    <a:pt x="153437" y="520729"/>
                  </a:lnTo>
                  <a:lnTo>
                    <a:pt x="288778" y="489210"/>
                  </a:lnTo>
                  <a:lnTo>
                    <a:pt x="409845" y="461015"/>
                  </a:lnTo>
                  <a:lnTo>
                    <a:pt x="519363" y="435510"/>
                  </a:lnTo>
                  <a:lnTo>
                    <a:pt x="619345" y="412226"/>
                  </a:lnTo>
                  <a:lnTo>
                    <a:pt x="711320" y="390806"/>
                  </a:lnTo>
                  <a:lnTo>
                    <a:pt x="796476" y="370975"/>
                  </a:lnTo>
                  <a:lnTo>
                    <a:pt x="875753" y="352512"/>
                  </a:lnTo>
                  <a:lnTo>
                    <a:pt x="949913" y="335241"/>
                  </a:lnTo>
                  <a:lnTo>
                    <a:pt x="1019575" y="319018"/>
                  </a:lnTo>
                  <a:lnTo>
                    <a:pt x="1085254" y="303722"/>
                  </a:lnTo>
                  <a:lnTo>
                    <a:pt x="1147381" y="289254"/>
                  </a:lnTo>
                  <a:lnTo>
                    <a:pt x="1206321" y="275528"/>
                  </a:lnTo>
                  <a:lnTo>
                    <a:pt x="1262384" y="262471"/>
                  </a:lnTo>
                  <a:lnTo>
                    <a:pt x="1315839" y="250023"/>
                  </a:lnTo>
                  <a:lnTo>
                    <a:pt x="1366917" y="238127"/>
                  </a:lnTo>
                  <a:lnTo>
                    <a:pt x="1415821" y="226738"/>
                  </a:lnTo>
                  <a:lnTo>
                    <a:pt x="1462729" y="215814"/>
                  </a:lnTo>
                  <a:lnTo>
                    <a:pt x="1507796" y="205319"/>
                  </a:lnTo>
                  <a:lnTo>
                    <a:pt x="1551163" y="195219"/>
                  </a:lnTo>
                  <a:lnTo>
                    <a:pt x="1592952" y="185487"/>
                  </a:lnTo>
                  <a:lnTo>
                    <a:pt x="1633274" y="176097"/>
                  </a:lnTo>
                  <a:lnTo>
                    <a:pt x="1672230" y="167024"/>
                  </a:lnTo>
                  <a:lnTo>
                    <a:pt x="1709907" y="158250"/>
                  </a:lnTo>
                  <a:lnTo>
                    <a:pt x="1746389" y="149754"/>
                  </a:lnTo>
                  <a:lnTo>
                    <a:pt x="1781748" y="141519"/>
                  </a:lnTo>
                  <a:lnTo>
                    <a:pt x="1816051" y="133531"/>
                  </a:lnTo>
                  <a:lnTo>
                    <a:pt x="1849360" y="125773"/>
                  </a:lnTo>
                  <a:lnTo>
                    <a:pt x="1881730" y="118235"/>
                  </a:lnTo>
                  <a:lnTo>
                    <a:pt x="1913214" y="110903"/>
                  </a:lnTo>
                  <a:lnTo>
                    <a:pt x="1943857" y="103766"/>
                  </a:lnTo>
                  <a:lnTo>
                    <a:pt x="1973705" y="96815"/>
                  </a:lnTo>
                  <a:lnTo>
                    <a:pt x="2002797" y="90040"/>
                  </a:lnTo>
                  <a:lnTo>
                    <a:pt x="2031171" y="83432"/>
                  </a:lnTo>
                  <a:lnTo>
                    <a:pt x="2058860" y="76984"/>
                  </a:lnTo>
                  <a:lnTo>
                    <a:pt x="2085899" y="70687"/>
                  </a:lnTo>
                  <a:lnTo>
                    <a:pt x="2112315" y="64535"/>
                  </a:lnTo>
                  <a:lnTo>
                    <a:pt x="2138138" y="58521"/>
                  </a:lnTo>
                  <a:lnTo>
                    <a:pt x="2163394" y="52640"/>
                  </a:lnTo>
                  <a:lnTo>
                    <a:pt x="2188106" y="46884"/>
                  </a:lnTo>
                  <a:lnTo>
                    <a:pt x="2212298" y="41251"/>
                  </a:lnTo>
                  <a:lnTo>
                    <a:pt x="2235991" y="35733"/>
                  </a:lnTo>
                  <a:lnTo>
                    <a:pt x="2259205" y="30326"/>
                  </a:lnTo>
                  <a:lnTo>
                    <a:pt x="2281960" y="25027"/>
                  </a:lnTo>
                  <a:lnTo>
                    <a:pt x="2304272" y="19831"/>
                  </a:lnTo>
                  <a:lnTo>
                    <a:pt x="2326160" y="14734"/>
                  </a:lnTo>
                  <a:lnTo>
                    <a:pt x="2347639" y="9732"/>
                  </a:lnTo>
                  <a:lnTo>
                    <a:pt x="2368723" y="4821"/>
                  </a:lnTo>
                  <a:lnTo>
                    <a:pt x="238942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486244" y="3733591"/>
              <a:ext cx="2389428" cy="537317"/>
            </a:xfrm>
            <a:custGeom>
              <a:avLst/>
              <a:pathLst>
                <a:path w="2389428" h="537317">
                  <a:moveTo>
                    <a:pt x="0" y="537317"/>
                  </a:moveTo>
                  <a:lnTo>
                    <a:pt x="153437" y="502814"/>
                  </a:lnTo>
                  <a:lnTo>
                    <a:pt x="288778" y="472379"/>
                  </a:lnTo>
                  <a:lnTo>
                    <a:pt x="409845" y="445154"/>
                  </a:lnTo>
                  <a:lnTo>
                    <a:pt x="519363" y="420527"/>
                  </a:lnTo>
                  <a:lnTo>
                    <a:pt x="619345" y="398043"/>
                  </a:lnTo>
                  <a:lnTo>
                    <a:pt x="711320" y="377361"/>
                  </a:lnTo>
                  <a:lnTo>
                    <a:pt x="796476" y="358211"/>
                  </a:lnTo>
                  <a:lnTo>
                    <a:pt x="875753" y="340384"/>
                  </a:lnTo>
                  <a:lnTo>
                    <a:pt x="949913" y="323708"/>
                  </a:lnTo>
                  <a:lnTo>
                    <a:pt x="1019575" y="308042"/>
                  </a:lnTo>
                  <a:lnTo>
                    <a:pt x="1085254" y="293273"/>
                  </a:lnTo>
                  <a:lnTo>
                    <a:pt x="1147381" y="279302"/>
                  </a:lnTo>
                  <a:lnTo>
                    <a:pt x="1206321" y="266048"/>
                  </a:lnTo>
                  <a:lnTo>
                    <a:pt x="1262384" y="253441"/>
                  </a:lnTo>
                  <a:lnTo>
                    <a:pt x="1315839" y="241421"/>
                  </a:lnTo>
                  <a:lnTo>
                    <a:pt x="1366917" y="229934"/>
                  </a:lnTo>
                  <a:lnTo>
                    <a:pt x="1415821" y="218937"/>
                  </a:lnTo>
                  <a:lnTo>
                    <a:pt x="1462729" y="208389"/>
                  </a:lnTo>
                  <a:lnTo>
                    <a:pt x="1507796" y="198255"/>
                  </a:lnTo>
                  <a:lnTo>
                    <a:pt x="1551163" y="188503"/>
                  </a:lnTo>
                  <a:lnTo>
                    <a:pt x="1592952" y="179105"/>
                  </a:lnTo>
                  <a:lnTo>
                    <a:pt x="1633274" y="170038"/>
                  </a:lnTo>
                  <a:lnTo>
                    <a:pt x="1672230" y="161278"/>
                  </a:lnTo>
                  <a:lnTo>
                    <a:pt x="1709907" y="152805"/>
                  </a:lnTo>
                  <a:lnTo>
                    <a:pt x="1746389" y="144602"/>
                  </a:lnTo>
                  <a:lnTo>
                    <a:pt x="1781748" y="136650"/>
                  </a:lnTo>
                  <a:lnTo>
                    <a:pt x="1816051" y="128936"/>
                  </a:lnTo>
                  <a:lnTo>
                    <a:pt x="1849360" y="121446"/>
                  </a:lnTo>
                  <a:lnTo>
                    <a:pt x="1881730" y="114167"/>
                  </a:lnTo>
                  <a:lnTo>
                    <a:pt x="1913214" y="107087"/>
                  </a:lnTo>
                  <a:lnTo>
                    <a:pt x="1943857" y="100196"/>
                  </a:lnTo>
                  <a:lnTo>
                    <a:pt x="1973705" y="93484"/>
                  </a:lnTo>
                  <a:lnTo>
                    <a:pt x="2002797" y="86942"/>
                  </a:lnTo>
                  <a:lnTo>
                    <a:pt x="2031171" y="80562"/>
                  </a:lnTo>
                  <a:lnTo>
                    <a:pt x="2058860" y="74335"/>
                  </a:lnTo>
                  <a:lnTo>
                    <a:pt x="2085899" y="68255"/>
                  </a:lnTo>
                  <a:lnTo>
                    <a:pt x="2112315" y="62315"/>
                  </a:lnTo>
                  <a:lnTo>
                    <a:pt x="2138138" y="56508"/>
                  </a:lnTo>
                  <a:lnTo>
                    <a:pt x="2163394" y="50829"/>
                  </a:lnTo>
                  <a:lnTo>
                    <a:pt x="2188106" y="45271"/>
                  </a:lnTo>
                  <a:lnTo>
                    <a:pt x="2212298" y="39831"/>
                  </a:lnTo>
                  <a:lnTo>
                    <a:pt x="2235991" y="34503"/>
                  </a:lnTo>
                  <a:lnTo>
                    <a:pt x="2259205" y="29283"/>
                  </a:lnTo>
                  <a:lnTo>
                    <a:pt x="2281960" y="24166"/>
                  </a:lnTo>
                  <a:lnTo>
                    <a:pt x="2304272" y="19149"/>
                  </a:lnTo>
                  <a:lnTo>
                    <a:pt x="2326160" y="14227"/>
                  </a:lnTo>
                  <a:lnTo>
                    <a:pt x="2347639" y="9397"/>
                  </a:lnTo>
                  <a:lnTo>
                    <a:pt x="2368723" y="4655"/>
                  </a:lnTo>
                  <a:lnTo>
                    <a:pt x="238942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486244" y="3954118"/>
              <a:ext cx="2389428" cy="422330"/>
            </a:xfrm>
            <a:custGeom>
              <a:avLst/>
              <a:pathLst>
                <a:path w="2389428" h="422330">
                  <a:moveTo>
                    <a:pt x="0" y="422330"/>
                  </a:moveTo>
                  <a:lnTo>
                    <a:pt x="153437" y="395210"/>
                  </a:lnTo>
                  <a:lnTo>
                    <a:pt x="288778" y="371289"/>
                  </a:lnTo>
                  <a:lnTo>
                    <a:pt x="409845" y="349890"/>
                  </a:lnTo>
                  <a:lnTo>
                    <a:pt x="519363" y="330533"/>
                  </a:lnTo>
                  <a:lnTo>
                    <a:pt x="619345" y="312861"/>
                  </a:lnTo>
                  <a:lnTo>
                    <a:pt x="711320" y="296605"/>
                  </a:lnTo>
                  <a:lnTo>
                    <a:pt x="796476" y="281553"/>
                  </a:lnTo>
                  <a:lnTo>
                    <a:pt x="875753" y="267541"/>
                  </a:lnTo>
                  <a:lnTo>
                    <a:pt x="949913" y="254433"/>
                  </a:lnTo>
                  <a:lnTo>
                    <a:pt x="1019575" y="242121"/>
                  </a:lnTo>
                  <a:lnTo>
                    <a:pt x="1085254" y="230512"/>
                  </a:lnTo>
                  <a:lnTo>
                    <a:pt x="1147381" y="219531"/>
                  </a:lnTo>
                  <a:lnTo>
                    <a:pt x="1206321" y="209113"/>
                  </a:lnTo>
                  <a:lnTo>
                    <a:pt x="1262384" y="199204"/>
                  </a:lnTo>
                  <a:lnTo>
                    <a:pt x="1315839" y="189756"/>
                  </a:lnTo>
                  <a:lnTo>
                    <a:pt x="1366917" y="180728"/>
                  </a:lnTo>
                  <a:lnTo>
                    <a:pt x="1415821" y="172084"/>
                  </a:lnTo>
                  <a:lnTo>
                    <a:pt x="1462729" y="163793"/>
                  </a:lnTo>
                  <a:lnTo>
                    <a:pt x="1507796" y="155828"/>
                  </a:lnTo>
                  <a:lnTo>
                    <a:pt x="1551163" y="148163"/>
                  </a:lnTo>
                  <a:lnTo>
                    <a:pt x="1592952" y="140776"/>
                  </a:lnTo>
                  <a:lnTo>
                    <a:pt x="1633274" y="133649"/>
                  </a:lnTo>
                  <a:lnTo>
                    <a:pt x="1672230" y="126764"/>
                  </a:lnTo>
                  <a:lnTo>
                    <a:pt x="1709907" y="120105"/>
                  </a:lnTo>
                  <a:lnTo>
                    <a:pt x="1746389" y="113656"/>
                  </a:lnTo>
                  <a:lnTo>
                    <a:pt x="1781748" y="107407"/>
                  </a:lnTo>
                  <a:lnTo>
                    <a:pt x="1816051" y="101344"/>
                  </a:lnTo>
                  <a:lnTo>
                    <a:pt x="1849360" y="95456"/>
                  </a:lnTo>
                  <a:lnTo>
                    <a:pt x="1881730" y="89735"/>
                  </a:lnTo>
                  <a:lnTo>
                    <a:pt x="1913214" y="84170"/>
                  </a:lnTo>
                  <a:lnTo>
                    <a:pt x="1943857" y="78754"/>
                  </a:lnTo>
                  <a:lnTo>
                    <a:pt x="1973705" y="73478"/>
                  </a:lnTo>
                  <a:lnTo>
                    <a:pt x="2002797" y="68336"/>
                  </a:lnTo>
                  <a:lnTo>
                    <a:pt x="2031171" y="63321"/>
                  </a:lnTo>
                  <a:lnTo>
                    <a:pt x="2058860" y="58427"/>
                  </a:lnTo>
                  <a:lnTo>
                    <a:pt x="2085899" y="53648"/>
                  </a:lnTo>
                  <a:lnTo>
                    <a:pt x="2112315" y="48979"/>
                  </a:lnTo>
                  <a:lnTo>
                    <a:pt x="2138138" y="44415"/>
                  </a:lnTo>
                  <a:lnTo>
                    <a:pt x="2163394" y="39951"/>
                  </a:lnTo>
                  <a:lnTo>
                    <a:pt x="2188106" y="35583"/>
                  </a:lnTo>
                  <a:lnTo>
                    <a:pt x="2212298" y="31307"/>
                  </a:lnTo>
                  <a:lnTo>
                    <a:pt x="2235991" y="27119"/>
                  </a:lnTo>
                  <a:lnTo>
                    <a:pt x="2259205" y="23016"/>
                  </a:lnTo>
                  <a:lnTo>
                    <a:pt x="2281960" y="18994"/>
                  </a:lnTo>
                  <a:lnTo>
                    <a:pt x="2304272" y="15051"/>
                  </a:lnTo>
                  <a:lnTo>
                    <a:pt x="2326160" y="11182"/>
                  </a:lnTo>
                  <a:lnTo>
                    <a:pt x="2347639" y="7386"/>
                  </a:lnTo>
                  <a:lnTo>
                    <a:pt x="2368723" y="3659"/>
                  </a:lnTo>
                  <a:lnTo>
                    <a:pt x="238942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486244" y="3437542"/>
              <a:ext cx="2389428" cy="588506"/>
            </a:xfrm>
            <a:custGeom>
              <a:avLst/>
              <a:pathLst>
                <a:path w="2389428" h="588506">
                  <a:moveTo>
                    <a:pt x="0" y="588506"/>
                  </a:moveTo>
                  <a:lnTo>
                    <a:pt x="153437" y="550715"/>
                  </a:lnTo>
                  <a:lnTo>
                    <a:pt x="288778" y="517381"/>
                  </a:lnTo>
                  <a:lnTo>
                    <a:pt x="409845" y="487563"/>
                  </a:lnTo>
                  <a:lnTo>
                    <a:pt x="519363" y="460589"/>
                  </a:lnTo>
                  <a:lnTo>
                    <a:pt x="619345" y="435964"/>
                  </a:lnTo>
                  <a:lnTo>
                    <a:pt x="711320" y="413311"/>
                  </a:lnTo>
                  <a:lnTo>
                    <a:pt x="796476" y="392337"/>
                  </a:lnTo>
                  <a:lnTo>
                    <a:pt x="875753" y="372812"/>
                  </a:lnTo>
                  <a:lnTo>
                    <a:pt x="949913" y="354546"/>
                  </a:lnTo>
                  <a:lnTo>
                    <a:pt x="1019575" y="337389"/>
                  </a:lnTo>
                  <a:lnTo>
                    <a:pt x="1085254" y="321212"/>
                  </a:lnTo>
                  <a:lnTo>
                    <a:pt x="1147381" y="305911"/>
                  </a:lnTo>
                  <a:lnTo>
                    <a:pt x="1206321" y="291394"/>
                  </a:lnTo>
                  <a:lnTo>
                    <a:pt x="1262384" y="277586"/>
                  </a:lnTo>
                  <a:lnTo>
                    <a:pt x="1315839" y="264420"/>
                  </a:lnTo>
                  <a:lnTo>
                    <a:pt x="1366917" y="251840"/>
                  </a:lnTo>
                  <a:lnTo>
                    <a:pt x="1415821" y="239795"/>
                  </a:lnTo>
                  <a:lnTo>
                    <a:pt x="1462729" y="228242"/>
                  </a:lnTo>
                  <a:lnTo>
                    <a:pt x="1507796" y="217142"/>
                  </a:lnTo>
                  <a:lnTo>
                    <a:pt x="1551163" y="206461"/>
                  </a:lnTo>
                  <a:lnTo>
                    <a:pt x="1592952" y="196168"/>
                  </a:lnTo>
                  <a:lnTo>
                    <a:pt x="1633274" y="186237"/>
                  </a:lnTo>
                  <a:lnTo>
                    <a:pt x="1672230" y="176643"/>
                  </a:lnTo>
                  <a:lnTo>
                    <a:pt x="1709907" y="167363"/>
                  </a:lnTo>
                  <a:lnTo>
                    <a:pt x="1746389" y="158377"/>
                  </a:lnTo>
                  <a:lnTo>
                    <a:pt x="1781748" y="149669"/>
                  </a:lnTo>
                  <a:lnTo>
                    <a:pt x="1816051" y="141220"/>
                  </a:lnTo>
                  <a:lnTo>
                    <a:pt x="1849360" y="133016"/>
                  </a:lnTo>
                  <a:lnTo>
                    <a:pt x="1881730" y="125043"/>
                  </a:lnTo>
                  <a:lnTo>
                    <a:pt x="1913214" y="117289"/>
                  </a:lnTo>
                  <a:lnTo>
                    <a:pt x="1943857" y="109742"/>
                  </a:lnTo>
                  <a:lnTo>
                    <a:pt x="1973705" y="102390"/>
                  </a:lnTo>
                  <a:lnTo>
                    <a:pt x="2002797" y="95225"/>
                  </a:lnTo>
                  <a:lnTo>
                    <a:pt x="2031171" y="88237"/>
                  </a:lnTo>
                  <a:lnTo>
                    <a:pt x="2058860" y="81417"/>
                  </a:lnTo>
                  <a:lnTo>
                    <a:pt x="2085899" y="74758"/>
                  </a:lnTo>
                  <a:lnTo>
                    <a:pt x="2112315" y="68251"/>
                  </a:lnTo>
                  <a:lnTo>
                    <a:pt x="2138138" y="61891"/>
                  </a:lnTo>
                  <a:lnTo>
                    <a:pt x="2163394" y="55671"/>
                  </a:lnTo>
                  <a:lnTo>
                    <a:pt x="2188106" y="49584"/>
                  </a:lnTo>
                  <a:lnTo>
                    <a:pt x="2212298" y="43626"/>
                  </a:lnTo>
                  <a:lnTo>
                    <a:pt x="2235991" y="37790"/>
                  </a:lnTo>
                  <a:lnTo>
                    <a:pt x="2259205" y="32073"/>
                  </a:lnTo>
                  <a:lnTo>
                    <a:pt x="2281960" y="26468"/>
                  </a:lnTo>
                  <a:lnTo>
                    <a:pt x="2304272" y="20973"/>
                  </a:lnTo>
                  <a:lnTo>
                    <a:pt x="2326160" y="15582"/>
                  </a:lnTo>
                  <a:lnTo>
                    <a:pt x="2347639" y="10292"/>
                  </a:lnTo>
                  <a:lnTo>
                    <a:pt x="2368723" y="5099"/>
                  </a:lnTo>
                  <a:lnTo>
                    <a:pt x="238942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486244" y="3805007"/>
              <a:ext cx="2389428" cy="438311"/>
            </a:xfrm>
            <a:custGeom>
              <a:avLst/>
              <a:pathLst>
                <a:path w="2389428" h="438311">
                  <a:moveTo>
                    <a:pt x="0" y="438311"/>
                  </a:moveTo>
                  <a:lnTo>
                    <a:pt x="153437" y="410164"/>
                  </a:lnTo>
                  <a:lnTo>
                    <a:pt x="288778" y="385338"/>
                  </a:lnTo>
                  <a:lnTo>
                    <a:pt x="409845" y="363130"/>
                  </a:lnTo>
                  <a:lnTo>
                    <a:pt x="519363" y="343040"/>
                  </a:lnTo>
                  <a:lnTo>
                    <a:pt x="619345" y="324699"/>
                  </a:lnTo>
                  <a:lnTo>
                    <a:pt x="711320" y="307828"/>
                  </a:lnTo>
                  <a:lnTo>
                    <a:pt x="796476" y="292207"/>
                  </a:lnTo>
                  <a:lnTo>
                    <a:pt x="875753" y="277664"/>
                  </a:lnTo>
                  <a:lnTo>
                    <a:pt x="949913" y="264061"/>
                  </a:lnTo>
                  <a:lnTo>
                    <a:pt x="1019575" y="251282"/>
                  </a:lnTo>
                  <a:lnTo>
                    <a:pt x="1085254" y="239234"/>
                  </a:lnTo>
                  <a:lnTo>
                    <a:pt x="1147381" y="227838"/>
                  </a:lnTo>
                  <a:lnTo>
                    <a:pt x="1206321" y="217026"/>
                  </a:lnTo>
                  <a:lnTo>
                    <a:pt x="1262384" y="206742"/>
                  </a:lnTo>
                  <a:lnTo>
                    <a:pt x="1315839" y="196936"/>
                  </a:lnTo>
                  <a:lnTo>
                    <a:pt x="1366917" y="187566"/>
                  </a:lnTo>
                  <a:lnTo>
                    <a:pt x="1415821" y="178596"/>
                  </a:lnTo>
                  <a:lnTo>
                    <a:pt x="1462729" y="169991"/>
                  </a:lnTo>
                  <a:lnTo>
                    <a:pt x="1507796" y="161724"/>
                  </a:lnTo>
                  <a:lnTo>
                    <a:pt x="1551163" y="153769"/>
                  </a:lnTo>
                  <a:lnTo>
                    <a:pt x="1592952" y="146103"/>
                  </a:lnTo>
                  <a:lnTo>
                    <a:pt x="1633274" y="138707"/>
                  </a:lnTo>
                  <a:lnTo>
                    <a:pt x="1672230" y="131561"/>
                  </a:lnTo>
                  <a:lnTo>
                    <a:pt x="1709907" y="124649"/>
                  </a:lnTo>
                  <a:lnTo>
                    <a:pt x="1746389" y="117957"/>
                  </a:lnTo>
                  <a:lnTo>
                    <a:pt x="1781748" y="111471"/>
                  </a:lnTo>
                  <a:lnTo>
                    <a:pt x="1816051" y="105178"/>
                  </a:lnTo>
                  <a:lnTo>
                    <a:pt x="1849360" y="99068"/>
                  </a:lnTo>
                  <a:lnTo>
                    <a:pt x="1881730" y="93130"/>
                  </a:lnTo>
                  <a:lnTo>
                    <a:pt x="1913214" y="87355"/>
                  </a:lnTo>
                  <a:lnTo>
                    <a:pt x="1943857" y="81734"/>
                  </a:lnTo>
                  <a:lnTo>
                    <a:pt x="1973705" y="76259"/>
                  </a:lnTo>
                  <a:lnTo>
                    <a:pt x="2002797" y="70922"/>
                  </a:lnTo>
                  <a:lnTo>
                    <a:pt x="2031171" y="65717"/>
                  </a:lnTo>
                  <a:lnTo>
                    <a:pt x="2058860" y="60638"/>
                  </a:lnTo>
                  <a:lnTo>
                    <a:pt x="2085899" y="55678"/>
                  </a:lnTo>
                  <a:lnTo>
                    <a:pt x="2112315" y="50832"/>
                  </a:lnTo>
                  <a:lnTo>
                    <a:pt x="2138138" y="46095"/>
                  </a:lnTo>
                  <a:lnTo>
                    <a:pt x="2163394" y="41463"/>
                  </a:lnTo>
                  <a:lnTo>
                    <a:pt x="2188106" y="36930"/>
                  </a:lnTo>
                  <a:lnTo>
                    <a:pt x="2212298" y="32492"/>
                  </a:lnTo>
                  <a:lnTo>
                    <a:pt x="2235991" y="28146"/>
                  </a:lnTo>
                  <a:lnTo>
                    <a:pt x="2259205" y="23887"/>
                  </a:lnTo>
                  <a:lnTo>
                    <a:pt x="2281960" y="19713"/>
                  </a:lnTo>
                  <a:lnTo>
                    <a:pt x="2304272" y="15620"/>
                  </a:lnTo>
                  <a:lnTo>
                    <a:pt x="2326160" y="11605"/>
                  </a:lnTo>
                  <a:lnTo>
                    <a:pt x="2347639" y="7665"/>
                  </a:lnTo>
                  <a:lnTo>
                    <a:pt x="2368723" y="3797"/>
                  </a:lnTo>
                  <a:lnTo>
                    <a:pt x="238942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486244" y="3561813"/>
              <a:ext cx="2389428" cy="394520"/>
            </a:xfrm>
            <a:custGeom>
              <a:avLst/>
              <a:pathLst>
                <a:path w="2389428" h="394520">
                  <a:moveTo>
                    <a:pt x="0" y="394520"/>
                  </a:moveTo>
                  <a:lnTo>
                    <a:pt x="153437" y="369185"/>
                  </a:lnTo>
                  <a:lnTo>
                    <a:pt x="288778" y="346839"/>
                  </a:lnTo>
                  <a:lnTo>
                    <a:pt x="409845" y="326850"/>
                  </a:lnTo>
                  <a:lnTo>
                    <a:pt x="519363" y="308767"/>
                  </a:lnTo>
                  <a:lnTo>
                    <a:pt x="619345" y="292259"/>
                  </a:lnTo>
                  <a:lnTo>
                    <a:pt x="711320" y="277073"/>
                  </a:lnTo>
                  <a:lnTo>
                    <a:pt x="796476" y="263013"/>
                  </a:lnTo>
                  <a:lnTo>
                    <a:pt x="875753" y="249923"/>
                  </a:lnTo>
                  <a:lnTo>
                    <a:pt x="949913" y="237679"/>
                  </a:lnTo>
                  <a:lnTo>
                    <a:pt x="1019575" y="226177"/>
                  </a:lnTo>
                  <a:lnTo>
                    <a:pt x="1085254" y="215332"/>
                  </a:lnTo>
                  <a:lnTo>
                    <a:pt x="1147381" y="205075"/>
                  </a:lnTo>
                  <a:lnTo>
                    <a:pt x="1206321" y="195343"/>
                  </a:lnTo>
                  <a:lnTo>
                    <a:pt x="1262384" y="186086"/>
                  </a:lnTo>
                  <a:lnTo>
                    <a:pt x="1315839" y="177260"/>
                  </a:lnTo>
                  <a:lnTo>
                    <a:pt x="1366917" y="168827"/>
                  </a:lnTo>
                  <a:lnTo>
                    <a:pt x="1415821" y="160752"/>
                  </a:lnTo>
                  <a:lnTo>
                    <a:pt x="1462729" y="153007"/>
                  </a:lnTo>
                  <a:lnTo>
                    <a:pt x="1507796" y="145566"/>
                  </a:lnTo>
                  <a:lnTo>
                    <a:pt x="1551163" y="138406"/>
                  </a:lnTo>
                  <a:lnTo>
                    <a:pt x="1592952" y="131506"/>
                  </a:lnTo>
                  <a:lnTo>
                    <a:pt x="1633274" y="124849"/>
                  </a:lnTo>
                  <a:lnTo>
                    <a:pt x="1672230" y="118417"/>
                  </a:lnTo>
                  <a:lnTo>
                    <a:pt x="1709907" y="112196"/>
                  </a:lnTo>
                  <a:lnTo>
                    <a:pt x="1746389" y="106172"/>
                  </a:lnTo>
                  <a:lnTo>
                    <a:pt x="1781748" y="100334"/>
                  </a:lnTo>
                  <a:lnTo>
                    <a:pt x="1816051" y="94670"/>
                  </a:lnTo>
                  <a:lnTo>
                    <a:pt x="1849360" y="89170"/>
                  </a:lnTo>
                  <a:lnTo>
                    <a:pt x="1881730" y="83826"/>
                  </a:lnTo>
                  <a:lnTo>
                    <a:pt x="1913214" y="78628"/>
                  </a:lnTo>
                  <a:lnTo>
                    <a:pt x="1943857" y="73568"/>
                  </a:lnTo>
                  <a:lnTo>
                    <a:pt x="1973705" y="68640"/>
                  </a:lnTo>
                  <a:lnTo>
                    <a:pt x="2002797" y="63836"/>
                  </a:lnTo>
                  <a:lnTo>
                    <a:pt x="2031171" y="59152"/>
                  </a:lnTo>
                  <a:lnTo>
                    <a:pt x="2058860" y="54580"/>
                  </a:lnTo>
                  <a:lnTo>
                    <a:pt x="2085899" y="50115"/>
                  </a:lnTo>
                  <a:lnTo>
                    <a:pt x="2112315" y="45754"/>
                  </a:lnTo>
                  <a:lnTo>
                    <a:pt x="2138138" y="41490"/>
                  </a:lnTo>
                  <a:lnTo>
                    <a:pt x="2163394" y="37320"/>
                  </a:lnTo>
                  <a:lnTo>
                    <a:pt x="2188106" y="33240"/>
                  </a:lnTo>
                  <a:lnTo>
                    <a:pt x="2212298" y="29246"/>
                  </a:lnTo>
                  <a:lnTo>
                    <a:pt x="2235991" y="25334"/>
                  </a:lnTo>
                  <a:lnTo>
                    <a:pt x="2259205" y="21501"/>
                  </a:lnTo>
                  <a:lnTo>
                    <a:pt x="2281960" y="17744"/>
                  </a:lnTo>
                  <a:lnTo>
                    <a:pt x="2304272" y="14060"/>
                  </a:lnTo>
                  <a:lnTo>
                    <a:pt x="2326160" y="10446"/>
                  </a:lnTo>
                  <a:lnTo>
                    <a:pt x="2347639" y="6899"/>
                  </a:lnTo>
                  <a:lnTo>
                    <a:pt x="2368723" y="3418"/>
                  </a:lnTo>
                  <a:lnTo>
                    <a:pt x="238942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486244" y="3700210"/>
              <a:ext cx="2389428" cy="12576"/>
            </a:xfrm>
            <a:custGeom>
              <a:avLst/>
              <a:pathLst>
                <a:path w="2389428" h="12576">
                  <a:moveTo>
                    <a:pt x="0" y="12576"/>
                  </a:moveTo>
                  <a:lnTo>
                    <a:pt x="153437" y="11768"/>
                  </a:lnTo>
                  <a:lnTo>
                    <a:pt x="288778" y="11056"/>
                  </a:lnTo>
                  <a:lnTo>
                    <a:pt x="409845" y="10419"/>
                  </a:lnTo>
                  <a:lnTo>
                    <a:pt x="519363" y="9842"/>
                  </a:lnTo>
                  <a:lnTo>
                    <a:pt x="619345" y="9316"/>
                  </a:lnTo>
                  <a:lnTo>
                    <a:pt x="711320" y="8832"/>
                  </a:lnTo>
                  <a:lnTo>
                    <a:pt x="796476" y="8384"/>
                  </a:lnTo>
                  <a:lnTo>
                    <a:pt x="875753" y="7967"/>
                  </a:lnTo>
                  <a:lnTo>
                    <a:pt x="949913" y="7576"/>
                  </a:lnTo>
                  <a:lnTo>
                    <a:pt x="1019575" y="7210"/>
                  </a:lnTo>
                  <a:lnTo>
                    <a:pt x="1085254" y="6864"/>
                  </a:lnTo>
                  <a:lnTo>
                    <a:pt x="1147381" y="6537"/>
                  </a:lnTo>
                  <a:lnTo>
                    <a:pt x="1206321" y="6227"/>
                  </a:lnTo>
                  <a:lnTo>
                    <a:pt x="1262384" y="5932"/>
                  </a:lnTo>
                  <a:lnTo>
                    <a:pt x="1315839" y="5650"/>
                  </a:lnTo>
                  <a:lnTo>
                    <a:pt x="1366917" y="5381"/>
                  </a:lnTo>
                  <a:lnTo>
                    <a:pt x="1415821" y="5124"/>
                  </a:lnTo>
                  <a:lnTo>
                    <a:pt x="1462729" y="4877"/>
                  </a:lnTo>
                  <a:lnTo>
                    <a:pt x="1507796" y="4640"/>
                  </a:lnTo>
                  <a:lnTo>
                    <a:pt x="1551163" y="4412"/>
                  </a:lnTo>
                  <a:lnTo>
                    <a:pt x="1592952" y="4192"/>
                  </a:lnTo>
                  <a:lnTo>
                    <a:pt x="1633274" y="3979"/>
                  </a:lnTo>
                  <a:lnTo>
                    <a:pt x="1672230" y="3774"/>
                  </a:lnTo>
                  <a:lnTo>
                    <a:pt x="1709907" y="3576"/>
                  </a:lnTo>
                  <a:lnTo>
                    <a:pt x="1746389" y="3384"/>
                  </a:lnTo>
                  <a:lnTo>
                    <a:pt x="1781748" y="3198"/>
                  </a:lnTo>
                  <a:lnTo>
                    <a:pt x="1816051" y="3017"/>
                  </a:lnTo>
                  <a:lnTo>
                    <a:pt x="1849360" y="2842"/>
                  </a:lnTo>
                  <a:lnTo>
                    <a:pt x="1881730" y="2672"/>
                  </a:lnTo>
                  <a:lnTo>
                    <a:pt x="1913214" y="2506"/>
                  </a:lnTo>
                  <a:lnTo>
                    <a:pt x="1943857" y="2345"/>
                  </a:lnTo>
                  <a:lnTo>
                    <a:pt x="1973705" y="2188"/>
                  </a:lnTo>
                  <a:lnTo>
                    <a:pt x="2002797" y="2034"/>
                  </a:lnTo>
                  <a:lnTo>
                    <a:pt x="2031171" y="1885"/>
                  </a:lnTo>
                  <a:lnTo>
                    <a:pt x="2058860" y="1739"/>
                  </a:lnTo>
                  <a:lnTo>
                    <a:pt x="2085899" y="1597"/>
                  </a:lnTo>
                  <a:lnTo>
                    <a:pt x="2112315" y="1458"/>
                  </a:lnTo>
                  <a:lnTo>
                    <a:pt x="2138138" y="1322"/>
                  </a:lnTo>
                  <a:lnTo>
                    <a:pt x="2163394" y="1189"/>
                  </a:lnTo>
                  <a:lnTo>
                    <a:pt x="2188106" y="1059"/>
                  </a:lnTo>
                  <a:lnTo>
                    <a:pt x="2212298" y="932"/>
                  </a:lnTo>
                  <a:lnTo>
                    <a:pt x="2235991" y="807"/>
                  </a:lnTo>
                  <a:lnTo>
                    <a:pt x="2259205" y="685"/>
                  </a:lnTo>
                  <a:lnTo>
                    <a:pt x="2281960" y="565"/>
                  </a:lnTo>
                  <a:lnTo>
                    <a:pt x="2304272" y="448"/>
                  </a:lnTo>
                  <a:lnTo>
                    <a:pt x="2326160" y="332"/>
                  </a:lnTo>
                  <a:lnTo>
                    <a:pt x="2347639" y="219"/>
                  </a:lnTo>
                  <a:lnTo>
                    <a:pt x="2368723" y="108"/>
                  </a:lnTo>
                  <a:lnTo>
                    <a:pt x="238942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486244" y="4049183"/>
              <a:ext cx="2389428" cy="268460"/>
            </a:xfrm>
            <a:custGeom>
              <a:avLst/>
              <a:pathLst>
                <a:path w="2389428" h="268460">
                  <a:moveTo>
                    <a:pt x="0" y="268460"/>
                  </a:moveTo>
                  <a:lnTo>
                    <a:pt x="153437" y="251221"/>
                  </a:lnTo>
                  <a:lnTo>
                    <a:pt x="288778" y="236015"/>
                  </a:lnTo>
                  <a:lnTo>
                    <a:pt x="409845" y="222413"/>
                  </a:lnTo>
                  <a:lnTo>
                    <a:pt x="519363" y="210108"/>
                  </a:lnTo>
                  <a:lnTo>
                    <a:pt x="619345" y="198874"/>
                  </a:lnTo>
                  <a:lnTo>
                    <a:pt x="711320" y="188541"/>
                  </a:lnTo>
                  <a:lnTo>
                    <a:pt x="796476" y="178973"/>
                  </a:lnTo>
                  <a:lnTo>
                    <a:pt x="875753" y="170066"/>
                  </a:lnTo>
                  <a:lnTo>
                    <a:pt x="949913" y="161734"/>
                  </a:lnTo>
                  <a:lnTo>
                    <a:pt x="1019575" y="153907"/>
                  </a:lnTo>
                  <a:lnTo>
                    <a:pt x="1085254" y="146528"/>
                  </a:lnTo>
                  <a:lnTo>
                    <a:pt x="1147381" y="139548"/>
                  </a:lnTo>
                  <a:lnTo>
                    <a:pt x="1206321" y="132926"/>
                  </a:lnTo>
                  <a:lnTo>
                    <a:pt x="1262384" y="126627"/>
                  </a:lnTo>
                  <a:lnTo>
                    <a:pt x="1315839" y="120621"/>
                  </a:lnTo>
                  <a:lnTo>
                    <a:pt x="1366917" y="114882"/>
                  </a:lnTo>
                  <a:lnTo>
                    <a:pt x="1415821" y="109388"/>
                  </a:lnTo>
                  <a:lnTo>
                    <a:pt x="1462729" y="104117"/>
                  </a:lnTo>
                  <a:lnTo>
                    <a:pt x="1507796" y="99054"/>
                  </a:lnTo>
                  <a:lnTo>
                    <a:pt x="1551163" y="94182"/>
                  </a:lnTo>
                  <a:lnTo>
                    <a:pt x="1592952" y="89486"/>
                  </a:lnTo>
                  <a:lnTo>
                    <a:pt x="1633274" y="84956"/>
                  </a:lnTo>
                  <a:lnTo>
                    <a:pt x="1672230" y="80579"/>
                  </a:lnTo>
                  <a:lnTo>
                    <a:pt x="1709907" y="76346"/>
                  </a:lnTo>
                  <a:lnTo>
                    <a:pt x="1746389" y="72247"/>
                  </a:lnTo>
                  <a:lnTo>
                    <a:pt x="1781748" y="68274"/>
                  </a:lnTo>
                  <a:lnTo>
                    <a:pt x="1816051" y="64420"/>
                  </a:lnTo>
                  <a:lnTo>
                    <a:pt x="1849360" y="60678"/>
                  </a:lnTo>
                  <a:lnTo>
                    <a:pt x="1881730" y="57041"/>
                  </a:lnTo>
                  <a:lnTo>
                    <a:pt x="1913214" y="53504"/>
                  </a:lnTo>
                  <a:lnTo>
                    <a:pt x="1943857" y="50061"/>
                  </a:lnTo>
                  <a:lnTo>
                    <a:pt x="1973705" y="46707"/>
                  </a:lnTo>
                  <a:lnTo>
                    <a:pt x="2002797" y="43439"/>
                  </a:lnTo>
                  <a:lnTo>
                    <a:pt x="2031171" y="40251"/>
                  </a:lnTo>
                  <a:lnTo>
                    <a:pt x="2058860" y="37140"/>
                  </a:lnTo>
                  <a:lnTo>
                    <a:pt x="2085899" y="34102"/>
                  </a:lnTo>
                  <a:lnTo>
                    <a:pt x="2112315" y="31134"/>
                  </a:lnTo>
                  <a:lnTo>
                    <a:pt x="2138138" y="28233"/>
                  </a:lnTo>
                  <a:lnTo>
                    <a:pt x="2163394" y="25395"/>
                  </a:lnTo>
                  <a:lnTo>
                    <a:pt x="2188106" y="22619"/>
                  </a:lnTo>
                  <a:lnTo>
                    <a:pt x="2212298" y="19901"/>
                  </a:lnTo>
                  <a:lnTo>
                    <a:pt x="2235991" y="17239"/>
                  </a:lnTo>
                  <a:lnTo>
                    <a:pt x="2259205" y="14630"/>
                  </a:lnTo>
                  <a:lnTo>
                    <a:pt x="2281960" y="12074"/>
                  </a:lnTo>
                  <a:lnTo>
                    <a:pt x="2304272" y="9567"/>
                  </a:lnTo>
                  <a:lnTo>
                    <a:pt x="2326160" y="7108"/>
                  </a:lnTo>
                  <a:lnTo>
                    <a:pt x="2347639" y="4695"/>
                  </a:lnTo>
                  <a:lnTo>
                    <a:pt x="2368723" y="2326"/>
                  </a:lnTo>
                  <a:lnTo>
                    <a:pt x="238942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486244" y="4010753"/>
              <a:ext cx="2389428" cy="385095"/>
            </a:xfrm>
            <a:custGeom>
              <a:avLst/>
              <a:pathLst>
                <a:path w="2389428" h="385095">
                  <a:moveTo>
                    <a:pt x="0" y="385095"/>
                  </a:moveTo>
                  <a:lnTo>
                    <a:pt x="153437" y="360366"/>
                  </a:lnTo>
                  <a:lnTo>
                    <a:pt x="288778" y="338554"/>
                  </a:lnTo>
                  <a:lnTo>
                    <a:pt x="409845" y="319042"/>
                  </a:lnTo>
                  <a:lnTo>
                    <a:pt x="519363" y="301391"/>
                  </a:lnTo>
                  <a:lnTo>
                    <a:pt x="619345" y="285277"/>
                  </a:lnTo>
                  <a:lnTo>
                    <a:pt x="711320" y="270454"/>
                  </a:lnTo>
                  <a:lnTo>
                    <a:pt x="796476" y="256730"/>
                  </a:lnTo>
                  <a:lnTo>
                    <a:pt x="875753" y="243953"/>
                  </a:lnTo>
                  <a:lnTo>
                    <a:pt x="949913" y="232001"/>
                  </a:lnTo>
                  <a:lnTo>
                    <a:pt x="1019575" y="220774"/>
                  </a:lnTo>
                  <a:lnTo>
                    <a:pt x="1085254" y="210188"/>
                  </a:lnTo>
                  <a:lnTo>
                    <a:pt x="1147381" y="200176"/>
                  </a:lnTo>
                  <a:lnTo>
                    <a:pt x="1206321" y="190676"/>
                  </a:lnTo>
                  <a:lnTo>
                    <a:pt x="1262384" y="181641"/>
                  </a:lnTo>
                  <a:lnTo>
                    <a:pt x="1315839" y="173026"/>
                  </a:lnTo>
                  <a:lnTo>
                    <a:pt x="1366917" y="164794"/>
                  </a:lnTo>
                  <a:lnTo>
                    <a:pt x="1415821" y="156912"/>
                  </a:lnTo>
                  <a:lnTo>
                    <a:pt x="1462729" y="149352"/>
                  </a:lnTo>
                  <a:lnTo>
                    <a:pt x="1507796" y="142089"/>
                  </a:lnTo>
                  <a:lnTo>
                    <a:pt x="1551163" y="135100"/>
                  </a:lnTo>
                  <a:lnTo>
                    <a:pt x="1592952" y="128365"/>
                  </a:lnTo>
                  <a:lnTo>
                    <a:pt x="1633274" y="121866"/>
                  </a:lnTo>
                  <a:lnTo>
                    <a:pt x="1672230" y="115588"/>
                  </a:lnTo>
                  <a:lnTo>
                    <a:pt x="1709907" y="109515"/>
                  </a:lnTo>
                  <a:lnTo>
                    <a:pt x="1746389" y="103636"/>
                  </a:lnTo>
                  <a:lnTo>
                    <a:pt x="1781748" y="97937"/>
                  </a:lnTo>
                  <a:lnTo>
                    <a:pt x="1816051" y="92409"/>
                  </a:lnTo>
                  <a:lnTo>
                    <a:pt x="1849360" y="87040"/>
                  </a:lnTo>
                  <a:lnTo>
                    <a:pt x="1881730" y="81823"/>
                  </a:lnTo>
                  <a:lnTo>
                    <a:pt x="1913214" y="76749"/>
                  </a:lnTo>
                  <a:lnTo>
                    <a:pt x="1943857" y="71810"/>
                  </a:lnTo>
                  <a:lnTo>
                    <a:pt x="1973705" y="67000"/>
                  </a:lnTo>
                  <a:lnTo>
                    <a:pt x="2002797" y="62311"/>
                  </a:lnTo>
                  <a:lnTo>
                    <a:pt x="2031171" y="57739"/>
                  </a:lnTo>
                  <a:lnTo>
                    <a:pt x="2058860" y="53276"/>
                  </a:lnTo>
                  <a:lnTo>
                    <a:pt x="2085899" y="48918"/>
                  </a:lnTo>
                  <a:lnTo>
                    <a:pt x="2112315" y="44661"/>
                  </a:lnTo>
                  <a:lnTo>
                    <a:pt x="2138138" y="40499"/>
                  </a:lnTo>
                  <a:lnTo>
                    <a:pt x="2163394" y="36429"/>
                  </a:lnTo>
                  <a:lnTo>
                    <a:pt x="2188106" y="32446"/>
                  </a:lnTo>
                  <a:lnTo>
                    <a:pt x="2212298" y="28547"/>
                  </a:lnTo>
                  <a:lnTo>
                    <a:pt x="2235991" y="24728"/>
                  </a:lnTo>
                  <a:lnTo>
                    <a:pt x="2259205" y="20987"/>
                  </a:lnTo>
                  <a:lnTo>
                    <a:pt x="2281960" y="17320"/>
                  </a:lnTo>
                  <a:lnTo>
                    <a:pt x="2304272" y="13724"/>
                  </a:lnTo>
                  <a:lnTo>
                    <a:pt x="2326160" y="10196"/>
                  </a:lnTo>
                  <a:lnTo>
                    <a:pt x="2347639" y="6734"/>
                  </a:lnTo>
                  <a:lnTo>
                    <a:pt x="2368723" y="3336"/>
                  </a:lnTo>
                  <a:lnTo>
                    <a:pt x="238942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486244" y="3694311"/>
              <a:ext cx="2389428" cy="415976"/>
            </a:xfrm>
            <a:custGeom>
              <a:avLst/>
              <a:pathLst>
                <a:path w="2389428" h="415976">
                  <a:moveTo>
                    <a:pt x="0" y="415976"/>
                  </a:moveTo>
                  <a:lnTo>
                    <a:pt x="153437" y="389264"/>
                  </a:lnTo>
                  <a:lnTo>
                    <a:pt x="288778" y="365703"/>
                  </a:lnTo>
                  <a:lnTo>
                    <a:pt x="409845" y="344626"/>
                  </a:lnTo>
                  <a:lnTo>
                    <a:pt x="519363" y="325560"/>
                  </a:lnTo>
                  <a:lnTo>
                    <a:pt x="619345" y="308154"/>
                  </a:lnTo>
                  <a:lnTo>
                    <a:pt x="711320" y="292142"/>
                  </a:lnTo>
                  <a:lnTo>
                    <a:pt x="796476" y="277317"/>
                  </a:lnTo>
                  <a:lnTo>
                    <a:pt x="875753" y="263516"/>
                  </a:lnTo>
                  <a:lnTo>
                    <a:pt x="949913" y="250605"/>
                  </a:lnTo>
                  <a:lnTo>
                    <a:pt x="1019575" y="238478"/>
                  </a:lnTo>
                  <a:lnTo>
                    <a:pt x="1085254" y="227044"/>
                  </a:lnTo>
                  <a:lnTo>
                    <a:pt x="1147381" y="216228"/>
                  </a:lnTo>
                  <a:lnTo>
                    <a:pt x="1206321" y="205967"/>
                  </a:lnTo>
                  <a:lnTo>
                    <a:pt x="1262384" y="196207"/>
                  </a:lnTo>
                  <a:lnTo>
                    <a:pt x="1315839" y="186901"/>
                  </a:lnTo>
                  <a:lnTo>
                    <a:pt x="1366917" y="178009"/>
                  </a:lnTo>
                  <a:lnTo>
                    <a:pt x="1415821" y="169495"/>
                  </a:lnTo>
                  <a:lnTo>
                    <a:pt x="1462729" y="161329"/>
                  </a:lnTo>
                  <a:lnTo>
                    <a:pt x="1507796" y="153483"/>
                  </a:lnTo>
                  <a:lnTo>
                    <a:pt x="1551163" y="145933"/>
                  </a:lnTo>
                  <a:lnTo>
                    <a:pt x="1592952" y="138658"/>
                  </a:lnTo>
                  <a:lnTo>
                    <a:pt x="1633274" y="131639"/>
                  </a:lnTo>
                  <a:lnTo>
                    <a:pt x="1672230" y="124857"/>
                  </a:lnTo>
                  <a:lnTo>
                    <a:pt x="1709907" y="118298"/>
                  </a:lnTo>
                  <a:lnTo>
                    <a:pt x="1746389" y="111946"/>
                  </a:lnTo>
                  <a:lnTo>
                    <a:pt x="1781748" y="105791"/>
                  </a:lnTo>
                  <a:lnTo>
                    <a:pt x="1816051" y="99819"/>
                  </a:lnTo>
                  <a:lnTo>
                    <a:pt x="1849360" y="94020"/>
                  </a:lnTo>
                  <a:lnTo>
                    <a:pt x="1881730" y="88385"/>
                  </a:lnTo>
                  <a:lnTo>
                    <a:pt x="1913214" y="82904"/>
                  </a:lnTo>
                  <a:lnTo>
                    <a:pt x="1943857" y="77569"/>
                  </a:lnTo>
                  <a:lnTo>
                    <a:pt x="1973705" y="72373"/>
                  </a:lnTo>
                  <a:lnTo>
                    <a:pt x="2002797" y="67308"/>
                  </a:lnTo>
                  <a:lnTo>
                    <a:pt x="2031171" y="62369"/>
                  </a:lnTo>
                  <a:lnTo>
                    <a:pt x="2058860" y="57548"/>
                  </a:lnTo>
                  <a:lnTo>
                    <a:pt x="2085899" y="52841"/>
                  </a:lnTo>
                  <a:lnTo>
                    <a:pt x="2112315" y="48242"/>
                  </a:lnTo>
                  <a:lnTo>
                    <a:pt x="2138138" y="43747"/>
                  </a:lnTo>
                  <a:lnTo>
                    <a:pt x="2163394" y="39350"/>
                  </a:lnTo>
                  <a:lnTo>
                    <a:pt x="2188106" y="35048"/>
                  </a:lnTo>
                  <a:lnTo>
                    <a:pt x="2212298" y="30836"/>
                  </a:lnTo>
                  <a:lnTo>
                    <a:pt x="2235991" y="26711"/>
                  </a:lnTo>
                  <a:lnTo>
                    <a:pt x="2259205" y="22670"/>
                  </a:lnTo>
                  <a:lnTo>
                    <a:pt x="2281960" y="18709"/>
                  </a:lnTo>
                  <a:lnTo>
                    <a:pt x="2304272" y="14824"/>
                  </a:lnTo>
                  <a:lnTo>
                    <a:pt x="2326160" y="11014"/>
                  </a:lnTo>
                  <a:lnTo>
                    <a:pt x="2347639" y="7275"/>
                  </a:lnTo>
                  <a:lnTo>
                    <a:pt x="2368723" y="3604"/>
                  </a:lnTo>
                  <a:lnTo>
                    <a:pt x="238942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rc287"/>
            <p:cNvSpPr/>
            <p:nvPr/>
          </p:nvSpPr>
          <p:spPr>
            <a:xfrm>
              <a:off x="1310032" y="2986509"/>
              <a:ext cx="2746729" cy="1538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310032" y="2986509"/>
              <a:ext cx="0" cy="1538730"/>
            </a:xfrm>
            <a:custGeom>
              <a:avLst/>
              <a:pathLst>
                <a:path w="0" h="1538730">
                  <a:moveTo>
                    <a:pt x="0" y="1538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tx289"/>
            <p:cNvSpPr/>
            <p:nvPr/>
          </p:nvSpPr>
          <p:spPr>
            <a:xfrm rot="-5400000">
              <a:off x="1140466" y="442754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40466" y="411773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140466" y="380791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3" name="tx292"/>
            <p:cNvSpPr/>
            <p:nvPr/>
          </p:nvSpPr>
          <p:spPr>
            <a:xfrm rot="-5400000">
              <a:off x="1140466" y="349810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140466" y="318828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5" name="pl294"/>
            <p:cNvSpPr/>
            <p:nvPr/>
          </p:nvSpPr>
          <p:spPr>
            <a:xfrm>
              <a:off x="1281564" y="44639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281564" y="41541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281564" y="38443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281564" y="35345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281564" y="32247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10032" y="4525240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486244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2282720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3079196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3875672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 rot="-5400000">
              <a:off x="129703" y="3710292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310032" y="2809969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186450" y="2986509"/>
              <a:ext cx="2746729" cy="1538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4369548" y="39285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354971" y="31740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362361" y="400617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07368" y="373788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307021" y="40610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81653" y="307410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37506" y="30283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283228" y="34383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67929" y="422912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327085" y="38040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098478" y="41093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164769" y="353849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16926" y="40118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50604" y="42754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49551" y="38819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52701" y="351073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079331" y="43645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080637" y="42446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64560" y="40950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082613" y="43577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30341" y="42343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08614" y="43618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38091" y="40477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76063" y="398802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78378" y="37130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10084" y="375674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27204" y="411044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22269" y="442722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907391" y="410122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16657" y="41707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35981" y="41427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891379" y="420556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04344" y="32466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04409" y="32955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31564" y="39073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979899" y="40890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899247" y="422098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880952" y="38684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43382" y="36275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00832" y="42804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67632" y="34510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78843" y="38449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35431" y="391269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22169" y="42116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06759" y="363084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58315" y="38929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44368" y="36005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81363" y="386095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678113" y="40381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11451" y="414404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29875" y="387905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04631" y="36419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33162" y="38524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90742" y="38924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48392" y="40546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14452" y="394103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74103" y="40543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80255" y="396304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84487" y="36834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51841" y="33631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42820" y="40720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46076" y="42470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74465" y="421255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27724" y="393279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91375" y="41368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87364" y="40150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08986" y="345208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09815" y="38204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31348" y="39211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39031" y="38594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93743" y="42031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48249" y="381316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4364295" y="3835026"/>
              <a:ext cx="2392595" cy="184894"/>
            </a:xfrm>
            <a:custGeom>
              <a:avLst/>
              <a:pathLst>
                <a:path w="2392595" h="184894">
                  <a:moveTo>
                    <a:pt x="0" y="0"/>
                  </a:moveTo>
                  <a:lnTo>
                    <a:pt x="153640" y="11872"/>
                  </a:lnTo>
                  <a:lnTo>
                    <a:pt x="289161" y="22345"/>
                  </a:lnTo>
                  <a:lnTo>
                    <a:pt x="410388" y="31713"/>
                  </a:lnTo>
                  <a:lnTo>
                    <a:pt x="520051" y="40188"/>
                  </a:lnTo>
                  <a:lnTo>
                    <a:pt x="620166" y="47925"/>
                  </a:lnTo>
                  <a:lnTo>
                    <a:pt x="712263" y="55042"/>
                  </a:lnTo>
                  <a:lnTo>
                    <a:pt x="797531" y="61631"/>
                  </a:lnTo>
                  <a:lnTo>
                    <a:pt x="876914" y="67765"/>
                  </a:lnTo>
                  <a:lnTo>
                    <a:pt x="951172" y="73504"/>
                  </a:lnTo>
                  <a:lnTo>
                    <a:pt x="1020926" y="78894"/>
                  </a:lnTo>
                  <a:lnTo>
                    <a:pt x="1086693" y="83977"/>
                  </a:lnTo>
                  <a:lnTo>
                    <a:pt x="1148902" y="88784"/>
                  </a:lnTo>
                  <a:lnTo>
                    <a:pt x="1207920" y="93345"/>
                  </a:lnTo>
                  <a:lnTo>
                    <a:pt x="1264058" y="97683"/>
                  </a:lnTo>
                  <a:lnTo>
                    <a:pt x="1317583" y="101819"/>
                  </a:lnTo>
                  <a:lnTo>
                    <a:pt x="1368729" y="105772"/>
                  </a:lnTo>
                  <a:lnTo>
                    <a:pt x="1417698" y="109556"/>
                  </a:lnTo>
                  <a:lnTo>
                    <a:pt x="1464668" y="113186"/>
                  </a:lnTo>
                  <a:lnTo>
                    <a:pt x="1509795" y="116673"/>
                  </a:lnTo>
                  <a:lnTo>
                    <a:pt x="1553219" y="120029"/>
                  </a:lnTo>
                  <a:lnTo>
                    <a:pt x="1595063" y="123262"/>
                  </a:lnTo>
                  <a:lnTo>
                    <a:pt x="1635439" y="126382"/>
                  </a:lnTo>
                  <a:lnTo>
                    <a:pt x="1674446" y="129397"/>
                  </a:lnTo>
                  <a:lnTo>
                    <a:pt x="1712174" y="132312"/>
                  </a:lnTo>
                  <a:lnTo>
                    <a:pt x="1748704" y="135135"/>
                  </a:lnTo>
                  <a:lnTo>
                    <a:pt x="1784110" y="137871"/>
                  </a:lnTo>
                  <a:lnTo>
                    <a:pt x="1818458" y="140526"/>
                  </a:lnTo>
                  <a:lnTo>
                    <a:pt x="1851811" y="143103"/>
                  </a:lnTo>
                  <a:lnTo>
                    <a:pt x="1884224" y="145608"/>
                  </a:lnTo>
                  <a:lnTo>
                    <a:pt x="1915750" y="148044"/>
                  </a:lnTo>
                  <a:lnTo>
                    <a:pt x="1946434" y="150415"/>
                  </a:lnTo>
                  <a:lnTo>
                    <a:pt x="1976321" y="152725"/>
                  </a:lnTo>
                  <a:lnTo>
                    <a:pt x="2005452" y="154976"/>
                  </a:lnTo>
                  <a:lnTo>
                    <a:pt x="2033863" y="157172"/>
                  </a:lnTo>
                  <a:lnTo>
                    <a:pt x="2061590" y="159314"/>
                  </a:lnTo>
                  <a:lnTo>
                    <a:pt x="2088664" y="161407"/>
                  </a:lnTo>
                  <a:lnTo>
                    <a:pt x="2115115" y="163451"/>
                  </a:lnTo>
                  <a:lnTo>
                    <a:pt x="2140972" y="165449"/>
                  </a:lnTo>
                  <a:lnTo>
                    <a:pt x="2166261" y="167403"/>
                  </a:lnTo>
                  <a:lnTo>
                    <a:pt x="2191006" y="169315"/>
                  </a:lnTo>
                  <a:lnTo>
                    <a:pt x="2215230" y="171187"/>
                  </a:lnTo>
                  <a:lnTo>
                    <a:pt x="2238955" y="173021"/>
                  </a:lnTo>
                  <a:lnTo>
                    <a:pt x="2262200" y="174817"/>
                  </a:lnTo>
                  <a:lnTo>
                    <a:pt x="2284985" y="176578"/>
                  </a:lnTo>
                  <a:lnTo>
                    <a:pt x="2307327" y="178304"/>
                  </a:lnTo>
                  <a:lnTo>
                    <a:pt x="2329244" y="179998"/>
                  </a:lnTo>
                  <a:lnTo>
                    <a:pt x="2350751" y="181660"/>
                  </a:lnTo>
                  <a:lnTo>
                    <a:pt x="2371863" y="183292"/>
                  </a:lnTo>
                  <a:lnTo>
                    <a:pt x="2392595" y="18489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364295" y="3463800"/>
              <a:ext cx="2392595" cy="570219"/>
            </a:xfrm>
            <a:custGeom>
              <a:avLst/>
              <a:pathLst>
                <a:path w="2392595" h="570219">
                  <a:moveTo>
                    <a:pt x="0" y="0"/>
                  </a:moveTo>
                  <a:lnTo>
                    <a:pt x="153640" y="36616"/>
                  </a:lnTo>
                  <a:lnTo>
                    <a:pt x="289161" y="68914"/>
                  </a:lnTo>
                  <a:lnTo>
                    <a:pt x="410388" y="97806"/>
                  </a:lnTo>
                  <a:lnTo>
                    <a:pt x="520051" y="123942"/>
                  </a:lnTo>
                  <a:lnTo>
                    <a:pt x="620166" y="147802"/>
                  </a:lnTo>
                  <a:lnTo>
                    <a:pt x="712263" y="169751"/>
                  </a:lnTo>
                  <a:lnTo>
                    <a:pt x="797531" y="190073"/>
                  </a:lnTo>
                  <a:lnTo>
                    <a:pt x="876914" y="208992"/>
                  </a:lnTo>
                  <a:lnTo>
                    <a:pt x="951172" y="226689"/>
                  </a:lnTo>
                  <a:lnTo>
                    <a:pt x="1020926" y="243314"/>
                  </a:lnTo>
                  <a:lnTo>
                    <a:pt x="1086693" y="258988"/>
                  </a:lnTo>
                  <a:lnTo>
                    <a:pt x="1148902" y="273814"/>
                  </a:lnTo>
                  <a:lnTo>
                    <a:pt x="1207920" y="287879"/>
                  </a:lnTo>
                  <a:lnTo>
                    <a:pt x="1264058" y="301258"/>
                  </a:lnTo>
                  <a:lnTo>
                    <a:pt x="1317583" y="314015"/>
                  </a:lnTo>
                  <a:lnTo>
                    <a:pt x="1368729" y="326204"/>
                  </a:lnTo>
                  <a:lnTo>
                    <a:pt x="1417698" y="337875"/>
                  </a:lnTo>
                  <a:lnTo>
                    <a:pt x="1464668" y="349069"/>
                  </a:lnTo>
                  <a:lnTo>
                    <a:pt x="1509795" y="359824"/>
                  </a:lnTo>
                  <a:lnTo>
                    <a:pt x="1553219" y="370173"/>
                  </a:lnTo>
                  <a:lnTo>
                    <a:pt x="1595063" y="380146"/>
                  </a:lnTo>
                  <a:lnTo>
                    <a:pt x="1635439" y="389769"/>
                  </a:lnTo>
                  <a:lnTo>
                    <a:pt x="1674446" y="399065"/>
                  </a:lnTo>
                  <a:lnTo>
                    <a:pt x="1712174" y="408057"/>
                  </a:lnTo>
                  <a:lnTo>
                    <a:pt x="1748704" y="416763"/>
                  </a:lnTo>
                  <a:lnTo>
                    <a:pt x="1784110" y="425201"/>
                  </a:lnTo>
                  <a:lnTo>
                    <a:pt x="1818458" y="433387"/>
                  </a:lnTo>
                  <a:lnTo>
                    <a:pt x="1851811" y="441336"/>
                  </a:lnTo>
                  <a:lnTo>
                    <a:pt x="1884224" y="449061"/>
                  </a:lnTo>
                  <a:lnTo>
                    <a:pt x="1915750" y="456574"/>
                  </a:lnTo>
                  <a:lnTo>
                    <a:pt x="1946434" y="463887"/>
                  </a:lnTo>
                  <a:lnTo>
                    <a:pt x="1976321" y="471010"/>
                  </a:lnTo>
                  <a:lnTo>
                    <a:pt x="2005452" y="477953"/>
                  </a:lnTo>
                  <a:lnTo>
                    <a:pt x="2033863" y="484724"/>
                  </a:lnTo>
                  <a:lnTo>
                    <a:pt x="2061590" y="491332"/>
                  </a:lnTo>
                  <a:lnTo>
                    <a:pt x="2088664" y="497784"/>
                  </a:lnTo>
                  <a:lnTo>
                    <a:pt x="2115115" y="504088"/>
                  </a:lnTo>
                  <a:lnTo>
                    <a:pt x="2140972" y="510251"/>
                  </a:lnTo>
                  <a:lnTo>
                    <a:pt x="2166261" y="516278"/>
                  </a:lnTo>
                  <a:lnTo>
                    <a:pt x="2191006" y="522175"/>
                  </a:lnTo>
                  <a:lnTo>
                    <a:pt x="2215230" y="527948"/>
                  </a:lnTo>
                  <a:lnTo>
                    <a:pt x="2238955" y="533602"/>
                  </a:lnTo>
                  <a:lnTo>
                    <a:pt x="2262200" y="539142"/>
                  </a:lnTo>
                  <a:lnTo>
                    <a:pt x="2284985" y="544573"/>
                  </a:lnTo>
                  <a:lnTo>
                    <a:pt x="2307327" y="549897"/>
                  </a:lnTo>
                  <a:lnTo>
                    <a:pt x="2329244" y="555121"/>
                  </a:lnTo>
                  <a:lnTo>
                    <a:pt x="2350751" y="560247"/>
                  </a:lnTo>
                  <a:lnTo>
                    <a:pt x="2371863" y="565278"/>
                  </a:lnTo>
                  <a:lnTo>
                    <a:pt x="2392595" y="570219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364295" y="3982823"/>
              <a:ext cx="2392595" cy="89034"/>
            </a:xfrm>
            <a:custGeom>
              <a:avLst/>
              <a:pathLst>
                <a:path w="2392595" h="89034">
                  <a:moveTo>
                    <a:pt x="0" y="89034"/>
                  </a:moveTo>
                  <a:lnTo>
                    <a:pt x="153640" y="83316"/>
                  </a:lnTo>
                  <a:lnTo>
                    <a:pt x="289161" y="78273"/>
                  </a:lnTo>
                  <a:lnTo>
                    <a:pt x="410388" y="73762"/>
                  </a:lnTo>
                  <a:lnTo>
                    <a:pt x="520051" y="69681"/>
                  </a:lnTo>
                  <a:lnTo>
                    <a:pt x="620166" y="65956"/>
                  </a:lnTo>
                  <a:lnTo>
                    <a:pt x="712263" y="62529"/>
                  </a:lnTo>
                  <a:lnTo>
                    <a:pt x="797531" y="59356"/>
                  </a:lnTo>
                  <a:lnTo>
                    <a:pt x="876914" y="56402"/>
                  </a:lnTo>
                  <a:lnTo>
                    <a:pt x="951172" y="53638"/>
                  </a:lnTo>
                  <a:lnTo>
                    <a:pt x="1020926" y="51043"/>
                  </a:lnTo>
                  <a:lnTo>
                    <a:pt x="1086693" y="48595"/>
                  </a:lnTo>
                  <a:lnTo>
                    <a:pt x="1148902" y="46280"/>
                  </a:lnTo>
                  <a:lnTo>
                    <a:pt x="1207920" y="44084"/>
                  </a:lnTo>
                  <a:lnTo>
                    <a:pt x="1264058" y="41995"/>
                  </a:lnTo>
                  <a:lnTo>
                    <a:pt x="1317583" y="40003"/>
                  </a:lnTo>
                  <a:lnTo>
                    <a:pt x="1368729" y="38100"/>
                  </a:lnTo>
                  <a:lnTo>
                    <a:pt x="1417698" y="36278"/>
                  </a:lnTo>
                  <a:lnTo>
                    <a:pt x="1464668" y="34530"/>
                  </a:lnTo>
                  <a:lnTo>
                    <a:pt x="1509795" y="32851"/>
                  </a:lnTo>
                  <a:lnTo>
                    <a:pt x="1553219" y="31235"/>
                  </a:lnTo>
                  <a:lnTo>
                    <a:pt x="1595063" y="29678"/>
                  </a:lnTo>
                  <a:lnTo>
                    <a:pt x="1635439" y="28175"/>
                  </a:lnTo>
                  <a:lnTo>
                    <a:pt x="1674446" y="26724"/>
                  </a:lnTo>
                  <a:lnTo>
                    <a:pt x="1712174" y="25320"/>
                  </a:lnTo>
                  <a:lnTo>
                    <a:pt x="1748704" y="23960"/>
                  </a:lnTo>
                  <a:lnTo>
                    <a:pt x="1784110" y="22643"/>
                  </a:lnTo>
                  <a:lnTo>
                    <a:pt x="1818458" y="21364"/>
                  </a:lnTo>
                  <a:lnTo>
                    <a:pt x="1851811" y="20123"/>
                  </a:lnTo>
                  <a:lnTo>
                    <a:pt x="1884224" y="18917"/>
                  </a:lnTo>
                  <a:lnTo>
                    <a:pt x="1915750" y="17744"/>
                  </a:lnTo>
                  <a:lnTo>
                    <a:pt x="1946434" y="16602"/>
                  </a:lnTo>
                  <a:lnTo>
                    <a:pt x="1976321" y="15490"/>
                  </a:lnTo>
                  <a:lnTo>
                    <a:pt x="2005452" y="14406"/>
                  </a:lnTo>
                  <a:lnTo>
                    <a:pt x="2033863" y="13349"/>
                  </a:lnTo>
                  <a:lnTo>
                    <a:pt x="2061590" y="12317"/>
                  </a:lnTo>
                  <a:lnTo>
                    <a:pt x="2088664" y="11310"/>
                  </a:lnTo>
                  <a:lnTo>
                    <a:pt x="2115115" y="10325"/>
                  </a:lnTo>
                  <a:lnTo>
                    <a:pt x="2140972" y="9363"/>
                  </a:lnTo>
                  <a:lnTo>
                    <a:pt x="2166261" y="8422"/>
                  </a:lnTo>
                  <a:lnTo>
                    <a:pt x="2191006" y="7501"/>
                  </a:lnTo>
                  <a:lnTo>
                    <a:pt x="2215230" y="6600"/>
                  </a:lnTo>
                  <a:lnTo>
                    <a:pt x="2238955" y="5717"/>
                  </a:lnTo>
                  <a:lnTo>
                    <a:pt x="2262200" y="4852"/>
                  </a:lnTo>
                  <a:lnTo>
                    <a:pt x="2284985" y="4004"/>
                  </a:lnTo>
                  <a:lnTo>
                    <a:pt x="2307327" y="3173"/>
                  </a:lnTo>
                  <a:lnTo>
                    <a:pt x="2329244" y="2357"/>
                  </a:lnTo>
                  <a:lnTo>
                    <a:pt x="2350751" y="1557"/>
                  </a:lnTo>
                  <a:lnTo>
                    <a:pt x="2371863" y="771"/>
                  </a:lnTo>
                  <a:lnTo>
                    <a:pt x="239259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364295" y="3558704"/>
              <a:ext cx="2392595" cy="403858"/>
            </a:xfrm>
            <a:custGeom>
              <a:avLst/>
              <a:pathLst>
                <a:path w="2392595" h="403858">
                  <a:moveTo>
                    <a:pt x="0" y="403858"/>
                  </a:moveTo>
                  <a:lnTo>
                    <a:pt x="153640" y="377924"/>
                  </a:lnTo>
                  <a:lnTo>
                    <a:pt x="289161" y="355049"/>
                  </a:lnTo>
                  <a:lnTo>
                    <a:pt x="410388" y="334587"/>
                  </a:lnTo>
                  <a:lnTo>
                    <a:pt x="520051" y="316076"/>
                  </a:lnTo>
                  <a:lnTo>
                    <a:pt x="620166" y="299177"/>
                  </a:lnTo>
                  <a:lnTo>
                    <a:pt x="712263" y="283632"/>
                  </a:lnTo>
                  <a:lnTo>
                    <a:pt x="797531" y="269239"/>
                  </a:lnTo>
                  <a:lnTo>
                    <a:pt x="876914" y="255839"/>
                  </a:lnTo>
                  <a:lnTo>
                    <a:pt x="951172" y="243305"/>
                  </a:lnTo>
                  <a:lnTo>
                    <a:pt x="1020926" y="231531"/>
                  </a:lnTo>
                  <a:lnTo>
                    <a:pt x="1086693" y="220430"/>
                  </a:lnTo>
                  <a:lnTo>
                    <a:pt x="1148902" y="209929"/>
                  </a:lnTo>
                  <a:lnTo>
                    <a:pt x="1207920" y="199967"/>
                  </a:lnTo>
                  <a:lnTo>
                    <a:pt x="1264058" y="190491"/>
                  </a:lnTo>
                  <a:lnTo>
                    <a:pt x="1317583" y="181456"/>
                  </a:lnTo>
                  <a:lnTo>
                    <a:pt x="1368729" y="172823"/>
                  </a:lnTo>
                  <a:lnTo>
                    <a:pt x="1417698" y="164557"/>
                  </a:lnTo>
                  <a:lnTo>
                    <a:pt x="1464668" y="156629"/>
                  </a:lnTo>
                  <a:lnTo>
                    <a:pt x="1509795" y="149012"/>
                  </a:lnTo>
                  <a:lnTo>
                    <a:pt x="1553219" y="141682"/>
                  </a:lnTo>
                  <a:lnTo>
                    <a:pt x="1595063" y="134619"/>
                  </a:lnTo>
                  <a:lnTo>
                    <a:pt x="1635439" y="127804"/>
                  </a:lnTo>
                  <a:lnTo>
                    <a:pt x="1674446" y="121220"/>
                  </a:lnTo>
                  <a:lnTo>
                    <a:pt x="1712174" y="114851"/>
                  </a:lnTo>
                  <a:lnTo>
                    <a:pt x="1748704" y="108685"/>
                  </a:lnTo>
                  <a:lnTo>
                    <a:pt x="1784110" y="102709"/>
                  </a:lnTo>
                  <a:lnTo>
                    <a:pt x="1818458" y="96911"/>
                  </a:lnTo>
                  <a:lnTo>
                    <a:pt x="1851811" y="91281"/>
                  </a:lnTo>
                  <a:lnTo>
                    <a:pt x="1884224" y="85810"/>
                  </a:lnTo>
                  <a:lnTo>
                    <a:pt x="1915750" y="80489"/>
                  </a:lnTo>
                  <a:lnTo>
                    <a:pt x="1946434" y="75309"/>
                  </a:lnTo>
                  <a:lnTo>
                    <a:pt x="1976321" y="70265"/>
                  </a:lnTo>
                  <a:lnTo>
                    <a:pt x="2005452" y="65347"/>
                  </a:lnTo>
                  <a:lnTo>
                    <a:pt x="2033863" y="60552"/>
                  </a:lnTo>
                  <a:lnTo>
                    <a:pt x="2061590" y="55872"/>
                  </a:lnTo>
                  <a:lnTo>
                    <a:pt x="2088664" y="51302"/>
                  </a:lnTo>
                  <a:lnTo>
                    <a:pt x="2115115" y="46837"/>
                  </a:lnTo>
                  <a:lnTo>
                    <a:pt x="2140972" y="42472"/>
                  </a:lnTo>
                  <a:lnTo>
                    <a:pt x="2166261" y="38204"/>
                  </a:lnTo>
                  <a:lnTo>
                    <a:pt x="2191006" y="34027"/>
                  </a:lnTo>
                  <a:lnTo>
                    <a:pt x="2215230" y="29938"/>
                  </a:lnTo>
                  <a:lnTo>
                    <a:pt x="2238955" y="25933"/>
                  </a:lnTo>
                  <a:lnTo>
                    <a:pt x="2262200" y="22010"/>
                  </a:lnTo>
                  <a:lnTo>
                    <a:pt x="2284985" y="18164"/>
                  </a:lnTo>
                  <a:lnTo>
                    <a:pt x="2307327" y="14392"/>
                  </a:lnTo>
                  <a:lnTo>
                    <a:pt x="2329244" y="10693"/>
                  </a:lnTo>
                  <a:lnTo>
                    <a:pt x="2350751" y="7063"/>
                  </a:lnTo>
                  <a:lnTo>
                    <a:pt x="2371863" y="3499"/>
                  </a:lnTo>
                  <a:lnTo>
                    <a:pt x="239259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364295" y="3701401"/>
              <a:ext cx="2392595" cy="405636"/>
            </a:xfrm>
            <a:custGeom>
              <a:avLst/>
              <a:pathLst>
                <a:path w="2392595" h="405636">
                  <a:moveTo>
                    <a:pt x="0" y="405636"/>
                  </a:moveTo>
                  <a:lnTo>
                    <a:pt x="153640" y="379588"/>
                  </a:lnTo>
                  <a:lnTo>
                    <a:pt x="289161" y="356612"/>
                  </a:lnTo>
                  <a:lnTo>
                    <a:pt x="410388" y="336060"/>
                  </a:lnTo>
                  <a:lnTo>
                    <a:pt x="520051" y="317467"/>
                  </a:lnTo>
                  <a:lnTo>
                    <a:pt x="620166" y="300494"/>
                  </a:lnTo>
                  <a:lnTo>
                    <a:pt x="712263" y="284880"/>
                  </a:lnTo>
                  <a:lnTo>
                    <a:pt x="797531" y="270424"/>
                  </a:lnTo>
                  <a:lnTo>
                    <a:pt x="876914" y="256966"/>
                  </a:lnTo>
                  <a:lnTo>
                    <a:pt x="951172" y="244376"/>
                  </a:lnTo>
                  <a:lnTo>
                    <a:pt x="1020926" y="232550"/>
                  </a:lnTo>
                  <a:lnTo>
                    <a:pt x="1086693" y="221400"/>
                  </a:lnTo>
                  <a:lnTo>
                    <a:pt x="1148902" y="210853"/>
                  </a:lnTo>
                  <a:lnTo>
                    <a:pt x="1207920" y="200847"/>
                  </a:lnTo>
                  <a:lnTo>
                    <a:pt x="1264058" y="191330"/>
                  </a:lnTo>
                  <a:lnTo>
                    <a:pt x="1317583" y="182255"/>
                  </a:lnTo>
                  <a:lnTo>
                    <a:pt x="1368729" y="173584"/>
                  </a:lnTo>
                  <a:lnTo>
                    <a:pt x="1417698" y="165282"/>
                  </a:lnTo>
                  <a:lnTo>
                    <a:pt x="1464668" y="157319"/>
                  </a:lnTo>
                  <a:lnTo>
                    <a:pt x="1509795" y="149668"/>
                  </a:lnTo>
                  <a:lnTo>
                    <a:pt x="1553219" y="142306"/>
                  </a:lnTo>
                  <a:lnTo>
                    <a:pt x="1595063" y="135212"/>
                  </a:lnTo>
                  <a:lnTo>
                    <a:pt x="1635439" y="128366"/>
                  </a:lnTo>
                  <a:lnTo>
                    <a:pt x="1674446" y="121753"/>
                  </a:lnTo>
                  <a:lnTo>
                    <a:pt x="1712174" y="115357"/>
                  </a:lnTo>
                  <a:lnTo>
                    <a:pt x="1748704" y="109164"/>
                  </a:lnTo>
                  <a:lnTo>
                    <a:pt x="1784110" y="103161"/>
                  </a:lnTo>
                  <a:lnTo>
                    <a:pt x="1818458" y="97338"/>
                  </a:lnTo>
                  <a:lnTo>
                    <a:pt x="1851811" y="91683"/>
                  </a:lnTo>
                  <a:lnTo>
                    <a:pt x="1884224" y="86188"/>
                  </a:lnTo>
                  <a:lnTo>
                    <a:pt x="1915750" y="80843"/>
                  </a:lnTo>
                  <a:lnTo>
                    <a:pt x="1946434" y="75641"/>
                  </a:lnTo>
                  <a:lnTo>
                    <a:pt x="1976321" y="70574"/>
                  </a:lnTo>
                  <a:lnTo>
                    <a:pt x="2005452" y="65635"/>
                  </a:lnTo>
                  <a:lnTo>
                    <a:pt x="2033863" y="60818"/>
                  </a:lnTo>
                  <a:lnTo>
                    <a:pt x="2061590" y="56118"/>
                  </a:lnTo>
                  <a:lnTo>
                    <a:pt x="2088664" y="51528"/>
                  </a:lnTo>
                  <a:lnTo>
                    <a:pt x="2115115" y="47043"/>
                  </a:lnTo>
                  <a:lnTo>
                    <a:pt x="2140972" y="42659"/>
                  </a:lnTo>
                  <a:lnTo>
                    <a:pt x="2166261" y="38372"/>
                  </a:lnTo>
                  <a:lnTo>
                    <a:pt x="2191006" y="34177"/>
                  </a:lnTo>
                  <a:lnTo>
                    <a:pt x="2215230" y="30070"/>
                  </a:lnTo>
                  <a:lnTo>
                    <a:pt x="2238955" y="26047"/>
                  </a:lnTo>
                  <a:lnTo>
                    <a:pt x="2262200" y="22107"/>
                  </a:lnTo>
                  <a:lnTo>
                    <a:pt x="2284985" y="18244"/>
                  </a:lnTo>
                  <a:lnTo>
                    <a:pt x="2307327" y="14456"/>
                  </a:lnTo>
                  <a:lnTo>
                    <a:pt x="2329244" y="10740"/>
                  </a:lnTo>
                  <a:lnTo>
                    <a:pt x="2350751" y="7094"/>
                  </a:lnTo>
                  <a:lnTo>
                    <a:pt x="2371863" y="3514"/>
                  </a:lnTo>
                  <a:lnTo>
                    <a:pt x="239259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364295" y="3477406"/>
              <a:ext cx="2392595" cy="334471"/>
            </a:xfrm>
            <a:custGeom>
              <a:avLst/>
              <a:pathLst>
                <a:path w="2392595" h="334471">
                  <a:moveTo>
                    <a:pt x="0" y="0"/>
                  </a:moveTo>
                  <a:lnTo>
                    <a:pt x="153640" y="21478"/>
                  </a:lnTo>
                  <a:lnTo>
                    <a:pt x="289161" y="40423"/>
                  </a:lnTo>
                  <a:lnTo>
                    <a:pt x="410388" y="57370"/>
                  </a:lnTo>
                  <a:lnTo>
                    <a:pt x="520051" y="72700"/>
                  </a:lnTo>
                  <a:lnTo>
                    <a:pt x="620166" y="86695"/>
                  </a:lnTo>
                  <a:lnTo>
                    <a:pt x="712263" y="99570"/>
                  </a:lnTo>
                  <a:lnTo>
                    <a:pt x="797531" y="111490"/>
                  </a:lnTo>
                  <a:lnTo>
                    <a:pt x="876914" y="122587"/>
                  </a:lnTo>
                  <a:lnTo>
                    <a:pt x="951172" y="132968"/>
                  </a:lnTo>
                  <a:lnTo>
                    <a:pt x="1020926" y="142719"/>
                  </a:lnTo>
                  <a:lnTo>
                    <a:pt x="1086693" y="151913"/>
                  </a:lnTo>
                  <a:lnTo>
                    <a:pt x="1148902" y="160610"/>
                  </a:lnTo>
                  <a:lnTo>
                    <a:pt x="1207920" y="168860"/>
                  </a:lnTo>
                  <a:lnTo>
                    <a:pt x="1264058" y="176708"/>
                  </a:lnTo>
                  <a:lnTo>
                    <a:pt x="1317583" y="184190"/>
                  </a:lnTo>
                  <a:lnTo>
                    <a:pt x="1368729" y="191340"/>
                  </a:lnTo>
                  <a:lnTo>
                    <a:pt x="1417698" y="198186"/>
                  </a:lnTo>
                  <a:lnTo>
                    <a:pt x="1464668" y="204752"/>
                  </a:lnTo>
                  <a:lnTo>
                    <a:pt x="1509795" y="211060"/>
                  </a:lnTo>
                  <a:lnTo>
                    <a:pt x="1553219" y="217131"/>
                  </a:lnTo>
                  <a:lnTo>
                    <a:pt x="1595063" y="222981"/>
                  </a:lnTo>
                  <a:lnTo>
                    <a:pt x="1635439" y="228625"/>
                  </a:lnTo>
                  <a:lnTo>
                    <a:pt x="1674446" y="234078"/>
                  </a:lnTo>
                  <a:lnTo>
                    <a:pt x="1712174" y="239352"/>
                  </a:lnTo>
                  <a:lnTo>
                    <a:pt x="1748704" y="244459"/>
                  </a:lnTo>
                  <a:lnTo>
                    <a:pt x="1784110" y="249408"/>
                  </a:lnTo>
                  <a:lnTo>
                    <a:pt x="1818458" y="254210"/>
                  </a:lnTo>
                  <a:lnTo>
                    <a:pt x="1851811" y="258872"/>
                  </a:lnTo>
                  <a:lnTo>
                    <a:pt x="1884224" y="263404"/>
                  </a:lnTo>
                  <a:lnTo>
                    <a:pt x="1915750" y="267811"/>
                  </a:lnTo>
                  <a:lnTo>
                    <a:pt x="1946434" y="272100"/>
                  </a:lnTo>
                  <a:lnTo>
                    <a:pt x="1976321" y="276278"/>
                  </a:lnTo>
                  <a:lnTo>
                    <a:pt x="2005452" y="280351"/>
                  </a:lnTo>
                  <a:lnTo>
                    <a:pt x="2033863" y="284322"/>
                  </a:lnTo>
                  <a:lnTo>
                    <a:pt x="2061590" y="288198"/>
                  </a:lnTo>
                  <a:lnTo>
                    <a:pt x="2088664" y="291983"/>
                  </a:lnTo>
                  <a:lnTo>
                    <a:pt x="2115115" y="295681"/>
                  </a:lnTo>
                  <a:lnTo>
                    <a:pt x="2140972" y="299296"/>
                  </a:lnTo>
                  <a:lnTo>
                    <a:pt x="2166261" y="302831"/>
                  </a:lnTo>
                  <a:lnTo>
                    <a:pt x="2191006" y="306290"/>
                  </a:lnTo>
                  <a:lnTo>
                    <a:pt x="2215230" y="309676"/>
                  </a:lnTo>
                  <a:lnTo>
                    <a:pt x="2238955" y="312993"/>
                  </a:lnTo>
                  <a:lnTo>
                    <a:pt x="2262200" y="316242"/>
                  </a:lnTo>
                  <a:lnTo>
                    <a:pt x="2284985" y="319428"/>
                  </a:lnTo>
                  <a:lnTo>
                    <a:pt x="2307327" y="322551"/>
                  </a:lnTo>
                  <a:lnTo>
                    <a:pt x="2329244" y="325615"/>
                  </a:lnTo>
                  <a:lnTo>
                    <a:pt x="2350751" y="328621"/>
                  </a:lnTo>
                  <a:lnTo>
                    <a:pt x="2371863" y="331573"/>
                  </a:lnTo>
                  <a:lnTo>
                    <a:pt x="2392595" y="33447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364295" y="3551571"/>
              <a:ext cx="2392595" cy="553228"/>
            </a:xfrm>
            <a:custGeom>
              <a:avLst/>
              <a:pathLst>
                <a:path w="2392595" h="553228">
                  <a:moveTo>
                    <a:pt x="0" y="0"/>
                  </a:moveTo>
                  <a:lnTo>
                    <a:pt x="153640" y="35525"/>
                  </a:lnTo>
                  <a:lnTo>
                    <a:pt x="289161" y="66861"/>
                  </a:lnTo>
                  <a:lnTo>
                    <a:pt x="410388" y="94892"/>
                  </a:lnTo>
                  <a:lnTo>
                    <a:pt x="520051" y="120249"/>
                  </a:lnTo>
                  <a:lnTo>
                    <a:pt x="620166" y="143398"/>
                  </a:lnTo>
                  <a:lnTo>
                    <a:pt x="712263" y="164693"/>
                  </a:lnTo>
                  <a:lnTo>
                    <a:pt x="797531" y="184409"/>
                  </a:lnTo>
                  <a:lnTo>
                    <a:pt x="876914" y="202764"/>
                  </a:lnTo>
                  <a:lnTo>
                    <a:pt x="951172" y="219935"/>
                  </a:lnTo>
                  <a:lnTo>
                    <a:pt x="1020926" y="236063"/>
                  </a:lnTo>
                  <a:lnTo>
                    <a:pt x="1086693" y="251270"/>
                  </a:lnTo>
                  <a:lnTo>
                    <a:pt x="1148902" y="265655"/>
                  </a:lnTo>
                  <a:lnTo>
                    <a:pt x="1207920" y="279301"/>
                  </a:lnTo>
                  <a:lnTo>
                    <a:pt x="1264058" y="292282"/>
                  </a:lnTo>
                  <a:lnTo>
                    <a:pt x="1317583" y="304658"/>
                  </a:lnTo>
                  <a:lnTo>
                    <a:pt x="1368729" y="316484"/>
                  </a:lnTo>
                  <a:lnTo>
                    <a:pt x="1417698" y="327807"/>
                  </a:lnTo>
                  <a:lnTo>
                    <a:pt x="1464668" y="338668"/>
                  </a:lnTo>
                  <a:lnTo>
                    <a:pt x="1509795" y="349102"/>
                  </a:lnTo>
                  <a:lnTo>
                    <a:pt x="1553219" y="359143"/>
                  </a:lnTo>
                  <a:lnTo>
                    <a:pt x="1595063" y="368818"/>
                  </a:lnTo>
                  <a:lnTo>
                    <a:pt x="1635439" y="378154"/>
                  </a:lnTo>
                  <a:lnTo>
                    <a:pt x="1674446" y="387174"/>
                  </a:lnTo>
                  <a:lnTo>
                    <a:pt x="1712174" y="395897"/>
                  </a:lnTo>
                  <a:lnTo>
                    <a:pt x="1748704" y="404344"/>
                  </a:lnTo>
                  <a:lnTo>
                    <a:pt x="1784110" y="412531"/>
                  </a:lnTo>
                  <a:lnTo>
                    <a:pt x="1818458" y="420473"/>
                  </a:lnTo>
                  <a:lnTo>
                    <a:pt x="1851811" y="428185"/>
                  </a:lnTo>
                  <a:lnTo>
                    <a:pt x="1884224" y="435680"/>
                  </a:lnTo>
                  <a:lnTo>
                    <a:pt x="1915750" y="442969"/>
                  </a:lnTo>
                  <a:lnTo>
                    <a:pt x="1946434" y="450064"/>
                  </a:lnTo>
                  <a:lnTo>
                    <a:pt x="1976321" y="456975"/>
                  </a:lnTo>
                  <a:lnTo>
                    <a:pt x="2005452" y="463711"/>
                  </a:lnTo>
                  <a:lnTo>
                    <a:pt x="2033863" y="470280"/>
                  </a:lnTo>
                  <a:lnTo>
                    <a:pt x="2061590" y="476691"/>
                  </a:lnTo>
                  <a:lnTo>
                    <a:pt x="2088664" y="482951"/>
                  </a:lnTo>
                  <a:lnTo>
                    <a:pt x="2115115" y="489068"/>
                  </a:lnTo>
                  <a:lnTo>
                    <a:pt x="2140972" y="495046"/>
                  </a:lnTo>
                  <a:lnTo>
                    <a:pt x="2166261" y="500894"/>
                  </a:lnTo>
                  <a:lnTo>
                    <a:pt x="2191006" y="506615"/>
                  </a:lnTo>
                  <a:lnTo>
                    <a:pt x="2215230" y="512217"/>
                  </a:lnTo>
                  <a:lnTo>
                    <a:pt x="2238955" y="517702"/>
                  </a:lnTo>
                  <a:lnTo>
                    <a:pt x="2262200" y="523077"/>
                  </a:lnTo>
                  <a:lnTo>
                    <a:pt x="2284985" y="528346"/>
                  </a:lnTo>
                  <a:lnTo>
                    <a:pt x="2307327" y="533512"/>
                  </a:lnTo>
                  <a:lnTo>
                    <a:pt x="2329244" y="538579"/>
                  </a:lnTo>
                  <a:lnTo>
                    <a:pt x="2350751" y="543552"/>
                  </a:lnTo>
                  <a:lnTo>
                    <a:pt x="2371863" y="548434"/>
                  </a:lnTo>
                  <a:lnTo>
                    <a:pt x="2392595" y="55322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364295" y="4042337"/>
              <a:ext cx="2392595" cy="250957"/>
            </a:xfrm>
            <a:custGeom>
              <a:avLst/>
              <a:pathLst>
                <a:path w="2392595" h="250957">
                  <a:moveTo>
                    <a:pt x="0" y="0"/>
                  </a:moveTo>
                  <a:lnTo>
                    <a:pt x="153640" y="16115"/>
                  </a:lnTo>
                  <a:lnTo>
                    <a:pt x="289161" y="30329"/>
                  </a:lnTo>
                  <a:lnTo>
                    <a:pt x="410388" y="43045"/>
                  </a:lnTo>
                  <a:lnTo>
                    <a:pt x="520051" y="54547"/>
                  </a:lnTo>
                  <a:lnTo>
                    <a:pt x="620166" y="65048"/>
                  </a:lnTo>
                  <a:lnTo>
                    <a:pt x="712263" y="74708"/>
                  </a:lnTo>
                  <a:lnTo>
                    <a:pt x="797531" y="83652"/>
                  </a:lnTo>
                  <a:lnTo>
                    <a:pt x="876914" y="91978"/>
                  </a:lnTo>
                  <a:lnTo>
                    <a:pt x="951172" y="99767"/>
                  </a:lnTo>
                  <a:lnTo>
                    <a:pt x="1020926" y="107084"/>
                  </a:lnTo>
                  <a:lnTo>
                    <a:pt x="1086693" y="113982"/>
                  </a:lnTo>
                  <a:lnTo>
                    <a:pt x="1148902" y="120507"/>
                  </a:lnTo>
                  <a:lnTo>
                    <a:pt x="1207920" y="126697"/>
                  </a:lnTo>
                  <a:lnTo>
                    <a:pt x="1264058" y="132586"/>
                  </a:lnTo>
                  <a:lnTo>
                    <a:pt x="1317583" y="138200"/>
                  </a:lnTo>
                  <a:lnTo>
                    <a:pt x="1368729" y="143565"/>
                  </a:lnTo>
                  <a:lnTo>
                    <a:pt x="1417698" y="148701"/>
                  </a:lnTo>
                  <a:lnTo>
                    <a:pt x="1464668" y="153627"/>
                  </a:lnTo>
                  <a:lnTo>
                    <a:pt x="1509795" y="158361"/>
                  </a:lnTo>
                  <a:lnTo>
                    <a:pt x="1553219" y="162915"/>
                  </a:lnTo>
                  <a:lnTo>
                    <a:pt x="1595063" y="167305"/>
                  </a:lnTo>
                  <a:lnTo>
                    <a:pt x="1635439" y="171540"/>
                  </a:lnTo>
                  <a:lnTo>
                    <a:pt x="1674446" y="175631"/>
                  </a:lnTo>
                  <a:lnTo>
                    <a:pt x="1712174" y="179588"/>
                  </a:lnTo>
                  <a:lnTo>
                    <a:pt x="1748704" y="183420"/>
                  </a:lnTo>
                  <a:lnTo>
                    <a:pt x="1784110" y="187133"/>
                  </a:lnTo>
                  <a:lnTo>
                    <a:pt x="1818458" y="190736"/>
                  </a:lnTo>
                  <a:lnTo>
                    <a:pt x="1851811" y="194235"/>
                  </a:lnTo>
                  <a:lnTo>
                    <a:pt x="1884224" y="197634"/>
                  </a:lnTo>
                  <a:lnTo>
                    <a:pt x="1915750" y="200941"/>
                  </a:lnTo>
                  <a:lnTo>
                    <a:pt x="1946434" y="204160"/>
                  </a:lnTo>
                  <a:lnTo>
                    <a:pt x="1976321" y="207294"/>
                  </a:lnTo>
                  <a:lnTo>
                    <a:pt x="2005452" y="210350"/>
                  </a:lnTo>
                  <a:lnTo>
                    <a:pt x="2033863" y="213330"/>
                  </a:lnTo>
                  <a:lnTo>
                    <a:pt x="2061590" y="216238"/>
                  </a:lnTo>
                  <a:lnTo>
                    <a:pt x="2088664" y="219078"/>
                  </a:lnTo>
                  <a:lnTo>
                    <a:pt x="2115115" y="221852"/>
                  </a:lnTo>
                  <a:lnTo>
                    <a:pt x="2140972" y="224564"/>
                  </a:lnTo>
                  <a:lnTo>
                    <a:pt x="2166261" y="227217"/>
                  </a:lnTo>
                  <a:lnTo>
                    <a:pt x="2191006" y="229812"/>
                  </a:lnTo>
                  <a:lnTo>
                    <a:pt x="2215230" y="232353"/>
                  </a:lnTo>
                  <a:lnTo>
                    <a:pt x="2238955" y="234842"/>
                  </a:lnTo>
                  <a:lnTo>
                    <a:pt x="2262200" y="237280"/>
                  </a:lnTo>
                  <a:lnTo>
                    <a:pt x="2284985" y="239670"/>
                  </a:lnTo>
                  <a:lnTo>
                    <a:pt x="2307327" y="242013"/>
                  </a:lnTo>
                  <a:lnTo>
                    <a:pt x="2329244" y="244312"/>
                  </a:lnTo>
                  <a:lnTo>
                    <a:pt x="2350751" y="246568"/>
                  </a:lnTo>
                  <a:lnTo>
                    <a:pt x="2371863" y="248782"/>
                  </a:lnTo>
                  <a:lnTo>
                    <a:pt x="2392595" y="25095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364295" y="4004796"/>
              <a:ext cx="2392595" cy="79187"/>
            </a:xfrm>
            <a:custGeom>
              <a:avLst/>
              <a:pathLst>
                <a:path w="2392595" h="79187">
                  <a:moveTo>
                    <a:pt x="0" y="0"/>
                  </a:moveTo>
                  <a:lnTo>
                    <a:pt x="153640" y="5085"/>
                  </a:lnTo>
                  <a:lnTo>
                    <a:pt x="289161" y="9570"/>
                  </a:lnTo>
                  <a:lnTo>
                    <a:pt x="410388" y="13582"/>
                  </a:lnTo>
                  <a:lnTo>
                    <a:pt x="520051" y="17212"/>
                  </a:lnTo>
                  <a:lnTo>
                    <a:pt x="620166" y="20525"/>
                  </a:lnTo>
                  <a:lnTo>
                    <a:pt x="712263" y="23573"/>
                  </a:lnTo>
                  <a:lnTo>
                    <a:pt x="797531" y="26395"/>
                  </a:lnTo>
                  <a:lnTo>
                    <a:pt x="876914" y="29023"/>
                  </a:lnTo>
                  <a:lnTo>
                    <a:pt x="951172" y="31481"/>
                  </a:lnTo>
                  <a:lnTo>
                    <a:pt x="1020926" y="33789"/>
                  </a:lnTo>
                  <a:lnTo>
                    <a:pt x="1086693" y="35966"/>
                  </a:lnTo>
                  <a:lnTo>
                    <a:pt x="1148902" y="38025"/>
                  </a:lnTo>
                  <a:lnTo>
                    <a:pt x="1207920" y="39978"/>
                  </a:lnTo>
                  <a:lnTo>
                    <a:pt x="1264058" y="41836"/>
                  </a:lnTo>
                  <a:lnTo>
                    <a:pt x="1317583" y="43608"/>
                  </a:lnTo>
                  <a:lnTo>
                    <a:pt x="1368729" y="45300"/>
                  </a:lnTo>
                  <a:lnTo>
                    <a:pt x="1417698" y="46921"/>
                  </a:lnTo>
                  <a:lnTo>
                    <a:pt x="1464668" y="48476"/>
                  </a:lnTo>
                  <a:lnTo>
                    <a:pt x="1509795" y="49969"/>
                  </a:lnTo>
                  <a:lnTo>
                    <a:pt x="1553219" y="51407"/>
                  </a:lnTo>
                  <a:lnTo>
                    <a:pt x="1595063" y="52791"/>
                  </a:lnTo>
                  <a:lnTo>
                    <a:pt x="1635439" y="54128"/>
                  </a:lnTo>
                  <a:lnTo>
                    <a:pt x="1674446" y="55419"/>
                  </a:lnTo>
                  <a:lnTo>
                    <a:pt x="1712174" y="56668"/>
                  </a:lnTo>
                  <a:lnTo>
                    <a:pt x="1748704" y="57877"/>
                  </a:lnTo>
                  <a:lnTo>
                    <a:pt x="1784110" y="59048"/>
                  </a:lnTo>
                  <a:lnTo>
                    <a:pt x="1818458" y="60185"/>
                  </a:lnTo>
                  <a:lnTo>
                    <a:pt x="1851811" y="61289"/>
                  </a:lnTo>
                  <a:lnTo>
                    <a:pt x="1884224" y="62362"/>
                  </a:lnTo>
                  <a:lnTo>
                    <a:pt x="1915750" y="63405"/>
                  </a:lnTo>
                  <a:lnTo>
                    <a:pt x="1946434" y="64421"/>
                  </a:lnTo>
                  <a:lnTo>
                    <a:pt x="1976321" y="65410"/>
                  </a:lnTo>
                  <a:lnTo>
                    <a:pt x="2005452" y="66374"/>
                  </a:lnTo>
                  <a:lnTo>
                    <a:pt x="2033863" y="67314"/>
                  </a:lnTo>
                  <a:lnTo>
                    <a:pt x="2061590" y="68232"/>
                  </a:lnTo>
                  <a:lnTo>
                    <a:pt x="2088664" y="69128"/>
                  </a:lnTo>
                  <a:lnTo>
                    <a:pt x="2115115" y="70004"/>
                  </a:lnTo>
                  <a:lnTo>
                    <a:pt x="2140972" y="70860"/>
                  </a:lnTo>
                  <a:lnTo>
                    <a:pt x="2166261" y="71696"/>
                  </a:lnTo>
                  <a:lnTo>
                    <a:pt x="2191006" y="72515"/>
                  </a:lnTo>
                  <a:lnTo>
                    <a:pt x="2215230" y="73317"/>
                  </a:lnTo>
                  <a:lnTo>
                    <a:pt x="2238955" y="74102"/>
                  </a:lnTo>
                  <a:lnTo>
                    <a:pt x="2262200" y="74872"/>
                  </a:lnTo>
                  <a:lnTo>
                    <a:pt x="2284985" y="75626"/>
                  </a:lnTo>
                  <a:lnTo>
                    <a:pt x="2307327" y="76365"/>
                  </a:lnTo>
                  <a:lnTo>
                    <a:pt x="2329244" y="77091"/>
                  </a:lnTo>
                  <a:lnTo>
                    <a:pt x="2350751" y="77803"/>
                  </a:lnTo>
                  <a:lnTo>
                    <a:pt x="2371863" y="78501"/>
                  </a:lnTo>
                  <a:lnTo>
                    <a:pt x="2392595" y="79187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364295" y="3926956"/>
              <a:ext cx="2392595" cy="75544"/>
            </a:xfrm>
            <a:custGeom>
              <a:avLst/>
              <a:pathLst>
                <a:path w="2392595" h="75544">
                  <a:moveTo>
                    <a:pt x="0" y="75544"/>
                  </a:moveTo>
                  <a:lnTo>
                    <a:pt x="153640" y="70693"/>
                  </a:lnTo>
                  <a:lnTo>
                    <a:pt x="289161" y="66414"/>
                  </a:lnTo>
                  <a:lnTo>
                    <a:pt x="410388" y="62586"/>
                  </a:lnTo>
                  <a:lnTo>
                    <a:pt x="520051" y="59123"/>
                  </a:lnTo>
                  <a:lnTo>
                    <a:pt x="620166" y="55962"/>
                  </a:lnTo>
                  <a:lnTo>
                    <a:pt x="712263" y="53055"/>
                  </a:lnTo>
                  <a:lnTo>
                    <a:pt x="797531" y="50362"/>
                  </a:lnTo>
                  <a:lnTo>
                    <a:pt x="876914" y="47856"/>
                  </a:lnTo>
                  <a:lnTo>
                    <a:pt x="951172" y="45511"/>
                  </a:lnTo>
                  <a:lnTo>
                    <a:pt x="1020926" y="43309"/>
                  </a:lnTo>
                  <a:lnTo>
                    <a:pt x="1086693" y="41232"/>
                  </a:lnTo>
                  <a:lnTo>
                    <a:pt x="1148902" y="39268"/>
                  </a:lnTo>
                  <a:lnTo>
                    <a:pt x="1207920" y="37405"/>
                  </a:lnTo>
                  <a:lnTo>
                    <a:pt x="1264058" y="35632"/>
                  </a:lnTo>
                  <a:lnTo>
                    <a:pt x="1317583" y="33942"/>
                  </a:lnTo>
                  <a:lnTo>
                    <a:pt x="1368729" y="32327"/>
                  </a:lnTo>
                  <a:lnTo>
                    <a:pt x="1417698" y="30781"/>
                  </a:lnTo>
                  <a:lnTo>
                    <a:pt x="1464668" y="29298"/>
                  </a:lnTo>
                  <a:lnTo>
                    <a:pt x="1509795" y="27873"/>
                  </a:lnTo>
                  <a:lnTo>
                    <a:pt x="1553219" y="26502"/>
                  </a:lnTo>
                  <a:lnTo>
                    <a:pt x="1595063" y="25181"/>
                  </a:lnTo>
                  <a:lnTo>
                    <a:pt x="1635439" y="23906"/>
                  </a:lnTo>
                  <a:lnTo>
                    <a:pt x="1674446" y="22674"/>
                  </a:lnTo>
                  <a:lnTo>
                    <a:pt x="1712174" y="21483"/>
                  </a:lnTo>
                  <a:lnTo>
                    <a:pt x="1748704" y="20330"/>
                  </a:lnTo>
                  <a:lnTo>
                    <a:pt x="1784110" y="19212"/>
                  </a:lnTo>
                  <a:lnTo>
                    <a:pt x="1818458" y="18127"/>
                  </a:lnTo>
                  <a:lnTo>
                    <a:pt x="1851811" y="17074"/>
                  </a:lnTo>
                  <a:lnTo>
                    <a:pt x="1884224" y="16051"/>
                  </a:lnTo>
                  <a:lnTo>
                    <a:pt x="1915750" y="15055"/>
                  </a:lnTo>
                  <a:lnTo>
                    <a:pt x="1946434" y="14087"/>
                  </a:lnTo>
                  <a:lnTo>
                    <a:pt x="1976321" y="13143"/>
                  </a:lnTo>
                  <a:lnTo>
                    <a:pt x="2005452" y="12223"/>
                  </a:lnTo>
                  <a:lnTo>
                    <a:pt x="2033863" y="11326"/>
                  </a:lnTo>
                  <a:lnTo>
                    <a:pt x="2061590" y="10451"/>
                  </a:lnTo>
                  <a:lnTo>
                    <a:pt x="2088664" y="9596"/>
                  </a:lnTo>
                  <a:lnTo>
                    <a:pt x="2115115" y="8761"/>
                  </a:lnTo>
                  <a:lnTo>
                    <a:pt x="2140972" y="7944"/>
                  </a:lnTo>
                  <a:lnTo>
                    <a:pt x="2166261" y="7146"/>
                  </a:lnTo>
                  <a:lnTo>
                    <a:pt x="2191006" y="6364"/>
                  </a:lnTo>
                  <a:lnTo>
                    <a:pt x="2215230" y="5600"/>
                  </a:lnTo>
                  <a:lnTo>
                    <a:pt x="2238955" y="4851"/>
                  </a:lnTo>
                  <a:lnTo>
                    <a:pt x="2262200" y="4117"/>
                  </a:lnTo>
                  <a:lnTo>
                    <a:pt x="2284985" y="3397"/>
                  </a:lnTo>
                  <a:lnTo>
                    <a:pt x="2307327" y="2692"/>
                  </a:lnTo>
                  <a:lnTo>
                    <a:pt x="2329244" y="2000"/>
                  </a:lnTo>
                  <a:lnTo>
                    <a:pt x="2350751" y="1321"/>
                  </a:lnTo>
                  <a:lnTo>
                    <a:pt x="2371863" y="654"/>
                  </a:lnTo>
                  <a:lnTo>
                    <a:pt x="239259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4186450" y="2986509"/>
              <a:ext cx="2746729" cy="1538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86450" y="2986509"/>
              <a:ext cx="0" cy="1538730"/>
            </a:xfrm>
            <a:custGeom>
              <a:avLst/>
              <a:pathLst>
                <a:path w="0" h="1538730">
                  <a:moveTo>
                    <a:pt x="0" y="1538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7982" y="43216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57982" y="40364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57982" y="37512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57982" y="34659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157982" y="31807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186450" y="4525240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364295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161826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959358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6756890" y="4525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tx401"/>
            <p:cNvSpPr/>
            <p:nvPr/>
          </p:nvSpPr>
          <p:spPr>
            <a:xfrm>
              <a:off x="4186450" y="2809969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310032" y="4806163"/>
              <a:ext cx="2746729" cy="1538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06811" y="57747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13355" y="56293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55809" y="571762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11958" y="591814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90368" y="60962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55768" y="57428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84712" y="58831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81891" y="59227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44663" y="60312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432160" y="56939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302635" y="58998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262711" y="509407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301011" y="52589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64568" y="55223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48522" y="56734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12384" y="62468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87838" y="594454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95518" y="54714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93222" y="49422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00168" y="48480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84812" y="57670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77606" y="54518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09824" y="52273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86573" y="53765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19753" y="59415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87882" y="587610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05330" y="527926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201199" y="53307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034295" y="598749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014666" y="56467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092598" y="57781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77750" y="606312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51021" y="56217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92742" y="59396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104848" y="50112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65695" y="58559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00174" y="55088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51077" y="52961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62653" y="49087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05305" y="51618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43267" y="58814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994004" y="543185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57394" y="55862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81808" y="53769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31515" y="585109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84068" y="54234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59525" y="58110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58521" y="57615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854013" y="582549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895179" y="57700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92813" y="597288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810727" y="54815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52733" y="55505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832879" y="49456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78322" y="55244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793813" y="576137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00420" y="554090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01966" y="54087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903837" y="534111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93942" y="51848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51535" y="57092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67350" y="50698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12535" y="604196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899854" y="58841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72361" y="568310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800323" y="57893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37031" y="563765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79292" y="58413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32975" y="56075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68455" y="55191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43412" y="55307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900749" y="560227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72839" y="5667977"/>
              <a:ext cx="2405248" cy="64321"/>
            </a:xfrm>
            <a:custGeom>
              <a:avLst/>
              <a:pathLst>
                <a:path w="2405248" h="64321">
                  <a:moveTo>
                    <a:pt x="0" y="64321"/>
                  </a:moveTo>
                  <a:lnTo>
                    <a:pt x="154453" y="60191"/>
                  </a:lnTo>
                  <a:lnTo>
                    <a:pt x="290690" y="56548"/>
                  </a:lnTo>
                  <a:lnTo>
                    <a:pt x="412558" y="53289"/>
                  </a:lnTo>
                  <a:lnTo>
                    <a:pt x="522802" y="50340"/>
                  </a:lnTo>
                  <a:lnTo>
                    <a:pt x="623446" y="47649"/>
                  </a:lnTo>
                  <a:lnTo>
                    <a:pt x="716030" y="45173"/>
                  </a:lnTo>
                  <a:lnTo>
                    <a:pt x="801749" y="42881"/>
                  </a:lnTo>
                  <a:lnTo>
                    <a:pt x="881552" y="40747"/>
                  </a:lnTo>
                  <a:lnTo>
                    <a:pt x="956202" y="38750"/>
                  </a:lnTo>
                  <a:lnTo>
                    <a:pt x="1026325" y="36875"/>
                  </a:lnTo>
                  <a:lnTo>
                    <a:pt x="1092439" y="35107"/>
                  </a:lnTo>
                  <a:lnTo>
                    <a:pt x="1154978" y="33435"/>
                  </a:lnTo>
                  <a:lnTo>
                    <a:pt x="1214308" y="31848"/>
                  </a:lnTo>
                  <a:lnTo>
                    <a:pt x="1270742" y="30339"/>
                  </a:lnTo>
                  <a:lnTo>
                    <a:pt x="1324551" y="28900"/>
                  </a:lnTo>
                  <a:lnTo>
                    <a:pt x="1375968" y="27525"/>
                  </a:lnTo>
                  <a:lnTo>
                    <a:pt x="1425195" y="26208"/>
                  </a:lnTo>
                  <a:lnTo>
                    <a:pt x="1472413" y="24946"/>
                  </a:lnTo>
                  <a:lnTo>
                    <a:pt x="1517779" y="23732"/>
                  </a:lnTo>
                  <a:lnTo>
                    <a:pt x="1561433" y="22565"/>
                  </a:lnTo>
                  <a:lnTo>
                    <a:pt x="1603498" y="21440"/>
                  </a:lnTo>
                  <a:lnTo>
                    <a:pt x="1644088" y="20355"/>
                  </a:lnTo>
                  <a:lnTo>
                    <a:pt x="1683301" y="19306"/>
                  </a:lnTo>
                  <a:lnTo>
                    <a:pt x="1721228" y="18292"/>
                  </a:lnTo>
                  <a:lnTo>
                    <a:pt x="1757951" y="17310"/>
                  </a:lnTo>
                  <a:lnTo>
                    <a:pt x="1793544" y="16358"/>
                  </a:lnTo>
                  <a:lnTo>
                    <a:pt x="1828075" y="15434"/>
                  </a:lnTo>
                  <a:lnTo>
                    <a:pt x="1861604" y="14538"/>
                  </a:lnTo>
                  <a:lnTo>
                    <a:pt x="1894189" y="13666"/>
                  </a:lnTo>
                  <a:lnTo>
                    <a:pt x="1925881" y="12819"/>
                  </a:lnTo>
                  <a:lnTo>
                    <a:pt x="1956727" y="11994"/>
                  </a:lnTo>
                  <a:lnTo>
                    <a:pt x="1986773" y="11190"/>
                  </a:lnTo>
                  <a:lnTo>
                    <a:pt x="2016057" y="10407"/>
                  </a:lnTo>
                  <a:lnTo>
                    <a:pt x="2044619" y="9644"/>
                  </a:lnTo>
                  <a:lnTo>
                    <a:pt x="2072492" y="8898"/>
                  </a:lnTo>
                  <a:lnTo>
                    <a:pt x="2099709" y="8170"/>
                  </a:lnTo>
                  <a:lnTo>
                    <a:pt x="2126300" y="7459"/>
                  </a:lnTo>
                  <a:lnTo>
                    <a:pt x="2152294" y="6764"/>
                  </a:lnTo>
                  <a:lnTo>
                    <a:pt x="2177717" y="6084"/>
                  </a:lnTo>
                  <a:lnTo>
                    <a:pt x="2202593" y="5419"/>
                  </a:lnTo>
                  <a:lnTo>
                    <a:pt x="2226945" y="4768"/>
                  </a:lnTo>
                  <a:lnTo>
                    <a:pt x="2250795" y="4130"/>
                  </a:lnTo>
                  <a:lnTo>
                    <a:pt x="2274163" y="3505"/>
                  </a:lnTo>
                  <a:lnTo>
                    <a:pt x="2297068" y="2892"/>
                  </a:lnTo>
                  <a:lnTo>
                    <a:pt x="2319529" y="2292"/>
                  </a:lnTo>
                  <a:lnTo>
                    <a:pt x="2341561" y="1703"/>
                  </a:lnTo>
                  <a:lnTo>
                    <a:pt x="2363182" y="1124"/>
                  </a:lnTo>
                  <a:lnTo>
                    <a:pt x="2384406" y="557"/>
                  </a:lnTo>
                  <a:lnTo>
                    <a:pt x="240524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72839" y="5688507"/>
              <a:ext cx="2405248" cy="245976"/>
            </a:xfrm>
            <a:custGeom>
              <a:avLst/>
              <a:pathLst>
                <a:path w="2405248" h="245976">
                  <a:moveTo>
                    <a:pt x="0" y="245976"/>
                  </a:moveTo>
                  <a:lnTo>
                    <a:pt x="154453" y="230181"/>
                  </a:lnTo>
                  <a:lnTo>
                    <a:pt x="290690" y="216248"/>
                  </a:lnTo>
                  <a:lnTo>
                    <a:pt x="412558" y="203785"/>
                  </a:lnTo>
                  <a:lnTo>
                    <a:pt x="522802" y="192511"/>
                  </a:lnTo>
                  <a:lnTo>
                    <a:pt x="623446" y="182219"/>
                  </a:lnTo>
                  <a:lnTo>
                    <a:pt x="716030" y="172750"/>
                  </a:lnTo>
                  <a:lnTo>
                    <a:pt x="801749" y="163984"/>
                  </a:lnTo>
                  <a:lnTo>
                    <a:pt x="881552" y="155823"/>
                  </a:lnTo>
                  <a:lnTo>
                    <a:pt x="956202" y="148189"/>
                  </a:lnTo>
                  <a:lnTo>
                    <a:pt x="1026325" y="141017"/>
                  </a:lnTo>
                  <a:lnTo>
                    <a:pt x="1092439" y="134256"/>
                  </a:lnTo>
                  <a:lnTo>
                    <a:pt x="1154978" y="127861"/>
                  </a:lnTo>
                  <a:lnTo>
                    <a:pt x="1214308" y="121793"/>
                  </a:lnTo>
                  <a:lnTo>
                    <a:pt x="1270742" y="116022"/>
                  </a:lnTo>
                  <a:lnTo>
                    <a:pt x="1324551" y="110519"/>
                  </a:lnTo>
                  <a:lnTo>
                    <a:pt x="1375968" y="105261"/>
                  </a:lnTo>
                  <a:lnTo>
                    <a:pt x="1425195" y="100226"/>
                  </a:lnTo>
                  <a:lnTo>
                    <a:pt x="1472413" y="95397"/>
                  </a:lnTo>
                  <a:lnTo>
                    <a:pt x="1517779" y="90758"/>
                  </a:lnTo>
                  <a:lnTo>
                    <a:pt x="1561433" y="86294"/>
                  </a:lnTo>
                  <a:lnTo>
                    <a:pt x="1603498" y="81992"/>
                  </a:lnTo>
                  <a:lnTo>
                    <a:pt x="1644088" y="77841"/>
                  </a:lnTo>
                  <a:lnTo>
                    <a:pt x="1683301" y="73831"/>
                  </a:lnTo>
                  <a:lnTo>
                    <a:pt x="1721228" y="69952"/>
                  </a:lnTo>
                  <a:lnTo>
                    <a:pt x="1757951" y="66196"/>
                  </a:lnTo>
                  <a:lnTo>
                    <a:pt x="1793544" y="62556"/>
                  </a:lnTo>
                  <a:lnTo>
                    <a:pt x="1828075" y="59025"/>
                  </a:lnTo>
                  <a:lnTo>
                    <a:pt x="1861604" y="55596"/>
                  </a:lnTo>
                  <a:lnTo>
                    <a:pt x="1894189" y="52264"/>
                  </a:lnTo>
                  <a:lnTo>
                    <a:pt x="1925881" y="49023"/>
                  </a:lnTo>
                  <a:lnTo>
                    <a:pt x="1956727" y="45868"/>
                  </a:lnTo>
                  <a:lnTo>
                    <a:pt x="1986773" y="42796"/>
                  </a:lnTo>
                  <a:lnTo>
                    <a:pt x="2016057" y="39801"/>
                  </a:lnTo>
                  <a:lnTo>
                    <a:pt x="2044619" y="36880"/>
                  </a:lnTo>
                  <a:lnTo>
                    <a:pt x="2072492" y="34029"/>
                  </a:lnTo>
                  <a:lnTo>
                    <a:pt x="2099709" y="31246"/>
                  </a:lnTo>
                  <a:lnTo>
                    <a:pt x="2126300" y="28527"/>
                  </a:lnTo>
                  <a:lnTo>
                    <a:pt x="2152294" y="25868"/>
                  </a:lnTo>
                  <a:lnTo>
                    <a:pt x="2177717" y="23268"/>
                  </a:lnTo>
                  <a:lnTo>
                    <a:pt x="2202593" y="20724"/>
                  </a:lnTo>
                  <a:lnTo>
                    <a:pt x="2226945" y="18234"/>
                  </a:lnTo>
                  <a:lnTo>
                    <a:pt x="2250795" y="15795"/>
                  </a:lnTo>
                  <a:lnTo>
                    <a:pt x="2274163" y="13405"/>
                  </a:lnTo>
                  <a:lnTo>
                    <a:pt x="2297068" y="11063"/>
                  </a:lnTo>
                  <a:lnTo>
                    <a:pt x="2319529" y="8766"/>
                  </a:lnTo>
                  <a:lnTo>
                    <a:pt x="2341561" y="6513"/>
                  </a:lnTo>
                  <a:lnTo>
                    <a:pt x="2363182" y="4301"/>
                  </a:lnTo>
                  <a:lnTo>
                    <a:pt x="2384406" y="2131"/>
                  </a:lnTo>
                  <a:lnTo>
                    <a:pt x="240524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72839" y="5765898"/>
              <a:ext cx="2405248" cy="276222"/>
            </a:xfrm>
            <a:custGeom>
              <a:avLst/>
              <a:pathLst>
                <a:path w="2405248" h="276222">
                  <a:moveTo>
                    <a:pt x="0" y="0"/>
                  </a:moveTo>
                  <a:lnTo>
                    <a:pt x="154453" y="17737"/>
                  </a:lnTo>
                  <a:lnTo>
                    <a:pt x="290690" y="33383"/>
                  </a:lnTo>
                  <a:lnTo>
                    <a:pt x="412558" y="47378"/>
                  </a:lnTo>
                  <a:lnTo>
                    <a:pt x="522802" y="60039"/>
                  </a:lnTo>
                  <a:lnTo>
                    <a:pt x="623446" y="71597"/>
                  </a:lnTo>
                  <a:lnTo>
                    <a:pt x="716030" y="82229"/>
                  </a:lnTo>
                  <a:lnTo>
                    <a:pt x="801749" y="92074"/>
                  </a:lnTo>
                  <a:lnTo>
                    <a:pt x="881552" y="101238"/>
                  </a:lnTo>
                  <a:lnTo>
                    <a:pt x="956202" y="109811"/>
                  </a:lnTo>
                  <a:lnTo>
                    <a:pt x="1026325" y="117864"/>
                  </a:lnTo>
                  <a:lnTo>
                    <a:pt x="1092439" y="125457"/>
                  </a:lnTo>
                  <a:lnTo>
                    <a:pt x="1154978" y="132639"/>
                  </a:lnTo>
                  <a:lnTo>
                    <a:pt x="1214308" y="139452"/>
                  </a:lnTo>
                  <a:lnTo>
                    <a:pt x="1270742" y="145933"/>
                  </a:lnTo>
                  <a:lnTo>
                    <a:pt x="1324551" y="152113"/>
                  </a:lnTo>
                  <a:lnTo>
                    <a:pt x="1375968" y="158018"/>
                  </a:lnTo>
                  <a:lnTo>
                    <a:pt x="1425195" y="163671"/>
                  </a:lnTo>
                  <a:lnTo>
                    <a:pt x="1472413" y="169094"/>
                  </a:lnTo>
                  <a:lnTo>
                    <a:pt x="1517779" y="174303"/>
                  </a:lnTo>
                  <a:lnTo>
                    <a:pt x="1561433" y="179317"/>
                  </a:lnTo>
                  <a:lnTo>
                    <a:pt x="1603498" y="184148"/>
                  </a:lnTo>
                  <a:lnTo>
                    <a:pt x="1644088" y="188809"/>
                  </a:lnTo>
                  <a:lnTo>
                    <a:pt x="1683301" y="193312"/>
                  </a:lnTo>
                  <a:lnTo>
                    <a:pt x="1721228" y="197668"/>
                  </a:lnTo>
                  <a:lnTo>
                    <a:pt x="1757951" y="201885"/>
                  </a:lnTo>
                  <a:lnTo>
                    <a:pt x="1793544" y="205973"/>
                  </a:lnTo>
                  <a:lnTo>
                    <a:pt x="1828075" y="209938"/>
                  </a:lnTo>
                  <a:lnTo>
                    <a:pt x="1861604" y="213789"/>
                  </a:lnTo>
                  <a:lnTo>
                    <a:pt x="1894189" y="217531"/>
                  </a:lnTo>
                  <a:lnTo>
                    <a:pt x="1925881" y="221170"/>
                  </a:lnTo>
                  <a:lnTo>
                    <a:pt x="1956727" y="224713"/>
                  </a:lnTo>
                  <a:lnTo>
                    <a:pt x="1986773" y="228163"/>
                  </a:lnTo>
                  <a:lnTo>
                    <a:pt x="2016057" y="231526"/>
                  </a:lnTo>
                  <a:lnTo>
                    <a:pt x="2044619" y="234806"/>
                  </a:lnTo>
                  <a:lnTo>
                    <a:pt x="2072492" y="238007"/>
                  </a:lnTo>
                  <a:lnTo>
                    <a:pt x="2099709" y="241133"/>
                  </a:lnTo>
                  <a:lnTo>
                    <a:pt x="2126300" y="244187"/>
                  </a:lnTo>
                  <a:lnTo>
                    <a:pt x="2152294" y="247172"/>
                  </a:lnTo>
                  <a:lnTo>
                    <a:pt x="2177717" y="250092"/>
                  </a:lnTo>
                  <a:lnTo>
                    <a:pt x="2202593" y="252948"/>
                  </a:lnTo>
                  <a:lnTo>
                    <a:pt x="2226945" y="255745"/>
                  </a:lnTo>
                  <a:lnTo>
                    <a:pt x="2250795" y="258484"/>
                  </a:lnTo>
                  <a:lnTo>
                    <a:pt x="2274163" y="261168"/>
                  </a:lnTo>
                  <a:lnTo>
                    <a:pt x="2297068" y="263798"/>
                  </a:lnTo>
                  <a:lnTo>
                    <a:pt x="2319529" y="266377"/>
                  </a:lnTo>
                  <a:lnTo>
                    <a:pt x="2341561" y="268908"/>
                  </a:lnTo>
                  <a:lnTo>
                    <a:pt x="2363182" y="271391"/>
                  </a:lnTo>
                  <a:lnTo>
                    <a:pt x="2384406" y="273828"/>
                  </a:lnTo>
                  <a:lnTo>
                    <a:pt x="2405248" y="276222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72839" y="5659642"/>
              <a:ext cx="2405248" cy="81084"/>
            </a:xfrm>
            <a:custGeom>
              <a:avLst/>
              <a:pathLst>
                <a:path w="2405248" h="81084">
                  <a:moveTo>
                    <a:pt x="0" y="81084"/>
                  </a:moveTo>
                  <a:lnTo>
                    <a:pt x="154453" y="75877"/>
                  </a:lnTo>
                  <a:lnTo>
                    <a:pt x="290690" y="71284"/>
                  </a:lnTo>
                  <a:lnTo>
                    <a:pt x="412558" y="67176"/>
                  </a:lnTo>
                  <a:lnTo>
                    <a:pt x="522802" y="63460"/>
                  </a:lnTo>
                  <a:lnTo>
                    <a:pt x="623446" y="60067"/>
                  </a:lnTo>
                  <a:lnTo>
                    <a:pt x="716030" y="56946"/>
                  </a:lnTo>
                  <a:lnTo>
                    <a:pt x="801749" y="54056"/>
                  </a:lnTo>
                  <a:lnTo>
                    <a:pt x="881552" y="51366"/>
                  </a:lnTo>
                  <a:lnTo>
                    <a:pt x="956202" y="48849"/>
                  </a:lnTo>
                  <a:lnTo>
                    <a:pt x="1026325" y="46485"/>
                  </a:lnTo>
                  <a:lnTo>
                    <a:pt x="1092439" y="44256"/>
                  </a:lnTo>
                  <a:lnTo>
                    <a:pt x="1154978" y="42148"/>
                  </a:lnTo>
                  <a:lnTo>
                    <a:pt x="1214308" y="40148"/>
                  </a:lnTo>
                  <a:lnTo>
                    <a:pt x="1270742" y="38245"/>
                  </a:lnTo>
                  <a:lnTo>
                    <a:pt x="1324551" y="36431"/>
                  </a:lnTo>
                  <a:lnTo>
                    <a:pt x="1375968" y="34698"/>
                  </a:lnTo>
                  <a:lnTo>
                    <a:pt x="1425195" y="33039"/>
                  </a:lnTo>
                  <a:lnTo>
                    <a:pt x="1472413" y="31447"/>
                  </a:lnTo>
                  <a:lnTo>
                    <a:pt x="1517779" y="29917"/>
                  </a:lnTo>
                  <a:lnTo>
                    <a:pt x="1561433" y="28446"/>
                  </a:lnTo>
                  <a:lnTo>
                    <a:pt x="1603498" y="27028"/>
                  </a:lnTo>
                  <a:lnTo>
                    <a:pt x="1644088" y="25659"/>
                  </a:lnTo>
                  <a:lnTo>
                    <a:pt x="1683301" y="24337"/>
                  </a:lnTo>
                  <a:lnTo>
                    <a:pt x="1721228" y="23059"/>
                  </a:lnTo>
                  <a:lnTo>
                    <a:pt x="1757951" y="21821"/>
                  </a:lnTo>
                  <a:lnTo>
                    <a:pt x="1793544" y="20621"/>
                  </a:lnTo>
                  <a:lnTo>
                    <a:pt x="1828075" y="19457"/>
                  </a:lnTo>
                  <a:lnTo>
                    <a:pt x="1861604" y="18327"/>
                  </a:lnTo>
                  <a:lnTo>
                    <a:pt x="1894189" y="17228"/>
                  </a:lnTo>
                  <a:lnTo>
                    <a:pt x="1925881" y="16160"/>
                  </a:lnTo>
                  <a:lnTo>
                    <a:pt x="1956727" y="15120"/>
                  </a:lnTo>
                  <a:lnTo>
                    <a:pt x="1986773" y="14107"/>
                  </a:lnTo>
                  <a:lnTo>
                    <a:pt x="2016057" y="13120"/>
                  </a:lnTo>
                  <a:lnTo>
                    <a:pt x="2044619" y="12157"/>
                  </a:lnTo>
                  <a:lnTo>
                    <a:pt x="2072492" y="11217"/>
                  </a:lnTo>
                  <a:lnTo>
                    <a:pt x="2099709" y="10300"/>
                  </a:lnTo>
                  <a:lnTo>
                    <a:pt x="2126300" y="9403"/>
                  </a:lnTo>
                  <a:lnTo>
                    <a:pt x="2152294" y="8527"/>
                  </a:lnTo>
                  <a:lnTo>
                    <a:pt x="2177717" y="7670"/>
                  </a:lnTo>
                  <a:lnTo>
                    <a:pt x="2202593" y="6831"/>
                  </a:lnTo>
                  <a:lnTo>
                    <a:pt x="2226945" y="6010"/>
                  </a:lnTo>
                  <a:lnTo>
                    <a:pt x="2250795" y="5206"/>
                  </a:lnTo>
                  <a:lnTo>
                    <a:pt x="2274163" y="4419"/>
                  </a:lnTo>
                  <a:lnTo>
                    <a:pt x="2297068" y="3646"/>
                  </a:lnTo>
                  <a:lnTo>
                    <a:pt x="2319529" y="2889"/>
                  </a:lnTo>
                  <a:lnTo>
                    <a:pt x="2341561" y="2146"/>
                  </a:lnTo>
                  <a:lnTo>
                    <a:pt x="2363182" y="1418"/>
                  </a:lnTo>
                  <a:lnTo>
                    <a:pt x="2384406" y="702"/>
                  </a:lnTo>
                  <a:lnTo>
                    <a:pt x="240524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72839" y="5551082"/>
              <a:ext cx="2405248" cy="353928"/>
            </a:xfrm>
            <a:custGeom>
              <a:avLst/>
              <a:pathLst>
                <a:path w="2405248" h="353928">
                  <a:moveTo>
                    <a:pt x="0" y="353928"/>
                  </a:moveTo>
                  <a:lnTo>
                    <a:pt x="154453" y="331201"/>
                  </a:lnTo>
                  <a:lnTo>
                    <a:pt x="290690" y="311154"/>
                  </a:lnTo>
                  <a:lnTo>
                    <a:pt x="412558" y="293221"/>
                  </a:lnTo>
                  <a:lnTo>
                    <a:pt x="522802" y="276999"/>
                  </a:lnTo>
                  <a:lnTo>
                    <a:pt x="623446" y="262189"/>
                  </a:lnTo>
                  <a:lnTo>
                    <a:pt x="716030" y="248566"/>
                  </a:lnTo>
                  <a:lnTo>
                    <a:pt x="801749" y="235952"/>
                  </a:lnTo>
                  <a:lnTo>
                    <a:pt x="881552" y="224209"/>
                  </a:lnTo>
                  <a:lnTo>
                    <a:pt x="956202" y="213225"/>
                  </a:lnTo>
                  <a:lnTo>
                    <a:pt x="1026325" y="202906"/>
                  </a:lnTo>
                  <a:lnTo>
                    <a:pt x="1092439" y="193177"/>
                  </a:lnTo>
                  <a:lnTo>
                    <a:pt x="1154978" y="183975"/>
                  </a:lnTo>
                  <a:lnTo>
                    <a:pt x="1214308" y="175245"/>
                  </a:lnTo>
                  <a:lnTo>
                    <a:pt x="1270742" y="166940"/>
                  </a:lnTo>
                  <a:lnTo>
                    <a:pt x="1324551" y="159023"/>
                  </a:lnTo>
                  <a:lnTo>
                    <a:pt x="1375968" y="151457"/>
                  </a:lnTo>
                  <a:lnTo>
                    <a:pt x="1425195" y="144213"/>
                  </a:lnTo>
                  <a:lnTo>
                    <a:pt x="1472413" y="137265"/>
                  </a:lnTo>
                  <a:lnTo>
                    <a:pt x="1517779" y="130589"/>
                  </a:lnTo>
                  <a:lnTo>
                    <a:pt x="1561433" y="124166"/>
                  </a:lnTo>
                  <a:lnTo>
                    <a:pt x="1603498" y="117976"/>
                  </a:lnTo>
                  <a:lnTo>
                    <a:pt x="1644088" y="112003"/>
                  </a:lnTo>
                  <a:lnTo>
                    <a:pt x="1683301" y="106233"/>
                  </a:lnTo>
                  <a:lnTo>
                    <a:pt x="1721228" y="100652"/>
                  </a:lnTo>
                  <a:lnTo>
                    <a:pt x="1757951" y="95248"/>
                  </a:lnTo>
                  <a:lnTo>
                    <a:pt x="1793544" y="90011"/>
                  </a:lnTo>
                  <a:lnTo>
                    <a:pt x="1828075" y="84930"/>
                  </a:lnTo>
                  <a:lnTo>
                    <a:pt x="1861604" y="79996"/>
                  </a:lnTo>
                  <a:lnTo>
                    <a:pt x="1894189" y="75201"/>
                  </a:lnTo>
                  <a:lnTo>
                    <a:pt x="1925881" y="70538"/>
                  </a:lnTo>
                  <a:lnTo>
                    <a:pt x="1956727" y="65999"/>
                  </a:lnTo>
                  <a:lnTo>
                    <a:pt x="1986773" y="61578"/>
                  </a:lnTo>
                  <a:lnTo>
                    <a:pt x="2016057" y="57268"/>
                  </a:lnTo>
                  <a:lnTo>
                    <a:pt x="2044619" y="53066"/>
                  </a:lnTo>
                  <a:lnTo>
                    <a:pt x="2072492" y="48964"/>
                  </a:lnTo>
                  <a:lnTo>
                    <a:pt x="2099709" y="44959"/>
                  </a:lnTo>
                  <a:lnTo>
                    <a:pt x="2126300" y="41046"/>
                  </a:lnTo>
                  <a:lnTo>
                    <a:pt x="2152294" y="37221"/>
                  </a:lnTo>
                  <a:lnTo>
                    <a:pt x="2177717" y="33480"/>
                  </a:lnTo>
                  <a:lnTo>
                    <a:pt x="2202593" y="29820"/>
                  </a:lnTo>
                  <a:lnTo>
                    <a:pt x="2226945" y="26237"/>
                  </a:lnTo>
                  <a:lnTo>
                    <a:pt x="2250795" y="22727"/>
                  </a:lnTo>
                  <a:lnTo>
                    <a:pt x="2274163" y="19288"/>
                  </a:lnTo>
                  <a:lnTo>
                    <a:pt x="2297068" y="15918"/>
                  </a:lnTo>
                  <a:lnTo>
                    <a:pt x="2319529" y="12613"/>
                  </a:lnTo>
                  <a:lnTo>
                    <a:pt x="2341561" y="9371"/>
                  </a:lnTo>
                  <a:lnTo>
                    <a:pt x="2363182" y="6189"/>
                  </a:lnTo>
                  <a:lnTo>
                    <a:pt x="2384406" y="3066"/>
                  </a:lnTo>
                  <a:lnTo>
                    <a:pt x="240524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72839" y="5414959"/>
              <a:ext cx="2405248" cy="31186"/>
            </a:xfrm>
            <a:custGeom>
              <a:avLst/>
              <a:pathLst>
                <a:path w="2405248" h="31186">
                  <a:moveTo>
                    <a:pt x="0" y="31186"/>
                  </a:moveTo>
                  <a:lnTo>
                    <a:pt x="154453" y="29183"/>
                  </a:lnTo>
                  <a:lnTo>
                    <a:pt x="290690" y="27417"/>
                  </a:lnTo>
                  <a:lnTo>
                    <a:pt x="412558" y="25837"/>
                  </a:lnTo>
                  <a:lnTo>
                    <a:pt x="522802" y="24407"/>
                  </a:lnTo>
                  <a:lnTo>
                    <a:pt x="623446" y="23102"/>
                  </a:lnTo>
                  <a:lnTo>
                    <a:pt x="716030" y="21902"/>
                  </a:lnTo>
                  <a:lnTo>
                    <a:pt x="801749" y="20790"/>
                  </a:lnTo>
                  <a:lnTo>
                    <a:pt x="881552" y="19756"/>
                  </a:lnTo>
                  <a:lnTo>
                    <a:pt x="956202" y="18788"/>
                  </a:lnTo>
                  <a:lnTo>
                    <a:pt x="1026325" y="17879"/>
                  </a:lnTo>
                  <a:lnTo>
                    <a:pt x="1092439" y="17021"/>
                  </a:lnTo>
                  <a:lnTo>
                    <a:pt x="1154978" y="16210"/>
                  </a:lnTo>
                  <a:lnTo>
                    <a:pt x="1214308" y="15441"/>
                  </a:lnTo>
                  <a:lnTo>
                    <a:pt x="1270742" y="14709"/>
                  </a:lnTo>
                  <a:lnTo>
                    <a:pt x="1324551" y="14012"/>
                  </a:lnTo>
                  <a:lnTo>
                    <a:pt x="1375968" y="13345"/>
                  </a:lnTo>
                  <a:lnTo>
                    <a:pt x="1425195" y="12707"/>
                  </a:lnTo>
                  <a:lnTo>
                    <a:pt x="1472413" y="12095"/>
                  </a:lnTo>
                  <a:lnTo>
                    <a:pt x="1517779" y="11506"/>
                  </a:lnTo>
                  <a:lnTo>
                    <a:pt x="1561433" y="10940"/>
                  </a:lnTo>
                  <a:lnTo>
                    <a:pt x="1603498" y="10395"/>
                  </a:lnTo>
                  <a:lnTo>
                    <a:pt x="1644088" y="9869"/>
                  </a:lnTo>
                  <a:lnTo>
                    <a:pt x="1683301" y="9360"/>
                  </a:lnTo>
                  <a:lnTo>
                    <a:pt x="1721228" y="8868"/>
                  </a:lnTo>
                  <a:lnTo>
                    <a:pt x="1757951" y="8392"/>
                  </a:lnTo>
                  <a:lnTo>
                    <a:pt x="1793544" y="7931"/>
                  </a:lnTo>
                  <a:lnTo>
                    <a:pt x="1828075" y="7483"/>
                  </a:lnTo>
                  <a:lnTo>
                    <a:pt x="1861604" y="7048"/>
                  </a:lnTo>
                  <a:lnTo>
                    <a:pt x="1894189" y="6626"/>
                  </a:lnTo>
                  <a:lnTo>
                    <a:pt x="1925881" y="6215"/>
                  </a:lnTo>
                  <a:lnTo>
                    <a:pt x="1956727" y="5815"/>
                  </a:lnTo>
                  <a:lnTo>
                    <a:pt x="1986773" y="5425"/>
                  </a:lnTo>
                  <a:lnTo>
                    <a:pt x="2016057" y="5046"/>
                  </a:lnTo>
                  <a:lnTo>
                    <a:pt x="2044619" y="4675"/>
                  </a:lnTo>
                  <a:lnTo>
                    <a:pt x="2072492" y="4314"/>
                  </a:lnTo>
                  <a:lnTo>
                    <a:pt x="2099709" y="3961"/>
                  </a:lnTo>
                  <a:lnTo>
                    <a:pt x="2126300" y="3616"/>
                  </a:lnTo>
                  <a:lnTo>
                    <a:pt x="2152294" y="3279"/>
                  </a:lnTo>
                  <a:lnTo>
                    <a:pt x="2177717" y="2950"/>
                  </a:lnTo>
                  <a:lnTo>
                    <a:pt x="2202593" y="2627"/>
                  </a:lnTo>
                  <a:lnTo>
                    <a:pt x="2226945" y="2311"/>
                  </a:lnTo>
                  <a:lnTo>
                    <a:pt x="2250795" y="2002"/>
                  </a:lnTo>
                  <a:lnTo>
                    <a:pt x="2274163" y="1699"/>
                  </a:lnTo>
                  <a:lnTo>
                    <a:pt x="2297068" y="1402"/>
                  </a:lnTo>
                  <a:lnTo>
                    <a:pt x="2319529" y="1111"/>
                  </a:lnTo>
                  <a:lnTo>
                    <a:pt x="2341561" y="825"/>
                  </a:lnTo>
                  <a:lnTo>
                    <a:pt x="2363182" y="545"/>
                  </a:lnTo>
                  <a:lnTo>
                    <a:pt x="2384406" y="270"/>
                  </a:lnTo>
                  <a:lnTo>
                    <a:pt x="240524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72839" y="5367529"/>
              <a:ext cx="2405248" cy="265863"/>
            </a:xfrm>
            <a:custGeom>
              <a:avLst/>
              <a:pathLst>
                <a:path w="2405248" h="265863">
                  <a:moveTo>
                    <a:pt x="0" y="265863"/>
                  </a:moveTo>
                  <a:lnTo>
                    <a:pt x="154453" y="248791"/>
                  </a:lnTo>
                  <a:lnTo>
                    <a:pt x="290690" y="233732"/>
                  </a:lnTo>
                  <a:lnTo>
                    <a:pt x="412558" y="220261"/>
                  </a:lnTo>
                  <a:lnTo>
                    <a:pt x="522802" y="208075"/>
                  </a:lnTo>
                  <a:lnTo>
                    <a:pt x="623446" y="196951"/>
                  </a:lnTo>
                  <a:lnTo>
                    <a:pt x="716030" y="186717"/>
                  </a:lnTo>
                  <a:lnTo>
                    <a:pt x="801749" y="177242"/>
                  </a:lnTo>
                  <a:lnTo>
                    <a:pt x="881552" y="168421"/>
                  </a:lnTo>
                  <a:lnTo>
                    <a:pt x="956202" y="160170"/>
                  </a:lnTo>
                  <a:lnTo>
                    <a:pt x="1026325" y="152418"/>
                  </a:lnTo>
                  <a:lnTo>
                    <a:pt x="1092439" y="145111"/>
                  </a:lnTo>
                  <a:lnTo>
                    <a:pt x="1154978" y="138198"/>
                  </a:lnTo>
                  <a:lnTo>
                    <a:pt x="1214308" y="131640"/>
                  </a:lnTo>
                  <a:lnTo>
                    <a:pt x="1270742" y="125402"/>
                  </a:lnTo>
                  <a:lnTo>
                    <a:pt x="1324551" y="119454"/>
                  </a:lnTo>
                  <a:lnTo>
                    <a:pt x="1375968" y="113771"/>
                  </a:lnTo>
                  <a:lnTo>
                    <a:pt x="1425195" y="108329"/>
                  </a:lnTo>
                  <a:lnTo>
                    <a:pt x="1472413" y="103110"/>
                  </a:lnTo>
                  <a:lnTo>
                    <a:pt x="1517779" y="98096"/>
                  </a:lnTo>
                  <a:lnTo>
                    <a:pt x="1561433" y="93270"/>
                  </a:lnTo>
                  <a:lnTo>
                    <a:pt x="1603498" y="88621"/>
                  </a:lnTo>
                  <a:lnTo>
                    <a:pt x="1644088" y="84134"/>
                  </a:lnTo>
                  <a:lnTo>
                    <a:pt x="1683301" y="79800"/>
                  </a:lnTo>
                  <a:lnTo>
                    <a:pt x="1721228" y="75607"/>
                  </a:lnTo>
                  <a:lnTo>
                    <a:pt x="1757951" y="71548"/>
                  </a:lnTo>
                  <a:lnTo>
                    <a:pt x="1793544" y="67614"/>
                  </a:lnTo>
                  <a:lnTo>
                    <a:pt x="1828075" y="63797"/>
                  </a:lnTo>
                  <a:lnTo>
                    <a:pt x="1861604" y="60091"/>
                  </a:lnTo>
                  <a:lnTo>
                    <a:pt x="1894189" y="56489"/>
                  </a:lnTo>
                  <a:lnTo>
                    <a:pt x="1925881" y="52986"/>
                  </a:lnTo>
                  <a:lnTo>
                    <a:pt x="1956727" y="49577"/>
                  </a:lnTo>
                  <a:lnTo>
                    <a:pt x="1986773" y="46256"/>
                  </a:lnTo>
                  <a:lnTo>
                    <a:pt x="2016057" y="43019"/>
                  </a:lnTo>
                  <a:lnTo>
                    <a:pt x="2044619" y="39862"/>
                  </a:lnTo>
                  <a:lnTo>
                    <a:pt x="2072492" y="36781"/>
                  </a:lnTo>
                  <a:lnTo>
                    <a:pt x="2099709" y="33772"/>
                  </a:lnTo>
                  <a:lnTo>
                    <a:pt x="2126300" y="30833"/>
                  </a:lnTo>
                  <a:lnTo>
                    <a:pt x="2152294" y="27960"/>
                  </a:lnTo>
                  <a:lnTo>
                    <a:pt x="2177717" y="25150"/>
                  </a:lnTo>
                  <a:lnTo>
                    <a:pt x="2202593" y="22400"/>
                  </a:lnTo>
                  <a:lnTo>
                    <a:pt x="2226945" y="19708"/>
                  </a:lnTo>
                  <a:lnTo>
                    <a:pt x="2250795" y="17072"/>
                  </a:lnTo>
                  <a:lnTo>
                    <a:pt x="2274163" y="14489"/>
                  </a:lnTo>
                  <a:lnTo>
                    <a:pt x="2297068" y="11957"/>
                  </a:lnTo>
                  <a:lnTo>
                    <a:pt x="2319529" y="9474"/>
                  </a:lnTo>
                  <a:lnTo>
                    <a:pt x="2341561" y="7039"/>
                  </a:lnTo>
                  <a:lnTo>
                    <a:pt x="2363182" y="4649"/>
                  </a:lnTo>
                  <a:lnTo>
                    <a:pt x="2384406" y="2303"/>
                  </a:lnTo>
                  <a:lnTo>
                    <a:pt x="240524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72839" y="5407181"/>
              <a:ext cx="2405248" cy="262633"/>
            </a:xfrm>
            <a:custGeom>
              <a:avLst/>
              <a:pathLst>
                <a:path w="2405248" h="262633">
                  <a:moveTo>
                    <a:pt x="0" y="262633"/>
                  </a:moveTo>
                  <a:lnTo>
                    <a:pt x="154453" y="245768"/>
                  </a:lnTo>
                  <a:lnTo>
                    <a:pt x="290690" y="230892"/>
                  </a:lnTo>
                  <a:lnTo>
                    <a:pt x="412558" y="217585"/>
                  </a:lnTo>
                  <a:lnTo>
                    <a:pt x="522802" y="205547"/>
                  </a:lnTo>
                  <a:lnTo>
                    <a:pt x="623446" y="194558"/>
                  </a:lnTo>
                  <a:lnTo>
                    <a:pt x="716030" y="184448"/>
                  </a:lnTo>
                  <a:lnTo>
                    <a:pt x="801749" y="175089"/>
                  </a:lnTo>
                  <a:lnTo>
                    <a:pt x="881552" y="166375"/>
                  </a:lnTo>
                  <a:lnTo>
                    <a:pt x="956202" y="158224"/>
                  </a:lnTo>
                  <a:lnTo>
                    <a:pt x="1026325" y="150567"/>
                  </a:lnTo>
                  <a:lnTo>
                    <a:pt x="1092439" y="143348"/>
                  </a:lnTo>
                  <a:lnTo>
                    <a:pt x="1154978" y="136519"/>
                  </a:lnTo>
                  <a:lnTo>
                    <a:pt x="1214308" y="130041"/>
                  </a:lnTo>
                  <a:lnTo>
                    <a:pt x="1270742" y="123878"/>
                  </a:lnTo>
                  <a:lnTo>
                    <a:pt x="1324551" y="118003"/>
                  </a:lnTo>
                  <a:lnTo>
                    <a:pt x="1375968" y="112389"/>
                  </a:lnTo>
                  <a:lnTo>
                    <a:pt x="1425195" y="107013"/>
                  </a:lnTo>
                  <a:lnTo>
                    <a:pt x="1472413" y="101858"/>
                  </a:lnTo>
                  <a:lnTo>
                    <a:pt x="1517779" y="96904"/>
                  </a:lnTo>
                  <a:lnTo>
                    <a:pt x="1561433" y="92137"/>
                  </a:lnTo>
                  <a:lnTo>
                    <a:pt x="1603498" y="87544"/>
                  </a:lnTo>
                  <a:lnTo>
                    <a:pt x="1644088" y="83112"/>
                  </a:lnTo>
                  <a:lnTo>
                    <a:pt x="1683301" y="78830"/>
                  </a:lnTo>
                  <a:lnTo>
                    <a:pt x="1721228" y="74689"/>
                  </a:lnTo>
                  <a:lnTo>
                    <a:pt x="1757951" y="70679"/>
                  </a:lnTo>
                  <a:lnTo>
                    <a:pt x="1793544" y="66793"/>
                  </a:lnTo>
                  <a:lnTo>
                    <a:pt x="1828075" y="63022"/>
                  </a:lnTo>
                  <a:lnTo>
                    <a:pt x="1861604" y="59361"/>
                  </a:lnTo>
                  <a:lnTo>
                    <a:pt x="1894189" y="55803"/>
                  </a:lnTo>
                  <a:lnTo>
                    <a:pt x="1925881" y="52343"/>
                  </a:lnTo>
                  <a:lnTo>
                    <a:pt x="1956727" y="48974"/>
                  </a:lnTo>
                  <a:lnTo>
                    <a:pt x="1986773" y="45694"/>
                  </a:lnTo>
                  <a:lnTo>
                    <a:pt x="2016057" y="42496"/>
                  </a:lnTo>
                  <a:lnTo>
                    <a:pt x="2044619" y="39377"/>
                  </a:lnTo>
                  <a:lnTo>
                    <a:pt x="2072492" y="36334"/>
                  </a:lnTo>
                  <a:lnTo>
                    <a:pt x="2099709" y="33362"/>
                  </a:lnTo>
                  <a:lnTo>
                    <a:pt x="2126300" y="30458"/>
                  </a:lnTo>
                  <a:lnTo>
                    <a:pt x="2152294" y="27620"/>
                  </a:lnTo>
                  <a:lnTo>
                    <a:pt x="2177717" y="24844"/>
                  </a:lnTo>
                  <a:lnTo>
                    <a:pt x="2202593" y="22128"/>
                  </a:lnTo>
                  <a:lnTo>
                    <a:pt x="2226945" y="19469"/>
                  </a:lnTo>
                  <a:lnTo>
                    <a:pt x="2250795" y="16865"/>
                  </a:lnTo>
                  <a:lnTo>
                    <a:pt x="2274163" y="14313"/>
                  </a:lnTo>
                  <a:lnTo>
                    <a:pt x="2297068" y="11812"/>
                  </a:lnTo>
                  <a:lnTo>
                    <a:pt x="2319529" y="9359"/>
                  </a:lnTo>
                  <a:lnTo>
                    <a:pt x="2341561" y="6954"/>
                  </a:lnTo>
                  <a:lnTo>
                    <a:pt x="2363182" y="4593"/>
                  </a:lnTo>
                  <a:lnTo>
                    <a:pt x="2384406" y="2275"/>
                  </a:lnTo>
                  <a:lnTo>
                    <a:pt x="240524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72839" y="5709204"/>
              <a:ext cx="2405248" cy="197207"/>
            </a:xfrm>
            <a:custGeom>
              <a:avLst/>
              <a:pathLst>
                <a:path w="2405248" h="197207">
                  <a:moveTo>
                    <a:pt x="0" y="0"/>
                  </a:moveTo>
                  <a:lnTo>
                    <a:pt x="154453" y="12663"/>
                  </a:lnTo>
                  <a:lnTo>
                    <a:pt x="290690" y="23833"/>
                  </a:lnTo>
                  <a:lnTo>
                    <a:pt x="412558" y="33825"/>
                  </a:lnTo>
                  <a:lnTo>
                    <a:pt x="522802" y="42864"/>
                  </a:lnTo>
                  <a:lnTo>
                    <a:pt x="623446" y="51116"/>
                  </a:lnTo>
                  <a:lnTo>
                    <a:pt x="716030" y="58707"/>
                  </a:lnTo>
                  <a:lnTo>
                    <a:pt x="801749" y="65735"/>
                  </a:lnTo>
                  <a:lnTo>
                    <a:pt x="881552" y="72279"/>
                  </a:lnTo>
                  <a:lnTo>
                    <a:pt x="956202" y="78399"/>
                  </a:lnTo>
                  <a:lnTo>
                    <a:pt x="1026325" y="84149"/>
                  </a:lnTo>
                  <a:lnTo>
                    <a:pt x="1092439" y="89569"/>
                  </a:lnTo>
                  <a:lnTo>
                    <a:pt x="1154978" y="94697"/>
                  </a:lnTo>
                  <a:lnTo>
                    <a:pt x="1214308" y="99561"/>
                  </a:lnTo>
                  <a:lnTo>
                    <a:pt x="1270742" y="104189"/>
                  </a:lnTo>
                  <a:lnTo>
                    <a:pt x="1324551" y="108600"/>
                  </a:lnTo>
                  <a:lnTo>
                    <a:pt x="1375968" y="112816"/>
                  </a:lnTo>
                  <a:lnTo>
                    <a:pt x="1425195" y="116852"/>
                  </a:lnTo>
                  <a:lnTo>
                    <a:pt x="1472413" y="120724"/>
                  </a:lnTo>
                  <a:lnTo>
                    <a:pt x="1517779" y="124443"/>
                  </a:lnTo>
                  <a:lnTo>
                    <a:pt x="1561433" y="128022"/>
                  </a:lnTo>
                  <a:lnTo>
                    <a:pt x="1603498" y="131471"/>
                  </a:lnTo>
                  <a:lnTo>
                    <a:pt x="1644088" y="134799"/>
                  </a:lnTo>
                  <a:lnTo>
                    <a:pt x="1683301" y="138014"/>
                  </a:lnTo>
                  <a:lnTo>
                    <a:pt x="1721228" y="141124"/>
                  </a:lnTo>
                  <a:lnTo>
                    <a:pt x="1757951" y="144135"/>
                  </a:lnTo>
                  <a:lnTo>
                    <a:pt x="1793544" y="147053"/>
                  </a:lnTo>
                  <a:lnTo>
                    <a:pt x="1828075" y="149885"/>
                  </a:lnTo>
                  <a:lnTo>
                    <a:pt x="1861604" y="152634"/>
                  </a:lnTo>
                  <a:lnTo>
                    <a:pt x="1894189" y="155305"/>
                  </a:lnTo>
                  <a:lnTo>
                    <a:pt x="1925881" y="157904"/>
                  </a:lnTo>
                  <a:lnTo>
                    <a:pt x="1956727" y="160433"/>
                  </a:lnTo>
                  <a:lnTo>
                    <a:pt x="1986773" y="162896"/>
                  </a:lnTo>
                  <a:lnTo>
                    <a:pt x="2016057" y="165297"/>
                  </a:lnTo>
                  <a:lnTo>
                    <a:pt x="2044619" y="167639"/>
                  </a:lnTo>
                  <a:lnTo>
                    <a:pt x="2072492" y="169924"/>
                  </a:lnTo>
                  <a:lnTo>
                    <a:pt x="2099709" y="172156"/>
                  </a:lnTo>
                  <a:lnTo>
                    <a:pt x="2126300" y="174336"/>
                  </a:lnTo>
                  <a:lnTo>
                    <a:pt x="2152294" y="176468"/>
                  </a:lnTo>
                  <a:lnTo>
                    <a:pt x="2177717" y="178552"/>
                  </a:lnTo>
                  <a:lnTo>
                    <a:pt x="2202593" y="180592"/>
                  </a:lnTo>
                  <a:lnTo>
                    <a:pt x="2226945" y="182588"/>
                  </a:lnTo>
                  <a:lnTo>
                    <a:pt x="2250795" y="184544"/>
                  </a:lnTo>
                  <a:lnTo>
                    <a:pt x="2274163" y="186460"/>
                  </a:lnTo>
                  <a:lnTo>
                    <a:pt x="2297068" y="188338"/>
                  </a:lnTo>
                  <a:lnTo>
                    <a:pt x="2319529" y="190179"/>
                  </a:lnTo>
                  <a:lnTo>
                    <a:pt x="2341561" y="191986"/>
                  </a:lnTo>
                  <a:lnTo>
                    <a:pt x="2363182" y="193758"/>
                  </a:lnTo>
                  <a:lnTo>
                    <a:pt x="2384406" y="195499"/>
                  </a:lnTo>
                  <a:lnTo>
                    <a:pt x="2405248" y="197207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472839" y="5659075"/>
              <a:ext cx="2405248" cy="109861"/>
            </a:xfrm>
            <a:custGeom>
              <a:avLst/>
              <a:pathLst>
                <a:path w="2405248" h="109861">
                  <a:moveTo>
                    <a:pt x="0" y="0"/>
                  </a:moveTo>
                  <a:lnTo>
                    <a:pt x="154453" y="7054"/>
                  </a:lnTo>
                  <a:lnTo>
                    <a:pt x="290690" y="13277"/>
                  </a:lnTo>
                  <a:lnTo>
                    <a:pt x="412558" y="18843"/>
                  </a:lnTo>
                  <a:lnTo>
                    <a:pt x="522802" y="23879"/>
                  </a:lnTo>
                  <a:lnTo>
                    <a:pt x="623446" y="28476"/>
                  </a:lnTo>
                  <a:lnTo>
                    <a:pt x="716030" y="32705"/>
                  </a:lnTo>
                  <a:lnTo>
                    <a:pt x="801749" y="36620"/>
                  </a:lnTo>
                  <a:lnTo>
                    <a:pt x="881552" y="40265"/>
                  </a:lnTo>
                  <a:lnTo>
                    <a:pt x="956202" y="43675"/>
                  </a:lnTo>
                  <a:lnTo>
                    <a:pt x="1026325" y="46877"/>
                  </a:lnTo>
                  <a:lnTo>
                    <a:pt x="1092439" y="49897"/>
                  </a:lnTo>
                  <a:lnTo>
                    <a:pt x="1154978" y="52754"/>
                  </a:lnTo>
                  <a:lnTo>
                    <a:pt x="1214308" y="55464"/>
                  </a:lnTo>
                  <a:lnTo>
                    <a:pt x="1270742" y="58041"/>
                  </a:lnTo>
                  <a:lnTo>
                    <a:pt x="1324551" y="60499"/>
                  </a:lnTo>
                  <a:lnTo>
                    <a:pt x="1375968" y="62848"/>
                  </a:lnTo>
                  <a:lnTo>
                    <a:pt x="1425195" y="65096"/>
                  </a:lnTo>
                  <a:lnTo>
                    <a:pt x="1472413" y="67253"/>
                  </a:lnTo>
                  <a:lnTo>
                    <a:pt x="1517779" y="69325"/>
                  </a:lnTo>
                  <a:lnTo>
                    <a:pt x="1561433" y="71319"/>
                  </a:lnTo>
                  <a:lnTo>
                    <a:pt x="1603498" y="73240"/>
                  </a:lnTo>
                  <a:lnTo>
                    <a:pt x="1644088" y="75094"/>
                  </a:lnTo>
                  <a:lnTo>
                    <a:pt x="1683301" y="76885"/>
                  </a:lnTo>
                  <a:lnTo>
                    <a:pt x="1721228" y="78618"/>
                  </a:lnTo>
                  <a:lnTo>
                    <a:pt x="1757951" y="80295"/>
                  </a:lnTo>
                  <a:lnTo>
                    <a:pt x="1793544" y="81921"/>
                  </a:lnTo>
                  <a:lnTo>
                    <a:pt x="1828075" y="83498"/>
                  </a:lnTo>
                  <a:lnTo>
                    <a:pt x="1861604" y="85029"/>
                  </a:lnTo>
                  <a:lnTo>
                    <a:pt x="1894189" y="86518"/>
                  </a:lnTo>
                  <a:lnTo>
                    <a:pt x="1925881" y="87965"/>
                  </a:lnTo>
                  <a:lnTo>
                    <a:pt x="1956727" y="89374"/>
                  </a:lnTo>
                  <a:lnTo>
                    <a:pt x="1986773" y="90746"/>
                  </a:lnTo>
                  <a:lnTo>
                    <a:pt x="2016057" y="92084"/>
                  </a:lnTo>
                  <a:lnTo>
                    <a:pt x="2044619" y="93389"/>
                  </a:lnTo>
                  <a:lnTo>
                    <a:pt x="2072492" y="94662"/>
                  </a:lnTo>
                  <a:lnTo>
                    <a:pt x="2099709" y="95905"/>
                  </a:lnTo>
                  <a:lnTo>
                    <a:pt x="2126300" y="97119"/>
                  </a:lnTo>
                  <a:lnTo>
                    <a:pt x="2152294" y="98307"/>
                  </a:lnTo>
                  <a:lnTo>
                    <a:pt x="2177717" y="99468"/>
                  </a:lnTo>
                  <a:lnTo>
                    <a:pt x="2202593" y="100604"/>
                  </a:lnTo>
                  <a:lnTo>
                    <a:pt x="2226945" y="101716"/>
                  </a:lnTo>
                  <a:lnTo>
                    <a:pt x="2250795" y="102806"/>
                  </a:lnTo>
                  <a:lnTo>
                    <a:pt x="2274163" y="103873"/>
                  </a:lnTo>
                  <a:lnTo>
                    <a:pt x="2297068" y="104919"/>
                  </a:lnTo>
                  <a:lnTo>
                    <a:pt x="2319529" y="105945"/>
                  </a:lnTo>
                  <a:lnTo>
                    <a:pt x="2341561" y="106952"/>
                  </a:lnTo>
                  <a:lnTo>
                    <a:pt x="2363182" y="107939"/>
                  </a:lnTo>
                  <a:lnTo>
                    <a:pt x="2384406" y="108909"/>
                  </a:lnTo>
                  <a:lnTo>
                    <a:pt x="2405248" y="10986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rc485"/>
            <p:cNvSpPr/>
            <p:nvPr/>
          </p:nvSpPr>
          <p:spPr>
            <a:xfrm>
              <a:off x="1310032" y="4806163"/>
              <a:ext cx="2746729" cy="1538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1310032" y="4806163"/>
              <a:ext cx="0" cy="1538730"/>
            </a:xfrm>
            <a:custGeom>
              <a:avLst/>
              <a:pathLst>
                <a:path w="0" h="1538730">
                  <a:moveTo>
                    <a:pt x="0" y="1538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620292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577472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40466" y="534652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1" name="tx490"/>
            <p:cNvSpPr/>
            <p:nvPr/>
          </p:nvSpPr>
          <p:spPr>
            <a:xfrm rot="-5400000">
              <a:off x="1140466" y="491832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2" name="pl491"/>
            <p:cNvSpPr/>
            <p:nvPr/>
          </p:nvSpPr>
          <p:spPr>
            <a:xfrm>
              <a:off x="1281564" y="62393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58111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281564" y="538296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281564" y="49547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310032" y="634489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472839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274588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076338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3878087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tx500"/>
            <p:cNvSpPr/>
            <p:nvPr/>
          </p:nvSpPr>
          <p:spPr>
            <a:xfrm>
              <a:off x="1444584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2246333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048083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3849832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2422335" y="6553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6" name="tx505"/>
            <p:cNvSpPr/>
            <p:nvPr/>
          </p:nvSpPr>
          <p:spPr>
            <a:xfrm>
              <a:off x="1310032" y="4629623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7" name="rc506"/>
            <p:cNvSpPr/>
            <p:nvPr/>
          </p:nvSpPr>
          <p:spPr>
            <a:xfrm>
              <a:off x="4186450" y="4806163"/>
              <a:ext cx="2746729" cy="1538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340407" y="568282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287005" y="56024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00014" y="566542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375430" y="60005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318871" y="59596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08299" y="59124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283228" y="54095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323917" y="57057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283486" y="593771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334188" y="55729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166845" y="62468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119549" y="583983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161152" y="56111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78347" y="60981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076163" y="575322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31729" y="53357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172573" y="57913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81385" y="58631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14092" y="55887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50813" y="59622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61437" y="55271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105278" y="59207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60481" y="54947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40634" y="51175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094123" y="54113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46963" y="546382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61669" y="559362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81698" y="589774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974342" y="565429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937514" y="57160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969491" y="59393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52648" y="546416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876348" y="571801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89045" y="548712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24872" y="49975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62993" y="57808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65044" y="559098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81277" y="484803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79775" y="559603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68485" y="57184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03191" y="54610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77027" y="53858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39829" y="52425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66319" y="58241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971343" y="58574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39333" y="60752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38510" y="56433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01054" y="555795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716837" y="560709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713743" y="57446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706130" y="582585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693872" y="58651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773768" y="565229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691681" y="55829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701916" y="58225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703757" y="550944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68133" y="590299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737892" y="57384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88739" y="56569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742508" y="575074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83195" y="57045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68045" y="60306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80255" y="57277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769004" y="57461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92156" y="562222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84410" y="56519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85095" y="604930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718481" y="56149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44630" y="549195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746088" y="55228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761750" y="58527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741309" y="592780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347317" y="5721205"/>
              <a:ext cx="2421834" cy="5235"/>
            </a:xfrm>
            <a:custGeom>
              <a:avLst/>
              <a:pathLst>
                <a:path w="2421834" h="5235">
                  <a:moveTo>
                    <a:pt x="0" y="0"/>
                  </a:moveTo>
                  <a:lnTo>
                    <a:pt x="155518" y="336"/>
                  </a:lnTo>
                  <a:lnTo>
                    <a:pt x="292694" y="632"/>
                  </a:lnTo>
                  <a:lnTo>
                    <a:pt x="415403" y="897"/>
                  </a:lnTo>
                  <a:lnTo>
                    <a:pt x="526407" y="1137"/>
                  </a:lnTo>
                  <a:lnTo>
                    <a:pt x="627745" y="1357"/>
                  </a:lnTo>
                  <a:lnTo>
                    <a:pt x="720967" y="1558"/>
                  </a:lnTo>
                  <a:lnTo>
                    <a:pt x="807278" y="1745"/>
                  </a:lnTo>
                  <a:lnTo>
                    <a:pt x="887631" y="1918"/>
                  </a:lnTo>
                  <a:lnTo>
                    <a:pt x="962796" y="2081"/>
                  </a:lnTo>
                  <a:lnTo>
                    <a:pt x="1033403" y="2233"/>
                  </a:lnTo>
                  <a:lnTo>
                    <a:pt x="1099973" y="2377"/>
                  </a:lnTo>
                  <a:lnTo>
                    <a:pt x="1162943" y="2513"/>
                  </a:lnTo>
                  <a:lnTo>
                    <a:pt x="1222682" y="2643"/>
                  </a:lnTo>
                  <a:lnTo>
                    <a:pt x="1279505" y="2765"/>
                  </a:lnTo>
                  <a:lnTo>
                    <a:pt x="1333685" y="2883"/>
                  </a:lnTo>
                  <a:lnTo>
                    <a:pt x="1385456" y="2994"/>
                  </a:lnTo>
                  <a:lnTo>
                    <a:pt x="1435024" y="3102"/>
                  </a:lnTo>
                  <a:lnTo>
                    <a:pt x="1482567" y="3204"/>
                  </a:lnTo>
                  <a:lnTo>
                    <a:pt x="1528246" y="3303"/>
                  </a:lnTo>
                  <a:lnTo>
                    <a:pt x="1572200" y="3398"/>
                  </a:lnTo>
                  <a:lnTo>
                    <a:pt x="1614556" y="3490"/>
                  </a:lnTo>
                  <a:lnTo>
                    <a:pt x="1655425" y="3578"/>
                  </a:lnTo>
                  <a:lnTo>
                    <a:pt x="1694909" y="3663"/>
                  </a:lnTo>
                  <a:lnTo>
                    <a:pt x="1733098" y="3746"/>
                  </a:lnTo>
                  <a:lnTo>
                    <a:pt x="1770074" y="3826"/>
                  </a:lnTo>
                  <a:lnTo>
                    <a:pt x="1805913" y="3903"/>
                  </a:lnTo>
                  <a:lnTo>
                    <a:pt x="1840681" y="3979"/>
                  </a:lnTo>
                  <a:lnTo>
                    <a:pt x="1874442" y="4051"/>
                  </a:lnTo>
                  <a:lnTo>
                    <a:pt x="1907251" y="4122"/>
                  </a:lnTo>
                  <a:lnTo>
                    <a:pt x="1939161" y="4191"/>
                  </a:lnTo>
                  <a:lnTo>
                    <a:pt x="1970221" y="4259"/>
                  </a:lnTo>
                  <a:lnTo>
                    <a:pt x="2000473" y="4324"/>
                  </a:lnTo>
                  <a:lnTo>
                    <a:pt x="2029960" y="4388"/>
                  </a:lnTo>
                  <a:lnTo>
                    <a:pt x="2058718" y="4450"/>
                  </a:lnTo>
                  <a:lnTo>
                    <a:pt x="2086784" y="4511"/>
                  </a:lnTo>
                  <a:lnTo>
                    <a:pt x="2114189" y="4570"/>
                  </a:lnTo>
                  <a:lnTo>
                    <a:pt x="2140963" y="4628"/>
                  </a:lnTo>
                  <a:lnTo>
                    <a:pt x="2167137" y="4684"/>
                  </a:lnTo>
                  <a:lnTo>
                    <a:pt x="2192735" y="4740"/>
                  </a:lnTo>
                  <a:lnTo>
                    <a:pt x="2217782" y="4794"/>
                  </a:lnTo>
                  <a:lnTo>
                    <a:pt x="2242302" y="4847"/>
                  </a:lnTo>
                  <a:lnTo>
                    <a:pt x="2266316" y="4899"/>
                  </a:lnTo>
                  <a:lnTo>
                    <a:pt x="2289845" y="4949"/>
                  </a:lnTo>
                  <a:lnTo>
                    <a:pt x="2312909" y="4999"/>
                  </a:lnTo>
                  <a:lnTo>
                    <a:pt x="2335524" y="5048"/>
                  </a:lnTo>
                  <a:lnTo>
                    <a:pt x="2357709" y="5096"/>
                  </a:lnTo>
                  <a:lnTo>
                    <a:pt x="2379479" y="5143"/>
                  </a:lnTo>
                  <a:lnTo>
                    <a:pt x="2400849" y="5189"/>
                  </a:lnTo>
                  <a:lnTo>
                    <a:pt x="2421834" y="523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347317" y="5483665"/>
              <a:ext cx="2421834" cy="110899"/>
            </a:xfrm>
            <a:custGeom>
              <a:avLst/>
              <a:pathLst>
                <a:path w="2421834" h="110899">
                  <a:moveTo>
                    <a:pt x="0" y="0"/>
                  </a:moveTo>
                  <a:lnTo>
                    <a:pt x="155518" y="7121"/>
                  </a:lnTo>
                  <a:lnTo>
                    <a:pt x="292694" y="13402"/>
                  </a:lnTo>
                  <a:lnTo>
                    <a:pt x="415403" y="19022"/>
                  </a:lnTo>
                  <a:lnTo>
                    <a:pt x="526407" y="24105"/>
                  </a:lnTo>
                  <a:lnTo>
                    <a:pt x="627745" y="28745"/>
                  </a:lnTo>
                  <a:lnTo>
                    <a:pt x="720967" y="33014"/>
                  </a:lnTo>
                  <a:lnTo>
                    <a:pt x="807278" y="36966"/>
                  </a:lnTo>
                  <a:lnTo>
                    <a:pt x="887631" y="40646"/>
                  </a:lnTo>
                  <a:lnTo>
                    <a:pt x="962796" y="44087"/>
                  </a:lnTo>
                  <a:lnTo>
                    <a:pt x="1033403" y="47321"/>
                  </a:lnTo>
                  <a:lnTo>
                    <a:pt x="1099973" y="50369"/>
                  </a:lnTo>
                  <a:lnTo>
                    <a:pt x="1162943" y="53253"/>
                  </a:lnTo>
                  <a:lnTo>
                    <a:pt x="1222682" y="55988"/>
                  </a:lnTo>
                  <a:lnTo>
                    <a:pt x="1279505" y="58590"/>
                  </a:lnTo>
                  <a:lnTo>
                    <a:pt x="1333685" y="61071"/>
                  </a:lnTo>
                  <a:lnTo>
                    <a:pt x="1385456" y="63442"/>
                  </a:lnTo>
                  <a:lnTo>
                    <a:pt x="1435024" y="65712"/>
                  </a:lnTo>
                  <a:lnTo>
                    <a:pt x="1482567" y="67889"/>
                  </a:lnTo>
                  <a:lnTo>
                    <a:pt x="1528246" y="69980"/>
                  </a:lnTo>
                  <a:lnTo>
                    <a:pt x="1572200" y="71993"/>
                  </a:lnTo>
                  <a:lnTo>
                    <a:pt x="1614556" y="73933"/>
                  </a:lnTo>
                  <a:lnTo>
                    <a:pt x="1655425" y="75804"/>
                  </a:lnTo>
                  <a:lnTo>
                    <a:pt x="1694909" y="77612"/>
                  </a:lnTo>
                  <a:lnTo>
                    <a:pt x="1733098" y="79361"/>
                  </a:lnTo>
                  <a:lnTo>
                    <a:pt x="1770074" y="81054"/>
                  </a:lnTo>
                  <a:lnTo>
                    <a:pt x="1805913" y="82695"/>
                  </a:lnTo>
                  <a:lnTo>
                    <a:pt x="1840681" y="84287"/>
                  </a:lnTo>
                  <a:lnTo>
                    <a:pt x="1874442" y="85833"/>
                  </a:lnTo>
                  <a:lnTo>
                    <a:pt x="1907251" y="87336"/>
                  </a:lnTo>
                  <a:lnTo>
                    <a:pt x="1939161" y="88797"/>
                  </a:lnTo>
                  <a:lnTo>
                    <a:pt x="1970221" y="90219"/>
                  </a:lnTo>
                  <a:lnTo>
                    <a:pt x="2000473" y="91604"/>
                  </a:lnTo>
                  <a:lnTo>
                    <a:pt x="2029960" y="92955"/>
                  </a:lnTo>
                  <a:lnTo>
                    <a:pt x="2058718" y="94272"/>
                  </a:lnTo>
                  <a:lnTo>
                    <a:pt x="2086784" y="95557"/>
                  </a:lnTo>
                  <a:lnTo>
                    <a:pt x="2114189" y="96812"/>
                  </a:lnTo>
                  <a:lnTo>
                    <a:pt x="2140963" y="98038"/>
                  </a:lnTo>
                  <a:lnTo>
                    <a:pt x="2167137" y="99236"/>
                  </a:lnTo>
                  <a:lnTo>
                    <a:pt x="2192735" y="100408"/>
                  </a:lnTo>
                  <a:lnTo>
                    <a:pt x="2217782" y="101555"/>
                  </a:lnTo>
                  <a:lnTo>
                    <a:pt x="2242302" y="102678"/>
                  </a:lnTo>
                  <a:lnTo>
                    <a:pt x="2266316" y="103778"/>
                  </a:lnTo>
                  <a:lnTo>
                    <a:pt x="2289845" y="104855"/>
                  </a:lnTo>
                  <a:lnTo>
                    <a:pt x="2312909" y="105911"/>
                  </a:lnTo>
                  <a:lnTo>
                    <a:pt x="2335524" y="106947"/>
                  </a:lnTo>
                  <a:lnTo>
                    <a:pt x="2357709" y="107963"/>
                  </a:lnTo>
                  <a:lnTo>
                    <a:pt x="2379479" y="108960"/>
                  </a:lnTo>
                  <a:lnTo>
                    <a:pt x="2400849" y="109938"/>
                  </a:lnTo>
                  <a:lnTo>
                    <a:pt x="2421834" y="110899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347317" y="5668852"/>
              <a:ext cx="2421834" cy="134023"/>
            </a:xfrm>
            <a:custGeom>
              <a:avLst/>
              <a:pathLst>
                <a:path w="2421834" h="134023">
                  <a:moveTo>
                    <a:pt x="0" y="0"/>
                  </a:moveTo>
                  <a:lnTo>
                    <a:pt x="155518" y="8606"/>
                  </a:lnTo>
                  <a:lnTo>
                    <a:pt x="292694" y="16197"/>
                  </a:lnTo>
                  <a:lnTo>
                    <a:pt x="415403" y="22988"/>
                  </a:lnTo>
                  <a:lnTo>
                    <a:pt x="526407" y="29131"/>
                  </a:lnTo>
                  <a:lnTo>
                    <a:pt x="627745" y="34739"/>
                  </a:lnTo>
                  <a:lnTo>
                    <a:pt x="720967" y="39898"/>
                  </a:lnTo>
                  <a:lnTo>
                    <a:pt x="807278" y="44674"/>
                  </a:lnTo>
                  <a:lnTo>
                    <a:pt x="887631" y="49121"/>
                  </a:lnTo>
                  <a:lnTo>
                    <a:pt x="962796" y="53280"/>
                  </a:lnTo>
                  <a:lnTo>
                    <a:pt x="1033403" y="57188"/>
                  </a:lnTo>
                  <a:lnTo>
                    <a:pt x="1099973" y="60872"/>
                  </a:lnTo>
                  <a:lnTo>
                    <a:pt x="1162943" y="64356"/>
                  </a:lnTo>
                  <a:lnTo>
                    <a:pt x="1222682" y="67662"/>
                  </a:lnTo>
                  <a:lnTo>
                    <a:pt x="1279505" y="70807"/>
                  </a:lnTo>
                  <a:lnTo>
                    <a:pt x="1333685" y="73805"/>
                  </a:lnTo>
                  <a:lnTo>
                    <a:pt x="1385456" y="76670"/>
                  </a:lnTo>
                  <a:lnTo>
                    <a:pt x="1435024" y="79413"/>
                  </a:lnTo>
                  <a:lnTo>
                    <a:pt x="1482567" y="82044"/>
                  </a:lnTo>
                  <a:lnTo>
                    <a:pt x="1528246" y="84572"/>
                  </a:lnTo>
                  <a:lnTo>
                    <a:pt x="1572200" y="87005"/>
                  </a:lnTo>
                  <a:lnTo>
                    <a:pt x="1614556" y="89348"/>
                  </a:lnTo>
                  <a:lnTo>
                    <a:pt x="1655425" y="91610"/>
                  </a:lnTo>
                  <a:lnTo>
                    <a:pt x="1694909" y="93795"/>
                  </a:lnTo>
                  <a:lnTo>
                    <a:pt x="1733098" y="95909"/>
                  </a:lnTo>
                  <a:lnTo>
                    <a:pt x="1770074" y="97955"/>
                  </a:lnTo>
                  <a:lnTo>
                    <a:pt x="1805913" y="99938"/>
                  </a:lnTo>
                  <a:lnTo>
                    <a:pt x="1840681" y="101862"/>
                  </a:lnTo>
                  <a:lnTo>
                    <a:pt x="1874442" y="103730"/>
                  </a:lnTo>
                  <a:lnTo>
                    <a:pt x="1907251" y="105546"/>
                  </a:lnTo>
                  <a:lnTo>
                    <a:pt x="1939161" y="107312"/>
                  </a:lnTo>
                  <a:lnTo>
                    <a:pt x="1970221" y="109031"/>
                  </a:lnTo>
                  <a:lnTo>
                    <a:pt x="2000473" y="110705"/>
                  </a:lnTo>
                  <a:lnTo>
                    <a:pt x="2029960" y="112337"/>
                  </a:lnTo>
                  <a:lnTo>
                    <a:pt x="2058718" y="113928"/>
                  </a:lnTo>
                  <a:lnTo>
                    <a:pt x="2086784" y="115481"/>
                  </a:lnTo>
                  <a:lnTo>
                    <a:pt x="2114189" y="116998"/>
                  </a:lnTo>
                  <a:lnTo>
                    <a:pt x="2140963" y="118480"/>
                  </a:lnTo>
                  <a:lnTo>
                    <a:pt x="2167137" y="119928"/>
                  </a:lnTo>
                  <a:lnTo>
                    <a:pt x="2192735" y="121345"/>
                  </a:lnTo>
                  <a:lnTo>
                    <a:pt x="2217782" y="122731"/>
                  </a:lnTo>
                  <a:lnTo>
                    <a:pt x="2242302" y="124088"/>
                  </a:lnTo>
                  <a:lnTo>
                    <a:pt x="2266316" y="125417"/>
                  </a:lnTo>
                  <a:lnTo>
                    <a:pt x="2289845" y="126719"/>
                  </a:lnTo>
                  <a:lnTo>
                    <a:pt x="2312909" y="127995"/>
                  </a:lnTo>
                  <a:lnTo>
                    <a:pt x="2335524" y="129247"/>
                  </a:lnTo>
                  <a:lnTo>
                    <a:pt x="2357709" y="130474"/>
                  </a:lnTo>
                  <a:lnTo>
                    <a:pt x="2379479" y="131679"/>
                  </a:lnTo>
                  <a:lnTo>
                    <a:pt x="2400849" y="132862"/>
                  </a:lnTo>
                  <a:lnTo>
                    <a:pt x="2421834" y="13402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347317" y="5842245"/>
              <a:ext cx="2421834" cy="122296"/>
            </a:xfrm>
            <a:custGeom>
              <a:avLst/>
              <a:pathLst>
                <a:path w="2421834" h="122296">
                  <a:moveTo>
                    <a:pt x="0" y="0"/>
                  </a:moveTo>
                  <a:lnTo>
                    <a:pt x="155518" y="7853"/>
                  </a:lnTo>
                  <a:lnTo>
                    <a:pt x="292694" y="14780"/>
                  </a:lnTo>
                  <a:lnTo>
                    <a:pt x="415403" y="20976"/>
                  </a:lnTo>
                  <a:lnTo>
                    <a:pt x="526407" y="26582"/>
                  </a:lnTo>
                  <a:lnTo>
                    <a:pt x="627745" y="31699"/>
                  </a:lnTo>
                  <a:lnTo>
                    <a:pt x="720967" y="36407"/>
                  </a:lnTo>
                  <a:lnTo>
                    <a:pt x="807278" y="40765"/>
                  </a:lnTo>
                  <a:lnTo>
                    <a:pt x="887631" y="44823"/>
                  </a:lnTo>
                  <a:lnTo>
                    <a:pt x="962796" y="48618"/>
                  </a:lnTo>
                  <a:lnTo>
                    <a:pt x="1033403" y="52184"/>
                  </a:lnTo>
                  <a:lnTo>
                    <a:pt x="1099973" y="55545"/>
                  </a:lnTo>
                  <a:lnTo>
                    <a:pt x="1162943" y="58725"/>
                  </a:lnTo>
                  <a:lnTo>
                    <a:pt x="1222682" y="61742"/>
                  </a:lnTo>
                  <a:lnTo>
                    <a:pt x="1279505" y="64611"/>
                  </a:lnTo>
                  <a:lnTo>
                    <a:pt x="1333685" y="67347"/>
                  </a:lnTo>
                  <a:lnTo>
                    <a:pt x="1385456" y="69961"/>
                  </a:lnTo>
                  <a:lnTo>
                    <a:pt x="1435024" y="72465"/>
                  </a:lnTo>
                  <a:lnTo>
                    <a:pt x="1482567" y="74865"/>
                  </a:lnTo>
                  <a:lnTo>
                    <a:pt x="1528246" y="77172"/>
                  </a:lnTo>
                  <a:lnTo>
                    <a:pt x="1572200" y="79392"/>
                  </a:lnTo>
                  <a:lnTo>
                    <a:pt x="1614556" y="81530"/>
                  </a:lnTo>
                  <a:lnTo>
                    <a:pt x="1655425" y="83594"/>
                  </a:lnTo>
                  <a:lnTo>
                    <a:pt x="1694909" y="85588"/>
                  </a:lnTo>
                  <a:lnTo>
                    <a:pt x="1733098" y="87516"/>
                  </a:lnTo>
                  <a:lnTo>
                    <a:pt x="1770074" y="89384"/>
                  </a:lnTo>
                  <a:lnTo>
                    <a:pt x="1805913" y="91193"/>
                  </a:lnTo>
                  <a:lnTo>
                    <a:pt x="1840681" y="92949"/>
                  </a:lnTo>
                  <a:lnTo>
                    <a:pt x="1874442" y="94654"/>
                  </a:lnTo>
                  <a:lnTo>
                    <a:pt x="1907251" y="96311"/>
                  </a:lnTo>
                  <a:lnTo>
                    <a:pt x="1939161" y="97922"/>
                  </a:lnTo>
                  <a:lnTo>
                    <a:pt x="1970221" y="99491"/>
                  </a:lnTo>
                  <a:lnTo>
                    <a:pt x="2000473" y="101018"/>
                  </a:lnTo>
                  <a:lnTo>
                    <a:pt x="2029960" y="102507"/>
                  </a:lnTo>
                  <a:lnTo>
                    <a:pt x="2058718" y="103959"/>
                  </a:lnTo>
                  <a:lnTo>
                    <a:pt x="2086784" y="105377"/>
                  </a:lnTo>
                  <a:lnTo>
                    <a:pt x="2114189" y="106761"/>
                  </a:lnTo>
                  <a:lnTo>
                    <a:pt x="2140963" y="108113"/>
                  </a:lnTo>
                  <a:lnTo>
                    <a:pt x="2167137" y="109434"/>
                  </a:lnTo>
                  <a:lnTo>
                    <a:pt x="2192735" y="110727"/>
                  </a:lnTo>
                  <a:lnTo>
                    <a:pt x="2217782" y="111992"/>
                  </a:lnTo>
                  <a:lnTo>
                    <a:pt x="2242302" y="113230"/>
                  </a:lnTo>
                  <a:lnTo>
                    <a:pt x="2266316" y="114443"/>
                  </a:lnTo>
                  <a:lnTo>
                    <a:pt x="2289845" y="115631"/>
                  </a:lnTo>
                  <a:lnTo>
                    <a:pt x="2312909" y="116795"/>
                  </a:lnTo>
                  <a:lnTo>
                    <a:pt x="2335524" y="117937"/>
                  </a:lnTo>
                  <a:lnTo>
                    <a:pt x="2357709" y="119058"/>
                  </a:lnTo>
                  <a:lnTo>
                    <a:pt x="2379479" y="120157"/>
                  </a:lnTo>
                  <a:lnTo>
                    <a:pt x="2400849" y="121236"/>
                  </a:lnTo>
                  <a:lnTo>
                    <a:pt x="2421834" y="122296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347317" y="5677423"/>
              <a:ext cx="2421834" cy="42077"/>
            </a:xfrm>
            <a:custGeom>
              <a:avLst/>
              <a:pathLst>
                <a:path w="2421834" h="42077">
                  <a:moveTo>
                    <a:pt x="0" y="0"/>
                  </a:moveTo>
                  <a:lnTo>
                    <a:pt x="155518" y="2701"/>
                  </a:lnTo>
                  <a:lnTo>
                    <a:pt x="292694" y="5085"/>
                  </a:lnTo>
                  <a:lnTo>
                    <a:pt x="415403" y="7217"/>
                  </a:lnTo>
                  <a:lnTo>
                    <a:pt x="526407" y="9145"/>
                  </a:lnTo>
                  <a:lnTo>
                    <a:pt x="627745" y="10906"/>
                  </a:lnTo>
                  <a:lnTo>
                    <a:pt x="720967" y="12526"/>
                  </a:lnTo>
                  <a:lnTo>
                    <a:pt x="807278" y="14025"/>
                  </a:lnTo>
                  <a:lnTo>
                    <a:pt x="887631" y="15421"/>
                  </a:lnTo>
                  <a:lnTo>
                    <a:pt x="962796" y="16727"/>
                  </a:lnTo>
                  <a:lnTo>
                    <a:pt x="1033403" y="17954"/>
                  </a:lnTo>
                  <a:lnTo>
                    <a:pt x="1099973" y="19111"/>
                  </a:lnTo>
                  <a:lnTo>
                    <a:pt x="1162943" y="20205"/>
                  </a:lnTo>
                  <a:lnTo>
                    <a:pt x="1222682" y="21242"/>
                  </a:lnTo>
                  <a:lnTo>
                    <a:pt x="1279505" y="22230"/>
                  </a:lnTo>
                  <a:lnTo>
                    <a:pt x="1333685" y="23171"/>
                  </a:lnTo>
                  <a:lnTo>
                    <a:pt x="1385456" y="24071"/>
                  </a:lnTo>
                  <a:lnTo>
                    <a:pt x="1435024" y="24932"/>
                  </a:lnTo>
                  <a:lnTo>
                    <a:pt x="1482567" y="25758"/>
                  </a:lnTo>
                  <a:lnTo>
                    <a:pt x="1528246" y="26551"/>
                  </a:lnTo>
                  <a:lnTo>
                    <a:pt x="1572200" y="27315"/>
                  </a:lnTo>
                  <a:lnTo>
                    <a:pt x="1614556" y="28051"/>
                  </a:lnTo>
                  <a:lnTo>
                    <a:pt x="1655425" y="28761"/>
                  </a:lnTo>
                  <a:lnTo>
                    <a:pt x="1694909" y="29447"/>
                  </a:lnTo>
                  <a:lnTo>
                    <a:pt x="1733098" y="30110"/>
                  </a:lnTo>
                  <a:lnTo>
                    <a:pt x="1770074" y="30753"/>
                  </a:lnTo>
                  <a:lnTo>
                    <a:pt x="1805913" y="31376"/>
                  </a:lnTo>
                  <a:lnTo>
                    <a:pt x="1840681" y="31980"/>
                  </a:lnTo>
                  <a:lnTo>
                    <a:pt x="1874442" y="32566"/>
                  </a:lnTo>
                  <a:lnTo>
                    <a:pt x="1907251" y="33136"/>
                  </a:lnTo>
                  <a:lnTo>
                    <a:pt x="1939161" y="33691"/>
                  </a:lnTo>
                  <a:lnTo>
                    <a:pt x="1970221" y="34230"/>
                  </a:lnTo>
                  <a:lnTo>
                    <a:pt x="2000473" y="34756"/>
                  </a:lnTo>
                  <a:lnTo>
                    <a:pt x="2029960" y="35268"/>
                  </a:lnTo>
                  <a:lnTo>
                    <a:pt x="2058718" y="35768"/>
                  </a:lnTo>
                  <a:lnTo>
                    <a:pt x="2086784" y="36255"/>
                  </a:lnTo>
                  <a:lnTo>
                    <a:pt x="2114189" y="36732"/>
                  </a:lnTo>
                  <a:lnTo>
                    <a:pt x="2140963" y="37197"/>
                  </a:lnTo>
                  <a:lnTo>
                    <a:pt x="2167137" y="37651"/>
                  </a:lnTo>
                  <a:lnTo>
                    <a:pt x="2192735" y="38096"/>
                  </a:lnTo>
                  <a:lnTo>
                    <a:pt x="2217782" y="38531"/>
                  </a:lnTo>
                  <a:lnTo>
                    <a:pt x="2242302" y="38957"/>
                  </a:lnTo>
                  <a:lnTo>
                    <a:pt x="2266316" y="39375"/>
                  </a:lnTo>
                  <a:lnTo>
                    <a:pt x="2289845" y="39783"/>
                  </a:lnTo>
                  <a:lnTo>
                    <a:pt x="2312909" y="40184"/>
                  </a:lnTo>
                  <a:lnTo>
                    <a:pt x="2335524" y="40577"/>
                  </a:lnTo>
                  <a:lnTo>
                    <a:pt x="2357709" y="40963"/>
                  </a:lnTo>
                  <a:lnTo>
                    <a:pt x="2379479" y="41341"/>
                  </a:lnTo>
                  <a:lnTo>
                    <a:pt x="2400849" y="41712"/>
                  </a:lnTo>
                  <a:lnTo>
                    <a:pt x="2421834" y="42077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347317" y="5591020"/>
              <a:ext cx="2421834" cy="193705"/>
            </a:xfrm>
            <a:custGeom>
              <a:avLst/>
              <a:pathLst>
                <a:path w="2421834" h="193705">
                  <a:moveTo>
                    <a:pt x="0" y="193705"/>
                  </a:moveTo>
                  <a:lnTo>
                    <a:pt x="155518" y="181266"/>
                  </a:lnTo>
                  <a:lnTo>
                    <a:pt x="292694" y="170295"/>
                  </a:lnTo>
                  <a:lnTo>
                    <a:pt x="415403" y="160480"/>
                  </a:lnTo>
                  <a:lnTo>
                    <a:pt x="526407" y="151602"/>
                  </a:lnTo>
                  <a:lnTo>
                    <a:pt x="627745" y="143496"/>
                  </a:lnTo>
                  <a:lnTo>
                    <a:pt x="720967" y="136040"/>
                  </a:lnTo>
                  <a:lnTo>
                    <a:pt x="807278" y="129137"/>
                  </a:lnTo>
                  <a:lnTo>
                    <a:pt x="887631" y="122710"/>
                  </a:lnTo>
                  <a:lnTo>
                    <a:pt x="962796" y="116698"/>
                  </a:lnTo>
                  <a:lnTo>
                    <a:pt x="1033403" y="111051"/>
                  </a:lnTo>
                  <a:lnTo>
                    <a:pt x="1099973" y="105726"/>
                  </a:lnTo>
                  <a:lnTo>
                    <a:pt x="1162943" y="100690"/>
                  </a:lnTo>
                  <a:lnTo>
                    <a:pt x="1222682" y="95911"/>
                  </a:lnTo>
                  <a:lnTo>
                    <a:pt x="1279505" y="91366"/>
                  </a:lnTo>
                  <a:lnTo>
                    <a:pt x="1333685" y="87033"/>
                  </a:lnTo>
                  <a:lnTo>
                    <a:pt x="1385456" y="82892"/>
                  </a:lnTo>
                  <a:lnTo>
                    <a:pt x="1435024" y="78928"/>
                  </a:lnTo>
                  <a:lnTo>
                    <a:pt x="1482567" y="75125"/>
                  </a:lnTo>
                  <a:lnTo>
                    <a:pt x="1528246" y="71471"/>
                  </a:lnTo>
                  <a:lnTo>
                    <a:pt x="1572200" y="67956"/>
                  </a:lnTo>
                  <a:lnTo>
                    <a:pt x="1614556" y="64568"/>
                  </a:lnTo>
                  <a:lnTo>
                    <a:pt x="1655425" y="61299"/>
                  </a:lnTo>
                  <a:lnTo>
                    <a:pt x="1694909" y="58141"/>
                  </a:lnTo>
                  <a:lnTo>
                    <a:pt x="1733098" y="55087"/>
                  </a:lnTo>
                  <a:lnTo>
                    <a:pt x="1770074" y="52129"/>
                  </a:lnTo>
                  <a:lnTo>
                    <a:pt x="1805913" y="49263"/>
                  </a:lnTo>
                  <a:lnTo>
                    <a:pt x="1840681" y="46482"/>
                  </a:lnTo>
                  <a:lnTo>
                    <a:pt x="1874442" y="43782"/>
                  </a:lnTo>
                  <a:lnTo>
                    <a:pt x="1907251" y="41157"/>
                  </a:lnTo>
                  <a:lnTo>
                    <a:pt x="1939161" y="38605"/>
                  </a:lnTo>
                  <a:lnTo>
                    <a:pt x="1970221" y="36121"/>
                  </a:lnTo>
                  <a:lnTo>
                    <a:pt x="2000473" y="33701"/>
                  </a:lnTo>
                  <a:lnTo>
                    <a:pt x="2029960" y="31343"/>
                  </a:lnTo>
                  <a:lnTo>
                    <a:pt x="2058718" y="29043"/>
                  </a:lnTo>
                  <a:lnTo>
                    <a:pt x="2086784" y="26798"/>
                  </a:lnTo>
                  <a:lnTo>
                    <a:pt x="2114189" y="24606"/>
                  </a:lnTo>
                  <a:lnTo>
                    <a:pt x="2140963" y="22464"/>
                  </a:lnTo>
                  <a:lnTo>
                    <a:pt x="2167137" y="20371"/>
                  </a:lnTo>
                  <a:lnTo>
                    <a:pt x="2192735" y="18324"/>
                  </a:lnTo>
                  <a:lnTo>
                    <a:pt x="2217782" y="16320"/>
                  </a:lnTo>
                  <a:lnTo>
                    <a:pt x="2242302" y="14359"/>
                  </a:lnTo>
                  <a:lnTo>
                    <a:pt x="2266316" y="12438"/>
                  </a:lnTo>
                  <a:lnTo>
                    <a:pt x="2289845" y="10556"/>
                  </a:lnTo>
                  <a:lnTo>
                    <a:pt x="2312909" y="8712"/>
                  </a:lnTo>
                  <a:lnTo>
                    <a:pt x="2335524" y="6903"/>
                  </a:lnTo>
                  <a:lnTo>
                    <a:pt x="2357709" y="5128"/>
                  </a:lnTo>
                  <a:lnTo>
                    <a:pt x="2379479" y="3387"/>
                  </a:lnTo>
                  <a:lnTo>
                    <a:pt x="2400849" y="1678"/>
                  </a:lnTo>
                  <a:lnTo>
                    <a:pt x="2421834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347317" y="5313655"/>
              <a:ext cx="2421834" cy="235483"/>
            </a:xfrm>
            <a:custGeom>
              <a:avLst/>
              <a:pathLst>
                <a:path w="2421834" h="235483">
                  <a:moveTo>
                    <a:pt x="0" y="0"/>
                  </a:moveTo>
                  <a:lnTo>
                    <a:pt x="155518" y="15121"/>
                  </a:lnTo>
                  <a:lnTo>
                    <a:pt x="292694" y="28459"/>
                  </a:lnTo>
                  <a:lnTo>
                    <a:pt x="415403" y="40391"/>
                  </a:lnTo>
                  <a:lnTo>
                    <a:pt x="526407" y="51184"/>
                  </a:lnTo>
                  <a:lnTo>
                    <a:pt x="627745" y="61037"/>
                  </a:lnTo>
                  <a:lnTo>
                    <a:pt x="720967" y="70102"/>
                  </a:lnTo>
                  <a:lnTo>
                    <a:pt x="807278" y="78494"/>
                  </a:lnTo>
                  <a:lnTo>
                    <a:pt x="887631" y="86307"/>
                  </a:lnTo>
                  <a:lnTo>
                    <a:pt x="962796" y="93616"/>
                  </a:lnTo>
                  <a:lnTo>
                    <a:pt x="1033403" y="100481"/>
                  </a:lnTo>
                  <a:lnTo>
                    <a:pt x="1099973" y="106954"/>
                  </a:lnTo>
                  <a:lnTo>
                    <a:pt x="1162943" y="113076"/>
                  </a:lnTo>
                  <a:lnTo>
                    <a:pt x="1222682" y="118885"/>
                  </a:lnTo>
                  <a:lnTo>
                    <a:pt x="1279505" y="124410"/>
                  </a:lnTo>
                  <a:lnTo>
                    <a:pt x="1333685" y="129678"/>
                  </a:lnTo>
                  <a:lnTo>
                    <a:pt x="1385456" y="134712"/>
                  </a:lnTo>
                  <a:lnTo>
                    <a:pt x="1435024" y="139532"/>
                  </a:lnTo>
                  <a:lnTo>
                    <a:pt x="1482567" y="144155"/>
                  </a:lnTo>
                  <a:lnTo>
                    <a:pt x="1528246" y="148596"/>
                  </a:lnTo>
                  <a:lnTo>
                    <a:pt x="1572200" y="152870"/>
                  </a:lnTo>
                  <a:lnTo>
                    <a:pt x="1614556" y="156988"/>
                  </a:lnTo>
                  <a:lnTo>
                    <a:pt x="1655425" y="160962"/>
                  </a:lnTo>
                  <a:lnTo>
                    <a:pt x="1694909" y="164801"/>
                  </a:lnTo>
                  <a:lnTo>
                    <a:pt x="1733098" y="168515"/>
                  </a:lnTo>
                  <a:lnTo>
                    <a:pt x="1770074" y="172110"/>
                  </a:lnTo>
                  <a:lnTo>
                    <a:pt x="1805913" y="175595"/>
                  </a:lnTo>
                  <a:lnTo>
                    <a:pt x="1840681" y="178975"/>
                  </a:lnTo>
                  <a:lnTo>
                    <a:pt x="1874442" y="182258"/>
                  </a:lnTo>
                  <a:lnTo>
                    <a:pt x="1907251" y="185448"/>
                  </a:lnTo>
                  <a:lnTo>
                    <a:pt x="1939161" y="188551"/>
                  </a:lnTo>
                  <a:lnTo>
                    <a:pt x="1970221" y="191571"/>
                  </a:lnTo>
                  <a:lnTo>
                    <a:pt x="2000473" y="194513"/>
                  </a:lnTo>
                  <a:lnTo>
                    <a:pt x="2029960" y="197380"/>
                  </a:lnTo>
                  <a:lnTo>
                    <a:pt x="2058718" y="200176"/>
                  </a:lnTo>
                  <a:lnTo>
                    <a:pt x="2086784" y="202905"/>
                  </a:lnTo>
                  <a:lnTo>
                    <a:pt x="2114189" y="205569"/>
                  </a:lnTo>
                  <a:lnTo>
                    <a:pt x="2140963" y="208173"/>
                  </a:lnTo>
                  <a:lnTo>
                    <a:pt x="2167137" y="210718"/>
                  </a:lnTo>
                  <a:lnTo>
                    <a:pt x="2192735" y="213207"/>
                  </a:lnTo>
                  <a:lnTo>
                    <a:pt x="2217782" y="215642"/>
                  </a:lnTo>
                  <a:lnTo>
                    <a:pt x="2242302" y="218026"/>
                  </a:lnTo>
                  <a:lnTo>
                    <a:pt x="2266316" y="220361"/>
                  </a:lnTo>
                  <a:lnTo>
                    <a:pt x="2289845" y="222649"/>
                  </a:lnTo>
                  <a:lnTo>
                    <a:pt x="2312909" y="224892"/>
                  </a:lnTo>
                  <a:lnTo>
                    <a:pt x="2335524" y="227091"/>
                  </a:lnTo>
                  <a:lnTo>
                    <a:pt x="2357709" y="229248"/>
                  </a:lnTo>
                  <a:lnTo>
                    <a:pt x="2379479" y="231365"/>
                  </a:lnTo>
                  <a:lnTo>
                    <a:pt x="2400849" y="233442"/>
                  </a:lnTo>
                  <a:lnTo>
                    <a:pt x="2421834" y="23548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347317" y="5912148"/>
              <a:ext cx="2421834" cy="48404"/>
            </a:xfrm>
            <a:custGeom>
              <a:avLst/>
              <a:pathLst>
                <a:path w="2421834" h="48404">
                  <a:moveTo>
                    <a:pt x="0" y="48404"/>
                  </a:moveTo>
                  <a:lnTo>
                    <a:pt x="155518" y="45295"/>
                  </a:lnTo>
                  <a:lnTo>
                    <a:pt x="292694" y="42554"/>
                  </a:lnTo>
                  <a:lnTo>
                    <a:pt x="415403" y="40101"/>
                  </a:lnTo>
                  <a:lnTo>
                    <a:pt x="526407" y="37882"/>
                  </a:lnTo>
                  <a:lnTo>
                    <a:pt x="627745" y="35857"/>
                  </a:lnTo>
                  <a:lnTo>
                    <a:pt x="720967" y="33994"/>
                  </a:lnTo>
                  <a:lnTo>
                    <a:pt x="807278" y="32269"/>
                  </a:lnTo>
                  <a:lnTo>
                    <a:pt x="887631" y="30663"/>
                  </a:lnTo>
                  <a:lnTo>
                    <a:pt x="962796" y="29161"/>
                  </a:lnTo>
                  <a:lnTo>
                    <a:pt x="1033403" y="27749"/>
                  </a:lnTo>
                  <a:lnTo>
                    <a:pt x="1099973" y="26419"/>
                  </a:lnTo>
                  <a:lnTo>
                    <a:pt x="1162943" y="25160"/>
                  </a:lnTo>
                  <a:lnTo>
                    <a:pt x="1222682" y="23966"/>
                  </a:lnTo>
                  <a:lnTo>
                    <a:pt x="1279505" y="22831"/>
                  </a:lnTo>
                  <a:lnTo>
                    <a:pt x="1333685" y="21748"/>
                  </a:lnTo>
                  <a:lnTo>
                    <a:pt x="1385456" y="20713"/>
                  </a:lnTo>
                  <a:lnTo>
                    <a:pt x="1435024" y="19722"/>
                  </a:lnTo>
                  <a:lnTo>
                    <a:pt x="1482567" y="18772"/>
                  </a:lnTo>
                  <a:lnTo>
                    <a:pt x="1528246" y="17859"/>
                  </a:lnTo>
                  <a:lnTo>
                    <a:pt x="1572200" y="16981"/>
                  </a:lnTo>
                  <a:lnTo>
                    <a:pt x="1614556" y="16134"/>
                  </a:lnTo>
                  <a:lnTo>
                    <a:pt x="1655425" y="15317"/>
                  </a:lnTo>
                  <a:lnTo>
                    <a:pt x="1694909" y="14528"/>
                  </a:lnTo>
                  <a:lnTo>
                    <a:pt x="1733098" y="13765"/>
                  </a:lnTo>
                  <a:lnTo>
                    <a:pt x="1770074" y="13026"/>
                  </a:lnTo>
                  <a:lnTo>
                    <a:pt x="1805913" y="12310"/>
                  </a:lnTo>
                  <a:lnTo>
                    <a:pt x="1840681" y="11615"/>
                  </a:lnTo>
                  <a:lnTo>
                    <a:pt x="1874442" y="10940"/>
                  </a:lnTo>
                  <a:lnTo>
                    <a:pt x="1907251" y="10284"/>
                  </a:lnTo>
                  <a:lnTo>
                    <a:pt x="1939161" y="9646"/>
                  </a:lnTo>
                  <a:lnTo>
                    <a:pt x="1970221" y="9026"/>
                  </a:lnTo>
                  <a:lnTo>
                    <a:pt x="2000473" y="8421"/>
                  </a:lnTo>
                  <a:lnTo>
                    <a:pt x="2029960" y="7832"/>
                  </a:lnTo>
                  <a:lnTo>
                    <a:pt x="2058718" y="7257"/>
                  </a:lnTo>
                  <a:lnTo>
                    <a:pt x="2086784" y="6696"/>
                  </a:lnTo>
                  <a:lnTo>
                    <a:pt x="2114189" y="6148"/>
                  </a:lnTo>
                  <a:lnTo>
                    <a:pt x="2140963" y="5613"/>
                  </a:lnTo>
                  <a:lnTo>
                    <a:pt x="2167137" y="5090"/>
                  </a:lnTo>
                  <a:lnTo>
                    <a:pt x="2192735" y="4578"/>
                  </a:lnTo>
                  <a:lnTo>
                    <a:pt x="2217782" y="4078"/>
                  </a:lnTo>
                  <a:lnTo>
                    <a:pt x="2242302" y="3588"/>
                  </a:lnTo>
                  <a:lnTo>
                    <a:pt x="2266316" y="3108"/>
                  </a:lnTo>
                  <a:lnTo>
                    <a:pt x="2289845" y="2637"/>
                  </a:lnTo>
                  <a:lnTo>
                    <a:pt x="2312909" y="2177"/>
                  </a:lnTo>
                  <a:lnTo>
                    <a:pt x="2335524" y="1725"/>
                  </a:lnTo>
                  <a:lnTo>
                    <a:pt x="2357709" y="1281"/>
                  </a:lnTo>
                  <a:lnTo>
                    <a:pt x="2379479" y="846"/>
                  </a:lnTo>
                  <a:lnTo>
                    <a:pt x="2400849" y="419"/>
                  </a:lnTo>
                  <a:lnTo>
                    <a:pt x="2421834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347317" y="5585908"/>
              <a:ext cx="2421834" cy="344174"/>
            </a:xfrm>
            <a:custGeom>
              <a:avLst/>
              <a:pathLst>
                <a:path w="2421834" h="344174">
                  <a:moveTo>
                    <a:pt x="0" y="344174"/>
                  </a:moveTo>
                  <a:lnTo>
                    <a:pt x="155518" y="322073"/>
                  </a:lnTo>
                  <a:lnTo>
                    <a:pt x="292694" y="302578"/>
                  </a:lnTo>
                  <a:lnTo>
                    <a:pt x="415403" y="285139"/>
                  </a:lnTo>
                  <a:lnTo>
                    <a:pt x="526407" y="269364"/>
                  </a:lnTo>
                  <a:lnTo>
                    <a:pt x="627745" y="254963"/>
                  </a:lnTo>
                  <a:lnTo>
                    <a:pt x="720967" y="241715"/>
                  </a:lnTo>
                  <a:lnTo>
                    <a:pt x="807278" y="229449"/>
                  </a:lnTo>
                  <a:lnTo>
                    <a:pt x="887631" y="218030"/>
                  </a:lnTo>
                  <a:lnTo>
                    <a:pt x="962796" y="207348"/>
                  </a:lnTo>
                  <a:lnTo>
                    <a:pt x="1033403" y="197314"/>
                  </a:lnTo>
                  <a:lnTo>
                    <a:pt x="1099973" y="187853"/>
                  </a:lnTo>
                  <a:lnTo>
                    <a:pt x="1162943" y="178904"/>
                  </a:lnTo>
                  <a:lnTo>
                    <a:pt x="1222682" y="170415"/>
                  </a:lnTo>
                  <a:lnTo>
                    <a:pt x="1279505" y="162339"/>
                  </a:lnTo>
                  <a:lnTo>
                    <a:pt x="1333685" y="154640"/>
                  </a:lnTo>
                  <a:lnTo>
                    <a:pt x="1385456" y="147282"/>
                  </a:lnTo>
                  <a:lnTo>
                    <a:pt x="1435024" y="140238"/>
                  </a:lnTo>
                  <a:lnTo>
                    <a:pt x="1482567" y="133482"/>
                  </a:lnTo>
                  <a:lnTo>
                    <a:pt x="1528246" y="126990"/>
                  </a:lnTo>
                  <a:lnTo>
                    <a:pt x="1572200" y="120744"/>
                  </a:lnTo>
                  <a:lnTo>
                    <a:pt x="1614556" y="114724"/>
                  </a:lnTo>
                  <a:lnTo>
                    <a:pt x="1655425" y="108916"/>
                  </a:lnTo>
                  <a:lnTo>
                    <a:pt x="1694909" y="103305"/>
                  </a:lnTo>
                  <a:lnTo>
                    <a:pt x="1733098" y="97878"/>
                  </a:lnTo>
                  <a:lnTo>
                    <a:pt x="1770074" y="92623"/>
                  </a:lnTo>
                  <a:lnTo>
                    <a:pt x="1805913" y="87530"/>
                  </a:lnTo>
                  <a:lnTo>
                    <a:pt x="1840681" y="82589"/>
                  </a:lnTo>
                  <a:lnTo>
                    <a:pt x="1874442" y="77791"/>
                  </a:lnTo>
                  <a:lnTo>
                    <a:pt x="1907251" y="73128"/>
                  </a:lnTo>
                  <a:lnTo>
                    <a:pt x="1939161" y="68594"/>
                  </a:lnTo>
                  <a:lnTo>
                    <a:pt x="1970221" y="64180"/>
                  </a:lnTo>
                  <a:lnTo>
                    <a:pt x="2000473" y="59880"/>
                  </a:lnTo>
                  <a:lnTo>
                    <a:pt x="2029960" y="55690"/>
                  </a:lnTo>
                  <a:lnTo>
                    <a:pt x="2058718" y="51603"/>
                  </a:lnTo>
                  <a:lnTo>
                    <a:pt x="2086784" y="47615"/>
                  </a:lnTo>
                  <a:lnTo>
                    <a:pt x="2114189" y="43720"/>
                  </a:lnTo>
                  <a:lnTo>
                    <a:pt x="2140963" y="39915"/>
                  </a:lnTo>
                  <a:lnTo>
                    <a:pt x="2167137" y="36195"/>
                  </a:lnTo>
                  <a:lnTo>
                    <a:pt x="2192735" y="32558"/>
                  </a:lnTo>
                  <a:lnTo>
                    <a:pt x="2217782" y="28998"/>
                  </a:lnTo>
                  <a:lnTo>
                    <a:pt x="2242302" y="25513"/>
                  </a:lnTo>
                  <a:lnTo>
                    <a:pt x="2266316" y="22101"/>
                  </a:lnTo>
                  <a:lnTo>
                    <a:pt x="2289845" y="18757"/>
                  </a:lnTo>
                  <a:lnTo>
                    <a:pt x="2312909" y="15479"/>
                  </a:lnTo>
                  <a:lnTo>
                    <a:pt x="2335524" y="12265"/>
                  </a:lnTo>
                  <a:lnTo>
                    <a:pt x="2357709" y="9113"/>
                  </a:lnTo>
                  <a:lnTo>
                    <a:pt x="2379479" y="6019"/>
                  </a:lnTo>
                  <a:lnTo>
                    <a:pt x="2400849" y="2982"/>
                  </a:lnTo>
                  <a:lnTo>
                    <a:pt x="242183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347317" y="5596763"/>
              <a:ext cx="2421834" cy="226926"/>
            </a:xfrm>
            <a:custGeom>
              <a:avLst/>
              <a:pathLst>
                <a:path w="2421834" h="226926">
                  <a:moveTo>
                    <a:pt x="0" y="0"/>
                  </a:moveTo>
                  <a:lnTo>
                    <a:pt x="155518" y="14572"/>
                  </a:lnTo>
                  <a:lnTo>
                    <a:pt x="292694" y="27425"/>
                  </a:lnTo>
                  <a:lnTo>
                    <a:pt x="415403" y="38923"/>
                  </a:lnTo>
                  <a:lnTo>
                    <a:pt x="526407" y="49324"/>
                  </a:lnTo>
                  <a:lnTo>
                    <a:pt x="627745" y="58819"/>
                  </a:lnTo>
                  <a:lnTo>
                    <a:pt x="720967" y="67554"/>
                  </a:lnTo>
                  <a:lnTo>
                    <a:pt x="807278" y="75642"/>
                  </a:lnTo>
                  <a:lnTo>
                    <a:pt x="887631" y="83171"/>
                  </a:lnTo>
                  <a:lnTo>
                    <a:pt x="962796" y="90214"/>
                  </a:lnTo>
                  <a:lnTo>
                    <a:pt x="1033403" y="96829"/>
                  </a:lnTo>
                  <a:lnTo>
                    <a:pt x="1099973" y="103067"/>
                  </a:lnTo>
                  <a:lnTo>
                    <a:pt x="1162943" y="108967"/>
                  </a:lnTo>
                  <a:lnTo>
                    <a:pt x="1222682" y="114565"/>
                  </a:lnTo>
                  <a:lnTo>
                    <a:pt x="1279505" y="119889"/>
                  </a:lnTo>
                  <a:lnTo>
                    <a:pt x="1333685" y="124966"/>
                  </a:lnTo>
                  <a:lnTo>
                    <a:pt x="1385456" y="129817"/>
                  </a:lnTo>
                  <a:lnTo>
                    <a:pt x="1435024" y="134461"/>
                  </a:lnTo>
                  <a:lnTo>
                    <a:pt x="1482567" y="138916"/>
                  </a:lnTo>
                  <a:lnTo>
                    <a:pt x="1528246" y="143196"/>
                  </a:lnTo>
                  <a:lnTo>
                    <a:pt x="1572200" y="147315"/>
                  </a:lnTo>
                  <a:lnTo>
                    <a:pt x="1614556" y="151284"/>
                  </a:lnTo>
                  <a:lnTo>
                    <a:pt x="1655425" y="155113"/>
                  </a:lnTo>
                  <a:lnTo>
                    <a:pt x="1694909" y="158813"/>
                  </a:lnTo>
                  <a:lnTo>
                    <a:pt x="1733098" y="162391"/>
                  </a:lnTo>
                  <a:lnTo>
                    <a:pt x="1770074" y="165856"/>
                  </a:lnTo>
                  <a:lnTo>
                    <a:pt x="1805913" y="169214"/>
                  </a:lnTo>
                  <a:lnTo>
                    <a:pt x="1840681" y="172471"/>
                  </a:lnTo>
                  <a:lnTo>
                    <a:pt x="1874442" y="175635"/>
                  </a:lnTo>
                  <a:lnTo>
                    <a:pt x="1907251" y="178709"/>
                  </a:lnTo>
                  <a:lnTo>
                    <a:pt x="1939161" y="181699"/>
                  </a:lnTo>
                  <a:lnTo>
                    <a:pt x="1970221" y="184609"/>
                  </a:lnTo>
                  <a:lnTo>
                    <a:pt x="2000473" y="187444"/>
                  </a:lnTo>
                  <a:lnTo>
                    <a:pt x="2029960" y="190207"/>
                  </a:lnTo>
                  <a:lnTo>
                    <a:pt x="2058718" y="192902"/>
                  </a:lnTo>
                  <a:lnTo>
                    <a:pt x="2086784" y="195531"/>
                  </a:lnTo>
                  <a:lnTo>
                    <a:pt x="2114189" y="198099"/>
                  </a:lnTo>
                  <a:lnTo>
                    <a:pt x="2140963" y="200608"/>
                  </a:lnTo>
                  <a:lnTo>
                    <a:pt x="2167137" y="203060"/>
                  </a:lnTo>
                  <a:lnTo>
                    <a:pt x="2192735" y="205459"/>
                  </a:lnTo>
                  <a:lnTo>
                    <a:pt x="2217782" y="207806"/>
                  </a:lnTo>
                  <a:lnTo>
                    <a:pt x="2242302" y="210103"/>
                  </a:lnTo>
                  <a:lnTo>
                    <a:pt x="2266316" y="212354"/>
                  </a:lnTo>
                  <a:lnTo>
                    <a:pt x="2289845" y="214558"/>
                  </a:lnTo>
                  <a:lnTo>
                    <a:pt x="2312909" y="216719"/>
                  </a:lnTo>
                  <a:lnTo>
                    <a:pt x="2335524" y="218838"/>
                  </a:lnTo>
                  <a:lnTo>
                    <a:pt x="2357709" y="220917"/>
                  </a:lnTo>
                  <a:lnTo>
                    <a:pt x="2379479" y="222957"/>
                  </a:lnTo>
                  <a:lnTo>
                    <a:pt x="2400849" y="224959"/>
                  </a:lnTo>
                  <a:lnTo>
                    <a:pt x="2421834" y="22692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rc589"/>
            <p:cNvSpPr/>
            <p:nvPr/>
          </p:nvSpPr>
          <p:spPr>
            <a:xfrm>
              <a:off x="4186450" y="4806163"/>
              <a:ext cx="2746729" cy="1538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86450" y="4806163"/>
              <a:ext cx="0" cy="1538730"/>
            </a:xfrm>
            <a:custGeom>
              <a:avLst/>
              <a:pathLst>
                <a:path w="0" h="1538730">
                  <a:moveTo>
                    <a:pt x="0" y="1538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57982" y="62513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157982" y="59450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157982" y="56388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157982" y="53325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157982" y="50263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186450" y="634489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7"/>
            <p:cNvSpPr/>
            <p:nvPr/>
          </p:nvSpPr>
          <p:spPr>
            <a:xfrm>
              <a:off x="4347317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5154595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599"/>
            <p:cNvSpPr/>
            <p:nvPr/>
          </p:nvSpPr>
          <p:spPr>
            <a:xfrm>
              <a:off x="5961874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6769152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tx601"/>
            <p:cNvSpPr/>
            <p:nvPr/>
          </p:nvSpPr>
          <p:spPr>
            <a:xfrm>
              <a:off x="4319062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5126340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4" name="tx603"/>
            <p:cNvSpPr/>
            <p:nvPr/>
          </p:nvSpPr>
          <p:spPr>
            <a:xfrm>
              <a:off x="5933619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5" name="tx604"/>
            <p:cNvSpPr/>
            <p:nvPr/>
          </p:nvSpPr>
          <p:spPr>
            <a:xfrm>
              <a:off x="6740897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6" name="tx605"/>
            <p:cNvSpPr/>
            <p:nvPr/>
          </p:nvSpPr>
          <p:spPr>
            <a:xfrm>
              <a:off x="5298753" y="6553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7" name="tx606"/>
            <p:cNvSpPr/>
            <p:nvPr/>
          </p:nvSpPr>
          <p:spPr>
            <a:xfrm>
              <a:off x="4186450" y="4629623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8" name="rc607"/>
            <p:cNvSpPr/>
            <p:nvPr/>
          </p:nvSpPr>
          <p:spPr>
            <a:xfrm>
              <a:off x="1711003" y="6778484"/>
              <a:ext cx="482120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tx608"/>
            <p:cNvSpPr/>
            <p:nvPr/>
          </p:nvSpPr>
          <p:spPr>
            <a:xfrm>
              <a:off x="1711003" y="6827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219999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261921" y="68404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l611"/>
            <p:cNvSpPr/>
            <p:nvPr/>
          </p:nvSpPr>
          <p:spPr>
            <a:xfrm>
              <a:off x="2217994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rc612"/>
            <p:cNvSpPr/>
            <p:nvPr/>
          </p:nvSpPr>
          <p:spPr>
            <a:xfrm>
              <a:off x="2646206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2708133" y="68404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l614"/>
            <p:cNvSpPr/>
            <p:nvPr/>
          </p:nvSpPr>
          <p:spPr>
            <a:xfrm>
              <a:off x="2664206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098087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160014" y="684041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l617"/>
            <p:cNvSpPr/>
            <p:nvPr/>
          </p:nvSpPr>
          <p:spPr>
            <a:xfrm>
              <a:off x="3116087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rc618"/>
            <p:cNvSpPr/>
            <p:nvPr/>
          </p:nvSpPr>
          <p:spPr>
            <a:xfrm>
              <a:off x="3533052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3594979" y="68404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l620"/>
            <p:cNvSpPr/>
            <p:nvPr/>
          </p:nvSpPr>
          <p:spPr>
            <a:xfrm>
              <a:off x="3551052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397926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041191" y="68404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l623"/>
            <p:cNvSpPr/>
            <p:nvPr/>
          </p:nvSpPr>
          <p:spPr>
            <a:xfrm>
              <a:off x="3997264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rc624"/>
            <p:cNvSpPr/>
            <p:nvPr/>
          </p:nvSpPr>
          <p:spPr>
            <a:xfrm>
              <a:off x="4414229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476156" y="68404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l626"/>
            <p:cNvSpPr/>
            <p:nvPr/>
          </p:nvSpPr>
          <p:spPr>
            <a:xfrm>
              <a:off x="4432229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rc627"/>
            <p:cNvSpPr/>
            <p:nvPr/>
          </p:nvSpPr>
          <p:spPr>
            <a:xfrm>
              <a:off x="484919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11121" y="68404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l629"/>
            <p:cNvSpPr/>
            <p:nvPr/>
          </p:nvSpPr>
          <p:spPr>
            <a:xfrm>
              <a:off x="4867194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rc630"/>
            <p:cNvSpPr/>
            <p:nvPr/>
          </p:nvSpPr>
          <p:spPr>
            <a:xfrm>
              <a:off x="5272911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334838" y="68404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l632"/>
            <p:cNvSpPr/>
            <p:nvPr/>
          </p:nvSpPr>
          <p:spPr>
            <a:xfrm>
              <a:off x="5290911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rc633"/>
            <p:cNvSpPr/>
            <p:nvPr/>
          </p:nvSpPr>
          <p:spPr>
            <a:xfrm>
              <a:off x="5719123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781050" y="684041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l635"/>
            <p:cNvSpPr/>
            <p:nvPr/>
          </p:nvSpPr>
          <p:spPr>
            <a:xfrm>
              <a:off x="5737123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rc636"/>
            <p:cNvSpPr/>
            <p:nvPr/>
          </p:nvSpPr>
          <p:spPr>
            <a:xfrm>
              <a:off x="6159758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221685" y="684041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l638"/>
            <p:cNvSpPr/>
            <p:nvPr/>
          </p:nvSpPr>
          <p:spPr>
            <a:xfrm>
              <a:off x="6177758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tx639"/>
            <p:cNvSpPr/>
            <p:nvPr/>
          </p:nvSpPr>
          <p:spPr>
            <a:xfrm>
              <a:off x="2436930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41" name="tx640"/>
            <p:cNvSpPr/>
            <p:nvPr/>
          </p:nvSpPr>
          <p:spPr>
            <a:xfrm>
              <a:off x="2883142" y="6832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42" name="tx641"/>
            <p:cNvSpPr/>
            <p:nvPr/>
          </p:nvSpPr>
          <p:spPr>
            <a:xfrm>
              <a:off x="3335023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43" name="tx642"/>
            <p:cNvSpPr/>
            <p:nvPr/>
          </p:nvSpPr>
          <p:spPr>
            <a:xfrm>
              <a:off x="3769988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44" name="tx643"/>
            <p:cNvSpPr/>
            <p:nvPr/>
          </p:nvSpPr>
          <p:spPr>
            <a:xfrm>
              <a:off x="4216200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45" name="tx644"/>
            <p:cNvSpPr/>
            <p:nvPr/>
          </p:nvSpPr>
          <p:spPr>
            <a:xfrm>
              <a:off x="4651165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46" name="tx645"/>
            <p:cNvSpPr/>
            <p:nvPr/>
          </p:nvSpPr>
          <p:spPr>
            <a:xfrm>
              <a:off x="5086130" y="6832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47" name="tx646"/>
            <p:cNvSpPr/>
            <p:nvPr/>
          </p:nvSpPr>
          <p:spPr>
            <a:xfrm>
              <a:off x="5509848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48" name="tx647"/>
            <p:cNvSpPr/>
            <p:nvPr/>
          </p:nvSpPr>
          <p:spPr>
            <a:xfrm>
              <a:off x="5956060" y="6832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49" name="tx648"/>
            <p:cNvSpPr/>
            <p:nvPr/>
          </p:nvSpPr>
          <p:spPr>
            <a:xfrm>
              <a:off x="6396694" y="6832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2026-07-20T13:55:11Z</dcterms:modified>
  <cp:category/>
</cp:coreProperties>
</file>