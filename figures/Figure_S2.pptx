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3123382" cy="1664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7371" y="983989"/>
              <a:ext cx="2857438" cy="1664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83989" y="2648723"/>
              <a:ext cx="3123382" cy="1664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07371" y="2648723"/>
              <a:ext cx="2857438" cy="1664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4313457"/>
              <a:ext cx="3123382" cy="2651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07371" y="4313457"/>
              <a:ext cx="2857438" cy="2651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404926" y="1287054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535643" y="227550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539149" y="221576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509810" y="230589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563719" y="230329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36288" y="23254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16083" y="219929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582985" y="212894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533908" y="228943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93941" y="235078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17547" y="218190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331659" y="23578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242521" y="230385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302108" y="179068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258351" y="22354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65340" y="229866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34217" y="235309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319698" y="237515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314261" y="22284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91166" y="168398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325478" y="18427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3932" y="236710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318370" y="219450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68530" y="214679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300564" y="21551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76482" y="229270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324905" y="224174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59808" y="183591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94183" y="195202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071944" y="232337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030076" y="21385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67270" y="23340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60406" y="241080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025167" y="219454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69376" y="231445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988182" y="15371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44235" y="23532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06965" y="206154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993430" y="177853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046905" y="131383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14117" y="197650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017976" y="211729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051789" y="19983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980861" y="209537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999328" y="22245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042063" y="215062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47874" y="213826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19149" y="222331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71605" y="221439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752769" y="222910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782292" y="222721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835686" y="219029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822703" y="230706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814673" y="199264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795419" y="200796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739175" y="219220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823739" y="212823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801791" y="20526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764493" y="186216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818933" y="191857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760477" y="180288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733105" y="199913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783309" y="19438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778507" y="228024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795488" y="214242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796996" y="206441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729640" y="211587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807161" y="189832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814990" y="209145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834612" y="197817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820122" y="188481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752000" y="20251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736452" y="199971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557582" y="2133201"/>
              <a:ext cx="2252731" cy="188824"/>
            </a:xfrm>
            <a:custGeom>
              <a:avLst/>
              <a:pathLst>
                <a:path w="2252731" h="188824">
                  <a:moveTo>
                    <a:pt x="0" y="188824"/>
                  </a:moveTo>
                  <a:lnTo>
                    <a:pt x="144659" y="176699"/>
                  </a:lnTo>
                  <a:lnTo>
                    <a:pt x="272257" y="166004"/>
                  </a:lnTo>
                  <a:lnTo>
                    <a:pt x="386398" y="156436"/>
                  </a:lnTo>
                  <a:lnTo>
                    <a:pt x="489651" y="147782"/>
                  </a:lnTo>
                  <a:lnTo>
                    <a:pt x="583913" y="139881"/>
                  </a:lnTo>
                  <a:lnTo>
                    <a:pt x="670626" y="132612"/>
                  </a:lnTo>
                  <a:lnTo>
                    <a:pt x="750910" y="125883"/>
                  </a:lnTo>
                  <a:lnTo>
                    <a:pt x="825652" y="119618"/>
                  </a:lnTo>
                  <a:lnTo>
                    <a:pt x="895569" y="113757"/>
                  </a:lnTo>
                  <a:lnTo>
                    <a:pt x="961246" y="108252"/>
                  </a:lnTo>
                  <a:lnTo>
                    <a:pt x="1023168" y="103062"/>
                  </a:lnTo>
                  <a:lnTo>
                    <a:pt x="1081741" y="98152"/>
                  </a:lnTo>
                  <a:lnTo>
                    <a:pt x="1137309" y="93495"/>
                  </a:lnTo>
                  <a:lnTo>
                    <a:pt x="1190165" y="89064"/>
                  </a:lnTo>
                  <a:lnTo>
                    <a:pt x="1240561" y="84840"/>
                  </a:lnTo>
                  <a:lnTo>
                    <a:pt x="1288718" y="80804"/>
                  </a:lnTo>
                  <a:lnTo>
                    <a:pt x="1334824" y="76939"/>
                  </a:lnTo>
                  <a:lnTo>
                    <a:pt x="1379048" y="73232"/>
                  </a:lnTo>
                  <a:lnTo>
                    <a:pt x="1421537" y="69671"/>
                  </a:lnTo>
                  <a:lnTo>
                    <a:pt x="1462422" y="66244"/>
                  </a:lnTo>
                  <a:lnTo>
                    <a:pt x="1501821" y="62941"/>
                  </a:lnTo>
                  <a:lnTo>
                    <a:pt x="1539836" y="59755"/>
                  </a:lnTo>
                  <a:lnTo>
                    <a:pt x="1576563" y="56676"/>
                  </a:lnTo>
                  <a:lnTo>
                    <a:pt x="1612085" y="53699"/>
                  </a:lnTo>
                  <a:lnTo>
                    <a:pt x="1646480" y="50816"/>
                  </a:lnTo>
                  <a:lnTo>
                    <a:pt x="1679816" y="48022"/>
                  </a:lnTo>
                  <a:lnTo>
                    <a:pt x="1712157" y="45311"/>
                  </a:lnTo>
                  <a:lnTo>
                    <a:pt x="1743560" y="42678"/>
                  </a:lnTo>
                  <a:lnTo>
                    <a:pt x="1774078" y="40120"/>
                  </a:lnTo>
                  <a:lnTo>
                    <a:pt x="1803761" y="37632"/>
                  </a:lnTo>
                  <a:lnTo>
                    <a:pt x="1832651" y="35211"/>
                  </a:lnTo>
                  <a:lnTo>
                    <a:pt x="1860791" y="32852"/>
                  </a:lnTo>
                  <a:lnTo>
                    <a:pt x="1888219" y="30553"/>
                  </a:lnTo>
                  <a:lnTo>
                    <a:pt x="1914969" y="28311"/>
                  </a:lnTo>
                  <a:lnTo>
                    <a:pt x="1941075" y="26123"/>
                  </a:lnTo>
                  <a:lnTo>
                    <a:pt x="1966567" y="23986"/>
                  </a:lnTo>
                  <a:lnTo>
                    <a:pt x="1991472" y="21898"/>
                  </a:lnTo>
                  <a:lnTo>
                    <a:pt x="2015818" y="19858"/>
                  </a:lnTo>
                  <a:lnTo>
                    <a:pt x="2039628" y="17862"/>
                  </a:lnTo>
                  <a:lnTo>
                    <a:pt x="2062927" y="15909"/>
                  </a:lnTo>
                  <a:lnTo>
                    <a:pt x="2085734" y="13997"/>
                  </a:lnTo>
                  <a:lnTo>
                    <a:pt x="2108072" y="12125"/>
                  </a:lnTo>
                  <a:lnTo>
                    <a:pt x="2129958" y="10290"/>
                  </a:lnTo>
                  <a:lnTo>
                    <a:pt x="2151411" y="8492"/>
                  </a:lnTo>
                  <a:lnTo>
                    <a:pt x="2172447" y="6729"/>
                  </a:lnTo>
                  <a:lnTo>
                    <a:pt x="2193083" y="4999"/>
                  </a:lnTo>
                  <a:lnTo>
                    <a:pt x="2213333" y="3302"/>
                  </a:lnTo>
                  <a:lnTo>
                    <a:pt x="2233211" y="1636"/>
                  </a:lnTo>
                  <a:lnTo>
                    <a:pt x="2252731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57582" y="2082046"/>
              <a:ext cx="2252731" cy="270149"/>
            </a:xfrm>
            <a:custGeom>
              <a:avLst/>
              <a:pathLst>
                <a:path w="2252731" h="270149">
                  <a:moveTo>
                    <a:pt x="0" y="270149"/>
                  </a:moveTo>
                  <a:lnTo>
                    <a:pt x="144659" y="252802"/>
                  </a:lnTo>
                  <a:lnTo>
                    <a:pt x="272257" y="237500"/>
                  </a:lnTo>
                  <a:lnTo>
                    <a:pt x="386398" y="223812"/>
                  </a:lnTo>
                  <a:lnTo>
                    <a:pt x="489651" y="211430"/>
                  </a:lnTo>
                  <a:lnTo>
                    <a:pt x="583913" y="200126"/>
                  </a:lnTo>
                  <a:lnTo>
                    <a:pt x="670626" y="189727"/>
                  </a:lnTo>
                  <a:lnTo>
                    <a:pt x="750910" y="180099"/>
                  </a:lnTo>
                  <a:lnTo>
                    <a:pt x="825652" y="171136"/>
                  </a:lnTo>
                  <a:lnTo>
                    <a:pt x="895569" y="162752"/>
                  </a:lnTo>
                  <a:lnTo>
                    <a:pt x="961246" y="154876"/>
                  </a:lnTo>
                  <a:lnTo>
                    <a:pt x="1023168" y="147450"/>
                  </a:lnTo>
                  <a:lnTo>
                    <a:pt x="1081741" y="140426"/>
                  </a:lnTo>
                  <a:lnTo>
                    <a:pt x="1137309" y="133762"/>
                  </a:lnTo>
                  <a:lnTo>
                    <a:pt x="1190165" y="127424"/>
                  </a:lnTo>
                  <a:lnTo>
                    <a:pt x="1240561" y="121380"/>
                  </a:lnTo>
                  <a:lnTo>
                    <a:pt x="1288718" y="115605"/>
                  </a:lnTo>
                  <a:lnTo>
                    <a:pt x="1334824" y="110076"/>
                  </a:lnTo>
                  <a:lnTo>
                    <a:pt x="1379048" y="104773"/>
                  </a:lnTo>
                  <a:lnTo>
                    <a:pt x="1421537" y="99677"/>
                  </a:lnTo>
                  <a:lnTo>
                    <a:pt x="1462422" y="94774"/>
                  </a:lnTo>
                  <a:lnTo>
                    <a:pt x="1501821" y="90049"/>
                  </a:lnTo>
                  <a:lnTo>
                    <a:pt x="1539836" y="85491"/>
                  </a:lnTo>
                  <a:lnTo>
                    <a:pt x="1576563" y="81086"/>
                  </a:lnTo>
                  <a:lnTo>
                    <a:pt x="1612085" y="76826"/>
                  </a:lnTo>
                  <a:lnTo>
                    <a:pt x="1646480" y="72702"/>
                  </a:lnTo>
                  <a:lnTo>
                    <a:pt x="1679816" y="68704"/>
                  </a:lnTo>
                  <a:lnTo>
                    <a:pt x="1712157" y="64826"/>
                  </a:lnTo>
                  <a:lnTo>
                    <a:pt x="1743560" y="61060"/>
                  </a:lnTo>
                  <a:lnTo>
                    <a:pt x="1774078" y="57400"/>
                  </a:lnTo>
                  <a:lnTo>
                    <a:pt x="1803761" y="53841"/>
                  </a:lnTo>
                  <a:lnTo>
                    <a:pt x="1832651" y="50376"/>
                  </a:lnTo>
                  <a:lnTo>
                    <a:pt x="1860791" y="47001"/>
                  </a:lnTo>
                  <a:lnTo>
                    <a:pt x="1888219" y="43712"/>
                  </a:lnTo>
                  <a:lnTo>
                    <a:pt x="1914969" y="40504"/>
                  </a:lnTo>
                  <a:lnTo>
                    <a:pt x="1941075" y="37374"/>
                  </a:lnTo>
                  <a:lnTo>
                    <a:pt x="1966567" y="34317"/>
                  </a:lnTo>
                  <a:lnTo>
                    <a:pt x="1991472" y="31330"/>
                  </a:lnTo>
                  <a:lnTo>
                    <a:pt x="2015818" y="28410"/>
                  </a:lnTo>
                  <a:lnTo>
                    <a:pt x="2039628" y="25555"/>
                  </a:lnTo>
                  <a:lnTo>
                    <a:pt x="2062927" y="22761"/>
                  </a:lnTo>
                  <a:lnTo>
                    <a:pt x="2085734" y="20026"/>
                  </a:lnTo>
                  <a:lnTo>
                    <a:pt x="2108072" y="17347"/>
                  </a:lnTo>
                  <a:lnTo>
                    <a:pt x="2129958" y="14723"/>
                  </a:lnTo>
                  <a:lnTo>
                    <a:pt x="2151411" y="12150"/>
                  </a:lnTo>
                  <a:lnTo>
                    <a:pt x="2172447" y="9627"/>
                  </a:lnTo>
                  <a:lnTo>
                    <a:pt x="2193083" y="7153"/>
                  </a:lnTo>
                  <a:lnTo>
                    <a:pt x="2213333" y="4724"/>
                  </a:lnTo>
                  <a:lnTo>
                    <a:pt x="2233211" y="2340"/>
                  </a:lnTo>
                  <a:lnTo>
                    <a:pt x="2252731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57582" y="2258922"/>
              <a:ext cx="2252731" cy="95252"/>
            </a:xfrm>
            <a:custGeom>
              <a:avLst/>
              <a:pathLst>
                <a:path w="2252731" h="95252">
                  <a:moveTo>
                    <a:pt x="0" y="95252"/>
                  </a:moveTo>
                  <a:lnTo>
                    <a:pt x="144659" y="89136"/>
                  </a:lnTo>
                  <a:lnTo>
                    <a:pt x="272257" y="83740"/>
                  </a:lnTo>
                  <a:lnTo>
                    <a:pt x="386398" y="78914"/>
                  </a:lnTo>
                  <a:lnTo>
                    <a:pt x="489651" y="74548"/>
                  </a:lnTo>
                  <a:lnTo>
                    <a:pt x="583913" y="70562"/>
                  </a:lnTo>
                  <a:lnTo>
                    <a:pt x="670626" y="66896"/>
                  </a:lnTo>
                  <a:lnTo>
                    <a:pt x="750910" y="63501"/>
                  </a:lnTo>
                  <a:lnTo>
                    <a:pt x="825652" y="60341"/>
                  </a:lnTo>
                  <a:lnTo>
                    <a:pt x="895569" y="57385"/>
                  </a:lnTo>
                  <a:lnTo>
                    <a:pt x="961246" y="54608"/>
                  </a:lnTo>
                  <a:lnTo>
                    <a:pt x="1023168" y="51989"/>
                  </a:lnTo>
                  <a:lnTo>
                    <a:pt x="1081741" y="49513"/>
                  </a:lnTo>
                  <a:lnTo>
                    <a:pt x="1137309" y="47163"/>
                  </a:lnTo>
                  <a:lnTo>
                    <a:pt x="1190165" y="44928"/>
                  </a:lnTo>
                  <a:lnTo>
                    <a:pt x="1240561" y="42797"/>
                  </a:lnTo>
                  <a:lnTo>
                    <a:pt x="1288718" y="40761"/>
                  </a:lnTo>
                  <a:lnTo>
                    <a:pt x="1334824" y="38812"/>
                  </a:lnTo>
                  <a:lnTo>
                    <a:pt x="1379048" y="36942"/>
                  </a:lnTo>
                  <a:lnTo>
                    <a:pt x="1421537" y="35145"/>
                  </a:lnTo>
                  <a:lnTo>
                    <a:pt x="1462422" y="33416"/>
                  </a:lnTo>
                  <a:lnTo>
                    <a:pt x="1501821" y="31750"/>
                  </a:lnTo>
                  <a:lnTo>
                    <a:pt x="1539836" y="30143"/>
                  </a:lnTo>
                  <a:lnTo>
                    <a:pt x="1576563" y="28590"/>
                  </a:lnTo>
                  <a:lnTo>
                    <a:pt x="1612085" y="27088"/>
                  </a:lnTo>
                  <a:lnTo>
                    <a:pt x="1646480" y="25634"/>
                  </a:lnTo>
                  <a:lnTo>
                    <a:pt x="1679816" y="24224"/>
                  </a:lnTo>
                  <a:lnTo>
                    <a:pt x="1712157" y="22857"/>
                  </a:lnTo>
                  <a:lnTo>
                    <a:pt x="1743560" y="21529"/>
                  </a:lnTo>
                  <a:lnTo>
                    <a:pt x="1774078" y="20238"/>
                  </a:lnTo>
                  <a:lnTo>
                    <a:pt x="1803761" y="18983"/>
                  </a:lnTo>
                  <a:lnTo>
                    <a:pt x="1832651" y="17762"/>
                  </a:lnTo>
                  <a:lnTo>
                    <a:pt x="1860791" y="16572"/>
                  </a:lnTo>
                  <a:lnTo>
                    <a:pt x="1888219" y="15412"/>
                  </a:lnTo>
                  <a:lnTo>
                    <a:pt x="1914969" y="14281"/>
                  </a:lnTo>
                  <a:lnTo>
                    <a:pt x="1941075" y="13177"/>
                  </a:lnTo>
                  <a:lnTo>
                    <a:pt x="1966567" y="12099"/>
                  </a:lnTo>
                  <a:lnTo>
                    <a:pt x="1991472" y="11046"/>
                  </a:lnTo>
                  <a:lnTo>
                    <a:pt x="2015818" y="10017"/>
                  </a:lnTo>
                  <a:lnTo>
                    <a:pt x="2039628" y="9010"/>
                  </a:lnTo>
                  <a:lnTo>
                    <a:pt x="2062927" y="8025"/>
                  </a:lnTo>
                  <a:lnTo>
                    <a:pt x="2085734" y="7061"/>
                  </a:lnTo>
                  <a:lnTo>
                    <a:pt x="2108072" y="6116"/>
                  </a:lnTo>
                  <a:lnTo>
                    <a:pt x="2129958" y="5191"/>
                  </a:lnTo>
                  <a:lnTo>
                    <a:pt x="2151411" y="4284"/>
                  </a:lnTo>
                  <a:lnTo>
                    <a:pt x="2172447" y="3394"/>
                  </a:lnTo>
                  <a:lnTo>
                    <a:pt x="2193083" y="2522"/>
                  </a:lnTo>
                  <a:lnTo>
                    <a:pt x="2213333" y="1665"/>
                  </a:lnTo>
                  <a:lnTo>
                    <a:pt x="2233211" y="825"/>
                  </a:lnTo>
                  <a:lnTo>
                    <a:pt x="2252731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57582" y="1940097"/>
              <a:ext cx="2252731" cy="270052"/>
            </a:xfrm>
            <a:custGeom>
              <a:avLst/>
              <a:pathLst>
                <a:path w="2252731" h="270052">
                  <a:moveTo>
                    <a:pt x="0" y="270052"/>
                  </a:moveTo>
                  <a:lnTo>
                    <a:pt x="144659" y="252711"/>
                  </a:lnTo>
                  <a:lnTo>
                    <a:pt x="272257" y="237414"/>
                  </a:lnTo>
                  <a:lnTo>
                    <a:pt x="386398" y="223731"/>
                  </a:lnTo>
                  <a:lnTo>
                    <a:pt x="489651" y="211354"/>
                  </a:lnTo>
                  <a:lnTo>
                    <a:pt x="583913" y="200054"/>
                  </a:lnTo>
                  <a:lnTo>
                    <a:pt x="670626" y="189659"/>
                  </a:lnTo>
                  <a:lnTo>
                    <a:pt x="750910" y="180035"/>
                  </a:lnTo>
                  <a:lnTo>
                    <a:pt x="825652" y="171075"/>
                  </a:lnTo>
                  <a:lnTo>
                    <a:pt x="895569" y="162693"/>
                  </a:lnTo>
                  <a:lnTo>
                    <a:pt x="961246" y="154820"/>
                  </a:lnTo>
                  <a:lnTo>
                    <a:pt x="1023168" y="147397"/>
                  </a:lnTo>
                  <a:lnTo>
                    <a:pt x="1081741" y="140375"/>
                  </a:lnTo>
                  <a:lnTo>
                    <a:pt x="1137309" y="133714"/>
                  </a:lnTo>
                  <a:lnTo>
                    <a:pt x="1190165" y="127378"/>
                  </a:lnTo>
                  <a:lnTo>
                    <a:pt x="1240561" y="121336"/>
                  </a:lnTo>
                  <a:lnTo>
                    <a:pt x="1288718" y="115563"/>
                  </a:lnTo>
                  <a:lnTo>
                    <a:pt x="1334824" y="110036"/>
                  </a:lnTo>
                  <a:lnTo>
                    <a:pt x="1379048" y="104735"/>
                  </a:lnTo>
                  <a:lnTo>
                    <a:pt x="1421537" y="99641"/>
                  </a:lnTo>
                  <a:lnTo>
                    <a:pt x="1462422" y="94740"/>
                  </a:lnTo>
                  <a:lnTo>
                    <a:pt x="1501821" y="90017"/>
                  </a:lnTo>
                  <a:lnTo>
                    <a:pt x="1539836" y="85460"/>
                  </a:lnTo>
                  <a:lnTo>
                    <a:pt x="1576563" y="81057"/>
                  </a:lnTo>
                  <a:lnTo>
                    <a:pt x="1612085" y="76799"/>
                  </a:lnTo>
                  <a:lnTo>
                    <a:pt x="1646480" y="72676"/>
                  </a:lnTo>
                  <a:lnTo>
                    <a:pt x="1679816" y="68679"/>
                  </a:lnTo>
                  <a:lnTo>
                    <a:pt x="1712157" y="64802"/>
                  </a:lnTo>
                  <a:lnTo>
                    <a:pt x="1743560" y="61038"/>
                  </a:lnTo>
                  <a:lnTo>
                    <a:pt x="1774078" y="57379"/>
                  </a:lnTo>
                  <a:lnTo>
                    <a:pt x="1803761" y="53821"/>
                  </a:lnTo>
                  <a:lnTo>
                    <a:pt x="1832651" y="50358"/>
                  </a:lnTo>
                  <a:lnTo>
                    <a:pt x="1860791" y="46984"/>
                  </a:lnTo>
                  <a:lnTo>
                    <a:pt x="1888219" y="43696"/>
                  </a:lnTo>
                  <a:lnTo>
                    <a:pt x="1914969" y="40490"/>
                  </a:lnTo>
                  <a:lnTo>
                    <a:pt x="1941075" y="37360"/>
                  </a:lnTo>
                  <a:lnTo>
                    <a:pt x="1966567" y="34304"/>
                  </a:lnTo>
                  <a:lnTo>
                    <a:pt x="1991472" y="31319"/>
                  </a:lnTo>
                  <a:lnTo>
                    <a:pt x="2015818" y="28400"/>
                  </a:lnTo>
                  <a:lnTo>
                    <a:pt x="2039628" y="25546"/>
                  </a:lnTo>
                  <a:lnTo>
                    <a:pt x="2062927" y="22753"/>
                  </a:lnTo>
                  <a:lnTo>
                    <a:pt x="2085734" y="20019"/>
                  </a:lnTo>
                  <a:lnTo>
                    <a:pt x="2108072" y="17341"/>
                  </a:lnTo>
                  <a:lnTo>
                    <a:pt x="2129958" y="14717"/>
                  </a:lnTo>
                  <a:lnTo>
                    <a:pt x="2151411" y="12146"/>
                  </a:lnTo>
                  <a:lnTo>
                    <a:pt x="2172447" y="9624"/>
                  </a:lnTo>
                  <a:lnTo>
                    <a:pt x="2193083" y="7150"/>
                  </a:lnTo>
                  <a:lnTo>
                    <a:pt x="2213333" y="4722"/>
                  </a:lnTo>
                  <a:lnTo>
                    <a:pt x="2233211" y="2340"/>
                  </a:lnTo>
                  <a:lnTo>
                    <a:pt x="2252731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557582" y="2120071"/>
              <a:ext cx="2252731" cy="239123"/>
            </a:xfrm>
            <a:custGeom>
              <a:avLst/>
              <a:pathLst>
                <a:path w="2252731" h="239123">
                  <a:moveTo>
                    <a:pt x="0" y="239123"/>
                  </a:moveTo>
                  <a:lnTo>
                    <a:pt x="144659" y="223767"/>
                  </a:lnTo>
                  <a:lnTo>
                    <a:pt x="272257" y="210223"/>
                  </a:lnTo>
                  <a:lnTo>
                    <a:pt x="386398" y="198107"/>
                  </a:lnTo>
                  <a:lnTo>
                    <a:pt x="489651" y="187147"/>
                  </a:lnTo>
                  <a:lnTo>
                    <a:pt x="583913" y="177141"/>
                  </a:lnTo>
                  <a:lnTo>
                    <a:pt x="670626" y="167937"/>
                  </a:lnTo>
                  <a:lnTo>
                    <a:pt x="750910" y="159415"/>
                  </a:lnTo>
                  <a:lnTo>
                    <a:pt x="825652" y="151481"/>
                  </a:lnTo>
                  <a:lnTo>
                    <a:pt x="895569" y="144060"/>
                  </a:lnTo>
                  <a:lnTo>
                    <a:pt x="961246" y="137088"/>
                  </a:lnTo>
                  <a:lnTo>
                    <a:pt x="1023168" y="130515"/>
                  </a:lnTo>
                  <a:lnTo>
                    <a:pt x="1081741" y="124298"/>
                  </a:lnTo>
                  <a:lnTo>
                    <a:pt x="1137309" y="118399"/>
                  </a:lnTo>
                  <a:lnTo>
                    <a:pt x="1190165" y="112789"/>
                  </a:lnTo>
                  <a:lnTo>
                    <a:pt x="1240561" y="107439"/>
                  </a:lnTo>
                  <a:lnTo>
                    <a:pt x="1288718" y="102328"/>
                  </a:lnTo>
                  <a:lnTo>
                    <a:pt x="1334824" y="97434"/>
                  </a:lnTo>
                  <a:lnTo>
                    <a:pt x="1379048" y="92739"/>
                  </a:lnTo>
                  <a:lnTo>
                    <a:pt x="1421537" y="88229"/>
                  </a:lnTo>
                  <a:lnTo>
                    <a:pt x="1462422" y="83889"/>
                  </a:lnTo>
                  <a:lnTo>
                    <a:pt x="1501821" y="79707"/>
                  </a:lnTo>
                  <a:lnTo>
                    <a:pt x="1539836" y="75672"/>
                  </a:lnTo>
                  <a:lnTo>
                    <a:pt x="1576563" y="71773"/>
                  </a:lnTo>
                  <a:lnTo>
                    <a:pt x="1612085" y="68003"/>
                  </a:lnTo>
                  <a:lnTo>
                    <a:pt x="1646480" y="64352"/>
                  </a:lnTo>
                  <a:lnTo>
                    <a:pt x="1679816" y="60813"/>
                  </a:lnTo>
                  <a:lnTo>
                    <a:pt x="1712157" y="57380"/>
                  </a:lnTo>
                  <a:lnTo>
                    <a:pt x="1743560" y="54047"/>
                  </a:lnTo>
                  <a:lnTo>
                    <a:pt x="1774078" y="50808"/>
                  </a:lnTo>
                  <a:lnTo>
                    <a:pt x="1803761" y="47657"/>
                  </a:lnTo>
                  <a:lnTo>
                    <a:pt x="1832651" y="44590"/>
                  </a:lnTo>
                  <a:lnTo>
                    <a:pt x="1860791" y="41603"/>
                  </a:lnTo>
                  <a:lnTo>
                    <a:pt x="1888219" y="38692"/>
                  </a:lnTo>
                  <a:lnTo>
                    <a:pt x="1914969" y="35852"/>
                  </a:lnTo>
                  <a:lnTo>
                    <a:pt x="1941075" y="33081"/>
                  </a:lnTo>
                  <a:lnTo>
                    <a:pt x="1966567" y="30375"/>
                  </a:lnTo>
                  <a:lnTo>
                    <a:pt x="1991472" y="27732"/>
                  </a:lnTo>
                  <a:lnTo>
                    <a:pt x="2015818" y="25147"/>
                  </a:lnTo>
                  <a:lnTo>
                    <a:pt x="2039628" y="22620"/>
                  </a:lnTo>
                  <a:lnTo>
                    <a:pt x="2062927" y="20147"/>
                  </a:lnTo>
                  <a:lnTo>
                    <a:pt x="2085734" y="17726"/>
                  </a:lnTo>
                  <a:lnTo>
                    <a:pt x="2108072" y="15355"/>
                  </a:lnTo>
                  <a:lnTo>
                    <a:pt x="2129958" y="13032"/>
                  </a:lnTo>
                  <a:lnTo>
                    <a:pt x="2151411" y="10754"/>
                  </a:lnTo>
                  <a:lnTo>
                    <a:pt x="2172447" y="8521"/>
                  </a:lnTo>
                  <a:lnTo>
                    <a:pt x="2193083" y="6331"/>
                  </a:lnTo>
                  <a:lnTo>
                    <a:pt x="2213333" y="4182"/>
                  </a:lnTo>
                  <a:lnTo>
                    <a:pt x="2233211" y="2072"/>
                  </a:lnTo>
                  <a:lnTo>
                    <a:pt x="2252731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557582" y="1888528"/>
              <a:ext cx="2252731" cy="115792"/>
            </a:xfrm>
            <a:custGeom>
              <a:avLst/>
              <a:pathLst>
                <a:path w="2252731" h="115792">
                  <a:moveTo>
                    <a:pt x="0" y="115792"/>
                  </a:moveTo>
                  <a:lnTo>
                    <a:pt x="144659" y="108356"/>
                  </a:lnTo>
                  <a:lnTo>
                    <a:pt x="272257" y="101798"/>
                  </a:lnTo>
                  <a:lnTo>
                    <a:pt x="386398" y="95931"/>
                  </a:lnTo>
                  <a:lnTo>
                    <a:pt x="489651" y="90624"/>
                  </a:lnTo>
                  <a:lnTo>
                    <a:pt x="583913" y="85778"/>
                  </a:lnTo>
                  <a:lnTo>
                    <a:pt x="670626" y="81321"/>
                  </a:lnTo>
                  <a:lnTo>
                    <a:pt x="750910" y="77195"/>
                  </a:lnTo>
                  <a:lnTo>
                    <a:pt x="825652" y="73353"/>
                  </a:lnTo>
                  <a:lnTo>
                    <a:pt x="895569" y="69759"/>
                  </a:lnTo>
                  <a:lnTo>
                    <a:pt x="961246" y="66383"/>
                  </a:lnTo>
                  <a:lnTo>
                    <a:pt x="1023168" y="63200"/>
                  </a:lnTo>
                  <a:lnTo>
                    <a:pt x="1081741" y="60190"/>
                  </a:lnTo>
                  <a:lnTo>
                    <a:pt x="1137309" y="57333"/>
                  </a:lnTo>
                  <a:lnTo>
                    <a:pt x="1190165" y="54616"/>
                  </a:lnTo>
                  <a:lnTo>
                    <a:pt x="1240561" y="52026"/>
                  </a:lnTo>
                  <a:lnTo>
                    <a:pt x="1288718" y="49551"/>
                  </a:lnTo>
                  <a:lnTo>
                    <a:pt x="1334824" y="47181"/>
                  </a:lnTo>
                  <a:lnTo>
                    <a:pt x="1379048" y="44908"/>
                  </a:lnTo>
                  <a:lnTo>
                    <a:pt x="1421537" y="42724"/>
                  </a:lnTo>
                  <a:lnTo>
                    <a:pt x="1462422" y="40622"/>
                  </a:lnTo>
                  <a:lnTo>
                    <a:pt x="1501821" y="38597"/>
                  </a:lnTo>
                  <a:lnTo>
                    <a:pt x="1539836" y="36643"/>
                  </a:lnTo>
                  <a:lnTo>
                    <a:pt x="1576563" y="34755"/>
                  </a:lnTo>
                  <a:lnTo>
                    <a:pt x="1612085" y="32929"/>
                  </a:lnTo>
                  <a:lnTo>
                    <a:pt x="1646480" y="31161"/>
                  </a:lnTo>
                  <a:lnTo>
                    <a:pt x="1679816" y="29448"/>
                  </a:lnTo>
                  <a:lnTo>
                    <a:pt x="1712157" y="27786"/>
                  </a:lnTo>
                  <a:lnTo>
                    <a:pt x="1743560" y="26171"/>
                  </a:lnTo>
                  <a:lnTo>
                    <a:pt x="1774078" y="24603"/>
                  </a:lnTo>
                  <a:lnTo>
                    <a:pt x="1803761" y="23077"/>
                  </a:lnTo>
                  <a:lnTo>
                    <a:pt x="1832651" y="21592"/>
                  </a:lnTo>
                  <a:lnTo>
                    <a:pt x="1860791" y="20146"/>
                  </a:lnTo>
                  <a:lnTo>
                    <a:pt x="1888219" y="18736"/>
                  </a:lnTo>
                  <a:lnTo>
                    <a:pt x="1914969" y="17361"/>
                  </a:lnTo>
                  <a:lnTo>
                    <a:pt x="1941075" y="16019"/>
                  </a:lnTo>
                  <a:lnTo>
                    <a:pt x="1966567" y="14709"/>
                  </a:lnTo>
                  <a:lnTo>
                    <a:pt x="1991472" y="13428"/>
                  </a:lnTo>
                  <a:lnTo>
                    <a:pt x="2015818" y="12177"/>
                  </a:lnTo>
                  <a:lnTo>
                    <a:pt x="2039628" y="10953"/>
                  </a:lnTo>
                  <a:lnTo>
                    <a:pt x="2062927" y="9756"/>
                  </a:lnTo>
                  <a:lnTo>
                    <a:pt x="2085734" y="8583"/>
                  </a:lnTo>
                  <a:lnTo>
                    <a:pt x="2108072" y="7435"/>
                  </a:lnTo>
                  <a:lnTo>
                    <a:pt x="2129958" y="6310"/>
                  </a:lnTo>
                  <a:lnTo>
                    <a:pt x="2151411" y="5207"/>
                  </a:lnTo>
                  <a:lnTo>
                    <a:pt x="2172447" y="4126"/>
                  </a:lnTo>
                  <a:lnTo>
                    <a:pt x="2193083" y="3065"/>
                  </a:lnTo>
                  <a:lnTo>
                    <a:pt x="2213333" y="2025"/>
                  </a:lnTo>
                  <a:lnTo>
                    <a:pt x="2233211" y="1003"/>
                  </a:lnTo>
                  <a:lnTo>
                    <a:pt x="2252731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557582" y="1956320"/>
              <a:ext cx="2252731" cy="115062"/>
            </a:xfrm>
            <a:custGeom>
              <a:avLst/>
              <a:pathLst>
                <a:path w="2252731" h="115062">
                  <a:moveTo>
                    <a:pt x="0" y="115062"/>
                  </a:moveTo>
                  <a:lnTo>
                    <a:pt x="144659" y="107673"/>
                  </a:lnTo>
                  <a:lnTo>
                    <a:pt x="272257" y="101156"/>
                  </a:lnTo>
                  <a:lnTo>
                    <a:pt x="386398" y="95326"/>
                  </a:lnTo>
                  <a:lnTo>
                    <a:pt x="489651" y="90052"/>
                  </a:lnTo>
                  <a:lnTo>
                    <a:pt x="583913" y="85237"/>
                  </a:lnTo>
                  <a:lnTo>
                    <a:pt x="670626" y="80808"/>
                  </a:lnTo>
                  <a:lnTo>
                    <a:pt x="750910" y="76708"/>
                  </a:lnTo>
                  <a:lnTo>
                    <a:pt x="825652" y="72890"/>
                  </a:lnTo>
                  <a:lnTo>
                    <a:pt x="895569" y="69319"/>
                  </a:lnTo>
                  <a:lnTo>
                    <a:pt x="961246" y="65964"/>
                  </a:lnTo>
                  <a:lnTo>
                    <a:pt x="1023168" y="62802"/>
                  </a:lnTo>
                  <a:lnTo>
                    <a:pt x="1081741" y="59810"/>
                  </a:lnTo>
                  <a:lnTo>
                    <a:pt x="1137309" y="56972"/>
                  </a:lnTo>
                  <a:lnTo>
                    <a:pt x="1190165" y="54272"/>
                  </a:lnTo>
                  <a:lnTo>
                    <a:pt x="1240561" y="51698"/>
                  </a:lnTo>
                  <a:lnTo>
                    <a:pt x="1288718" y="49238"/>
                  </a:lnTo>
                  <a:lnTo>
                    <a:pt x="1334824" y="46883"/>
                  </a:lnTo>
                  <a:lnTo>
                    <a:pt x="1379048" y="44624"/>
                  </a:lnTo>
                  <a:lnTo>
                    <a:pt x="1421537" y="42454"/>
                  </a:lnTo>
                  <a:lnTo>
                    <a:pt x="1462422" y="40366"/>
                  </a:lnTo>
                  <a:lnTo>
                    <a:pt x="1501821" y="38354"/>
                  </a:lnTo>
                  <a:lnTo>
                    <a:pt x="1539836" y="36412"/>
                  </a:lnTo>
                  <a:lnTo>
                    <a:pt x="1576563" y="34536"/>
                  </a:lnTo>
                  <a:lnTo>
                    <a:pt x="1612085" y="32722"/>
                  </a:lnTo>
                  <a:lnTo>
                    <a:pt x="1646480" y="30965"/>
                  </a:lnTo>
                  <a:lnTo>
                    <a:pt x="1679816" y="29262"/>
                  </a:lnTo>
                  <a:lnTo>
                    <a:pt x="1712157" y="27610"/>
                  </a:lnTo>
                  <a:lnTo>
                    <a:pt x="1743560" y="26006"/>
                  </a:lnTo>
                  <a:lnTo>
                    <a:pt x="1774078" y="24448"/>
                  </a:lnTo>
                  <a:lnTo>
                    <a:pt x="1803761" y="22931"/>
                  </a:lnTo>
                  <a:lnTo>
                    <a:pt x="1832651" y="21456"/>
                  </a:lnTo>
                  <a:lnTo>
                    <a:pt x="1860791" y="20019"/>
                  </a:lnTo>
                  <a:lnTo>
                    <a:pt x="1888219" y="18618"/>
                  </a:lnTo>
                  <a:lnTo>
                    <a:pt x="1914969" y="17251"/>
                  </a:lnTo>
                  <a:lnTo>
                    <a:pt x="1941075" y="15918"/>
                  </a:lnTo>
                  <a:lnTo>
                    <a:pt x="1966567" y="14616"/>
                  </a:lnTo>
                  <a:lnTo>
                    <a:pt x="1991472" y="13344"/>
                  </a:lnTo>
                  <a:lnTo>
                    <a:pt x="2015818" y="12100"/>
                  </a:lnTo>
                  <a:lnTo>
                    <a:pt x="2039628" y="10884"/>
                  </a:lnTo>
                  <a:lnTo>
                    <a:pt x="2062927" y="9694"/>
                  </a:lnTo>
                  <a:lnTo>
                    <a:pt x="2085734" y="8529"/>
                  </a:lnTo>
                  <a:lnTo>
                    <a:pt x="2108072" y="7388"/>
                  </a:lnTo>
                  <a:lnTo>
                    <a:pt x="2129958" y="6270"/>
                  </a:lnTo>
                  <a:lnTo>
                    <a:pt x="2151411" y="5175"/>
                  </a:lnTo>
                  <a:lnTo>
                    <a:pt x="2172447" y="4100"/>
                  </a:lnTo>
                  <a:lnTo>
                    <a:pt x="2193083" y="3046"/>
                  </a:lnTo>
                  <a:lnTo>
                    <a:pt x="2213333" y="2012"/>
                  </a:lnTo>
                  <a:lnTo>
                    <a:pt x="2233211" y="997"/>
                  </a:lnTo>
                  <a:lnTo>
                    <a:pt x="2252731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557582" y="2124262"/>
              <a:ext cx="2252731" cy="167217"/>
            </a:xfrm>
            <a:custGeom>
              <a:avLst/>
              <a:pathLst>
                <a:path w="2252731" h="167217">
                  <a:moveTo>
                    <a:pt x="0" y="167217"/>
                  </a:moveTo>
                  <a:lnTo>
                    <a:pt x="144659" y="156479"/>
                  </a:lnTo>
                  <a:lnTo>
                    <a:pt x="272257" y="147008"/>
                  </a:lnTo>
                  <a:lnTo>
                    <a:pt x="386398" y="138535"/>
                  </a:lnTo>
                  <a:lnTo>
                    <a:pt x="489651" y="130871"/>
                  </a:lnTo>
                  <a:lnTo>
                    <a:pt x="583913" y="123874"/>
                  </a:lnTo>
                  <a:lnTo>
                    <a:pt x="670626" y="117437"/>
                  </a:lnTo>
                  <a:lnTo>
                    <a:pt x="750910" y="111478"/>
                  </a:lnTo>
                  <a:lnTo>
                    <a:pt x="825652" y="105930"/>
                  </a:lnTo>
                  <a:lnTo>
                    <a:pt x="895569" y="100740"/>
                  </a:lnTo>
                  <a:lnTo>
                    <a:pt x="961246" y="95865"/>
                  </a:lnTo>
                  <a:lnTo>
                    <a:pt x="1023168" y="91269"/>
                  </a:lnTo>
                  <a:lnTo>
                    <a:pt x="1081741" y="86921"/>
                  </a:lnTo>
                  <a:lnTo>
                    <a:pt x="1137309" y="82796"/>
                  </a:lnTo>
                  <a:lnTo>
                    <a:pt x="1190165" y="78873"/>
                  </a:lnTo>
                  <a:lnTo>
                    <a:pt x="1240561" y="75132"/>
                  </a:lnTo>
                  <a:lnTo>
                    <a:pt x="1288718" y="71557"/>
                  </a:lnTo>
                  <a:lnTo>
                    <a:pt x="1334824" y="68135"/>
                  </a:lnTo>
                  <a:lnTo>
                    <a:pt x="1379048" y="64852"/>
                  </a:lnTo>
                  <a:lnTo>
                    <a:pt x="1421537" y="61698"/>
                  </a:lnTo>
                  <a:lnTo>
                    <a:pt x="1462422" y="58663"/>
                  </a:lnTo>
                  <a:lnTo>
                    <a:pt x="1501821" y="55739"/>
                  </a:lnTo>
                  <a:lnTo>
                    <a:pt x="1539836" y="52917"/>
                  </a:lnTo>
                  <a:lnTo>
                    <a:pt x="1576563" y="50191"/>
                  </a:lnTo>
                  <a:lnTo>
                    <a:pt x="1612085" y="47554"/>
                  </a:lnTo>
                  <a:lnTo>
                    <a:pt x="1646480" y="45001"/>
                  </a:lnTo>
                  <a:lnTo>
                    <a:pt x="1679816" y="42526"/>
                  </a:lnTo>
                  <a:lnTo>
                    <a:pt x="1712157" y="40126"/>
                  </a:lnTo>
                  <a:lnTo>
                    <a:pt x="1743560" y="37795"/>
                  </a:lnTo>
                  <a:lnTo>
                    <a:pt x="1774078" y="35529"/>
                  </a:lnTo>
                  <a:lnTo>
                    <a:pt x="1803761" y="33326"/>
                  </a:lnTo>
                  <a:lnTo>
                    <a:pt x="1832651" y="31182"/>
                  </a:lnTo>
                  <a:lnTo>
                    <a:pt x="1860791" y="29093"/>
                  </a:lnTo>
                  <a:lnTo>
                    <a:pt x="1888219" y="27057"/>
                  </a:lnTo>
                  <a:lnTo>
                    <a:pt x="1914969" y="25071"/>
                  </a:lnTo>
                  <a:lnTo>
                    <a:pt x="1941075" y="23133"/>
                  </a:lnTo>
                  <a:lnTo>
                    <a:pt x="1966567" y="21241"/>
                  </a:lnTo>
                  <a:lnTo>
                    <a:pt x="1991472" y="19392"/>
                  </a:lnTo>
                  <a:lnTo>
                    <a:pt x="2015818" y="17585"/>
                  </a:lnTo>
                  <a:lnTo>
                    <a:pt x="2039628" y="15818"/>
                  </a:lnTo>
                  <a:lnTo>
                    <a:pt x="2062927" y="14089"/>
                  </a:lnTo>
                  <a:lnTo>
                    <a:pt x="2085734" y="12395"/>
                  </a:lnTo>
                  <a:lnTo>
                    <a:pt x="2108072" y="10737"/>
                  </a:lnTo>
                  <a:lnTo>
                    <a:pt x="2129958" y="9113"/>
                  </a:lnTo>
                  <a:lnTo>
                    <a:pt x="2151411" y="7520"/>
                  </a:lnTo>
                  <a:lnTo>
                    <a:pt x="2172447" y="5959"/>
                  </a:lnTo>
                  <a:lnTo>
                    <a:pt x="2193083" y="4427"/>
                  </a:lnTo>
                  <a:lnTo>
                    <a:pt x="2213333" y="2924"/>
                  </a:lnTo>
                  <a:lnTo>
                    <a:pt x="2233211" y="1448"/>
                  </a:lnTo>
                  <a:lnTo>
                    <a:pt x="2252731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557582" y="2269533"/>
              <a:ext cx="2252731" cy="133301"/>
            </a:xfrm>
            <a:custGeom>
              <a:avLst/>
              <a:pathLst>
                <a:path w="2252731" h="133301">
                  <a:moveTo>
                    <a:pt x="0" y="133301"/>
                  </a:moveTo>
                  <a:lnTo>
                    <a:pt x="144659" y="124741"/>
                  </a:lnTo>
                  <a:lnTo>
                    <a:pt x="272257" y="117190"/>
                  </a:lnTo>
                  <a:lnTo>
                    <a:pt x="386398" y="110436"/>
                  </a:lnTo>
                  <a:lnTo>
                    <a:pt x="489651" y="104327"/>
                  </a:lnTo>
                  <a:lnTo>
                    <a:pt x="583913" y="98749"/>
                  </a:lnTo>
                  <a:lnTo>
                    <a:pt x="670626" y="93618"/>
                  </a:lnTo>
                  <a:lnTo>
                    <a:pt x="750910" y="88867"/>
                  </a:lnTo>
                  <a:lnTo>
                    <a:pt x="825652" y="84444"/>
                  </a:lnTo>
                  <a:lnTo>
                    <a:pt x="895569" y="80307"/>
                  </a:lnTo>
                  <a:lnTo>
                    <a:pt x="961246" y="76421"/>
                  </a:lnTo>
                  <a:lnTo>
                    <a:pt x="1023168" y="72757"/>
                  </a:lnTo>
                  <a:lnTo>
                    <a:pt x="1081741" y="69291"/>
                  </a:lnTo>
                  <a:lnTo>
                    <a:pt x="1137309" y="66003"/>
                  </a:lnTo>
                  <a:lnTo>
                    <a:pt x="1190165" y="62875"/>
                  </a:lnTo>
                  <a:lnTo>
                    <a:pt x="1240561" y="59893"/>
                  </a:lnTo>
                  <a:lnTo>
                    <a:pt x="1288718" y="57043"/>
                  </a:lnTo>
                  <a:lnTo>
                    <a:pt x="1334824" y="54315"/>
                  </a:lnTo>
                  <a:lnTo>
                    <a:pt x="1379048" y="51698"/>
                  </a:lnTo>
                  <a:lnTo>
                    <a:pt x="1421537" y="49184"/>
                  </a:lnTo>
                  <a:lnTo>
                    <a:pt x="1462422" y="46765"/>
                  </a:lnTo>
                  <a:lnTo>
                    <a:pt x="1501821" y="44433"/>
                  </a:lnTo>
                  <a:lnTo>
                    <a:pt x="1539836" y="42184"/>
                  </a:lnTo>
                  <a:lnTo>
                    <a:pt x="1576563" y="40011"/>
                  </a:lnTo>
                  <a:lnTo>
                    <a:pt x="1612085" y="37909"/>
                  </a:lnTo>
                  <a:lnTo>
                    <a:pt x="1646480" y="35873"/>
                  </a:lnTo>
                  <a:lnTo>
                    <a:pt x="1679816" y="33901"/>
                  </a:lnTo>
                  <a:lnTo>
                    <a:pt x="1712157" y="31987"/>
                  </a:lnTo>
                  <a:lnTo>
                    <a:pt x="1743560" y="30129"/>
                  </a:lnTo>
                  <a:lnTo>
                    <a:pt x="1774078" y="28323"/>
                  </a:lnTo>
                  <a:lnTo>
                    <a:pt x="1803761" y="26567"/>
                  </a:lnTo>
                  <a:lnTo>
                    <a:pt x="1832651" y="24857"/>
                  </a:lnTo>
                  <a:lnTo>
                    <a:pt x="1860791" y="23192"/>
                  </a:lnTo>
                  <a:lnTo>
                    <a:pt x="1888219" y="21569"/>
                  </a:lnTo>
                  <a:lnTo>
                    <a:pt x="1914969" y="19986"/>
                  </a:lnTo>
                  <a:lnTo>
                    <a:pt x="1941075" y="18441"/>
                  </a:lnTo>
                  <a:lnTo>
                    <a:pt x="1966567" y="16933"/>
                  </a:lnTo>
                  <a:lnTo>
                    <a:pt x="1991472" y="15459"/>
                  </a:lnTo>
                  <a:lnTo>
                    <a:pt x="2015818" y="14018"/>
                  </a:lnTo>
                  <a:lnTo>
                    <a:pt x="2039628" y="12609"/>
                  </a:lnTo>
                  <a:lnTo>
                    <a:pt x="2062927" y="11231"/>
                  </a:lnTo>
                  <a:lnTo>
                    <a:pt x="2085734" y="9881"/>
                  </a:lnTo>
                  <a:lnTo>
                    <a:pt x="2108072" y="8559"/>
                  </a:lnTo>
                  <a:lnTo>
                    <a:pt x="2129958" y="7264"/>
                  </a:lnTo>
                  <a:lnTo>
                    <a:pt x="2151411" y="5995"/>
                  </a:lnTo>
                  <a:lnTo>
                    <a:pt x="2172447" y="4750"/>
                  </a:lnTo>
                  <a:lnTo>
                    <a:pt x="2193083" y="3529"/>
                  </a:lnTo>
                  <a:lnTo>
                    <a:pt x="2213333" y="2331"/>
                  </a:lnTo>
                  <a:lnTo>
                    <a:pt x="2233211" y="1155"/>
                  </a:lnTo>
                  <a:lnTo>
                    <a:pt x="2252731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557582" y="2118983"/>
              <a:ext cx="2252731" cy="70042"/>
            </a:xfrm>
            <a:custGeom>
              <a:avLst/>
              <a:pathLst>
                <a:path w="2252731" h="70042">
                  <a:moveTo>
                    <a:pt x="0" y="70042"/>
                  </a:moveTo>
                  <a:lnTo>
                    <a:pt x="144659" y="65544"/>
                  </a:lnTo>
                  <a:lnTo>
                    <a:pt x="272257" y="61577"/>
                  </a:lnTo>
                  <a:lnTo>
                    <a:pt x="386398" y="58028"/>
                  </a:lnTo>
                  <a:lnTo>
                    <a:pt x="489651" y="54817"/>
                  </a:lnTo>
                  <a:lnTo>
                    <a:pt x="583913" y="51887"/>
                  </a:lnTo>
                  <a:lnTo>
                    <a:pt x="670626" y="49190"/>
                  </a:lnTo>
                  <a:lnTo>
                    <a:pt x="750910" y="46694"/>
                  </a:lnTo>
                  <a:lnTo>
                    <a:pt x="825652" y="44370"/>
                  </a:lnTo>
                  <a:lnTo>
                    <a:pt x="895569" y="42197"/>
                  </a:lnTo>
                  <a:lnTo>
                    <a:pt x="961246" y="40154"/>
                  </a:lnTo>
                  <a:lnTo>
                    <a:pt x="1023168" y="38229"/>
                  </a:lnTo>
                  <a:lnTo>
                    <a:pt x="1081741" y="36408"/>
                  </a:lnTo>
                  <a:lnTo>
                    <a:pt x="1137309" y="34680"/>
                  </a:lnTo>
                  <a:lnTo>
                    <a:pt x="1190165" y="33037"/>
                  </a:lnTo>
                  <a:lnTo>
                    <a:pt x="1240561" y="31470"/>
                  </a:lnTo>
                  <a:lnTo>
                    <a:pt x="1288718" y="29973"/>
                  </a:lnTo>
                  <a:lnTo>
                    <a:pt x="1334824" y="28539"/>
                  </a:lnTo>
                  <a:lnTo>
                    <a:pt x="1379048" y="27164"/>
                  </a:lnTo>
                  <a:lnTo>
                    <a:pt x="1421537" y="25843"/>
                  </a:lnTo>
                  <a:lnTo>
                    <a:pt x="1462422" y="24572"/>
                  </a:lnTo>
                  <a:lnTo>
                    <a:pt x="1501821" y="23347"/>
                  </a:lnTo>
                  <a:lnTo>
                    <a:pt x="1539836" y="22165"/>
                  </a:lnTo>
                  <a:lnTo>
                    <a:pt x="1576563" y="21023"/>
                  </a:lnTo>
                  <a:lnTo>
                    <a:pt x="1612085" y="19919"/>
                  </a:lnTo>
                  <a:lnTo>
                    <a:pt x="1646480" y="18849"/>
                  </a:lnTo>
                  <a:lnTo>
                    <a:pt x="1679816" y="17813"/>
                  </a:lnTo>
                  <a:lnTo>
                    <a:pt x="1712157" y="16807"/>
                  </a:lnTo>
                  <a:lnTo>
                    <a:pt x="1743560" y="15831"/>
                  </a:lnTo>
                  <a:lnTo>
                    <a:pt x="1774078" y="14882"/>
                  </a:lnTo>
                  <a:lnTo>
                    <a:pt x="1803761" y="13959"/>
                  </a:lnTo>
                  <a:lnTo>
                    <a:pt x="1832651" y="13061"/>
                  </a:lnTo>
                  <a:lnTo>
                    <a:pt x="1860791" y="12186"/>
                  </a:lnTo>
                  <a:lnTo>
                    <a:pt x="1888219" y="11333"/>
                  </a:lnTo>
                  <a:lnTo>
                    <a:pt x="1914969" y="10501"/>
                  </a:lnTo>
                  <a:lnTo>
                    <a:pt x="1941075" y="9690"/>
                  </a:lnTo>
                  <a:lnTo>
                    <a:pt x="1966567" y="8897"/>
                  </a:lnTo>
                  <a:lnTo>
                    <a:pt x="1991472" y="8123"/>
                  </a:lnTo>
                  <a:lnTo>
                    <a:pt x="2015818" y="7366"/>
                  </a:lnTo>
                  <a:lnTo>
                    <a:pt x="2039628" y="6625"/>
                  </a:lnTo>
                  <a:lnTo>
                    <a:pt x="2062927" y="5901"/>
                  </a:lnTo>
                  <a:lnTo>
                    <a:pt x="2085734" y="5192"/>
                  </a:lnTo>
                  <a:lnTo>
                    <a:pt x="2108072" y="4497"/>
                  </a:lnTo>
                  <a:lnTo>
                    <a:pt x="2129958" y="3817"/>
                  </a:lnTo>
                  <a:lnTo>
                    <a:pt x="2151411" y="3150"/>
                  </a:lnTo>
                  <a:lnTo>
                    <a:pt x="2172447" y="2496"/>
                  </a:lnTo>
                  <a:lnTo>
                    <a:pt x="2193083" y="1854"/>
                  </a:lnTo>
                  <a:lnTo>
                    <a:pt x="2213333" y="1224"/>
                  </a:lnTo>
                  <a:lnTo>
                    <a:pt x="2233211" y="606"/>
                  </a:lnTo>
                  <a:lnTo>
                    <a:pt x="2252731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1404926" y="1287054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04926" y="1287054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235360" y="223392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235360" y="190618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235360" y="157844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207105" y="1250713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1" name="pl100"/>
            <p:cNvSpPr/>
            <p:nvPr/>
          </p:nvSpPr>
          <p:spPr>
            <a:xfrm>
              <a:off x="1376458" y="22703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376458" y="19426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376458" y="161488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76458" y="128715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404926" y="2493729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557582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2308492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059403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3810313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 rot="-5400000">
              <a:off x="1029178" y="1844809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1404926" y="1110514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2" name="rc111"/>
            <p:cNvSpPr/>
            <p:nvPr/>
          </p:nvSpPr>
          <p:spPr>
            <a:xfrm>
              <a:off x="4262365" y="1287054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392829" y="215970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427777" y="149826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381771" y="215362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409752" y="207574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397445" y="22188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435638" y="169824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351380" y="136096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400240" y="197180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381038" y="238004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4442686" y="194084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176786" y="23961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188217" y="169883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52781" y="208722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138680" y="241080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71786" y="184099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94513" y="131383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43242" y="238543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089926" y="23400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132983" y="210586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171181" y="23905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24274" y="223023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97555" y="23878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113071" y="201736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111898" y="191461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125520" y="196065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32140" y="180989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133838" y="220495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155542" y="238244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932265" y="218862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929074" y="22607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845553" y="23388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860121" y="215245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874510" y="174884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910054" y="147944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909046" y="166152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840347" y="22128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888324" y="216786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880734" y="171930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884025" y="187956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943645" y="231918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890929" y="16802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892876" y="183260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862125" y="19815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901518" y="22968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924071" y="197465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841350" y="227549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883685" y="181683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5912811" y="198543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676408" y="207124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675530" y="21849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632183" y="222946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599351" y="205756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597220" y="196286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636420" y="200364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641000" y="21836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652124" y="202242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610871" y="221228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647508" y="212203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655507" y="19900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665059" y="174388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608713" y="22025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689882" y="23647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609781" y="225323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641426" y="207761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591525" y="21787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693125" y="205822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692459" y="204006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648237" y="19048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611922" y="193946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653134" y="199290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662923" y="22831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6657197" y="205199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422531" y="2006865"/>
              <a:ext cx="2248192" cy="113223"/>
            </a:xfrm>
            <a:custGeom>
              <a:avLst/>
              <a:pathLst>
                <a:path w="2248192" h="113223">
                  <a:moveTo>
                    <a:pt x="0" y="0"/>
                  </a:moveTo>
                  <a:lnTo>
                    <a:pt x="144367" y="7270"/>
                  </a:lnTo>
                  <a:lnTo>
                    <a:pt x="271709" y="13683"/>
                  </a:lnTo>
                  <a:lnTo>
                    <a:pt x="385619" y="19420"/>
                  </a:lnTo>
                  <a:lnTo>
                    <a:pt x="488664" y="24610"/>
                  </a:lnTo>
                  <a:lnTo>
                    <a:pt x="582737" y="29347"/>
                  </a:lnTo>
                  <a:lnTo>
                    <a:pt x="669275" y="33706"/>
                  </a:lnTo>
                  <a:lnTo>
                    <a:pt x="749397" y="37741"/>
                  </a:lnTo>
                  <a:lnTo>
                    <a:pt x="823989" y="41497"/>
                  </a:lnTo>
                  <a:lnTo>
                    <a:pt x="893765" y="45011"/>
                  </a:lnTo>
                  <a:lnTo>
                    <a:pt x="959309" y="48312"/>
                  </a:lnTo>
                  <a:lnTo>
                    <a:pt x="1021106" y="51425"/>
                  </a:lnTo>
                  <a:lnTo>
                    <a:pt x="1079561" y="54368"/>
                  </a:lnTo>
                  <a:lnTo>
                    <a:pt x="1135017" y="57161"/>
                  </a:lnTo>
                  <a:lnTo>
                    <a:pt x="1187767" y="59818"/>
                  </a:lnTo>
                  <a:lnTo>
                    <a:pt x="1238062" y="62351"/>
                  </a:lnTo>
                  <a:lnTo>
                    <a:pt x="1286121" y="64771"/>
                  </a:lnTo>
                  <a:lnTo>
                    <a:pt x="1332134" y="67089"/>
                  </a:lnTo>
                  <a:lnTo>
                    <a:pt x="1376269" y="69311"/>
                  </a:lnTo>
                  <a:lnTo>
                    <a:pt x="1418673" y="71447"/>
                  </a:lnTo>
                  <a:lnTo>
                    <a:pt x="1459476" y="73502"/>
                  </a:lnTo>
                  <a:lnTo>
                    <a:pt x="1498795" y="75482"/>
                  </a:lnTo>
                  <a:lnTo>
                    <a:pt x="1536734" y="77393"/>
                  </a:lnTo>
                  <a:lnTo>
                    <a:pt x="1573386" y="79238"/>
                  </a:lnTo>
                  <a:lnTo>
                    <a:pt x="1608837" y="81024"/>
                  </a:lnTo>
                  <a:lnTo>
                    <a:pt x="1643162" y="82753"/>
                  </a:lnTo>
                  <a:lnTo>
                    <a:pt x="1676431" y="84428"/>
                  </a:lnTo>
                  <a:lnTo>
                    <a:pt x="1708707" y="86054"/>
                  </a:lnTo>
                  <a:lnTo>
                    <a:pt x="1740047" y="87632"/>
                  </a:lnTo>
                  <a:lnTo>
                    <a:pt x="1770504" y="89166"/>
                  </a:lnTo>
                  <a:lnTo>
                    <a:pt x="1800126" y="90658"/>
                  </a:lnTo>
                  <a:lnTo>
                    <a:pt x="1828959" y="92110"/>
                  </a:lnTo>
                  <a:lnTo>
                    <a:pt x="1857042" y="93524"/>
                  </a:lnTo>
                  <a:lnTo>
                    <a:pt x="1884415" y="94903"/>
                  </a:lnTo>
                  <a:lnTo>
                    <a:pt x="1911111" y="96247"/>
                  </a:lnTo>
                  <a:lnTo>
                    <a:pt x="1937164" y="97559"/>
                  </a:lnTo>
                  <a:lnTo>
                    <a:pt x="1962604" y="98840"/>
                  </a:lnTo>
                  <a:lnTo>
                    <a:pt x="1987459" y="100092"/>
                  </a:lnTo>
                  <a:lnTo>
                    <a:pt x="2011756" y="101316"/>
                  </a:lnTo>
                  <a:lnTo>
                    <a:pt x="2035518" y="102512"/>
                  </a:lnTo>
                  <a:lnTo>
                    <a:pt x="2058770" y="103683"/>
                  </a:lnTo>
                  <a:lnTo>
                    <a:pt x="2081532" y="104830"/>
                  </a:lnTo>
                  <a:lnTo>
                    <a:pt x="2103824" y="105952"/>
                  </a:lnTo>
                  <a:lnTo>
                    <a:pt x="2125667" y="107052"/>
                  </a:lnTo>
                  <a:lnTo>
                    <a:pt x="2147076" y="108131"/>
                  </a:lnTo>
                  <a:lnTo>
                    <a:pt x="2168070" y="109188"/>
                  </a:lnTo>
                  <a:lnTo>
                    <a:pt x="2188664" y="110225"/>
                  </a:lnTo>
                  <a:lnTo>
                    <a:pt x="2208873" y="111243"/>
                  </a:lnTo>
                  <a:lnTo>
                    <a:pt x="2228712" y="112242"/>
                  </a:lnTo>
                  <a:lnTo>
                    <a:pt x="2248192" y="113223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422531" y="1553246"/>
              <a:ext cx="2248192" cy="512062"/>
            </a:xfrm>
            <a:custGeom>
              <a:avLst/>
              <a:pathLst>
                <a:path w="2248192" h="512062">
                  <a:moveTo>
                    <a:pt x="0" y="0"/>
                  </a:moveTo>
                  <a:lnTo>
                    <a:pt x="144367" y="32882"/>
                  </a:lnTo>
                  <a:lnTo>
                    <a:pt x="271709" y="61886"/>
                  </a:lnTo>
                  <a:lnTo>
                    <a:pt x="385619" y="87831"/>
                  </a:lnTo>
                  <a:lnTo>
                    <a:pt x="488664" y="111301"/>
                  </a:lnTo>
                  <a:lnTo>
                    <a:pt x="582737" y="132727"/>
                  </a:lnTo>
                  <a:lnTo>
                    <a:pt x="669275" y="152438"/>
                  </a:lnTo>
                  <a:lnTo>
                    <a:pt x="749397" y="170687"/>
                  </a:lnTo>
                  <a:lnTo>
                    <a:pt x="823989" y="187677"/>
                  </a:lnTo>
                  <a:lnTo>
                    <a:pt x="893765" y="203569"/>
                  </a:lnTo>
                  <a:lnTo>
                    <a:pt x="959309" y="218498"/>
                  </a:lnTo>
                  <a:lnTo>
                    <a:pt x="1021106" y="232573"/>
                  </a:lnTo>
                  <a:lnTo>
                    <a:pt x="1079561" y="245887"/>
                  </a:lnTo>
                  <a:lnTo>
                    <a:pt x="1135017" y="258518"/>
                  </a:lnTo>
                  <a:lnTo>
                    <a:pt x="1187767" y="270533"/>
                  </a:lnTo>
                  <a:lnTo>
                    <a:pt x="1238062" y="281988"/>
                  </a:lnTo>
                  <a:lnTo>
                    <a:pt x="1286121" y="292935"/>
                  </a:lnTo>
                  <a:lnTo>
                    <a:pt x="1332134" y="303415"/>
                  </a:lnTo>
                  <a:lnTo>
                    <a:pt x="1376269" y="313467"/>
                  </a:lnTo>
                  <a:lnTo>
                    <a:pt x="1418673" y="323126"/>
                  </a:lnTo>
                  <a:lnTo>
                    <a:pt x="1459476" y="332419"/>
                  </a:lnTo>
                  <a:lnTo>
                    <a:pt x="1498795" y="341375"/>
                  </a:lnTo>
                  <a:lnTo>
                    <a:pt x="1536734" y="350016"/>
                  </a:lnTo>
                  <a:lnTo>
                    <a:pt x="1573386" y="358364"/>
                  </a:lnTo>
                  <a:lnTo>
                    <a:pt x="1608837" y="366439"/>
                  </a:lnTo>
                  <a:lnTo>
                    <a:pt x="1643162" y="374257"/>
                  </a:lnTo>
                  <a:lnTo>
                    <a:pt x="1676431" y="381834"/>
                  </a:lnTo>
                  <a:lnTo>
                    <a:pt x="1708707" y="389186"/>
                  </a:lnTo>
                  <a:lnTo>
                    <a:pt x="1740047" y="396324"/>
                  </a:lnTo>
                  <a:lnTo>
                    <a:pt x="1770504" y="403261"/>
                  </a:lnTo>
                  <a:lnTo>
                    <a:pt x="1800126" y="410008"/>
                  </a:lnTo>
                  <a:lnTo>
                    <a:pt x="1828959" y="416575"/>
                  </a:lnTo>
                  <a:lnTo>
                    <a:pt x="1857042" y="422971"/>
                  </a:lnTo>
                  <a:lnTo>
                    <a:pt x="1884415" y="429206"/>
                  </a:lnTo>
                  <a:lnTo>
                    <a:pt x="1911111" y="435286"/>
                  </a:lnTo>
                  <a:lnTo>
                    <a:pt x="1937164" y="441220"/>
                  </a:lnTo>
                  <a:lnTo>
                    <a:pt x="1962604" y="447015"/>
                  </a:lnTo>
                  <a:lnTo>
                    <a:pt x="1987459" y="452676"/>
                  </a:lnTo>
                  <a:lnTo>
                    <a:pt x="2011756" y="458210"/>
                  </a:lnTo>
                  <a:lnTo>
                    <a:pt x="2035518" y="463622"/>
                  </a:lnTo>
                  <a:lnTo>
                    <a:pt x="2058770" y="468918"/>
                  </a:lnTo>
                  <a:lnTo>
                    <a:pt x="2081532" y="474103"/>
                  </a:lnTo>
                  <a:lnTo>
                    <a:pt x="2103824" y="479180"/>
                  </a:lnTo>
                  <a:lnTo>
                    <a:pt x="2125667" y="484155"/>
                  </a:lnTo>
                  <a:lnTo>
                    <a:pt x="2147076" y="489031"/>
                  </a:lnTo>
                  <a:lnTo>
                    <a:pt x="2168070" y="493813"/>
                  </a:lnTo>
                  <a:lnTo>
                    <a:pt x="2188664" y="498504"/>
                  </a:lnTo>
                  <a:lnTo>
                    <a:pt x="2208873" y="503107"/>
                  </a:lnTo>
                  <a:lnTo>
                    <a:pt x="2228712" y="507625"/>
                  </a:lnTo>
                  <a:lnTo>
                    <a:pt x="2248192" y="512062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22531" y="2178233"/>
              <a:ext cx="2248192" cy="72629"/>
            </a:xfrm>
            <a:custGeom>
              <a:avLst/>
              <a:pathLst>
                <a:path w="2248192" h="72629">
                  <a:moveTo>
                    <a:pt x="0" y="0"/>
                  </a:moveTo>
                  <a:lnTo>
                    <a:pt x="144367" y="4663"/>
                  </a:lnTo>
                  <a:lnTo>
                    <a:pt x="271709" y="8777"/>
                  </a:lnTo>
                  <a:lnTo>
                    <a:pt x="385619" y="12457"/>
                  </a:lnTo>
                  <a:lnTo>
                    <a:pt x="488664" y="15786"/>
                  </a:lnTo>
                  <a:lnTo>
                    <a:pt x="582737" y="18825"/>
                  </a:lnTo>
                  <a:lnTo>
                    <a:pt x="669275" y="21621"/>
                  </a:lnTo>
                  <a:lnTo>
                    <a:pt x="749397" y="24209"/>
                  </a:lnTo>
                  <a:lnTo>
                    <a:pt x="823989" y="26619"/>
                  </a:lnTo>
                  <a:lnTo>
                    <a:pt x="893765" y="28873"/>
                  </a:lnTo>
                  <a:lnTo>
                    <a:pt x="959309" y="30991"/>
                  </a:lnTo>
                  <a:lnTo>
                    <a:pt x="1021106" y="32987"/>
                  </a:lnTo>
                  <a:lnTo>
                    <a:pt x="1079561" y="34875"/>
                  </a:lnTo>
                  <a:lnTo>
                    <a:pt x="1135017" y="36667"/>
                  </a:lnTo>
                  <a:lnTo>
                    <a:pt x="1187767" y="38371"/>
                  </a:lnTo>
                  <a:lnTo>
                    <a:pt x="1238062" y="39996"/>
                  </a:lnTo>
                  <a:lnTo>
                    <a:pt x="1286121" y="41548"/>
                  </a:lnTo>
                  <a:lnTo>
                    <a:pt x="1332134" y="43035"/>
                  </a:lnTo>
                  <a:lnTo>
                    <a:pt x="1376269" y="44461"/>
                  </a:lnTo>
                  <a:lnTo>
                    <a:pt x="1418673" y="45831"/>
                  </a:lnTo>
                  <a:lnTo>
                    <a:pt x="1459476" y="47149"/>
                  </a:lnTo>
                  <a:lnTo>
                    <a:pt x="1498795" y="48419"/>
                  </a:lnTo>
                  <a:lnTo>
                    <a:pt x="1536734" y="49645"/>
                  </a:lnTo>
                  <a:lnTo>
                    <a:pt x="1573386" y="50829"/>
                  </a:lnTo>
                  <a:lnTo>
                    <a:pt x="1608837" y="51974"/>
                  </a:lnTo>
                  <a:lnTo>
                    <a:pt x="1643162" y="53083"/>
                  </a:lnTo>
                  <a:lnTo>
                    <a:pt x="1676431" y="54158"/>
                  </a:lnTo>
                  <a:lnTo>
                    <a:pt x="1708707" y="55200"/>
                  </a:lnTo>
                  <a:lnTo>
                    <a:pt x="1740047" y="56213"/>
                  </a:lnTo>
                  <a:lnTo>
                    <a:pt x="1770504" y="57197"/>
                  </a:lnTo>
                  <a:lnTo>
                    <a:pt x="1800126" y="58154"/>
                  </a:lnTo>
                  <a:lnTo>
                    <a:pt x="1828959" y="59085"/>
                  </a:lnTo>
                  <a:lnTo>
                    <a:pt x="1857042" y="59992"/>
                  </a:lnTo>
                  <a:lnTo>
                    <a:pt x="1884415" y="60877"/>
                  </a:lnTo>
                  <a:lnTo>
                    <a:pt x="1911111" y="61739"/>
                  </a:lnTo>
                  <a:lnTo>
                    <a:pt x="1937164" y="62581"/>
                  </a:lnTo>
                  <a:lnTo>
                    <a:pt x="1962604" y="63403"/>
                  </a:lnTo>
                  <a:lnTo>
                    <a:pt x="1987459" y="64206"/>
                  </a:lnTo>
                  <a:lnTo>
                    <a:pt x="2011756" y="64991"/>
                  </a:lnTo>
                  <a:lnTo>
                    <a:pt x="2035518" y="65758"/>
                  </a:lnTo>
                  <a:lnTo>
                    <a:pt x="2058770" y="66509"/>
                  </a:lnTo>
                  <a:lnTo>
                    <a:pt x="2081532" y="67245"/>
                  </a:lnTo>
                  <a:lnTo>
                    <a:pt x="2103824" y="67965"/>
                  </a:lnTo>
                  <a:lnTo>
                    <a:pt x="2125667" y="68671"/>
                  </a:lnTo>
                  <a:lnTo>
                    <a:pt x="2147076" y="69362"/>
                  </a:lnTo>
                  <a:lnTo>
                    <a:pt x="2168070" y="70040"/>
                  </a:lnTo>
                  <a:lnTo>
                    <a:pt x="2188664" y="70706"/>
                  </a:lnTo>
                  <a:lnTo>
                    <a:pt x="2208873" y="71359"/>
                  </a:lnTo>
                  <a:lnTo>
                    <a:pt x="2228712" y="71999"/>
                  </a:lnTo>
                  <a:lnTo>
                    <a:pt x="2248192" y="72629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422531" y="2051214"/>
              <a:ext cx="2248192" cy="101307"/>
            </a:xfrm>
            <a:custGeom>
              <a:avLst/>
              <a:pathLst>
                <a:path w="2248192" h="101307">
                  <a:moveTo>
                    <a:pt x="0" y="101307"/>
                  </a:moveTo>
                  <a:lnTo>
                    <a:pt x="144367" y="94801"/>
                  </a:lnTo>
                  <a:lnTo>
                    <a:pt x="271709" y="89063"/>
                  </a:lnTo>
                  <a:lnTo>
                    <a:pt x="385619" y="83930"/>
                  </a:lnTo>
                  <a:lnTo>
                    <a:pt x="488664" y="79287"/>
                  </a:lnTo>
                  <a:lnTo>
                    <a:pt x="582737" y="75048"/>
                  </a:lnTo>
                  <a:lnTo>
                    <a:pt x="669275" y="71148"/>
                  </a:lnTo>
                  <a:lnTo>
                    <a:pt x="749397" y="67538"/>
                  </a:lnTo>
                  <a:lnTo>
                    <a:pt x="823989" y="64177"/>
                  </a:lnTo>
                  <a:lnTo>
                    <a:pt x="893765" y="61032"/>
                  </a:lnTo>
                  <a:lnTo>
                    <a:pt x="959309" y="58079"/>
                  </a:lnTo>
                  <a:lnTo>
                    <a:pt x="1021106" y="55294"/>
                  </a:lnTo>
                  <a:lnTo>
                    <a:pt x="1079561" y="52660"/>
                  </a:lnTo>
                  <a:lnTo>
                    <a:pt x="1135017" y="50161"/>
                  </a:lnTo>
                  <a:lnTo>
                    <a:pt x="1187767" y="47784"/>
                  </a:lnTo>
                  <a:lnTo>
                    <a:pt x="1238062" y="45518"/>
                  </a:lnTo>
                  <a:lnTo>
                    <a:pt x="1286121" y="43352"/>
                  </a:lnTo>
                  <a:lnTo>
                    <a:pt x="1332134" y="41279"/>
                  </a:lnTo>
                  <a:lnTo>
                    <a:pt x="1376269" y="39290"/>
                  </a:lnTo>
                  <a:lnTo>
                    <a:pt x="1418673" y="37379"/>
                  </a:lnTo>
                  <a:lnTo>
                    <a:pt x="1459476" y="35540"/>
                  </a:lnTo>
                  <a:lnTo>
                    <a:pt x="1498795" y="33769"/>
                  </a:lnTo>
                  <a:lnTo>
                    <a:pt x="1536734" y="32059"/>
                  </a:lnTo>
                  <a:lnTo>
                    <a:pt x="1573386" y="30407"/>
                  </a:lnTo>
                  <a:lnTo>
                    <a:pt x="1608837" y="28810"/>
                  </a:lnTo>
                  <a:lnTo>
                    <a:pt x="1643162" y="27263"/>
                  </a:lnTo>
                  <a:lnTo>
                    <a:pt x="1676431" y="25764"/>
                  </a:lnTo>
                  <a:lnTo>
                    <a:pt x="1708707" y="24310"/>
                  </a:lnTo>
                  <a:lnTo>
                    <a:pt x="1740047" y="22897"/>
                  </a:lnTo>
                  <a:lnTo>
                    <a:pt x="1770504" y="21525"/>
                  </a:lnTo>
                  <a:lnTo>
                    <a:pt x="1800126" y="20190"/>
                  </a:lnTo>
                  <a:lnTo>
                    <a:pt x="1828959" y="18891"/>
                  </a:lnTo>
                  <a:lnTo>
                    <a:pt x="1857042" y="17625"/>
                  </a:lnTo>
                  <a:lnTo>
                    <a:pt x="1884415" y="16392"/>
                  </a:lnTo>
                  <a:lnTo>
                    <a:pt x="1911111" y="15189"/>
                  </a:lnTo>
                  <a:lnTo>
                    <a:pt x="1937164" y="14015"/>
                  </a:lnTo>
                  <a:lnTo>
                    <a:pt x="1962604" y="12869"/>
                  </a:lnTo>
                  <a:lnTo>
                    <a:pt x="1987459" y="11749"/>
                  </a:lnTo>
                  <a:lnTo>
                    <a:pt x="2011756" y="10654"/>
                  </a:lnTo>
                  <a:lnTo>
                    <a:pt x="2035518" y="9583"/>
                  </a:lnTo>
                  <a:lnTo>
                    <a:pt x="2058770" y="8535"/>
                  </a:lnTo>
                  <a:lnTo>
                    <a:pt x="2081532" y="7510"/>
                  </a:lnTo>
                  <a:lnTo>
                    <a:pt x="2103824" y="6505"/>
                  </a:lnTo>
                  <a:lnTo>
                    <a:pt x="2125667" y="5521"/>
                  </a:lnTo>
                  <a:lnTo>
                    <a:pt x="2147076" y="4556"/>
                  </a:lnTo>
                  <a:lnTo>
                    <a:pt x="2168070" y="3610"/>
                  </a:lnTo>
                  <a:lnTo>
                    <a:pt x="2188664" y="2682"/>
                  </a:lnTo>
                  <a:lnTo>
                    <a:pt x="2208873" y="1771"/>
                  </a:lnTo>
                  <a:lnTo>
                    <a:pt x="2228712" y="877"/>
                  </a:lnTo>
                  <a:lnTo>
                    <a:pt x="224819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422531" y="1986077"/>
              <a:ext cx="2248192" cy="194493"/>
            </a:xfrm>
            <a:custGeom>
              <a:avLst/>
              <a:pathLst>
                <a:path w="2248192" h="194493">
                  <a:moveTo>
                    <a:pt x="0" y="194493"/>
                  </a:moveTo>
                  <a:lnTo>
                    <a:pt x="144367" y="182003"/>
                  </a:lnTo>
                  <a:lnTo>
                    <a:pt x="271709" y="170987"/>
                  </a:lnTo>
                  <a:lnTo>
                    <a:pt x="385619" y="161132"/>
                  </a:lnTo>
                  <a:lnTo>
                    <a:pt x="488664" y="152218"/>
                  </a:lnTo>
                  <a:lnTo>
                    <a:pt x="582737" y="144079"/>
                  </a:lnTo>
                  <a:lnTo>
                    <a:pt x="669275" y="136593"/>
                  </a:lnTo>
                  <a:lnTo>
                    <a:pt x="749397" y="129662"/>
                  </a:lnTo>
                  <a:lnTo>
                    <a:pt x="823989" y="123209"/>
                  </a:lnTo>
                  <a:lnTo>
                    <a:pt x="893765" y="117172"/>
                  </a:lnTo>
                  <a:lnTo>
                    <a:pt x="959309" y="111502"/>
                  </a:lnTo>
                  <a:lnTo>
                    <a:pt x="1021106" y="106156"/>
                  </a:lnTo>
                  <a:lnTo>
                    <a:pt x="1079561" y="101099"/>
                  </a:lnTo>
                  <a:lnTo>
                    <a:pt x="1135017" y="96301"/>
                  </a:lnTo>
                  <a:lnTo>
                    <a:pt x="1187767" y="91738"/>
                  </a:lnTo>
                  <a:lnTo>
                    <a:pt x="1238062" y="87387"/>
                  </a:lnTo>
                  <a:lnTo>
                    <a:pt x="1286121" y="83229"/>
                  </a:lnTo>
                  <a:lnTo>
                    <a:pt x="1332134" y="79248"/>
                  </a:lnTo>
                  <a:lnTo>
                    <a:pt x="1376269" y="75430"/>
                  </a:lnTo>
                  <a:lnTo>
                    <a:pt x="1418673" y="71762"/>
                  </a:lnTo>
                  <a:lnTo>
                    <a:pt x="1459476" y="68232"/>
                  </a:lnTo>
                  <a:lnTo>
                    <a:pt x="1498795" y="64831"/>
                  </a:lnTo>
                  <a:lnTo>
                    <a:pt x="1536734" y="61548"/>
                  </a:lnTo>
                  <a:lnTo>
                    <a:pt x="1573386" y="58378"/>
                  </a:lnTo>
                  <a:lnTo>
                    <a:pt x="1608837" y="55311"/>
                  </a:lnTo>
                  <a:lnTo>
                    <a:pt x="1643162" y="52341"/>
                  </a:lnTo>
                  <a:lnTo>
                    <a:pt x="1676431" y="49463"/>
                  </a:lnTo>
                  <a:lnTo>
                    <a:pt x="1708707" y="46671"/>
                  </a:lnTo>
                  <a:lnTo>
                    <a:pt x="1740047" y="43960"/>
                  </a:lnTo>
                  <a:lnTo>
                    <a:pt x="1770504" y="41325"/>
                  </a:lnTo>
                  <a:lnTo>
                    <a:pt x="1800126" y="38762"/>
                  </a:lnTo>
                  <a:lnTo>
                    <a:pt x="1828959" y="36268"/>
                  </a:lnTo>
                  <a:lnTo>
                    <a:pt x="1857042" y="33838"/>
                  </a:lnTo>
                  <a:lnTo>
                    <a:pt x="1884415" y="31470"/>
                  </a:lnTo>
                  <a:lnTo>
                    <a:pt x="1911111" y="29161"/>
                  </a:lnTo>
                  <a:lnTo>
                    <a:pt x="1937164" y="26907"/>
                  </a:lnTo>
                  <a:lnTo>
                    <a:pt x="1962604" y="24706"/>
                  </a:lnTo>
                  <a:lnTo>
                    <a:pt x="1987459" y="22556"/>
                  </a:lnTo>
                  <a:lnTo>
                    <a:pt x="2011756" y="20454"/>
                  </a:lnTo>
                  <a:lnTo>
                    <a:pt x="2035518" y="18398"/>
                  </a:lnTo>
                  <a:lnTo>
                    <a:pt x="2058770" y="16387"/>
                  </a:lnTo>
                  <a:lnTo>
                    <a:pt x="2081532" y="14417"/>
                  </a:lnTo>
                  <a:lnTo>
                    <a:pt x="2103824" y="12489"/>
                  </a:lnTo>
                  <a:lnTo>
                    <a:pt x="2125667" y="10599"/>
                  </a:lnTo>
                  <a:lnTo>
                    <a:pt x="2147076" y="8747"/>
                  </a:lnTo>
                  <a:lnTo>
                    <a:pt x="2168070" y="6931"/>
                  </a:lnTo>
                  <a:lnTo>
                    <a:pt x="2188664" y="5149"/>
                  </a:lnTo>
                  <a:lnTo>
                    <a:pt x="2208873" y="3401"/>
                  </a:lnTo>
                  <a:lnTo>
                    <a:pt x="2228712" y="1685"/>
                  </a:lnTo>
                  <a:lnTo>
                    <a:pt x="224819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422531" y="1864589"/>
              <a:ext cx="2248192" cy="53842"/>
            </a:xfrm>
            <a:custGeom>
              <a:avLst/>
              <a:pathLst>
                <a:path w="2248192" h="53842">
                  <a:moveTo>
                    <a:pt x="0" y="0"/>
                  </a:moveTo>
                  <a:lnTo>
                    <a:pt x="144367" y="3457"/>
                  </a:lnTo>
                  <a:lnTo>
                    <a:pt x="271709" y="6507"/>
                  </a:lnTo>
                  <a:lnTo>
                    <a:pt x="385619" y="9235"/>
                  </a:lnTo>
                  <a:lnTo>
                    <a:pt x="488664" y="11703"/>
                  </a:lnTo>
                  <a:lnTo>
                    <a:pt x="582737" y="13956"/>
                  </a:lnTo>
                  <a:lnTo>
                    <a:pt x="669275" y="16028"/>
                  </a:lnTo>
                  <a:lnTo>
                    <a:pt x="749397" y="17947"/>
                  </a:lnTo>
                  <a:lnTo>
                    <a:pt x="823989" y="19734"/>
                  </a:lnTo>
                  <a:lnTo>
                    <a:pt x="893765" y="21405"/>
                  </a:lnTo>
                  <a:lnTo>
                    <a:pt x="959309" y="22974"/>
                  </a:lnTo>
                  <a:lnTo>
                    <a:pt x="1021106" y="24454"/>
                  </a:lnTo>
                  <a:lnTo>
                    <a:pt x="1079561" y="25854"/>
                  </a:lnTo>
                  <a:lnTo>
                    <a:pt x="1135017" y="27183"/>
                  </a:lnTo>
                  <a:lnTo>
                    <a:pt x="1187767" y="28446"/>
                  </a:lnTo>
                  <a:lnTo>
                    <a:pt x="1238062" y="29650"/>
                  </a:lnTo>
                  <a:lnTo>
                    <a:pt x="1286121" y="30801"/>
                  </a:lnTo>
                  <a:lnTo>
                    <a:pt x="1332134" y="31903"/>
                  </a:lnTo>
                  <a:lnTo>
                    <a:pt x="1376269" y="32960"/>
                  </a:lnTo>
                  <a:lnTo>
                    <a:pt x="1418673" y="33976"/>
                  </a:lnTo>
                  <a:lnTo>
                    <a:pt x="1459476" y="34953"/>
                  </a:lnTo>
                  <a:lnTo>
                    <a:pt x="1498795" y="35895"/>
                  </a:lnTo>
                  <a:lnTo>
                    <a:pt x="1536734" y="36803"/>
                  </a:lnTo>
                  <a:lnTo>
                    <a:pt x="1573386" y="37681"/>
                  </a:lnTo>
                  <a:lnTo>
                    <a:pt x="1608837" y="38530"/>
                  </a:lnTo>
                  <a:lnTo>
                    <a:pt x="1643162" y="39352"/>
                  </a:lnTo>
                  <a:lnTo>
                    <a:pt x="1676431" y="40149"/>
                  </a:lnTo>
                  <a:lnTo>
                    <a:pt x="1708707" y="40922"/>
                  </a:lnTo>
                  <a:lnTo>
                    <a:pt x="1740047" y="41673"/>
                  </a:lnTo>
                  <a:lnTo>
                    <a:pt x="1770504" y="42402"/>
                  </a:lnTo>
                  <a:lnTo>
                    <a:pt x="1800126" y="43112"/>
                  </a:lnTo>
                  <a:lnTo>
                    <a:pt x="1828959" y="43802"/>
                  </a:lnTo>
                  <a:lnTo>
                    <a:pt x="1857042" y="44475"/>
                  </a:lnTo>
                  <a:lnTo>
                    <a:pt x="1884415" y="45130"/>
                  </a:lnTo>
                  <a:lnTo>
                    <a:pt x="1911111" y="45770"/>
                  </a:lnTo>
                  <a:lnTo>
                    <a:pt x="1937164" y="46393"/>
                  </a:lnTo>
                  <a:lnTo>
                    <a:pt x="1962604" y="47003"/>
                  </a:lnTo>
                  <a:lnTo>
                    <a:pt x="1987459" y="47598"/>
                  </a:lnTo>
                  <a:lnTo>
                    <a:pt x="2011756" y="48180"/>
                  </a:lnTo>
                  <a:lnTo>
                    <a:pt x="2035518" y="48749"/>
                  </a:lnTo>
                  <a:lnTo>
                    <a:pt x="2058770" y="49306"/>
                  </a:lnTo>
                  <a:lnTo>
                    <a:pt x="2081532" y="49851"/>
                  </a:lnTo>
                  <a:lnTo>
                    <a:pt x="2103824" y="50385"/>
                  </a:lnTo>
                  <a:lnTo>
                    <a:pt x="2125667" y="50908"/>
                  </a:lnTo>
                  <a:lnTo>
                    <a:pt x="2147076" y="51421"/>
                  </a:lnTo>
                  <a:lnTo>
                    <a:pt x="2168070" y="51924"/>
                  </a:lnTo>
                  <a:lnTo>
                    <a:pt x="2188664" y="52417"/>
                  </a:lnTo>
                  <a:lnTo>
                    <a:pt x="2208873" y="52901"/>
                  </a:lnTo>
                  <a:lnTo>
                    <a:pt x="2228712" y="53376"/>
                  </a:lnTo>
                  <a:lnTo>
                    <a:pt x="2248192" y="53842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422531" y="1667937"/>
              <a:ext cx="2248192" cy="477720"/>
            </a:xfrm>
            <a:custGeom>
              <a:avLst/>
              <a:pathLst>
                <a:path w="2248192" h="477720">
                  <a:moveTo>
                    <a:pt x="0" y="0"/>
                  </a:moveTo>
                  <a:lnTo>
                    <a:pt x="144367" y="30676"/>
                  </a:lnTo>
                  <a:lnTo>
                    <a:pt x="271709" y="57735"/>
                  </a:lnTo>
                  <a:lnTo>
                    <a:pt x="385619" y="81940"/>
                  </a:lnTo>
                  <a:lnTo>
                    <a:pt x="488664" y="103836"/>
                  </a:lnTo>
                  <a:lnTo>
                    <a:pt x="582737" y="123826"/>
                  </a:lnTo>
                  <a:lnTo>
                    <a:pt x="669275" y="142215"/>
                  </a:lnTo>
                  <a:lnTo>
                    <a:pt x="749397" y="159240"/>
                  </a:lnTo>
                  <a:lnTo>
                    <a:pt x="823989" y="175090"/>
                  </a:lnTo>
                  <a:lnTo>
                    <a:pt x="893765" y="189917"/>
                  </a:lnTo>
                  <a:lnTo>
                    <a:pt x="959309" y="203844"/>
                  </a:lnTo>
                  <a:lnTo>
                    <a:pt x="1021106" y="216976"/>
                  </a:lnTo>
                  <a:lnTo>
                    <a:pt x="1079561" y="229397"/>
                  </a:lnTo>
                  <a:lnTo>
                    <a:pt x="1135017" y="241181"/>
                  </a:lnTo>
                  <a:lnTo>
                    <a:pt x="1187767" y="252389"/>
                  </a:lnTo>
                  <a:lnTo>
                    <a:pt x="1238062" y="263077"/>
                  </a:lnTo>
                  <a:lnTo>
                    <a:pt x="1286121" y="273289"/>
                  </a:lnTo>
                  <a:lnTo>
                    <a:pt x="1332134" y="283066"/>
                  </a:lnTo>
                  <a:lnTo>
                    <a:pt x="1376269" y="292445"/>
                  </a:lnTo>
                  <a:lnTo>
                    <a:pt x="1418673" y="301455"/>
                  </a:lnTo>
                  <a:lnTo>
                    <a:pt x="1459476" y="310125"/>
                  </a:lnTo>
                  <a:lnTo>
                    <a:pt x="1498795" y="318480"/>
                  </a:lnTo>
                  <a:lnTo>
                    <a:pt x="1536734" y="326542"/>
                  </a:lnTo>
                  <a:lnTo>
                    <a:pt x="1573386" y="334330"/>
                  </a:lnTo>
                  <a:lnTo>
                    <a:pt x="1608837" y="341863"/>
                  </a:lnTo>
                  <a:lnTo>
                    <a:pt x="1643162" y="349157"/>
                  </a:lnTo>
                  <a:lnTo>
                    <a:pt x="1676431" y="356226"/>
                  </a:lnTo>
                  <a:lnTo>
                    <a:pt x="1708707" y="363085"/>
                  </a:lnTo>
                  <a:lnTo>
                    <a:pt x="1740047" y="369744"/>
                  </a:lnTo>
                  <a:lnTo>
                    <a:pt x="1770504" y="376216"/>
                  </a:lnTo>
                  <a:lnTo>
                    <a:pt x="1800126" y="382510"/>
                  </a:lnTo>
                  <a:lnTo>
                    <a:pt x="1828959" y="388637"/>
                  </a:lnTo>
                  <a:lnTo>
                    <a:pt x="1857042" y="394604"/>
                  </a:lnTo>
                  <a:lnTo>
                    <a:pt x="1884415" y="400421"/>
                  </a:lnTo>
                  <a:lnTo>
                    <a:pt x="1911111" y="406094"/>
                  </a:lnTo>
                  <a:lnTo>
                    <a:pt x="1937164" y="411630"/>
                  </a:lnTo>
                  <a:lnTo>
                    <a:pt x="1962604" y="417035"/>
                  </a:lnTo>
                  <a:lnTo>
                    <a:pt x="1987459" y="422317"/>
                  </a:lnTo>
                  <a:lnTo>
                    <a:pt x="2011756" y="427480"/>
                  </a:lnTo>
                  <a:lnTo>
                    <a:pt x="2035518" y="432529"/>
                  </a:lnTo>
                  <a:lnTo>
                    <a:pt x="2058770" y="437470"/>
                  </a:lnTo>
                  <a:lnTo>
                    <a:pt x="2081532" y="442307"/>
                  </a:lnTo>
                  <a:lnTo>
                    <a:pt x="2103824" y="447044"/>
                  </a:lnTo>
                  <a:lnTo>
                    <a:pt x="2125667" y="451685"/>
                  </a:lnTo>
                  <a:lnTo>
                    <a:pt x="2147076" y="456234"/>
                  </a:lnTo>
                  <a:lnTo>
                    <a:pt x="2168070" y="460695"/>
                  </a:lnTo>
                  <a:lnTo>
                    <a:pt x="2188664" y="465071"/>
                  </a:lnTo>
                  <a:lnTo>
                    <a:pt x="2208873" y="469365"/>
                  </a:lnTo>
                  <a:lnTo>
                    <a:pt x="2228712" y="473581"/>
                  </a:lnTo>
                  <a:lnTo>
                    <a:pt x="2248192" y="47772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422531" y="2302406"/>
              <a:ext cx="2248192" cy="45037"/>
            </a:xfrm>
            <a:custGeom>
              <a:avLst/>
              <a:pathLst>
                <a:path w="2248192" h="45037">
                  <a:moveTo>
                    <a:pt x="0" y="0"/>
                  </a:moveTo>
                  <a:lnTo>
                    <a:pt x="144367" y="2892"/>
                  </a:lnTo>
                  <a:lnTo>
                    <a:pt x="271709" y="5443"/>
                  </a:lnTo>
                  <a:lnTo>
                    <a:pt x="385619" y="7725"/>
                  </a:lnTo>
                  <a:lnTo>
                    <a:pt x="488664" y="9789"/>
                  </a:lnTo>
                  <a:lnTo>
                    <a:pt x="582737" y="11673"/>
                  </a:lnTo>
                  <a:lnTo>
                    <a:pt x="669275" y="13407"/>
                  </a:lnTo>
                  <a:lnTo>
                    <a:pt x="749397" y="15012"/>
                  </a:lnTo>
                  <a:lnTo>
                    <a:pt x="823989" y="16506"/>
                  </a:lnTo>
                  <a:lnTo>
                    <a:pt x="893765" y="17904"/>
                  </a:lnTo>
                  <a:lnTo>
                    <a:pt x="959309" y="19217"/>
                  </a:lnTo>
                  <a:lnTo>
                    <a:pt x="1021106" y="20455"/>
                  </a:lnTo>
                  <a:lnTo>
                    <a:pt x="1079561" y="21626"/>
                  </a:lnTo>
                  <a:lnTo>
                    <a:pt x="1135017" y="22737"/>
                  </a:lnTo>
                  <a:lnTo>
                    <a:pt x="1187767" y="23794"/>
                  </a:lnTo>
                  <a:lnTo>
                    <a:pt x="1238062" y="24801"/>
                  </a:lnTo>
                  <a:lnTo>
                    <a:pt x="1286121" y="25764"/>
                  </a:lnTo>
                  <a:lnTo>
                    <a:pt x="1332134" y="26686"/>
                  </a:lnTo>
                  <a:lnTo>
                    <a:pt x="1376269" y="27570"/>
                  </a:lnTo>
                  <a:lnTo>
                    <a:pt x="1418673" y="28420"/>
                  </a:lnTo>
                  <a:lnTo>
                    <a:pt x="1459476" y="29237"/>
                  </a:lnTo>
                  <a:lnTo>
                    <a:pt x="1498795" y="30025"/>
                  </a:lnTo>
                  <a:lnTo>
                    <a:pt x="1536734" y="30785"/>
                  </a:lnTo>
                  <a:lnTo>
                    <a:pt x="1573386" y="31519"/>
                  </a:lnTo>
                  <a:lnTo>
                    <a:pt x="1608837" y="32229"/>
                  </a:lnTo>
                  <a:lnTo>
                    <a:pt x="1643162" y="32917"/>
                  </a:lnTo>
                  <a:lnTo>
                    <a:pt x="1676431" y="33583"/>
                  </a:lnTo>
                  <a:lnTo>
                    <a:pt x="1708707" y="34230"/>
                  </a:lnTo>
                  <a:lnTo>
                    <a:pt x="1740047" y="34858"/>
                  </a:lnTo>
                  <a:lnTo>
                    <a:pt x="1770504" y="35468"/>
                  </a:lnTo>
                  <a:lnTo>
                    <a:pt x="1800126" y="36061"/>
                  </a:lnTo>
                  <a:lnTo>
                    <a:pt x="1828959" y="36639"/>
                  </a:lnTo>
                  <a:lnTo>
                    <a:pt x="1857042" y="37201"/>
                  </a:lnTo>
                  <a:lnTo>
                    <a:pt x="1884415" y="37750"/>
                  </a:lnTo>
                  <a:lnTo>
                    <a:pt x="1911111" y="38285"/>
                  </a:lnTo>
                  <a:lnTo>
                    <a:pt x="1937164" y="38807"/>
                  </a:lnTo>
                  <a:lnTo>
                    <a:pt x="1962604" y="39316"/>
                  </a:lnTo>
                  <a:lnTo>
                    <a:pt x="1987459" y="39814"/>
                  </a:lnTo>
                  <a:lnTo>
                    <a:pt x="2011756" y="40301"/>
                  </a:lnTo>
                  <a:lnTo>
                    <a:pt x="2035518" y="40777"/>
                  </a:lnTo>
                  <a:lnTo>
                    <a:pt x="2058770" y="41243"/>
                  </a:lnTo>
                  <a:lnTo>
                    <a:pt x="2081532" y="41699"/>
                  </a:lnTo>
                  <a:lnTo>
                    <a:pt x="2103824" y="42145"/>
                  </a:lnTo>
                  <a:lnTo>
                    <a:pt x="2125667" y="42583"/>
                  </a:lnTo>
                  <a:lnTo>
                    <a:pt x="2147076" y="43012"/>
                  </a:lnTo>
                  <a:lnTo>
                    <a:pt x="2168070" y="43432"/>
                  </a:lnTo>
                  <a:lnTo>
                    <a:pt x="2188664" y="43845"/>
                  </a:lnTo>
                  <a:lnTo>
                    <a:pt x="2208873" y="44250"/>
                  </a:lnTo>
                  <a:lnTo>
                    <a:pt x="2228712" y="44647"/>
                  </a:lnTo>
                  <a:lnTo>
                    <a:pt x="2248192" y="45037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422531" y="2115033"/>
              <a:ext cx="2248192" cy="36028"/>
            </a:xfrm>
            <a:custGeom>
              <a:avLst/>
              <a:pathLst>
                <a:path w="2248192" h="36028">
                  <a:moveTo>
                    <a:pt x="0" y="36028"/>
                  </a:moveTo>
                  <a:lnTo>
                    <a:pt x="144367" y="33715"/>
                  </a:lnTo>
                  <a:lnTo>
                    <a:pt x="271709" y="31674"/>
                  </a:lnTo>
                  <a:lnTo>
                    <a:pt x="385619" y="29848"/>
                  </a:lnTo>
                  <a:lnTo>
                    <a:pt x="488664" y="28197"/>
                  </a:lnTo>
                  <a:lnTo>
                    <a:pt x="582737" y="26689"/>
                  </a:lnTo>
                  <a:lnTo>
                    <a:pt x="669275" y="25303"/>
                  </a:lnTo>
                  <a:lnTo>
                    <a:pt x="749397" y="24019"/>
                  </a:lnTo>
                  <a:lnTo>
                    <a:pt x="823989" y="22823"/>
                  </a:lnTo>
                  <a:lnTo>
                    <a:pt x="893765" y="21705"/>
                  </a:lnTo>
                  <a:lnTo>
                    <a:pt x="959309" y="20655"/>
                  </a:lnTo>
                  <a:lnTo>
                    <a:pt x="1021106" y="19664"/>
                  </a:lnTo>
                  <a:lnTo>
                    <a:pt x="1079561" y="18728"/>
                  </a:lnTo>
                  <a:lnTo>
                    <a:pt x="1135017" y="17839"/>
                  </a:lnTo>
                  <a:lnTo>
                    <a:pt x="1187767" y="16993"/>
                  </a:lnTo>
                  <a:lnTo>
                    <a:pt x="1238062" y="16187"/>
                  </a:lnTo>
                  <a:lnTo>
                    <a:pt x="1286121" y="15417"/>
                  </a:lnTo>
                  <a:lnTo>
                    <a:pt x="1332134" y="14680"/>
                  </a:lnTo>
                  <a:lnTo>
                    <a:pt x="1376269" y="13973"/>
                  </a:lnTo>
                  <a:lnTo>
                    <a:pt x="1418673" y="13293"/>
                  </a:lnTo>
                  <a:lnTo>
                    <a:pt x="1459476" y="12639"/>
                  </a:lnTo>
                  <a:lnTo>
                    <a:pt x="1498795" y="12009"/>
                  </a:lnTo>
                  <a:lnTo>
                    <a:pt x="1536734" y="11401"/>
                  </a:lnTo>
                  <a:lnTo>
                    <a:pt x="1573386" y="10814"/>
                  </a:lnTo>
                  <a:lnTo>
                    <a:pt x="1608837" y="10246"/>
                  </a:lnTo>
                  <a:lnTo>
                    <a:pt x="1643162" y="9695"/>
                  </a:lnTo>
                  <a:lnTo>
                    <a:pt x="1676431" y="9162"/>
                  </a:lnTo>
                  <a:lnTo>
                    <a:pt x="1708707" y="8645"/>
                  </a:lnTo>
                  <a:lnTo>
                    <a:pt x="1740047" y="8143"/>
                  </a:lnTo>
                  <a:lnTo>
                    <a:pt x="1770504" y="7655"/>
                  </a:lnTo>
                  <a:lnTo>
                    <a:pt x="1800126" y="7180"/>
                  </a:lnTo>
                  <a:lnTo>
                    <a:pt x="1828959" y="6718"/>
                  </a:lnTo>
                  <a:lnTo>
                    <a:pt x="1857042" y="6268"/>
                  </a:lnTo>
                  <a:lnTo>
                    <a:pt x="1884415" y="5829"/>
                  </a:lnTo>
                  <a:lnTo>
                    <a:pt x="1911111" y="5401"/>
                  </a:lnTo>
                  <a:lnTo>
                    <a:pt x="1937164" y="4984"/>
                  </a:lnTo>
                  <a:lnTo>
                    <a:pt x="1962604" y="4576"/>
                  </a:lnTo>
                  <a:lnTo>
                    <a:pt x="1987459" y="4178"/>
                  </a:lnTo>
                  <a:lnTo>
                    <a:pt x="2011756" y="3789"/>
                  </a:lnTo>
                  <a:lnTo>
                    <a:pt x="2035518" y="3408"/>
                  </a:lnTo>
                  <a:lnTo>
                    <a:pt x="2058770" y="3035"/>
                  </a:lnTo>
                  <a:lnTo>
                    <a:pt x="2081532" y="2670"/>
                  </a:lnTo>
                  <a:lnTo>
                    <a:pt x="2103824" y="2313"/>
                  </a:lnTo>
                  <a:lnTo>
                    <a:pt x="2125667" y="1963"/>
                  </a:lnTo>
                  <a:lnTo>
                    <a:pt x="2147076" y="1620"/>
                  </a:lnTo>
                  <a:lnTo>
                    <a:pt x="2168070" y="1284"/>
                  </a:lnTo>
                  <a:lnTo>
                    <a:pt x="2188664" y="953"/>
                  </a:lnTo>
                  <a:lnTo>
                    <a:pt x="2208873" y="630"/>
                  </a:lnTo>
                  <a:lnTo>
                    <a:pt x="2228712" y="312"/>
                  </a:lnTo>
                  <a:lnTo>
                    <a:pt x="224819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422531" y="2038067"/>
              <a:ext cx="2248192" cy="56554"/>
            </a:xfrm>
            <a:custGeom>
              <a:avLst/>
              <a:pathLst>
                <a:path w="2248192" h="56554">
                  <a:moveTo>
                    <a:pt x="0" y="0"/>
                  </a:moveTo>
                  <a:lnTo>
                    <a:pt x="144367" y="3631"/>
                  </a:lnTo>
                  <a:lnTo>
                    <a:pt x="271709" y="6834"/>
                  </a:lnTo>
                  <a:lnTo>
                    <a:pt x="385619" y="9700"/>
                  </a:lnTo>
                  <a:lnTo>
                    <a:pt x="488664" y="12292"/>
                  </a:lnTo>
                  <a:lnTo>
                    <a:pt x="582737" y="14658"/>
                  </a:lnTo>
                  <a:lnTo>
                    <a:pt x="669275" y="16835"/>
                  </a:lnTo>
                  <a:lnTo>
                    <a:pt x="749397" y="18851"/>
                  </a:lnTo>
                  <a:lnTo>
                    <a:pt x="823989" y="20727"/>
                  </a:lnTo>
                  <a:lnTo>
                    <a:pt x="893765" y="22483"/>
                  </a:lnTo>
                  <a:lnTo>
                    <a:pt x="959309" y="24131"/>
                  </a:lnTo>
                  <a:lnTo>
                    <a:pt x="1021106" y="25686"/>
                  </a:lnTo>
                  <a:lnTo>
                    <a:pt x="1079561" y="27156"/>
                  </a:lnTo>
                  <a:lnTo>
                    <a:pt x="1135017" y="28551"/>
                  </a:lnTo>
                  <a:lnTo>
                    <a:pt x="1187767" y="29878"/>
                  </a:lnTo>
                  <a:lnTo>
                    <a:pt x="1238062" y="31143"/>
                  </a:lnTo>
                  <a:lnTo>
                    <a:pt x="1286121" y="32352"/>
                  </a:lnTo>
                  <a:lnTo>
                    <a:pt x="1332134" y="33510"/>
                  </a:lnTo>
                  <a:lnTo>
                    <a:pt x="1376269" y="34620"/>
                  </a:lnTo>
                  <a:lnTo>
                    <a:pt x="1418673" y="35687"/>
                  </a:lnTo>
                  <a:lnTo>
                    <a:pt x="1459476" y="36713"/>
                  </a:lnTo>
                  <a:lnTo>
                    <a:pt x="1498795" y="37702"/>
                  </a:lnTo>
                  <a:lnTo>
                    <a:pt x="1536734" y="38657"/>
                  </a:lnTo>
                  <a:lnTo>
                    <a:pt x="1573386" y="39579"/>
                  </a:lnTo>
                  <a:lnTo>
                    <a:pt x="1608837" y="40470"/>
                  </a:lnTo>
                  <a:lnTo>
                    <a:pt x="1643162" y="41334"/>
                  </a:lnTo>
                  <a:lnTo>
                    <a:pt x="1676431" y="42171"/>
                  </a:lnTo>
                  <a:lnTo>
                    <a:pt x="1708707" y="42983"/>
                  </a:lnTo>
                  <a:lnTo>
                    <a:pt x="1740047" y="43771"/>
                  </a:lnTo>
                  <a:lnTo>
                    <a:pt x="1770504" y="44537"/>
                  </a:lnTo>
                  <a:lnTo>
                    <a:pt x="1800126" y="45282"/>
                  </a:lnTo>
                  <a:lnTo>
                    <a:pt x="1828959" y="46008"/>
                  </a:lnTo>
                  <a:lnTo>
                    <a:pt x="1857042" y="46714"/>
                  </a:lnTo>
                  <a:lnTo>
                    <a:pt x="1884415" y="47403"/>
                  </a:lnTo>
                  <a:lnTo>
                    <a:pt x="1911111" y="48074"/>
                  </a:lnTo>
                  <a:lnTo>
                    <a:pt x="1937164" y="48730"/>
                  </a:lnTo>
                  <a:lnTo>
                    <a:pt x="1962604" y="49370"/>
                  </a:lnTo>
                  <a:lnTo>
                    <a:pt x="1987459" y="49995"/>
                  </a:lnTo>
                  <a:lnTo>
                    <a:pt x="2011756" y="50606"/>
                  </a:lnTo>
                  <a:lnTo>
                    <a:pt x="2035518" y="51204"/>
                  </a:lnTo>
                  <a:lnTo>
                    <a:pt x="2058770" y="51789"/>
                  </a:lnTo>
                  <a:lnTo>
                    <a:pt x="2081532" y="52361"/>
                  </a:lnTo>
                  <a:lnTo>
                    <a:pt x="2103824" y="52922"/>
                  </a:lnTo>
                  <a:lnTo>
                    <a:pt x="2125667" y="53472"/>
                  </a:lnTo>
                  <a:lnTo>
                    <a:pt x="2147076" y="54010"/>
                  </a:lnTo>
                  <a:lnTo>
                    <a:pt x="2168070" y="54538"/>
                  </a:lnTo>
                  <a:lnTo>
                    <a:pt x="2188664" y="55056"/>
                  </a:lnTo>
                  <a:lnTo>
                    <a:pt x="2208873" y="55565"/>
                  </a:lnTo>
                  <a:lnTo>
                    <a:pt x="2228712" y="56064"/>
                  </a:lnTo>
                  <a:lnTo>
                    <a:pt x="2248192" y="56554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rc194"/>
            <p:cNvSpPr/>
            <p:nvPr/>
          </p:nvSpPr>
          <p:spPr>
            <a:xfrm>
              <a:off x="4262365" y="1287054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262365" y="1287054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233897" y="22591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233897" y="18604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233897" y="14617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4262365" y="2493729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4422531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5171929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5921326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6670724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tx204"/>
            <p:cNvSpPr/>
            <p:nvPr/>
          </p:nvSpPr>
          <p:spPr>
            <a:xfrm>
              <a:off x="4262365" y="1110514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6" name="rc205"/>
            <p:cNvSpPr/>
            <p:nvPr/>
          </p:nvSpPr>
          <p:spPr>
            <a:xfrm>
              <a:off x="1404926" y="2951788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493941" y="396120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561160" y="383065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533457" y="401856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501277" y="390410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500264" y="39280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579591" y="381592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567516" y="353288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520276" y="39028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496486" y="386215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1532691" y="381632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259477" y="40264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337015" y="406817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315641" y="305525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242166" y="39561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318764" y="397753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287768" y="383756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250293" y="397977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266518" y="39817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291594" y="345283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244223" y="35721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322343" y="376182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288488" y="38343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259262" y="370054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313690" y="388610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268270" y="390569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323709" y="379436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335185" y="332497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317323" y="354349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035908" y="378417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063979" y="368940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029465" y="40585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013619" y="405240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077786" y="387395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44364" y="406094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036389" y="323660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055043" y="40755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073894" y="364471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017949" y="307634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014084" y="29785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003265" y="36302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026924" y="351403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032131" y="347260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52145" y="350592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83257" y="39927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003784" y="346301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026151" y="383218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016115" y="384770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010495" y="367368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786964" y="366231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814826" y="375496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784540" y="369023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739974" y="394782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829231" y="346519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744543" y="377283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835686" y="38774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798663" y="361346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828294" y="355195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767578" y="329845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746498" y="331871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750301" y="330190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09811" y="339410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738558" y="36211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832060" y="364817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766175" y="355592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735751" y="351997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749487" y="350908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831608" y="334320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793014" y="345094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803513" y="349233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788463" y="33194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733382" y="35197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822583" y="336583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571719" y="3624256"/>
              <a:ext cx="2241547" cy="437021"/>
            </a:xfrm>
            <a:custGeom>
              <a:avLst/>
              <a:pathLst>
                <a:path w="2241547" h="437021">
                  <a:moveTo>
                    <a:pt x="0" y="437021"/>
                  </a:moveTo>
                  <a:lnTo>
                    <a:pt x="143941" y="408957"/>
                  </a:lnTo>
                  <a:lnTo>
                    <a:pt x="270906" y="384204"/>
                  </a:lnTo>
                  <a:lnTo>
                    <a:pt x="384480" y="362061"/>
                  </a:lnTo>
                  <a:lnTo>
                    <a:pt x="487220" y="342030"/>
                  </a:lnTo>
                  <a:lnTo>
                    <a:pt x="581014" y="323744"/>
                  </a:lnTo>
                  <a:lnTo>
                    <a:pt x="667297" y="306922"/>
                  </a:lnTo>
                  <a:lnTo>
                    <a:pt x="747182" y="291347"/>
                  </a:lnTo>
                  <a:lnTo>
                    <a:pt x="821553" y="276847"/>
                  </a:lnTo>
                  <a:lnTo>
                    <a:pt x="891123" y="263284"/>
                  </a:lnTo>
                  <a:lnTo>
                    <a:pt x="956474" y="250543"/>
                  </a:lnTo>
                  <a:lnTo>
                    <a:pt x="1018088" y="238530"/>
                  </a:lnTo>
                  <a:lnTo>
                    <a:pt x="1076370" y="227167"/>
                  </a:lnTo>
                  <a:lnTo>
                    <a:pt x="1131662" y="216387"/>
                  </a:lnTo>
                  <a:lnTo>
                    <a:pt x="1184256" y="206133"/>
                  </a:lnTo>
                  <a:lnTo>
                    <a:pt x="1234403" y="196357"/>
                  </a:lnTo>
                  <a:lnTo>
                    <a:pt x="1282320" y="187014"/>
                  </a:lnTo>
                  <a:lnTo>
                    <a:pt x="1328197" y="178070"/>
                  </a:lnTo>
                  <a:lnTo>
                    <a:pt x="1372201" y="169491"/>
                  </a:lnTo>
                  <a:lnTo>
                    <a:pt x="1414480" y="161248"/>
                  </a:lnTo>
                  <a:lnTo>
                    <a:pt x="1455162" y="153316"/>
                  </a:lnTo>
                  <a:lnTo>
                    <a:pt x="1494365" y="145673"/>
                  </a:lnTo>
                  <a:lnTo>
                    <a:pt x="1532192" y="138298"/>
                  </a:lnTo>
                  <a:lnTo>
                    <a:pt x="1568736" y="131174"/>
                  </a:lnTo>
                  <a:lnTo>
                    <a:pt x="1604082" y="124282"/>
                  </a:lnTo>
                  <a:lnTo>
                    <a:pt x="1638306" y="117610"/>
                  </a:lnTo>
                  <a:lnTo>
                    <a:pt x="1671476" y="111143"/>
                  </a:lnTo>
                  <a:lnTo>
                    <a:pt x="1703657" y="104869"/>
                  </a:lnTo>
                  <a:lnTo>
                    <a:pt x="1734904" y="98777"/>
                  </a:lnTo>
                  <a:lnTo>
                    <a:pt x="1765271" y="92856"/>
                  </a:lnTo>
                  <a:lnTo>
                    <a:pt x="1794806" y="87098"/>
                  </a:lnTo>
                  <a:lnTo>
                    <a:pt x="1823553" y="81493"/>
                  </a:lnTo>
                  <a:lnTo>
                    <a:pt x="1851553" y="76034"/>
                  </a:lnTo>
                  <a:lnTo>
                    <a:pt x="1878845" y="70713"/>
                  </a:lnTo>
                  <a:lnTo>
                    <a:pt x="1905463" y="65524"/>
                  </a:lnTo>
                  <a:lnTo>
                    <a:pt x="1931439" y="60460"/>
                  </a:lnTo>
                  <a:lnTo>
                    <a:pt x="1956803" y="55514"/>
                  </a:lnTo>
                  <a:lnTo>
                    <a:pt x="1981585" y="50683"/>
                  </a:lnTo>
                  <a:lnTo>
                    <a:pt x="2005810" y="45960"/>
                  </a:lnTo>
                  <a:lnTo>
                    <a:pt x="2029502" y="41341"/>
                  </a:lnTo>
                  <a:lnTo>
                    <a:pt x="2052685" y="36821"/>
                  </a:lnTo>
                  <a:lnTo>
                    <a:pt x="2075380" y="32396"/>
                  </a:lnTo>
                  <a:lnTo>
                    <a:pt x="2097606" y="28063"/>
                  </a:lnTo>
                  <a:lnTo>
                    <a:pt x="2119384" y="23817"/>
                  </a:lnTo>
                  <a:lnTo>
                    <a:pt x="2140730" y="19655"/>
                  </a:lnTo>
                  <a:lnTo>
                    <a:pt x="2161662" y="15574"/>
                  </a:lnTo>
                  <a:lnTo>
                    <a:pt x="2182195" y="11571"/>
                  </a:lnTo>
                  <a:lnTo>
                    <a:pt x="2202345" y="7643"/>
                  </a:lnTo>
                  <a:lnTo>
                    <a:pt x="2222124" y="3786"/>
                  </a:lnTo>
                  <a:lnTo>
                    <a:pt x="2241547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571719" y="3538494"/>
              <a:ext cx="2241547" cy="421985"/>
            </a:xfrm>
            <a:custGeom>
              <a:avLst/>
              <a:pathLst>
                <a:path w="2241547" h="421985">
                  <a:moveTo>
                    <a:pt x="0" y="421985"/>
                  </a:moveTo>
                  <a:lnTo>
                    <a:pt x="143941" y="394887"/>
                  </a:lnTo>
                  <a:lnTo>
                    <a:pt x="270906" y="370985"/>
                  </a:lnTo>
                  <a:lnTo>
                    <a:pt x="384480" y="349604"/>
                  </a:lnTo>
                  <a:lnTo>
                    <a:pt x="487220" y="330263"/>
                  </a:lnTo>
                  <a:lnTo>
                    <a:pt x="581014" y="312605"/>
                  </a:lnTo>
                  <a:lnTo>
                    <a:pt x="667297" y="296362"/>
                  </a:lnTo>
                  <a:lnTo>
                    <a:pt x="747182" y="281323"/>
                  </a:lnTo>
                  <a:lnTo>
                    <a:pt x="821553" y="267322"/>
                  </a:lnTo>
                  <a:lnTo>
                    <a:pt x="891123" y="254226"/>
                  </a:lnTo>
                  <a:lnTo>
                    <a:pt x="956474" y="241923"/>
                  </a:lnTo>
                  <a:lnTo>
                    <a:pt x="1018088" y="230324"/>
                  </a:lnTo>
                  <a:lnTo>
                    <a:pt x="1076370" y="219352"/>
                  </a:lnTo>
                  <a:lnTo>
                    <a:pt x="1131662" y="208942"/>
                  </a:lnTo>
                  <a:lnTo>
                    <a:pt x="1184256" y="199041"/>
                  </a:lnTo>
                  <a:lnTo>
                    <a:pt x="1234403" y="189601"/>
                  </a:lnTo>
                  <a:lnTo>
                    <a:pt x="1282320" y="180580"/>
                  </a:lnTo>
                  <a:lnTo>
                    <a:pt x="1328197" y="171944"/>
                  </a:lnTo>
                  <a:lnTo>
                    <a:pt x="1372201" y="163659"/>
                  </a:lnTo>
                  <a:lnTo>
                    <a:pt x="1414480" y="155700"/>
                  </a:lnTo>
                  <a:lnTo>
                    <a:pt x="1455162" y="148042"/>
                  </a:lnTo>
                  <a:lnTo>
                    <a:pt x="1494365" y="140661"/>
                  </a:lnTo>
                  <a:lnTo>
                    <a:pt x="1532192" y="133540"/>
                  </a:lnTo>
                  <a:lnTo>
                    <a:pt x="1568736" y="126661"/>
                  </a:lnTo>
                  <a:lnTo>
                    <a:pt x="1604082" y="120006"/>
                  </a:lnTo>
                  <a:lnTo>
                    <a:pt x="1638306" y="113564"/>
                  </a:lnTo>
                  <a:lnTo>
                    <a:pt x="1671476" y="107319"/>
                  </a:lnTo>
                  <a:lnTo>
                    <a:pt x="1703657" y="101261"/>
                  </a:lnTo>
                  <a:lnTo>
                    <a:pt x="1734904" y="95378"/>
                  </a:lnTo>
                  <a:lnTo>
                    <a:pt x="1765271" y="89662"/>
                  </a:lnTo>
                  <a:lnTo>
                    <a:pt x="1794806" y="84101"/>
                  </a:lnTo>
                  <a:lnTo>
                    <a:pt x="1823553" y="78690"/>
                  </a:lnTo>
                  <a:lnTo>
                    <a:pt x="1851553" y="73418"/>
                  </a:lnTo>
                  <a:lnTo>
                    <a:pt x="1878845" y="68281"/>
                  </a:lnTo>
                  <a:lnTo>
                    <a:pt x="1905463" y="63270"/>
                  </a:lnTo>
                  <a:lnTo>
                    <a:pt x="1931439" y="58379"/>
                  </a:lnTo>
                  <a:lnTo>
                    <a:pt x="1956803" y="53604"/>
                  </a:lnTo>
                  <a:lnTo>
                    <a:pt x="1981585" y="48939"/>
                  </a:lnTo>
                  <a:lnTo>
                    <a:pt x="2005810" y="44379"/>
                  </a:lnTo>
                  <a:lnTo>
                    <a:pt x="2029502" y="39918"/>
                  </a:lnTo>
                  <a:lnTo>
                    <a:pt x="2052685" y="35554"/>
                  </a:lnTo>
                  <a:lnTo>
                    <a:pt x="2075380" y="31282"/>
                  </a:lnTo>
                  <a:lnTo>
                    <a:pt x="2097606" y="27097"/>
                  </a:lnTo>
                  <a:lnTo>
                    <a:pt x="2119384" y="22998"/>
                  </a:lnTo>
                  <a:lnTo>
                    <a:pt x="2140730" y="18979"/>
                  </a:lnTo>
                  <a:lnTo>
                    <a:pt x="2161662" y="15038"/>
                  </a:lnTo>
                  <a:lnTo>
                    <a:pt x="2182195" y="11173"/>
                  </a:lnTo>
                  <a:lnTo>
                    <a:pt x="2202345" y="7380"/>
                  </a:lnTo>
                  <a:lnTo>
                    <a:pt x="2222124" y="3656"/>
                  </a:lnTo>
                  <a:lnTo>
                    <a:pt x="2241547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571719" y="3711686"/>
              <a:ext cx="2241547" cy="331680"/>
            </a:xfrm>
            <a:custGeom>
              <a:avLst/>
              <a:pathLst>
                <a:path w="2241547" h="331680">
                  <a:moveTo>
                    <a:pt x="0" y="331680"/>
                  </a:moveTo>
                  <a:lnTo>
                    <a:pt x="143941" y="310381"/>
                  </a:lnTo>
                  <a:lnTo>
                    <a:pt x="270906" y="291594"/>
                  </a:lnTo>
                  <a:lnTo>
                    <a:pt x="384480" y="274788"/>
                  </a:lnTo>
                  <a:lnTo>
                    <a:pt x="487220" y="259586"/>
                  </a:lnTo>
                  <a:lnTo>
                    <a:pt x="581014" y="245707"/>
                  </a:lnTo>
                  <a:lnTo>
                    <a:pt x="667297" y="232940"/>
                  </a:lnTo>
                  <a:lnTo>
                    <a:pt x="747182" y="221120"/>
                  </a:lnTo>
                  <a:lnTo>
                    <a:pt x="821553" y="210115"/>
                  </a:lnTo>
                  <a:lnTo>
                    <a:pt x="891123" y="199821"/>
                  </a:lnTo>
                  <a:lnTo>
                    <a:pt x="956474" y="190151"/>
                  </a:lnTo>
                  <a:lnTo>
                    <a:pt x="1018088" y="181034"/>
                  </a:lnTo>
                  <a:lnTo>
                    <a:pt x="1076370" y="172410"/>
                  </a:lnTo>
                  <a:lnTo>
                    <a:pt x="1131662" y="164228"/>
                  </a:lnTo>
                  <a:lnTo>
                    <a:pt x="1184256" y="156446"/>
                  </a:lnTo>
                  <a:lnTo>
                    <a:pt x="1234403" y="149026"/>
                  </a:lnTo>
                  <a:lnTo>
                    <a:pt x="1282320" y="141936"/>
                  </a:lnTo>
                  <a:lnTo>
                    <a:pt x="1328197" y="135147"/>
                  </a:lnTo>
                  <a:lnTo>
                    <a:pt x="1372201" y="128636"/>
                  </a:lnTo>
                  <a:lnTo>
                    <a:pt x="1414480" y="122380"/>
                  </a:lnTo>
                  <a:lnTo>
                    <a:pt x="1455162" y="116360"/>
                  </a:lnTo>
                  <a:lnTo>
                    <a:pt x="1494365" y="110560"/>
                  </a:lnTo>
                  <a:lnTo>
                    <a:pt x="1532192" y="104962"/>
                  </a:lnTo>
                  <a:lnTo>
                    <a:pt x="1568736" y="99555"/>
                  </a:lnTo>
                  <a:lnTo>
                    <a:pt x="1604082" y="94325"/>
                  </a:lnTo>
                  <a:lnTo>
                    <a:pt x="1638306" y="89261"/>
                  </a:lnTo>
                  <a:lnTo>
                    <a:pt x="1671476" y="84352"/>
                  </a:lnTo>
                  <a:lnTo>
                    <a:pt x="1703657" y="79591"/>
                  </a:lnTo>
                  <a:lnTo>
                    <a:pt x="1734904" y="74967"/>
                  </a:lnTo>
                  <a:lnTo>
                    <a:pt x="1765271" y="70474"/>
                  </a:lnTo>
                  <a:lnTo>
                    <a:pt x="1794806" y="66104"/>
                  </a:lnTo>
                  <a:lnTo>
                    <a:pt x="1823553" y="61850"/>
                  </a:lnTo>
                  <a:lnTo>
                    <a:pt x="1851553" y="57707"/>
                  </a:lnTo>
                  <a:lnTo>
                    <a:pt x="1878845" y="53668"/>
                  </a:lnTo>
                  <a:lnTo>
                    <a:pt x="1905463" y="49730"/>
                  </a:lnTo>
                  <a:lnTo>
                    <a:pt x="1931439" y="45886"/>
                  </a:lnTo>
                  <a:lnTo>
                    <a:pt x="1956803" y="42133"/>
                  </a:lnTo>
                  <a:lnTo>
                    <a:pt x="1981585" y="38466"/>
                  </a:lnTo>
                  <a:lnTo>
                    <a:pt x="2005810" y="34881"/>
                  </a:lnTo>
                  <a:lnTo>
                    <a:pt x="2029502" y="31376"/>
                  </a:lnTo>
                  <a:lnTo>
                    <a:pt x="2052685" y="27945"/>
                  </a:lnTo>
                  <a:lnTo>
                    <a:pt x="2075380" y="24587"/>
                  </a:lnTo>
                  <a:lnTo>
                    <a:pt x="2097606" y="21298"/>
                  </a:lnTo>
                  <a:lnTo>
                    <a:pt x="2119384" y="18076"/>
                  </a:lnTo>
                  <a:lnTo>
                    <a:pt x="2140730" y="14917"/>
                  </a:lnTo>
                  <a:lnTo>
                    <a:pt x="2161662" y="11820"/>
                  </a:lnTo>
                  <a:lnTo>
                    <a:pt x="2182195" y="8782"/>
                  </a:lnTo>
                  <a:lnTo>
                    <a:pt x="2202345" y="5800"/>
                  </a:lnTo>
                  <a:lnTo>
                    <a:pt x="2222124" y="2874"/>
                  </a:lnTo>
                  <a:lnTo>
                    <a:pt x="2241547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571719" y="3305990"/>
              <a:ext cx="2241547" cy="462187"/>
            </a:xfrm>
            <a:custGeom>
              <a:avLst/>
              <a:pathLst>
                <a:path w="2241547" h="462187">
                  <a:moveTo>
                    <a:pt x="0" y="462187"/>
                  </a:moveTo>
                  <a:lnTo>
                    <a:pt x="143941" y="432507"/>
                  </a:lnTo>
                  <a:lnTo>
                    <a:pt x="270906" y="406328"/>
                  </a:lnTo>
                  <a:lnTo>
                    <a:pt x="384480" y="382910"/>
                  </a:lnTo>
                  <a:lnTo>
                    <a:pt x="487220" y="361726"/>
                  </a:lnTo>
                  <a:lnTo>
                    <a:pt x="581014" y="342387"/>
                  </a:lnTo>
                  <a:lnTo>
                    <a:pt x="667297" y="324596"/>
                  </a:lnTo>
                  <a:lnTo>
                    <a:pt x="747182" y="308124"/>
                  </a:lnTo>
                  <a:lnTo>
                    <a:pt x="821553" y="292790"/>
                  </a:lnTo>
                  <a:lnTo>
                    <a:pt x="891123" y="278445"/>
                  </a:lnTo>
                  <a:lnTo>
                    <a:pt x="956474" y="264970"/>
                  </a:lnTo>
                  <a:lnTo>
                    <a:pt x="1018088" y="252266"/>
                  </a:lnTo>
                  <a:lnTo>
                    <a:pt x="1076370" y="240249"/>
                  </a:lnTo>
                  <a:lnTo>
                    <a:pt x="1131662" y="228848"/>
                  </a:lnTo>
                  <a:lnTo>
                    <a:pt x="1184256" y="218004"/>
                  </a:lnTo>
                  <a:lnTo>
                    <a:pt x="1234403" y="207664"/>
                  </a:lnTo>
                  <a:lnTo>
                    <a:pt x="1282320" y="197784"/>
                  </a:lnTo>
                  <a:lnTo>
                    <a:pt x="1328197" y="188324"/>
                  </a:lnTo>
                  <a:lnTo>
                    <a:pt x="1372201" y="179251"/>
                  </a:lnTo>
                  <a:lnTo>
                    <a:pt x="1414480" y="170534"/>
                  </a:lnTo>
                  <a:lnTo>
                    <a:pt x="1455162" y="162145"/>
                  </a:lnTo>
                  <a:lnTo>
                    <a:pt x="1494365" y="154062"/>
                  </a:lnTo>
                  <a:lnTo>
                    <a:pt x="1532192" y="146262"/>
                  </a:lnTo>
                  <a:lnTo>
                    <a:pt x="1568736" y="138727"/>
                  </a:lnTo>
                  <a:lnTo>
                    <a:pt x="1604082" y="131439"/>
                  </a:lnTo>
                  <a:lnTo>
                    <a:pt x="1638306" y="124383"/>
                  </a:lnTo>
                  <a:lnTo>
                    <a:pt x="1671476" y="117543"/>
                  </a:lnTo>
                  <a:lnTo>
                    <a:pt x="1703657" y="110908"/>
                  </a:lnTo>
                  <a:lnTo>
                    <a:pt x="1734904" y="104465"/>
                  </a:lnTo>
                  <a:lnTo>
                    <a:pt x="1765271" y="98203"/>
                  </a:lnTo>
                  <a:lnTo>
                    <a:pt x="1794806" y="92114"/>
                  </a:lnTo>
                  <a:lnTo>
                    <a:pt x="1823553" y="86186"/>
                  </a:lnTo>
                  <a:lnTo>
                    <a:pt x="1851553" y="80413"/>
                  </a:lnTo>
                  <a:lnTo>
                    <a:pt x="1878845" y="74786"/>
                  </a:lnTo>
                  <a:lnTo>
                    <a:pt x="1905463" y="69297"/>
                  </a:lnTo>
                  <a:lnTo>
                    <a:pt x="1931439" y="63941"/>
                  </a:lnTo>
                  <a:lnTo>
                    <a:pt x="1956803" y="58711"/>
                  </a:lnTo>
                  <a:lnTo>
                    <a:pt x="1981585" y="53601"/>
                  </a:lnTo>
                  <a:lnTo>
                    <a:pt x="2005810" y="48606"/>
                  </a:lnTo>
                  <a:lnTo>
                    <a:pt x="2029502" y="43721"/>
                  </a:lnTo>
                  <a:lnTo>
                    <a:pt x="2052685" y="38941"/>
                  </a:lnTo>
                  <a:lnTo>
                    <a:pt x="2075380" y="34262"/>
                  </a:lnTo>
                  <a:lnTo>
                    <a:pt x="2097606" y="29679"/>
                  </a:lnTo>
                  <a:lnTo>
                    <a:pt x="2119384" y="25189"/>
                  </a:lnTo>
                  <a:lnTo>
                    <a:pt x="2140730" y="20787"/>
                  </a:lnTo>
                  <a:lnTo>
                    <a:pt x="2161662" y="16471"/>
                  </a:lnTo>
                  <a:lnTo>
                    <a:pt x="2182195" y="12237"/>
                  </a:lnTo>
                  <a:lnTo>
                    <a:pt x="2202345" y="8083"/>
                  </a:lnTo>
                  <a:lnTo>
                    <a:pt x="2222124" y="4004"/>
                  </a:lnTo>
                  <a:lnTo>
                    <a:pt x="2241547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571719" y="3594581"/>
              <a:ext cx="2241547" cy="344230"/>
            </a:xfrm>
            <a:custGeom>
              <a:avLst/>
              <a:pathLst>
                <a:path w="2241547" h="344230">
                  <a:moveTo>
                    <a:pt x="0" y="344230"/>
                  </a:moveTo>
                  <a:lnTo>
                    <a:pt x="143941" y="322125"/>
                  </a:lnTo>
                  <a:lnTo>
                    <a:pt x="270906" y="302627"/>
                  </a:lnTo>
                  <a:lnTo>
                    <a:pt x="384480" y="285186"/>
                  </a:lnTo>
                  <a:lnTo>
                    <a:pt x="487220" y="269408"/>
                  </a:lnTo>
                  <a:lnTo>
                    <a:pt x="581014" y="255004"/>
                  </a:lnTo>
                  <a:lnTo>
                    <a:pt x="667297" y="241754"/>
                  </a:lnTo>
                  <a:lnTo>
                    <a:pt x="747182" y="229486"/>
                  </a:lnTo>
                  <a:lnTo>
                    <a:pt x="821553" y="218065"/>
                  </a:lnTo>
                  <a:lnTo>
                    <a:pt x="891123" y="207382"/>
                  </a:lnTo>
                  <a:lnTo>
                    <a:pt x="956474" y="197346"/>
                  </a:lnTo>
                  <a:lnTo>
                    <a:pt x="1018088" y="187884"/>
                  </a:lnTo>
                  <a:lnTo>
                    <a:pt x="1076370" y="178933"/>
                  </a:lnTo>
                  <a:lnTo>
                    <a:pt x="1131662" y="170442"/>
                  </a:lnTo>
                  <a:lnTo>
                    <a:pt x="1184256" y="162366"/>
                  </a:lnTo>
                  <a:lnTo>
                    <a:pt x="1234403" y="154665"/>
                  </a:lnTo>
                  <a:lnTo>
                    <a:pt x="1282320" y="147306"/>
                  </a:lnTo>
                  <a:lnTo>
                    <a:pt x="1328197" y="140261"/>
                  </a:lnTo>
                  <a:lnTo>
                    <a:pt x="1372201" y="133503"/>
                  </a:lnTo>
                  <a:lnTo>
                    <a:pt x="1414480" y="127011"/>
                  </a:lnTo>
                  <a:lnTo>
                    <a:pt x="1455162" y="120763"/>
                  </a:lnTo>
                  <a:lnTo>
                    <a:pt x="1494365" y="114743"/>
                  </a:lnTo>
                  <a:lnTo>
                    <a:pt x="1532192" y="108934"/>
                  </a:lnTo>
                  <a:lnTo>
                    <a:pt x="1568736" y="103322"/>
                  </a:lnTo>
                  <a:lnTo>
                    <a:pt x="1604082" y="97894"/>
                  </a:lnTo>
                  <a:lnTo>
                    <a:pt x="1638306" y="92638"/>
                  </a:lnTo>
                  <a:lnTo>
                    <a:pt x="1671476" y="87544"/>
                  </a:lnTo>
                  <a:lnTo>
                    <a:pt x="1703657" y="82602"/>
                  </a:lnTo>
                  <a:lnTo>
                    <a:pt x="1734904" y="77804"/>
                  </a:lnTo>
                  <a:lnTo>
                    <a:pt x="1765271" y="73140"/>
                  </a:lnTo>
                  <a:lnTo>
                    <a:pt x="1794806" y="68605"/>
                  </a:lnTo>
                  <a:lnTo>
                    <a:pt x="1823553" y="64190"/>
                  </a:lnTo>
                  <a:lnTo>
                    <a:pt x="1851553" y="59890"/>
                  </a:lnTo>
                  <a:lnTo>
                    <a:pt x="1878845" y="55699"/>
                  </a:lnTo>
                  <a:lnTo>
                    <a:pt x="1905463" y="51611"/>
                  </a:lnTo>
                  <a:lnTo>
                    <a:pt x="1931439" y="47622"/>
                  </a:lnTo>
                  <a:lnTo>
                    <a:pt x="1956803" y="43727"/>
                  </a:lnTo>
                  <a:lnTo>
                    <a:pt x="1981585" y="39921"/>
                  </a:lnTo>
                  <a:lnTo>
                    <a:pt x="2005810" y="36201"/>
                  </a:lnTo>
                  <a:lnTo>
                    <a:pt x="2029502" y="32563"/>
                  </a:lnTo>
                  <a:lnTo>
                    <a:pt x="2052685" y="29003"/>
                  </a:lnTo>
                  <a:lnTo>
                    <a:pt x="2075380" y="25518"/>
                  </a:lnTo>
                  <a:lnTo>
                    <a:pt x="2097606" y="22104"/>
                  </a:lnTo>
                  <a:lnTo>
                    <a:pt x="2119384" y="18760"/>
                  </a:lnTo>
                  <a:lnTo>
                    <a:pt x="2140730" y="15482"/>
                  </a:lnTo>
                  <a:lnTo>
                    <a:pt x="2161662" y="12267"/>
                  </a:lnTo>
                  <a:lnTo>
                    <a:pt x="2182195" y="9114"/>
                  </a:lnTo>
                  <a:lnTo>
                    <a:pt x="2202345" y="6020"/>
                  </a:lnTo>
                  <a:lnTo>
                    <a:pt x="2222124" y="2982"/>
                  </a:lnTo>
                  <a:lnTo>
                    <a:pt x="2241547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1571719" y="3403587"/>
              <a:ext cx="2241547" cy="309838"/>
            </a:xfrm>
            <a:custGeom>
              <a:avLst/>
              <a:pathLst>
                <a:path w="2241547" h="309838">
                  <a:moveTo>
                    <a:pt x="0" y="309838"/>
                  </a:moveTo>
                  <a:lnTo>
                    <a:pt x="143941" y="289942"/>
                  </a:lnTo>
                  <a:lnTo>
                    <a:pt x="270906" y="272392"/>
                  </a:lnTo>
                  <a:lnTo>
                    <a:pt x="384480" y="256693"/>
                  </a:lnTo>
                  <a:lnTo>
                    <a:pt x="487220" y="242492"/>
                  </a:lnTo>
                  <a:lnTo>
                    <a:pt x="581014" y="229527"/>
                  </a:lnTo>
                  <a:lnTo>
                    <a:pt x="667297" y="217601"/>
                  </a:lnTo>
                  <a:lnTo>
                    <a:pt x="747182" y="206559"/>
                  </a:lnTo>
                  <a:lnTo>
                    <a:pt x="821553" y="196279"/>
                  </a:lnTo>
                  <a:lnTo>
                    <a:pt x="891123" y="186662"/>
                  </a:lnTo>
                  <a:lnTo>
                    <a:pt x="956474" y="177629"/>
                  </a:lnTo>
                  <a:lnTo>
                    <a:pt x="1018088" y="169113"/>
                  </a:lnTo>
                  <a:lnTo>
                    <a:pt x="1076370" y="161056"/>
                  </a:lnTo>
                  <a:lnTo>
                    <a:pt x="1131662" y="153414"/>
                  </a:lnTo>
                  <a:lnTo>
                    <a:pt x="1184256" y="146144"/>
                  </a:lnTo>
                  <a:lnTo>
                    <a:pt x="1234403" y="139212"/>
                  </a:lnTo>
                  <a:lnTo>
                    <a:pt x="1282320" y="132589"/>
                  </a:lnTo>
                  <a:lnTo>
                    <a:pt x="1328197" y="126248"/>
                  </a:lnTo>
                  <a:lnTo>
                    <a:pt x="1372201" y="120165"/>
                  </a:lnTo>
                  <a:lnTo>
                    <a:pt x="1414480" y="114321"/>
                  </a:lnTo>
                  <a:lnTo>
                    <a:pt x="1455162" y="108698"/>
                  </a:lnTo>
                  <a:lnTo>
                    <a:pt x="1494365" y="103279"/>
                  </a:lnTo>
                  <a:lnTo>
                    <a:pt x="1532192" y="98050"/>
                  </a:lnTo>
                  <a:lnTo>
                    <a:pt x="1568736" y="92999"/>
                  </a:lnTo>
                  <a:lnTo>
                    <a:pt x="1604082" y="88113"/>
                  </a:lnTo>
                  <a:lnTo>
                    <a:pt x="1638306" y="83383"/>
                  </a:lnTo>
                  <a:lnTo>
                    <a:pt x="1671476" y="78798"/>
                  </a:lnTo>
                  <a:lnTo>
                    <a:pt x="1703657" y="74350"/>
                  </a:lnTo>
                  <a:lnTo>
                    <a:pt x="1734904" y="70030"/>
                  </a:lnTo>
                  <a:lnTo>
                    <a:pt x="1765271" y="65833"/>
                  </a:lnTo>
                  <a:lnTo>
                    <a:pt x="1794806" y="61750"/>
                  </a:lnTo>
                  <a:lnTo>
                    <a:pt x="1823553" y="57777"/>
                  </a:lnTo>
                  <a:lnTo>
                    <a:pt x="1851553" y="53907"/>
                  </a:lnTo>
                  <a:lnTo>
                    <a:pt x="1878845" y="50134"/>
                  </a:lnTo>
                  <a:lnTo>
                    <a:pt x="1905463" y="46455"/>
                  </a:lnTo>
                  <a:lnTo>
                    <a:pt x="1931439" y="42864"/>
                  </a:lnTo>
                  <a:lnTo>
                    <a:pt x="1956803" y="39358"/>
                  </a:lnTo>
                  <a:lnTo>
                    <a:pt x="1981585" y="35933"/>
                  </a:lnTo>
                  <a:lnTo>
                    <a:pt x="2005810" y="32584"/>
                  </a:lnTo>
                  <a:lnTo>
                    <a:pt x="2029502" y="29310"/>
                  </a:lnTo>
                  <a:lnTo>
                    <a:pt x="2052685" y="26105"/>
                  </a:lnTo>
                  <a:lnTo>
                    <a:pt x="2075380" y="22968"/>
                  </a:lnTo>
                  <a:lnTo>
                    <a:pt x="2097606" y="19896"/>
                  </a:lnTo>
                  <a:lnTo>
                    <a:pt x="2119384" y="16886"/>
                  </a:lnTo>
                  <a:lnTo>
                    <a:pt x="2140730" y="13935"/>
                  </a:lnTo>
                  <a:lnTo>
                    <a:pt x="2161662" y="11042"/>
                  </a:lnTo>
                  <a:lnTo>
                    <a:pt x="2182195" y="8203"/>
                  </a:lnTo>
                  <a:lnTo>
                    <a:pt x="2202345" y="5418"/>
                  </a:lnTo>
                  <a:lnTo>
                    <a:pt x="2222124" y="2684"/>
                  </a:lnTo>
                  <a:lnTo>
                    <a:pt x="2241547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571719" y="3512278"/>
              <a:ext cx="2241547" cy="9876"/>
            </a:xfrm>
            <a:custGeom>
              <a:avLst/>
              <a:pathLst>
                <a:path w="2241547" h="9876">
                  <a:moveTo>
                    <a:pt x="0" y="9876"/>
                  </a:moveTo>
                  <a:lnTo>
                    <a:pt x="143941" y="9242"/>
                  </a:lnTo>
                  <a:lnTo>
                    <a:pt x="270906" y="8683"/>
                  </a:lnTo>
                  <a:lnTo>
                    <a:pt x="384480" y="8182"/>
                  </a:lnTo>
                  <a:lnTo>
                    <a:pt x="487220" y="7730"/>
                  </a:lnTo>
                  <a:lnTo>
                    <a:pt x="581014" y="7316"/>
                  </a:lnTo>
                  <a:lnTo>
                    <a:pt x="667297" y="6936"/>
                  </a:lnTo>
                  <a:lnTo>
                    <a:pt x="747182" y="6584"/>
                  </a:lnTo>
                  <a:lnTo>
                    <a:pt x="821553" y="6256"/>
                  </a:lnTo>
                  <a:lnTo>
                    <a:pt x="891123" y="5950"/>
                  </a:lnTo>
                  <a:lnTo>
                    <a:pt x="956474" y="5662"/>
                  </a:lnTo>
                  <a:lnTo>
                    <a:pt x="1018088" y="5390"/>
                  </a:lnTo>
                  <a:lnTo>
                    <a:pt x="1076370" y="5134"/>
                  </a:lnTo>
                  <a:lnTo>
                    <a:pt x="1131662" y="4890"/>
                  </a:lnTo>
                  <a:lnTo>
                    <a:pt x="1184256" y="4658"/>
                  </a:lnTo>
                  <a:lnTo>
                    <a:pt x="1234403" y="4437"/>
                  </a:lnTo>
                  <a:lnTo>
                    <a:pt x="1282320" y="4226"/>
                  </a:lnTo>
                  <a:lnTo>
                    <a:pt x="1328197" y="4024"/>
                  </a:lnTo>
                  <a:lnTo>
                    <a:pt x="1372201" y="3830"/>
                  </a:lnTo>
                  <a:lnTo>
                    <a:pt x="1414480" y="3644"/>
                  </a:lnTo>
                  <a:lnTo>
                    <a:pt x="1455162" y="3465"/>
                  </a:lnTo>
                  <a:lnTo>
                    <a:pt x="1494365" y="3292"/>
                  </a:lnTo>
                  <a:lnTo>
                    <a:pt x="1532192" y="3125"/>
                  </a:lnTo>
                  <a:lnTo>
                    <a:pt x="1568736" y="2964"/>
                  </a:lnTo>
                  <a:lnTo>
                    <a:pt x="1604082" y="2808"/>
                  </a:lnTo>
                  <a:lnTo>
                    <a:pt x="1638306" y="2658"/>
                  </a:lnTo>
                  <a:lnTo>
                    <a:pt x="1671476" y="2511"/>
                  </a:lnTo>
                  <a:lnTo>
                    <a:pt x="1703657" y="2370"/>
                  </a:lnTo>
                  <a:lnTo>
                    <a:pt x="1734904" y="2232"/>
                  </a:lnTo>
                  <a:lnTo>
                    <a:pt x="1765271" y="2098"/>
                  </a:lnTo>
                  <a:lnTo>
                    <a:pt x="1794806" y="1968"/>
                  </a:lnTo>
                  <a:lnTo>
                    <a:pt x="1823553" y="1841"/>
                  </a:lnTo>
                  <a:lnTo>
                    <a:pt x="1851553" y="1718"/>
                  </a:lnTo>
                  <a:lnTo>
                    <a:pt x="1878845" y="1598"/>
                  </a:lnTo>
                  <a:lnTo>
                    <a:pt x="1905463" y="1480"/>
                  </a:lnTo>
                  <a:lnTo>
                    <a:pt x="1931439" y="1366"/>
                  </a:lnTo>
                  <a:lnTo>
                    <a:pt x="1956803" y="1254"/>
                  </a:lnTo>
                  <a:lnTo>
                    <a:pt x="1981585" y="1145"/>
                  </a:lnTo>
                  <a:lnTo>
                    <a:pt x="2005810" y="1038"/>
                  </a:lnTo>
                  <a:lnTo>
                    <a:pt x="2029502" y="934"/>
                  </a:lnTo>
                  <a:lnTo>
                    <a:pt x="2052685" y="832"/>
                  </a:lnTo>
                  <a:lnTo>
                    <a:pt x="2075380" y="732"/>
                  </a:lnTo>
                  <a:lnTo>
                    <a:pt x="2097606" y="634"/>
                  </a:lnTo>
                  <a:lnTo>
                    <a:pt x="2119384" y="538"/>
                  </a:lnTo>
                  <a:lnTo>
                    <a:pt x="2140730" y="444"/>
                  </a:lnTo>
                  <a:lnTo>
                    <a:pt x="2161662" y="351"/>
                  </a:lnTo>
                  <a:lnTo>
                    <a:pt x="2182195" y="261"/>
                  </a:lnTo>
                  <a:lnTo>
                    <a:pt x="2202345" y="172"/>
                  </a:lnTo>
                  <a:lnTo>
                    <a:pt x="2222124" y="85"/>
                  </a:lnTo>
                  <a:lnTo>
                    <a:pt x="2241547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1571719" y="3786346"/>
              <a:ext cx="2241547" cy="210837"/>
            </a:xfrm>
            <a:custGeom>
              <a:avLst/>
              <a:pathLst>
                <a:path w="2241547" h="210837">
                  <a:moveTo>
                    <a:pt x="0" y="210837"/>
                  </a:moveTo>
                  <a:lnTo>
                    <a:pt x="143941" y="197298"/>
                  </a:lnTo>
                  <a:lnTo>
                    <a:pt x="270906" y="185356"/>
                  </a:lnTo>
                  <a:lnTo>
                    <a:pt x="384480" y="174673"/>
                  </a:lnTo>
                  <a:lnTo>
                    <a:pt x="487220" y="165009"/>
                  </a:lnTo>
                  <a:lnTo>
                    <a:pt x="581014" y="156187"/>
                  </a:lnTo>
                  <a:lnTo>
                    <a:pt x="667297" y="148072"/>
                  </a:lnTo>
                  <a:lnTo>
                    <a:pt x="747182" y="140558"/>
                  </a:lnTo>
                  <a:lnTo>
                    <a:pt x="821553" y="133562"/>
                  </a:lnTo>
                  <a:lnTo>
                    <a:pt x="891123" y="127019"/>
                  </a:lnTo>
                  <a:lnTo>
                    <a:pt x="956474" y="120872"/>
                  </a:lnTo>
                  <a:lnTo>
                    <a:pt x="1018088" y="115077"/>
                  </a:lnTo>
                  <a:lnTo>
                    <a:pt x="1076370" y="109595"/>
                  </a:lnTo>
                  <a:lnTo>
                    <a:pt x="1131662" y="104394"/>
                  </a:lnTo>
                  <a:lnTo>
                    <a:pt x="1184256" y="99447"/>
                  </a:lnTo>
                  <a:lnTo>
                    <a:pt x="1234403" y="94730"/>
                  </a:lnTo>
                  <a:lnTo>
                    <a:pt x="1282320" y="90223"/>
                  </a:lnTo>
                  <a:lnTo>
                    <a:pt x="1328197" y="85908"/>
                  </a:lnTo>
                  <a:lnTo>
                    <a:pt x="1372201" y="81769"/>
                  </a:lnTo>
                  <a:lnTo>
                    <a:pt x="1414480" y="77792"/>
                  </a:lnTo>
                  <a:lnTo>
                    <a:pt x="1455162" y="73966"/>
                  </a:lnTo>
                  <a:lnTo>
                    <a:pt x="1494365" y="70279"/>
                  </a:lnTo>
                  <a:lnTo>
                    <a:pt x="1532192" y="66721"/>
                  </a:lnTo>
                  <a:lnTo>
                    <a:pt x="1568736" y="63283"/>
                  </a:lnTo>
                  <a:lnTo>
                    <a:pt x="1604082" y="59959"/>
                  </a:lnTo>
                  <a:lnTo>
                    <a:pt x="1638306" y="56740"/>
                  </a:lnTo>
                  <a:lnTo>
                    <a:pt x="1671476" y="53620"/>
                  </a:lnTo>
                  <a:lnTo>
                    <a:pt x="1703657" y="50593"/>
                  </a:lnTo>
                  <a:lnTo>
                    <a:pt x="1734904" y="47654"/>
                  </a:lnTo>
                  <a:lnTo>
                    <a:pt x="1765271" y="44797"/>
                  </a:lnTo>
                  <a:lnTo>
                    <a:pt x="1794806" y="42019"/>
                  </a:lnTo>
                  <a:lnTo>
                    <a:pt x="1823553" y="39316"/>
                  </a:lnTo>
                  <a:lnTo>
                    <a:pt x="1851553" y="36682"/>
                  </a:lnTo>
                  <a:lnTo>
                    <a:pt x="1878845" y="34115"/>
                  </a:lnTo>
                  <a:lnTo>
                    <a:pt x="1905463" y="31611"/>
                  </a:lnTo>
                  <a:lnTo>
                    <a:pt x="1931439" y="29168"/>
                  </a:lnTo>
                  <a:lnTo>
                    <a:pt x="1956803" y="26782"/>
                  </a:lnTo>
                  <a:lnTo>
                    <a:pt x="1981585" y="24451"/>
                  </a:lnTo>
                  <a:lnTo>
                    <a:pt x="2005810" y="22173"/>
                  </a:lnTo>
                  <a:lnTo>
                    <a:pt x="2029502" y="19944"/>
                  </a:lnTo>
                  <a:lnTo>
                    <a:pt x="2052685" y="17764"/>
                  </a:lnTo>
                  <a:lnTo>
                    <a:pt x="2075380" y="15629"/>
                  </a:lnTo>
                  <a:lnTo>
                    <a:pt x="2097606" y="13538"/>
                  </a:lnTo>
                  <a:lnTo>
                    <a:pt x="2119384" y="11490"/>
                  </a:lnTo>
                  <a:lnTo>
                    <a:pt x="2140730" y="9482"/>
                  </a:lnTo>
                  <a:lnTo>
                    <a:pt x="2161662" y="7513"/>
                  </a:lnTo>
                  <a:lnTo>
                    <a:pt x="2182195" y="5582"/>
                  </a:lnTo>
                  <a:lnTo>
                    <a:pt x="2202345" y="3687"/>
                  </a:lnTo>
                  <a:lnTo>
                    <a:pt x="2222124" y="1826"/>
                  </a:lnTo>
                  <a:lnTo>
                    <a:pt x="2241547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1571719" y="3756164"/>
              <a:ext cx="2241547" cy="302436"/>
            </a:xfrm>
            <a:custGeom>
              <a:avLst/>
              <a:pathLst>
                <a:path w="2241547" h="302436">
                  <a:moveTo>
                    <a:pt x="0" y="302436"/>
                  </a:moveTo>
                  <a:lnTo>
                    <a:pt x="143941" y="283015"/>
                  </a:lnTo>
                  <a:lnTo>
                    <a:pt x="270906" y="265885"/>
                  </a:lnTo>
                  <a:lnTo>
                    <a:pt x="384480" y="250561"/>
                  </a:lnTo>
                  <a:lnTo>
                    <a:pt x="487220" y="236699"/>
                  </a:lnTo>
                  <a:lnTo>
                    <a:pt x="581014" y="224044"/>
                  </a:lnTo>
                  <a:lnTo>
                    <a:pt x="667297" y="212402"/>
                  </a:lnTo>
                  <a:lnTo>
                    <a:pt x="747182" y="201624"/>
                  </a:lnTo>
                  <a:lnTo>
                    <a:pt x="821553" y="191590"/>
                  </a:lnTo>
                  <a:lnTo>
                    <a:pt x="891123" y="182203"/>
                  </a:lnTo>
                  <a:lnTo>
                    <a:pt x="956474" y="173386"/>
                  </a:lnTo>
                  <a:lnTo>
                    <a:pt x="1018088" y="165073"/>
                  </a:lnTo>
                  <a:lnTo>
                    <a:pt x="1076370" y="157209"/>
                  </a:lnTo>
                  <a:lnTo>
                    <a:pt x="1131662" y="149749"/>
                  </a:lnTo>
                  <a:lnTo>
                    <a:pt x="1184256" y="142653"/>
                  </a:lnTo>
                  <a:lnTo>
                    <a:pt x="1234403" y="135887"/>
                  </a:lnTo>
                  <a:lnTo>
                    <a:pt x="1282320" y="129422"/>
                  </a:lnTo>
                  <a:lnTo>
                    <a:pt x="1328197" y="123232"/>
                  </a:lnTo>
                  <a:lnTo>
                    <a:pt x="1372201" y="117294"/>
                  </a:lnTo>
                  <a:lnTo>
                    <a:pt x="1414480" y="111590"/>
                  </a:lnTo>
                  <a:lnTo>
                    <a:pt x="1455162" y="106101"/>
                  </a:lnTo>
                  <a:lnTo>
                    <a:pt x="1494365" y="100812"/>
                  </a:lnTo>
                  <a:lnTo>
                    <a:pt x="1532192" y="95708"/>
                  </a:lnTo>
                  <a:lnTo>
                    <a:pt x="1568736" y="90777"/>
                  </a:lnTo>
                  <a:lnTo>
                    <a:pt x="1604082" y="86008"/>
                  </a:lnTo>
                  <a:lnTo>
                    <a:pt x="1638306" y="81391"/>
                  </a:lnTo>
                  <a:lnTo>
                    <a:pt x="1671476" y="76915"/>
                  </a:lnTo>
                  <a:lnTo>
                    <a:pt x="1703657" y="72573"/>
                  </a:lnTo>
                  <a:lnTo>
                    <a:pt x="1734904" y="68357"/>
                  </a:lnTo>
                  <a:lnTo>
                    <a:pt x="1765271" y="64260"/>
                  </a:lnTo>
                  <a:lnTo>
                    <a:pt x="1794806" y="60275"/>
                  </a:lnTo>
                  <a:lnTo>
                    <a:pt x="1823553" y="56397"/>
                  </a:lnTo>
                  <a:lnTo>
                    <a:pt x="1851553" y="52619"/>
                  </a:lnTo>
                  <a:lnTo>
                    <a:pt x="1878845" y="48936"/>
                  </a:lnTo>
                  <a:lnTo>
                    <a:pt x="1905463" y="45345"/>
                  </a:lnTo>
                  <a:lnTo>
                    <a:pt x="1931439" y="41840"/>
                  </a:lnTo>
                  <a:lnTo>
                    <a:pt x="1956803" y="38418"/>
                  </a:lnTo>
                  <a:lnTo>
                    <a:pt x="1981585" y="35074"/>
                  </a:lnTo>
                  <a:lnTo>
                    <a:pt x="2005810" y="31806"/>
                  </a:lnTo>
                  <a:lnTo>
                    <a:pt x="2029502" y="28609"/>
                  </a:lnTo>
                  <a:lnTo>
                    <a:pt x="2052685" y="25481"/>
                  </a:lnTo>
                  <a:lnTo>
                    <a:pt x="2075380" y="22419"/>
                  </a:lnTo>
                  <a:lnTo>
                    <a:pt x="2097606" y="19420"/>
                  </a:lnTo>
                  <a:lnTo>
                    <a:pt x="2119384" y="16482"/>
                  </a:lnTo>
                  <a:lnTo>
                    <a:pt x="2140730" y="13602"/>
                  </a:lnTo>
                  <a:lnTo>
                    <a:pt x="2161662" y="10778"/>
                  </a:lnTo>
                  <a:lnTo>
                    <a:pt x="2182195" y="8007"/>
                  </a:lnTo>
                  <a:lnTo>
                    <a:pt x="2202345" y="5289"/>
                  </a:lnTo>
                  <a:lnTo>
                    <a:pt x="2222124" y="2620"/>
                  </a:lnTo>
                  <a:lnTo>
                    <a:pt x="2241547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1571719" y="3507645"/>
              <a:ext cx="2241547" cy="326689"/>
            </a:xfrm>
            <a:custGeom>
              <a:avLst/>
              <a:pathLst>
                <a:path w="2241547" h="326689">
                  <a:moveTo>
                    <a:pt x="0" y="326689"/>
                  </a:moveTo>
                  <a:lnTo>
                    <a:pt x="143941" y="305711"/>
                  </a:lnTo>
                  <a:lnTo>
                    <a:pt x="270906" y="287207"/>
                  </a:lnTo>
                  <a:lnTo>
                    <a:pt x="384480" y="270654"/>
                  </a:lnTo>
                  <a:lnTo>
                    <a:pt x="487220" y="255680"/>
                  </a:lnTo>
                  <a:lnTo>
                    <a:pt x="581014" y="242010"/>
                  </a:lnTo>
                  <a:lnTo>
                    <a:pt x="667297" y="229435"/>
                  </a:lnTo>
                  <a:lnTo>
                    <a:pt x="747182" y="217793"/>
                  </a:lnTo>
                  <a:lnTo>
                    <a:pt x="821553" y="206954"/>
                  </a:lnTo>
                  <a:lnTo>
                    <a:pt x="891123" y="196814"/>
                  </a:lnTo>
                  <a:lnTo>
                    <a:pt x="956474" y="187290"/>
                  </a:lnTo>
                  <a:lnTo>
                    <a:pt x="1018088" y="178310"/>
                  </a:lnTo>
                  <a:lnTo>
                    <a:pt x="1076370" y="169816"/>
                  </a:lnTo>
                  <a:lnTo>
                    <a:pt x="1131662" y="161757"/>
                  </a:lnTo>
                  <a:lnTo>
                    <a:pt x="1184256" y="154092"/>
                  </a:lnTo>
                  <a:lnTo>
                    <a:pt x="1234403" y="146784"/>
                  </a:lnTo>
                  <a:lnTo>
                    <a:pt x="1282320" y="139800"/>
                  </a:lnTo>
                  <a:lnTo>
                    <a:pt x="1328197" y="133114"/>
                  </a:lnTo>
                  <a:lnTo>
                    <a:pt x="1372201" y="126701"/>
                  </a:lnTo>
                  <a:lnTo>
                    <a:pt x="1414480" y="120539"/>
                  </a:lnTo>
                  <a:lnTo>
                    <a:pt x="1455162" y="114610"/>
                  </a:lnTo>
                  <a:lnTo>
                    <a:pt x="1494365" y="108896"/>
                  </a:lnTo>
                  <a:lnTo>
                    <a:pt x="1532192" y="103383"/>
                  </a:lnTo>
                  <a:lnTo>
                    <a:pt x="1568736" y="98057"/>
                  </a:lnTo>
                  <a:lnTo>
                    <a:pt x="1604082" y="92906"/>
                  </a:lnTo>
                  <a:lnTo>
                    <a:pt x="1638306" y="87918"/>
                  </a:lnTo>
                  <a:lnTo>
                    <a:pt x="1671476" y="83083"/>
                  </a:lnTo>
                  <a:lnTo>
                    <a:pt x="1703657" y="78393"/>
                  </a:lnTo>
                  <a:lnTo>
                    <a:pt x="1734904" y="73839"/>
                  </a:lnTo>
                  <a:lnTo>
                    <a:pt x="1765271" y="69413"/>
                  </a:lnTo>
                  <a:lnTo>
                    <a:pt x="1794806" y="65109"/>
                  </a:lnTo>
                  <a:lnTo>
                    <a:pt x="1823553" y="60919"/>
                  </a:lnTo>
                  <a:lnTo>
                    <a:pt x="1851553" y="56838"/>
                  </a:lnTo>
                  <a:lnTo>
                    <a:pt x="1878845" y="52861"/>
                  </a:lnTo>
                  <a:lnTo>
                    <a:pt x="1905463" y="48981"/>
                  </a:lnTo>
                  <a:lnTo>
                    <a:pt x="1931439" y="45196"/>
                  </a:lnTo>
                  <a:lnTo>
                    <a:pt x="1956803" y="41499"/>
                  </a:lnTo>
                  <a:lnTo>
                    <a:pt x="1981585" y="37887"/>
                  </a:lnTo>
                  <a:lnTo>
                    <a:pt x="2005810" y="34357"/>
                  </a:lnTo>
                  <a:lnTo>
                    <a:pt x="2029502" y="30904"/>
                  </a:lnTo>
                  <a:lnTo>
                    <a:pt x="2052685" y="27525"/>
                  </a:lnTo>
                  <a:lnTo>
                    <a:pt x="2075380" y="24217"/>
                  </a:lnTo>
                  <a:lnTo>
                    <a:pt x="2097606" y="20978"/>
                  </a:lnTo>
                  <a:lnTo>
                    <a:pt x="2119384" y="17804"/>
                  </a:lnTo>
                  <a:lnTo>
                    <a:pt x="2140730" y="14693"/>
                  </a:lnTo>
                  <a:lnTo>
                    <a:pt x="2161662" y="11642"/>
                  </a:lnTo>
                  <a:lnTo>
                    <a:pt x="2182195" y="8650"/>
                  </a:lnTo>
                  <a:lnTo>
                    <a:pt x="2202345" y="5713"/>
                  </a:lnTo>
                  <a:lnTo>
                    <a:pt x="2222124" y="2830"/>
                  </a:lnTo>
                  <a:lnTo>
                    <a:pt x="2241547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rc288"/>
            <p:cNvSpPr/>
            <p:nvPr/>
          </p:nvSpPr>
          <p:spPr>
            <a:xfrm>
              <a:off x="1404926" y="2951788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1404926" y="2951788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tx290"/>
            <p:cNvSpPr/>
            <p:nvPr/>
          </p:nvSpPr>
          <p:spPr>
            <a:xfrm rot="-5400000">
              <a:off x="1235360" y="407567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92" name="tx291"/>
            <p:cNvSpPr/>
            <p:nvPr/>
          </p:nvSpPr>
          <p:spPr>
            <a:xfrm rot="-5400000">
              <a:off x="1235360" y="383236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93" name="tx292"/>
            <p:cNvSpPr/>
            <p:nvPr/>
          </p:nvSpPr>
          <p:spPr>
            <a:xfrm rot="-5400000">
              <a:off x="1235360" y="358904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94" name="tx293"/>
            <p:cNvSpPr/>
            <p:nvPr/>
          </p:nvSpPr>
          <p:spPr>
            <a:xfrm rot="-5400000">
              <a:off x="1235360" y="334573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5" name="tx294"/>
            <p:cNvSpPr/>
            <p:nvPr/>
          </p:nvSpPr>
          <p:spPr>
            <a:xfrm rot="-5400000">
              <a:off x="1235360" y="310241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6" name="pl295"/>
            <p:cNvSpPr/>
            <p:nvPr/>
          </p:nvSpPr>
          <p:spPr>
            <a:xfrm>
              <a:off x="1376458" y="41121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376458" y="38687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376458" y="36254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376458" y="33821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376458" y="31388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1404926" y="4158463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1571719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2318901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3066084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3813267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tx305"/>
            <p:cNvSpPr/>
            <p:nvPr/>
          </p:nvSpPr>
          <p:spPr>
            <a:xfrm rot="-5400000">
              <a:off x="1029178" y="3509543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07" name="tx306"/>
            <p:cNvSpPr/>
            <p:nvPr/>
          </p:nvSpPr>
          <p:spPr>
            <a:xfrm>
              <a:off x="1404926" y="2775248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8" name="rc307"/>
            <p:cNvSpPr/>
            <p:nvPr/>
          </p:nvSpPr>
          <p:spPr>
            <a:xfrm>
              <a:off x="4262365" y="2951788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428580" y="368376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387318" y="30919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410626" y="374249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417147" y="353438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371700" y="378823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353713" y="301257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405924" y="297856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425445" y="33002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351380" y="391858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4406862" y="358692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099781" y="38283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125478" y="337733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181014" y="374901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145768" y="395752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121605" y="364891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134041" y="335494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139438" y="402791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81989" y="39318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091251" y="381227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104353" y="402380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166354" y="39222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135524" y="402234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088886" y="377992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166679" y="373007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157557" y="351468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178608" y="354693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179852" y="382718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139454" y="407554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927702" y="381718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845166" y="387572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866046" y="385388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935457" y="390009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847651" y="314725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865733" y="318658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842757" y="366388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921026" y="38095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892924" y="391206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889640" y="363378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913536" y="344632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847757" y="396066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848755" y="330914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919895" y="361886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857553" y="366928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851250" y="39062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853361" y="344915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915514" y="365860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849529" y="342439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5838982" y="362916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639694" y="377062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634521" y="385355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589100" y="364338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680782" y="345511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665907" y="362089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693125" y="365550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671975" y="37816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628870" y="369176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608300" y="378241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665398" y="370863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666253" y="34917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604348" y="323841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622406" y="37975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674019" y="39365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632854" y="390544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668299" y="368702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611048" y="384754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641674" y="375366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589642" y="330978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633398" y="359971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631005" y="36772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621848" y="36300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642526" y="390100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6596999" y="359272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4415883" y="3616056"/>
              <a:ext cx="2251599" cy="145294"/>
            </a:xfrm>
            <a:custGeom>
              <a:avLst/>
              <a:pathLst>
                <a:path w="2251599" h="145294">
                  <a:moveTo>
                    <a:pt x="0" y="0"/>
                  </a:moveTo>
                  <a:lnTo>
                    <a:pt x="144586" y="9330"/>
                  </a:lnTo>
                  <a:lnTo>
                    <a:pt x="272120" y="17559"/>
                  </a:lnTo>
                  <a:lnTo>
                    <a:pt x="386204" y="24921"/>
                  </a:lnTo>
                  <a:lnTo>
                    <a:pt x="489405" y="31581"/>
                  </a:lnTo>
                  <a:lnTo>
                    <a:pt x="583620" y="37660"/>
                  </a:lnTo>
                  <a:lnTo>
                    <a:pt x="670289" y="43253"/>
                  </a:lnTo>
                  <a:lnTo>
                    <a:pt x="750533" y="48431"/>
                  </a:lnTo>
                  <a:lnTo>
                    <a:pt x="825238" y="53252"/>
                  </a:lnTo>
                  <a:lnTo>
                    <a:pt x="895119" y="57761"/>
                  </a:lnTo>
                  <a:lnTo>
                    <a:pt x="960763" y="61997"/>
                  </a:lnTo>
                  <a:lnTo>
                    <a:pt x="1022654" y="65991"/>
                  </a:lnTo>
                  <a:lnTo>
                    <a:pt x="1081197" y="69769"/>
                  </a:lnTo>
                  <a:lnTo>
                    <a:pt x="1136737" y="73353"/>
                  </a:lnTo>
                  <a:lnTo>
                    <a:pt x="1189567" y="76762"/>
                  </a:lnTo>
                  <a:lnTo>
                    <a:pt x="1239938" y="80012"/>
                  </a:lnTo>
                  <a:lnTo>
                    <a:pt x="1288070" y="83118"/>
                  </a:lnTo>
                  <a:lnTo>
                    <a:pt x="1334153" y="86092"/>
                  </a:lnTo>
                  <a:lnTo>
                    <a:pt x="1378355" y="88944"/>
                  </a:lnTo>
                  <a:lnTo>
                    <a:pt x="1420823" y="91684"/>
                  </a:lnTo>
                  <a:lnTo>
                    <a:pt x="1461687" y="94321"/>
                  </a:lnTo>
                  <a:lnTo>
                    <a:pt x="1501066" y="96863"/>
                  </a:lnTo>
                  <a:lnTo>
                    <a:pt x="1539063" y="99314"/>
                  </a:lnTo>
                  <a:lnTo>
                    <a:pt x="1575771" y="101683"/>
                  </a:lnTo>
                  <a:lnTo>
                    <a:pt x="1611275" y="103974"/>
                  </a:lnTo>
                  <a:lnTo>
                    <a:pt x="1645653" y="106193"/>
                  </a:lnTo>
                  <a:lnTo>
                    <a:pt x="1678972" y="108343"/>
                  </a:lnTo>
                  <a:lnTo>
                    <a:pt x="1711296" y="110429"/>
                  </a:lnTo>
                  <a:lnTo>
                    <a:pt x="1742684" y="112454"/>
                  </a:lnTo>
                  <a:lnTo>
                    <a:pt x="1773187" y="114422"/>
                  </a:lnTo>
                  <a:lnTo>
                    <a:pt x="1802854" y="116337"/>
                  </a:lnTo>
                  <a:lnTo>
                    <a:pt x="1831730" y="118200"/>
                  </a:lnTo>
                  <a:lnTo>
                    <a:pt x="1859856" y="120015"/>
                  </a:lnTo>
                  <a:lnTo>
                    <a:pt x="1887270" y="121784"/>
                  </a:lnTo>
                  <a:lnTo>
                    <a:pt x="1914007" y="123509"/>
                  </a:lnTo>
                  <a:lnTo>
                    <a:pt x="1940100" y="125193"/>
                  </a:lnTo>
                  <a:lnTo>
                    <a:pt x="1965578" y="126837"/>
                  </a:lnTo>
                  <a:lnTo>
                    <a:pt x="1990471" y="128444"/>
                  </a:lnTo>
                  <a:lnTo>
                    <a:pt x="2014805" y="130014"/>
                  </a:lnTo>
                  <a:lnTo>
                    <a:pt x="2038603" y="131550"/>
                  </a:lnTo>
                  <a:lnTo>
                    <a:pt x="2061890" y="133052"/>
                  </a:lnTo>
                  <a:lnTo>
                    <a:pt x="2084686" y="134523"/>
                  </a:lnTo>
                  <a:lnTo>
                    <a:pt x="2107013" y="135964"/>
                  </a:lnTo>
                  <a:lnTo>
                    <a:pt x="2128888" y="137376"/>
                  </a:lnTo>
                  <a:lnTo>
                    <a:pt x="2150330" y="138759"/>
                  </a:lnTo>
                  <a:lnTo>
                    <a:pt x="2171356" y="140116"/>
                  </a:lnTo>
                  <a:lnTo>
                    <a:pt x="2191981" y="141447"/>
                  </a:lnTo>
                  <a:lnTo>
                    <a:pt x="2212221" y="142753"/>
                  </a:lnTo>
                  <a:lnTo>
                    <a:pt x="2232089" y="144035"/>
                  </a:lnTo>
                  <a:lnTo>
                    <a:pt x="2251599" y="14529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4415883" y="3324337"/>
              <a:ext cx="2251599" cy="448093"/>
            </a:xfrm>
            <a:custGeom>
              <a:avLst/>
              <a:pathLst>
                <a:path w="2251599" h="448093">
                  <a:moveTo>
                    <a:pt x="0" y="0"/>
                  </a:moveTo>
                  <a:lnTo>
                    <a:pt x="144586" y="28774"/>
                  </a:lnTo>
                  <a:lnTo>
                    <a:pt x="272120" y="54155"/>
                  </a:lnTo>
                  <a:lnTo>
                    <a:pt x="386204" y="76858"/>
                  </a:lnTo>
                  <a:lnTo>
                    <a:pt x="489405" y="97397"/>
                  </a:lnTo>
                  <a:lnTo>
                    <a:pt x="583620" y="116146"/>
                  </a:lnTo>
                  <a:lnTo>
                    <a:pt x="670289" y="133395"/>
                  </a:lnTo>
                  <a:lnTo>
                    <a:pt x="750533" y="149364"/>
                  </a:lnTo>
                  <a:lnTo>
                    <a:pt x="825238" y="164231"/>
                  </a:lnTo>
                  <a:lnTo>
                    <a:pt x="895119" y="178138"/>
                  </a:lnTo>
                  <a:lnTo>
                    <a:pt x="960763" y="191202"/>
                  </a:lnTo>
                  <a:lnTo>
                    <a:pt x="1022654" y="203519"/>
                  </a:lnTo>
                  <a:lnTo>
                    <a:pt x="1081197" y="215170"/>
                  </a:lnTo>
                  <a:lnTo>
                    <a:pt x="1136737" y="226223"/>
                  </a:lnTo>
                  <a:lnTo>
                    <a:pt x="1189567" y="236736"/>
                  </a:lnTo>
                  <a:lnTo>
                    <a:pt x="1239938" y="246761"/>
                  </a:lnTo>
                  <a:lnTo>
                    <a:pt x="1288070" y="256340"/>
                  </a:lnTo>
                  <a:lnTo>
                    <a:pt x="1334153" y="265511"/>
                  </a:lnTo>
                  <a:lnTo>
                    <a:pt x="1378355" y="274307"/>
                  </a:lnTo>
                  <a:lnTo>
                    <a:pt x="1420823" y="282759"/>
                  </a:lnTo>
                  <a:lnTo>
                    <a:pt x="1461687" y="290892"/>
                  </a:lnTo>
                  <a:lnTo>
                    <a:pt x="1501066" y="298728"/>
                  </a:lnTo>
                  <a:lnTo>
                    <a:pt x="1539063" y="306290"/>
                  </a:lnTo>
                  <a:lnTo>
                    <a:pt x="1575771" y="313595"/>
                  </a:lnTo>
                  <a:lnTo>
                    <a:pt x="1611275" y="320661"/>
                  </a:lnTo>
                  <a:lnTo>
                    <a:pt x="1645653" y="327503"/>
                  </a:lnTo>
                  <a:lnTo>
                    <a:pt x="1678972" y="334134"/>
                  </a:lnTo>
                  <a:lnTo>
                    <a:pt x="1711296" y="340566"/>
                  </a:lnTo>
                  <a:lnTo>
                    <a:pt x="1742684" y="346813"/>
                  </a:lnTo>
                  <a:lnTo>
                    <a:pt x="1773187" y="352883"/>
                  </a:lnTo>
                  <a:lnTo>
                    <a:pt x="1802854" y="358787"/>
                  </a:lnTo>
                  <a:lnTo>
                    <a:pt x="1831730" y="364534"/>
                  </a:lnTo>
                  <a:lnTo>
                    <a:pt x="1859856" y="370132"/>
                  </a:lnTo>
                  <a:lnTo>
                    <a:pt x="1887270" y="375587"/>
                  </a:lnTo>
                  <a:lnTo>
                    <a:pt x="1914007" y="380908"/>
                  </a:lnTo>
                  <a:lnTo>
                    <a:pt x="1940100" y="386101"/>
                  </a:lnTo>
                  <a:lnTo>
                    <a:pt x="1965578" y="391171"/>
                  </a:lnTo>
                  <a:lnTo>
                    <a:pt x="1990471" y="396125"/>
                  </a:lnTo>
                  <a:lnTo>
                    <a:pt x="2014805" y="400968"/>
                  </a:lnTo>
                  <a:lnTo>
                    <a:pt x="2038603" y="405704"/>
                  </a:lnTo>
                  <a:lnTo>
                    <a:pt x="2061890" y="410338"/>
                  </a:lnTo>
                  <a:lnTo>
                    <a:pt x="2084686" y="414875"/>
                  </a:lnTo>
                  <a:lnTo>
                    <a:pt x="2107013" y="419318"/>
                  </a:lnTo>
                  <a:lnTo>
                    <a:pt x="2128888" y="423672"/>
                  </a:lnTo>
                  <a:lnTo>
                    <a:pt x="2150330" y="427939"/>
                  </a:lnTo>
                  <a:lnTo>
                    <a:pt x="2171356" y="432123"/>
                  </a:lnTo>
                  <a:lnTo>
                    <a:pt x="2191981" y="436228"/>
                  </a:lnTo>
                  <a:lnTo>
                    <a:pt x="2212221" y="440256"/>
                  </a:lnTo>
                  <a:lnTo>
                    <a:pt x="2232089" y="444210"/>
                  </a:lnTo>
                  <a:lnTo>
                    <a:pt x="2251599" y="448093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415883" y="3732199"/>
              <a:ext cx="2251599" cy="69965"/>
            </a:xfrm>
            <a:custGeom>
              <a:avLst/>
              <a:pathLst>
                <a:path w="2251599" h="69965">
                  <a:moveTo>
                    <a:pt x="0" y="69965"/>
                  </a:moveTo>
                  <a:lnTo>
                    <a:pt x="144586" y="65472"/>
                  </a:lnTo>
                  <a:lnTo>
                    <a:pt x="272120" y="61509"/>
                  </a:lnTo>
                  <a:lnTo>
                    <a:pt x="386204" y="57964"/>
                  </a:lnTo>
                  <a:lnTo>
                    <a:pt x="489405" y="54757"/>
                  </a:lnTo>
                  <a:lnTo>
                    <a:pt x="583620" y="51830"/>
                  </a:lnTo>
                  <a:lnTo>
                    <a:pt x="670289" y="49136"/>
                  </a:lnTo>
                  <a:lnTo>
                    <a:pt x="750533" y="46643"/>
                  </a:lnTo>
                  <a:lnTo>
                    <a:pt x="825238" y="44322"/>
                  </a:lnTo>
                  <a:lnTo>
                    <a:pt x="895119" y="42150"/>
                  </a:lnTo>
                  <a:lnTo>
                    <a:pt x="960763" y="40110"/>
                  </a:lnTo>
                  <a:lnTo>
                    <a:pt x="1022654" y="38187"/>
                  </a:lnTo>
                  <a:lnTo>
                    <a:pt x="1081197" y="36368"/>
                  </a:lnTo>
                  <a:lnTo>
                    <a:pt x="1136737" y="34642"/>
                  </a:lnTo>
                  <a:lnTo>
                    <a:pt x="1189567" y="33001"/>
                  </a:lnTo>
                  <a:lnTo>
                    <a:pt x="1239938" y="31435"/>
                  </a:lnTo>
                  <a:lnTo>
                    <a:pt x="1288070" y="29940"/>
                  </a:lnTo>
                  <a:lnTo>
                    <a:pt x="1334153" y="28508"/>
                  </a:lnTo>
                  <a:lnTo>
                    <a:pt x="1378355" y="27134"/>
                  </a:lnTo>
                  <a:lnTo>
                    <a:pt x="1420823" y="25815"/>
                  </a:lnTo>
                  <a:lnTo>
                    <a:pt x="1461687" y="24545"/>
                  </a:lnTo>
                  <a:lnTo>
                    <a:pt x="1501066" y="23321"/>
                  </a:lnTo>
                  <a:lnTo>
                    <a:pt x="1539063" y="22141"/>
                  </a:lnTo>
                  <a:lnTo>
                    <a:pt x="1575771" y="21000"/>
                  </a:lnTo>
                  <a:lnTo>
                    <a:pt x="1611275" y="19897"/>
                  </a:lnTo>
                  <a:lnTo>
                    <a:pt x="1645653" y="18828"/>
                  </a:lnTo>
                  <a:lnTo>
                    <a:pt x="1678972" y="17793"/>
                  </a:lnTo>
                  <a:lnTo>
                    <a:pt x="1711296" y="16789"/>
                  </a:lnTo>
                  <a:lnTo>
                    <a:pt x="1742684" y="15813"/>
                  </a:lnTo>
                  <a:lnTo>
                    <a:pt x="1773187" y="14865"/>
                  </a:lnTo>
                  <a:lnTo>
                    <a:pt x="1802854" y="13944"/>
                  </a:lnTo>
                  <a:lnTo>
                    <a:pt x="1831730" y="13046"/>
                  </a:lnTo>
                  <a:lnTo>
                    <a:pt x="1859856" y="12172"/>
                  </a:lnTo>
                  <a:lnTo>
                    <a:pt x="1887270" y="11321"/>
                  </a:lnTo>
                  <a:lnTo>
                    <a:pt x="1914007" y="10490"/>
                  </a:lnTo>
                  <a:lnTo>
                    <a:pt x="1940100" y="9679"/>
                  </a:lnTo>
                  <a:lnTo>
                    <a:pt x="1965578" y="8887"/>
                  </a:lnTo>
                  <a:lnTo>
                    <a:pt x="1990471" y="8114"/>
                  </a:lnTo>
                  <a:lnTo>
                    <a:pt x="2014805" y="7358"/>
                  </a:lnTo>
                  <a:lnTo>
                    <a:pt x="2038603" y="6618"/>
                  </a:lnTo>
                  <a:lnTo>
                    <a:pt x="2061890" y="5894"/>
                  </a:lnTo>
                  <a:lnTo>
                    <a:pt x="2084686" y="5186"/>
                  </a:lnTo>
                  <a:lnTo>
                    <a:pt x="2107013" y="4492"/>
                  </a:lnTo>
                  <a:lnTo>
                    <a:pt x="2128888" y="3813"/>
                  </a:lnTo>
                  <a:lnTo>
                    <a:pt x="2150330" y="3146"/>
                  </a:lnTo>
                  <a:lnTo>
                    <a:pt x="2171356" y="2493"/>
                  </a:lnTo>
                  <a:lnTo>
                    <a:pt x="2191981" y="1852"/>
                  </a:lnTo>
                  <a:lnTo>
                    <a:pt x="2212221" y="1223"/>
                  </a:lnTo>
                  <a:lnTo>
                    <a:pt x="2232089" y="606"/>
                  </a:lnTo>
                  <a:lnTo>
                    <a:pt x="225159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415883" y="3398915"/>
              <a:ext cx="2251599" cy="317362"/>
            </a:xfrm>
            <a:custGeom>
              <a:avLst/>
              <a:pathLst>
                <a:path w="2251599" h="317362">
                  <a:moveTo>
                    <a:pt x="0" y="317362"/>
                  </a:moveTo>
                  <a:lnTo>
                    <a:pt x="144586" y="296983"/>
                  </a:lnTo>
                  <a:lnTo>
                    <a:pt x="272120" y="279007"/>
                  </a:lnTo>
                  <a:lnTo>
                    <a:pt x="386204" y="262927"/>
                  </a:lnTo>
                  <a:lnTo>
                    <a:pt x="489405" y="248380"/>
                  </a:lnTo>
                  <a:lnTo>
                    <a:pt x="583620" y="235101"/>
                  </a:lnTo>
                  <a:lnTo>
                    <a:pt x="670289" y="222885"/>
                  </a:lnTo>
                  <a:lnTo>
                    <a:pt x="750533" y="211575"/>
                  </a:lnTo>
                  <a:lnTo>
                    <a:pt x="825238" y="201045"/>
                  </a:lnTo>
                  <a:lnTo>
                    <a:pt x="895119" y="191195"/>
                  </a:lnTo>
                  <a:lnTo>
                    <a:pt x="960763" y="181943"/>
                  </a:lnTo>
                  <a:lnTo>
                    <a:pt x="1022654" y="173219"/>
                  </a:lnTo>
                  <a:lnTo>
                    <a:pt x="1081197" y="164967"/>
                  </a:lnTo>
                  <a:lnTo>
                    <a:pt x="1136737" y="157139"/>
                  </a:lnTo>
                  <a:lnTo>
                    <a:pt x="1189567" y="149693"/>
                  </a:lnTo>
                  <a:lnTo>
                    <a:pt x="1239938" y="142593"/>
                  </a:lnTo>
                  <a:lnTo>
                    <a:pt x="1288070" y="135809"/>
                  </a:lnTo>
                  <a:lnTo>
                    <a:pt x="1334153" y="129313"/>
                  </a:lnTo>
                  <a:lnTo>
                    <a:pt x="1378355" y="123083"/>
                  </a:lnTo>
                  <a:lnTo>
                    <a:pt x="1420823" y="117097"/>
                  </a:lnTo>
                  <a:lnTo>
                    <a:pt x="1461687" y="111337"/>
                  </a:lnTo>
                  <a:lnTo>
                    <a:pt x="1501066" y="105787"/>
                  </a:lnTo>
                  <a:lnTo>
                    <a:pt x="1539063" y="100431"/>
                  </a:lnTo>
                  <a:lnTo>
                    <a:pt x="1575771" y="95257"/>
                  </a:lnTo>
                  <a:lnTo>
                    <a:pt x="1611275" y="90253"/>
                  </a:lnTo>
                  <a:lnTo>
                    <a:pt x="1645653" y="85408"/>
                  </a:lnTo>
                  <a:lnTo>
                    <a:pt x="1678972" y="80711"/>
                  </a:lnTo>
                  <a:lnTo>
                    <a:pt x="1711296" y="76155"/>
                  </a:lnTo>
                  <a:lnTo>
                    <a:pt x="1742684" y="71731"/>
                  </a:lnTo>
                  <a:lnTo>
                    <a:pt x="1773187" y="67432"/>
                  </a:lnTo>
                  <a:lnTo>
                    <a:pt x="1802854" y="63250"/>
                  </a:lnTo>
                  <a:lnTo>
                    <a:pt x="1831730" y="59180"/>
                  </a:lnTo>
                  <a:lnTo>
                    <a:pt x="1859856" y="55216"/>
                  </a:lnTo>
                  <a:lnTo>
                    <a:pt x="1887270" y="51352"/>
                  </a:lnTo>
                  <a:lnTo>
                    <a:pt x="1914007" y="47583"/>
                  </a:lnTo>
                  <a:lnTo>
                    <a:pt x="1940100" y="43905"/>
                  </a:lnTo>
                  <a:lnTo>
                    <a:pt x="1965578" y="40314"/>
                  </a:lnTo>
                  <a:lnTo>
                    <a:pt x="1990471" y="36805"/>
                  </a:lnTo>
                  <a:lnTo>
                    <a:pt x="2014805" y="33376"/>
                  </a:lnTo>
                  <a:lnTo>
                    <a:pt x="2038603" y="30021"/>
                  </a:lnTo>
                  <a:lnTo>
                    <a:pt x="2061890" y="26739"/>
                  </a:lnTo>
                  <a:lnTo>
                    <a:pt x="2084686" y="23526"/>
                  </a:lnTo>
                  <a:lnTo>
                    <a:pt x="2107013" y="20379"/>
                  </a:lnTo>
                  <a:lnTo>
                    <a:pt x="2128888" y="17296"/>
                  </a:lnTo>
                  <a:lnTo>
                    <a:pt x="2150330" y="14273"/>
                  </a:lnTo>
                  <a:lnTo>
                    <a:pt x="2171356" y="11310"/>
                  </a:lnTo>
                  <a:lnTo>
                    <a:pt x="2191981" y="8403"/>
                  </a:lnTo>
                  <a:lnTo>
                    <a:pt x="2212221" y="5550"/>
                  </a:lnTo>
                  <a:lnTo>
                    <a:pt x="2232089" y="2749"/>
                  </a:lnTo>
                  <a:lnTo>
                    <a:pt x="22515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415883" y="3511050"/>
              <a:ext cx="2251599" cy="318759"/>
            </a:xfrm>
            <a:custGeom>
              <a:avLst/>
              <a:pathLst>
                <a:path w="2251599" h="318759">
                  <a:moveTo>
                    <a:pt x="0" y="318759"/>
                  </a:moveTo>
                  <a:lnTo>
                    <a:pt x="144586" y="298290"/>
                  </a:lnTo>
                  <a:lnTo>
                    <a:pt x="272120" y="280235"/>
                  </a:lnTo>
                  <a:lnTo>
                    <a:pt x="386204" y="264084"/>
                  </a:lnTo>
                  <a:lnTo>
                    <a:pt x="489405" y="249474"/>
                  </a:lnTo>
                  <a:lnTo>
                    <a:pt x="583620" y="236136"/>
                  </a:lnTo>
                  <a:lnTo>
                    <a:pt x="670289" y="223866"/>
                  </a:lnTo>
                  <a:lnTo>
                    <a:pt x="750533" y="212506"/>
                  </a:lnTo>
                  <a:lnTo>
                    <a:pt x="825238" y="201930"/>
                  </a:lnTo>
                  <a:lnTo>
                    <a:pt x="895119" y="192037"/>
                  </a:lnTo>
                  <a:lnTo>
                    <a:pt x="960763" y="182744"/>
                  </a:lnTo>
                  <a:lnTo>
                    <a:pt x="1022654" y="173982"/>
                  </a:lnTo>
                  <a:lnTo>
                    <a:pt x="1081197" y="165694"/>
                  </a:lnTo>
                  <a:lnTo>
                    <a:pt x="1136737" y="157831"/>
                  </a:lnTo>
                  <a:lnTo>
                    <a:pt x="1189567" y="150352"/>
                  </a:lnTo>
                  <a:lnTo>
                    <a:pt x="1239938" y="143221"/>
                  </a:lnTo>
                  <a:lnTo>
                    <a:pt x="1288070" y="136407"/>
                  </a:lnTo>
                  <a:lnTo>
                    <a:pt x="1334153" y="129883"/>
                  </a:lnTo>
                  <a:lnTo>
                    <a:pt x="1378355" y="123625"/>
                  </a:lnTo>
                  <a:lnTo>
                    <a:pt x="1420823" y="117613"/>
                  </a:lnTo>
                  <a:lnTo>
                    <a:pt x="1461687" y="111828"/>
                  </a:lnTo>
                  <a:lnTo>
                    <a:pt x="1501066" y="106253"/>
                  </a:lnTo>
                  <a:lnTo>
                    <a:pt x="1539063" y="100874"/>
                  </a:lnTo>
                  <a:lnTo>
                    <a:pt x="1575771" y="95677"/>
                  </a:lnTo>
                  <a:lnTo>
                    <a:pt x="1611275" y="90650"/>
                  </a:lnTo>
                  <a:lnTo>
                    <a:pt x="1645653" y="85784"/>
                  </a:lnTo>
                  <a:lnTo>
                    <a:pt x="1678972" y="81067"/>
                  </a:lnTo>
                  <a:lnTo>
                    <a:pt x="1711296" y="76490"/>
                  </a:lnTo>
                  <a:lnTo>
                    <a:pt x="1742684" y="72047"/>
                  </a:lnTo>
                  <a:lnTo>
                    <a:pt x="1773187" y="67728"/>
                  </a:lnTo>
                  <a:lnTo>
                    <a:pt x="1802854" y="63528"/>
                  </a:lnTo>
                  <a:lnTo>
                    <a:pt x="1831730" y="59440"/>
                  </a:lnTo>
                  <a:lnTo>
                    <a:pt x="1859856" y="55459"/>
                  </a:lnTo>
                  <a:lnTo>
                    <a:pt x="1887270" y="51578"/>
                  </a:lnTo>
                  <a:lnTo>
                    <a:pt x="1914007" y="47793"/>
                  </a:lnTo>
                  <a:lnTo>
                    <a:pt x="1940100" y="44099"/>
                  </a:lnTo>
                  <a:lnTo>
                    <a:pt x="1965578" y="40492"/>
                  </a:lnTo>
                  <a:lnTo>
                    <a:pt x="1990471" y="36967"/>
                  </a:lnTo>
                  <a:lnTo>
                    <a:pt x="2014805" y="33523"/>
                  </a:lnTo>
                  <a:lnTo>
                    <a:pt x="2038603" y="30153"/>
                  </a:lnTo>
                  <a:lnTo>
                    <a:pt x="2061890" y="26857"/>
                  </a:lnTo>
                  <a:lnTo>
                    <a:pt x="2084686" y="23629"/>
                  </a:lnTo>
                  <a:lnTo>
                    <a:pt x="2107013" y="20469"/>
                  </a:lnTo>
                  <a:lnTo>
                    <a:pt x="2128888" y="17372"/>
                  </a:lnTo>
                  <a:lnTo>
                    <a:pt x="2150330" y="14336"/>
                  </a:lnTo>
                  <a:lnTo>
                    <a:pt x="2171356" y="11360"/>
                  </a:lnTo>
                  <a:lnTo>
                    <a:pt x="2191981" y="8440"/>
                  </a:lnTo>
                  <a:lnTo>
                    <a:pt x="2212221" y="5574"/>
                  </a:lnTo>
                  <a:lnTo>
                    <a:pt x="2232089" y="2762"/>
                  </a:lnTo>
                  <a:lnTo>
                    <a:pt x="225159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415883" y="3335029"/>
              <a:ext cx="2251599" cy="262836"/>
            </a:xfrm>
            <a:custGeom>
              <a:avLst/>
              <a:pathLst>
                <a:path w="2251599" h="262836">
                  <a:moveTo>
                    <a:pt x="0" y="0"/>
                  </a:moveTo>
                  <a:lnTo>
                    <a:pt x="144586" y="16878"/>
                  </a:lnTo>
                  <a:lnTo>
                    <a:pt x="272120" y="31765"/>
                  </a:lnTo>
                  <a:lnTo>
                    <a:pt x="386204" y="45082"/>
                  </a:lnTo>
                  <a:lnTo>
                    <a:pt x="489405" y="57129"/>
                  </a:lnTo>
                  <a:lnTo>
                    <a:pt x="583620" y="68127"/>
                  </a:lnTo>
                  <a:lnTo>
                    <a:pt x="670289" y="78245"/>
                  </a:lnTo>
                  <a:lnTo>
                    <a:pt x="750533" y="87612"/>
                  </a:lnTo>
                  <a:lnTo>
                    <a:pt x="825238" y="96332"/>
                  </a:lnTo>
                  <a:lnTo>
                    <a:pt x="895119" y="104490"/>
                  </a:lnTo>
                  <a:lnTo>
                    <a:pt x="960763" y="112152"/>
                  </a:lnTo>
                  <a:lnTo>
                    <a:pt x="1022654" y="119377"/>
                  </a:lnTo>
                  <a:lnTo>
                    <a:pt x="1081197" y="126211"/>
                  </a:lnTo>
                  <a:lnTo>
                    <a:pt x="1136737" y="132694"/>
                  </a:lnTo>
                  <a:lnTo>
                    <a:pt x="1189567" y="138861"/>
                  </a:lnTo>
                  <a:lnTo>
                    <a:pt x="1239938" y="144741"/>
                  </a:lnTo>
                  <a:lnTo>
                    <a:pt x="1288070" y="150360"/>
                  </a:lnTo>
                  <a:lnTo>
                    <a:pt x="1334153" y="155739"/>
                  </a:lnTo>
                  <a:lnTo>
                    <a:pt x="1378355" y="160899"/>
                  </a:lnTo>
                  <a:lnTo>
                    <a:pt x="1420823" y="165857"/>
                  </a:lnTo>
                  <a:lnTo>
                    <a:pt x="1461687" y="170627"/>
                  </a:lnTo>
                  <a:lnTo>
                    <a:pt x="1501066" y="175224"/>
                  </a:lnTo>
                  <a:lnTo>
                    <a:pt x="1539063" y="179659"/>
                  </a:lnTo>
                  <a:lnTo>
                    <a:pt x="1575771" y="183944"/>
                  </a:lnTo>
                  <a:lnTo>
                    <a:pt x="1611275" y="188089"/>
                  </a:lnTo>
                  <a:lnTo>
                    <a:pt x="1645653" y="192102"/>
                  </a:lnTo>
                  <a:lnTo>
                    <a:pt x="1678972" y="195991"/>
                  </a:lnTo>
                  <a:lnTo>
                    <a:pt x="1711296" y="199765"/>
                  </a:lnTo>
                  <a:lnTo>
                    <a:pt x="1742684" y="203428"/>
                  </a:lnTo>
                  <a:lnTo>
                    <a:pt x="1773187" y="206989"/>
                  </a:lnTo>
                  <a:lnTo>
                    <a:pt x="1802854" y="210452"/>
                  </a:lnTo>
                  <a:lnTo>
                    <a:pt x="1831730" y="213823"/>
                  </a:lnTo>
                  <a:lnTo>
                    <a:pt x="1859856" y="217106"/>
                  </a:lnTo>
                  <a:lnTo>
                    <a:pt x="1887270" y="220307"/>
                  </a:lnTo>
                  <a:lnTo>
                    <a:pt x="1914007" y="223428"/>
                  </a:lnTo>
                  <a:lnTo>
                    <a:pt x="1940100" y="226473"/>
                  </a:lnTo>
                  <a:lnTo>
                    <a:pt x="1965578" y="229448"/>
                  </a:lnTo>
                  <a:lnTo>
                    <a:pt x="1990471" y="232353"/>
                  </a:lnTo>
                  <a:lnTo>
                    <a:pt x="2014805" y="235194"/>
                  </a:lnTo>
                  <a:lnTo>
                    <a:pt x="2038603" y="237972"/>
                  </a:lnTo>
                  <a:lnTo>
                    <a:pt x="2061890" y="240690"/>
                  </a:lnTo>
                  <a:lnTo>
                    <a:pt x="2084686" y="243351"/>
                  </a:lnTo>
                  <a:lnTo>
                    <a:pt x="2107013" y="245958"/>
                  </a:lnTo>
                  <a:lnTo>
                    <a:pt x="2128888" y="248511"/>
                  </a:lnTo>
                  <a:lnTo>
                    <a:pt x="2150330" y="251014"/>
                  </a:lnTo>
                  <a:lnTo>
                    <a:pt x="2171356" y="253469"/>
                  </a:lnTo>
                  <a:lnTo>
                    <a:pt x="2191981" y="255876"/>
                  </a:lnTo>
                  <a:lnTo>
                    <a:pt x="2212221" y="258239"/>
                  </a:lnTo>
                  <a:lnTo>
                    <a:pt x="2232089" y="260558"/>
                  </a:lnTo>
                  <a:lnTo>
                    <a:pt x="2251599" y="262836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415883" y="3393310"/>
              <a:ext cx="2251599" cy="434740"/>
            </a:xfrm>
            <a:custGeom>
              <a:avLst/>
              <a:pathLst>
                <a:path w="2251599" h="434740">
                  <a:moveTo>
                    <a:pt x="0" y="0"/>
                  </a:moveTo>
                  <a:lnTo>
                    <a:pt x="144586" y="27916"/>
                  </a:lnTo>
                  <a:lnTo>
                    <a:pt x="272120" y="52541"/>
                  </a:lnTo>
                  <a:lnTo>
                    <a:pt x="386204" y="74568"/>
                  </a:lnTo>
                  <a:lnTo>
                    <a:pt x="489405" y="94494"/>
                  </a:lnTo>
                  <a:lnTo>
                    <a:pt x="583620" y="112685"/>
                  </a:lnTo>
                  <a:lnTo>
                    <a:pt x="670289" y="129420"/>
                  </a:lnTo>
                  <a:lnTo>
                    <a:pt x="750533" y="144913"/>
                  </a:lnTo>
                  <a:lnTo>
                    <a:pt x="825238" y="159337"/>
                  </a:lnTo>
                  <a:lnTo>
                    <a:pt x="895119" y="172830"/>
                  </a:lnTo>
                  <a:lnTo>
                    <a:pt x="960763" y="185505"/>
                  </a:lnTo>
                  <a:lnTo>
                    <a:pt x="1022654" y="197455"/>
                  </a:lnTo>
                  <a:lnTo>
                    <a:pt x="1081197" y="208758"/>
                  </a:lnTo>
                  <a:lnTo>
                    <a:pt x="1136737" y="219482"/>
                  </a:lnTo>
                  <a:lnTo>
                    <a:pt x="1189567" y="229682"/>
                  </a:lnTo>
                  <a:lnTo>
                    <a:pt x="1239938" y="239408"/>
                  </a:lnTo>
                  <a:lnTo>
                    <a:pt x="1288070" y="248701"/>
                  </a:lnTo>
                  <a:lnTo>
                    <a:pt x="1334153" y="257599"/>
                  </a:lnTo>
                  <a:lnTo>
                    <a:pt x="1378355" y="266134"/>
                  </a:lnTo>
                  <a:lnTo>
                    <a:pt x="1420823" y="274333"/>
                  </a:lnTo>
                  <a:lnTo>
                    <a:pt x="1461687" y="282224"/>
                  </a:lnTo>
                  <a:lnTo>
                    <a:pt x="1501066" y="289827"/>
                  </a:lnTo>
                  <a:lnTo>
                    <a:pt x="1539063" y="297163"/>
                  </a:lnTo>
                  <a:lnTo>
                    <a:pt x="1575771" y="304251"/>
                  </a:lnTo>
                  <a:lnTo>
                    <a:pt x="1611275" y="311106"/>
                  </a:lnTo>
                  <a:lnTo>
                    <a:pt x="1645653" y="317744"/>
                  </a:lnTo>
                  <a:lnTo>
                    <a:pt x="1678972" y="324177"/>
                  </a:lnTo>
                  <a:lnTo>
                    <a:pt x="1711296" y="330418"/>
                  </a:lnTo>
                  <a:lnTo>
                    <a:pt x="1742684" y="336479"/>
                  </a:lnTo>
                  <a:lnTo>
                    <a:pt x="1773187" y="342368"/>
                  </a:lnTo>
                  <a:lnTo>
                    <a:pt x="1802854" y="348096"/>
                  </a:lnTo>
                  <a:lnTo>
                    <a:pt x="1831730" y="353672"/>
                  </a:lnTo>
                  <a:lnTo>
                    <a:pt x="1859856" y="359102"/>
                  </a:lnTo>
                  <a:lnTo>
                    <a:pt x="1887270" y="364395"/>
                  </a:lnTo>
                  <a:lnTo>
                    <a:pt x="1914007" y="369558"/>
                  </a:lnTo>
                  <a:lnTo>
                    <a:pt x="1940100" y="374596"/>
                  </a:lnTo>
                  <a:lnTo>
                    <a:pt x="1965578" y="379515"/>
                  </a:lnTo>
                  <a:lnTo>
                    <a:pt x="1990471" y="384322"/>
                  </a:lnTo>
                  <a:lnTo>
                    <a:pt x="2014805" y="389020"/>
                  </a:lnTo>
                  <a:lnTo>
                    <a:pt x="2038603" y="393615"/>
                  </a:lnTo>
                  <a:lnTo>
                    <a:pt x="2061890" y="398111"/>
                  </a:lnTo>
                  <a:lnTo>
                    <a:pt x="2084686" y="402513"/>
                  </a:lnTo>
                  <a:lnTo>
                    <a:pt x="2107013" y="406824"/>
                  </a:lnTo>
                  <a:lnTo>
                    <a:pt x="2128888" y="411047"/>
                  </a:lnTo>
                  <a:lnTo>
                    <a:pt x="2150330" y="415187"/>
                  </a:lnTo>
                  <a:lnTo>
                    <a:pt x="2171356" y="419247"/>
                  </a:lnTo>
                  <a:lnTo>
                    <a:pt x="2191981" y="423229"/>
                  </a:lnTo>
                  <a:lnTo>
                    <a:pt x="2212221" y="427137"/>
                  </a:lnTo>
                  <a:lnTo>
                    <a:pt x="2232089" y="430973"/>
                  </a:lnTo>
                  <a:lnTo>
                    <a:pt x="2251599" y="43474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415883" y="3778967"/>
              <a:ext cx="2251599" cy="197208"/>
            </a:xfrm>
            <a:custGeom>
              <a:avLst/>
              <a:pathLst>
                <a:path w="2251599" h="197208">
                  <a:moveTo>
                    <a:pt x="0" y="0"/>
                  </a:moveTo>
                  <a:lnTo>
                    <a:pt x="144586" y="12663"/>
                  </a:lnTo>
                  <a:lnTo>
                    <a:pt x="272120" y="23834"/>
                  </a:lnTo>
                  <a:lnTo>
                    <a:pt x="386204" y="33826"/>
                  </a:lnTo>
                  <a:lnTo>
                    <a:pt x="489405" y="42865"/>
                  </a:lnTo>
                  <a:lnTo>
                    <a:pt x="583620" y="51117"/>
                  </a:lnTo>
                  <a:lnTo>
                    <a:pt x="670289" y="58708"/>
                  </a:lnTo>
                  <a:lnTo>
                    <a:pt x="750533" y="65736"/>
                  </a:lnTo>
                  <a:lnTo>
                    <a:pt x="825238" y="72279"/>
                  </a:lnTo>
                  <a:lnTo>
                    <a:pt x="895119" y="78400"/>
                  </a:lnTo>
                  <a:lnTo>
                    <a:pt x="960763" y="84149"/>
                  </a:lnTo>
                  <a:lnTo>
                    <a:pt x="1022654" y="89570"/>
                  </a:lnTo>
                  <a:lnTo>
                    <a:pt x="1081197" y="94697"/>
                  </a:lnTo>
                  <a:lnTo>
                    <a:pt x="1136737" y="99562"/>
                  </a:lnTo>
                  <a:lnTo>
                    <a:pt x="1189567" y="104189"/>
                  </a:lnTo>
                  <a:lnTo>
                    <a:pt x="1239938" y="108601"/>
                  </a:lnTo>
                  <a:lnTo>
                    <a:pt x="1288070" y="112817"/>
                  </a:lnTo>
                  <a:lnTo>
                    <a:pt x="1334153" y="116853"/>
                  </a:lnTo>
                  <a:lnTo>
                    <a:pt x="1378355" y="120724"/>
                  </a:lnTo>
                  <a:lnTo>
                    <a:pt x="1420823" y="124444"/>
                  </a:lnTo>
                  <a:lnTo>
                    <a:pt x="1461687" y="128023"/>
                  </a:lnTo>
                  <a:lnTo>
                    <a:pt x="1501066" y="131472"/>
                  </a:lnTo>
                  <a:lnTo>
                    <a:pt x="1539063" y="134800"/>
                  </a:lnTo>
                  <a:lnTo>
                    <a:pt x="1575771" y="138015"/>
                  </a:lnTo>
                  <a:lnTo>
                    <a:pt x="1611275" y="141125"/>
                  </a:lnTo>
                  <a:lnTo>
                    <a:pt x="1645653" y="144136"/>
                  </a:lnTo>
                  <a:lnTo>
                    <a:pt x="1678972" y="147054"/>
                  </a:lnTo>
                  <a:lnTo>
                    <a:pt x="1711296" y="149885"/>
                  </a:lnTo>
                  <a:lnTo>
                    <a:pt x="1742684" y="152634"/>
                  </a:lnTo>
                  <a:lnTo>
                    <a:pt x="1773187" y="155306"/>
                  </a:lnTo>
                  <a:lnTo>
                    <a:pt x="1802854" y="157905"/>
                  </a:lnTo>
                  <a:lnTo>
                    <a:pt x="1831730" y="160434"/>
                  </a:lnTo>
                  <a:lnTo>
                    <a:pt x="1859856" y="162897"/>
                  </a:lnTo>
                  <a:lnTo>
                    <a:pt x="1887270" y="165298"/>
                  </a:lnTo>
                  <a:lnTo>
                    <a:pt x="1914007" y="167640"/>
                  </a:lnTo>
                  <a:lnTo>
                    <a:pt x="1940100" y="169925"/>
                  </a:lnTo>
                  <a:lnTo>
                    <a:pt x="1965578" y="172157"/>
                  </a:lnTo>
                  <a:lnTo>
                    <a:pt x="1990471" y="174337"/>
                  </a:lnTo>
                  <a:lnTo>
                    <a:pt x="2014805" y="176468"/>
                  </a:lnTo>
                  <a:lnTo>
                    <a:pt x="2038603" y="178553"/>
                  </a:lnTo>
                  <a:lnTo>
                    <a:pt x="2061890" y="180592"/>
                  </a:lnTo>
                  <a:lnTo>
                    <a:pt x="2084686" y="182589"/>
                  </a:lnTo>
                  <a:lnTo>
                    <a:pt x="2107013" y="184545"/>
                  </a:lnTo>
                  <a:lnTo>
                    <a:pt x="2128888" y="186461"/>
                  </a:lnTo>
                  <a:lnTo>
                    <a:pt x="2150330" y="188339"/>
                  </a:lnTo>
                  <a:lnTo>
                    <a:pt x="2171356" y="190180"/>
                  </a:lnTo>
                  <a:lnTo>
                    <a:pt x="2191981" y="191987"/>
                  </a:lnTo>
                  <a:lnTo>
                    <a:pt x="2212221" y="193759"/>
                  </a:lnTo>
                  <a:lnTo>
                    <a:pt x="2232089" y="195499"/>
                  </a:lnTo>
                  <a:lnTo>
                    <a:pt x="2251599" y="197208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415883" y="3749466"/>
              <a:ext cx="2251599" cy="62227"/>
            </a:xfrm>
            <a:custGeom>
              <a:avLst/>
              <a:pathLst>
                <a:path w="2251599" h="62227">
                  <a:moveTo>
                    <a:pt x="0" y="0"/>
                  </a:moveTo>
                  <a:lnTo>
                    <a:pt x="144586" y="3995"/>
                  </a:lnTo>
                  <a:lnTo>
                    <a:pt x="272120" y="7520"/>
                  </a:lnTo>
                  <a:lnTo>
                    <a:pt x="386204" y="10673"/>
                  </a:lnTo>
                  <a:lnTo>
                    <a:pt x="489405" y="13525"/>
                  </a:lnTo>
                  <a:lnTo>
                    <a:pt x="583620" y="16129"/>
                  </a:lnTo>
                  <a:lnTo>
                    <a:pt x="670289" y="18524"/>
                  </a:lnTo>
                  <a:lnTo>
                    <a:pt x="750533" y="20742"/>
                  </a:lnTo>
                  <a:lnTo>
                    <a:pt x="825238" y="22807"/>
                  </a:lnTo>
                  <a:lnTo>
                    <a:pt x="895119" y="24738"/>
                  </a:lnTo>
                  <a:lnTo>
                    <a:pt x="960763" y="26552"/>
                  </a:lnTo>
                  <a:lnTo>
                    <a:pt x="1022654" y="28263"/>
                  </a:lnTo>
                  <a:lnTo>
                    <a:pt x="1081197" y="29881"/>
                  </a:lnTo>
                  <a:lnTo>
                    <a:pt x="1136737" y="31416"/>
                  </a:lnTo>
                  <a:lnTo>
                    <a:pt x="1189567" y="32876"/>
                  </a:lnTo>
                  <a:lnTo>
                    <a:pt x="1239938" y="34268"/>
                  </a:lnTo>
                  <a:lnTo>
                    <a:pt x="1288070" y="35598"/>
                  </a:lnTo>
                  <a:lnTo>
                    <a:pt x="1334153" y="36872"/>
                  </a:lnTo>
                  <a:lnTo>
                    <a:pt x="1378355" y="38093"/>
                  </a:lnTo>
                  <a:lnTo>
                    <a:pt x="1420823" y="39267"/>
                  </a:lnTo>
                  <a:lnTo>
                    <a:pt x="1461687" y="40396"/>
                  </a:lnTo>
                  <a:lnTo>
                    <a:pt x="1501066" y="41485"/>
                  </a:lnTo>
                  <a:lnTo>
                    <a:pt x="1539063" y="42535"/>
                  </a:lnTo>
                  <a:lnTo>
                    <a:pt x="1575771" y="43549"/>
                  </a:lnTo>
                  <a:lnTo>
                    <a:pt x="1611275" y="44531"/>
                  </a:lnTo>
                  <a:lnTo>
                    <a:pt x="1645653" y="45481"/>
                  </a:lnTo>
                  <a:lnTo>
                    <a:pt x="1678972" y="46402"/>
                  </a:lnTo>
                  <a:lnTo>
                    <a:pt x="1711296" y="47295"/>
                  </a:lnTo>
                  <a:lnTo>
                    <a:pt x="1742684" y="48162"/>
                  </a:lnTo>
                  <a:lnTo>
                    <a:pt x="1773187" y="49005"/>
                  </a:lnTo>
                  <a:lnTo>
                    <a:pt x="1802854" y="49825"/>
                  </a:lnTo>
                  <a:lnTo>
                    <a:pt x="1831730" y="50623"/>
                  </a:lnTo>
                  <a:lnTo>
                    <a:pt x="1859856" y="51401"/>
                  </a:lnTo>
                  <a:lnTo>
                    <a:pt x="1887270" y="52158"/>
                  </a:lnTo>
                  <a:lnTo>
                    <a:pt x="1914007" y="52897"/>
                  </a:lnTo>
                  <a:lnTo>
                    <a:pt x="1940100" y="53618"/>
                  </a:lnTo>
                  <a:lnTo>
                    <a:pt x="1965578" y="54323"/>
                  </a:lnTo>
                  <a:lnTo>
                    <a:pt x="1990471" y="55011"/>
                  </a:lnTo>
                  <a:lnTo>
                    <a:pt x="2014805" y="55683"/>
                  </a:lnTo>
                  <a:lnTo>
                    <a:pt x="2038603" y="56341"/>
                  </a:lnTo>
                  <a:lnTo>
                    <a:pt x="2061890" y="56984"/>
                  </a:lnTo>
                  <a:lnTo>
                    <a:pt x="2084686" y="57614"/>
                  </a:lnTo>
                  <a:lnTo>
                    <a:pt x="2107013" y="58231"/>
                  </a:lnTo>
                  <a:lnTo>
                    <a:pt x="2128888" y="58836"/>
                  </a:lnTo>
                  <a:lnTo>
                    <a:pt x="2150330" y="59429"/>
                  </a:lnTo>
                  <a:lnTo>
                    <a:pt x="2171356" y="60010"/>
                  </a:lnTo>
                  <a:lnTo>
                    <a:pt x="2191981" y="60580"/>
                  </a:lnTo>
                  <a:lnTo>
                    <a:pt x="2212221" y="61139"/>
                  </a:lnTo>
                  <a:lnTo>
                    <a:pt x="2232089" y="61688"/>
                  </a:lnTo>
                  <a:lnTo>
                    <a:pt x="2251599" y="62227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415883" y="3688297"/>
              <a:ext cx="2251599" cy="59364"/>
            </a:xfrm>
            <a:custGeom>
              <a:avLst/>
              <a:pathLst>
                <a:path w="2251599" h="59364">
                  <a:moveTo>
                    <a:pt x="0" y="59364"/>
                  </a:moveTo>
                  <a:lnTo>
                    <a:pt x="144586" y="55552"/>
                  </a:lnTo>
                  <a:lnTo>
                    <a:pt x="272120" y="52189"/>
                  </a:lnTo>
                  <a:lnTo>
                    <a:pt x="386204" y="49182"/>
                  </a:lnTo>
                  <a:lnTo>
                    <a:pt x="489405" y="46461"/>
                  </a:lnTo>
                  <a:lnTo>
                    <a:pt x="583620" y="43977"/>
                  </a:lnTo>
                  <a:lnTo>
                    <a:pt x="670289" y="41691"/>
                  </a:lnTo>
                  <a:lnTo>
                    <a:pt x="750533" y="39576"/>
                  </a:lnTo>
                  <a:lnTo>
                    <a:pt x="825238" y="37606"/>
                  </a:lnTo>
                  <a:lnTo>
                    <a:pt x="895119" y="35764"/>
                  </a:lnTo>
                  <a:lnTo>
                    <a:pt x="960763" y="34033"/>
                  </a:lnTo>
                  <a:lnTo>
                    <a:pt x="1022654" y="32401"/>
                  </a:lnTo>
                  <a:lnTo>
                    <a:pt x="1081197" y="30858"/>
                  </a:lnTo>
                  <a:lnTo>
                    <a:pt x="1136737" y="29393"/>
                  </a:lnTo>
                  <a:lnTo>
                    <a:pt x="1189567" y="28000"/>
                  </a:lnTo>
                  <a:lnTo>
                    <a:pt x="1239938" y="26672"/>
                  </a:lnTo>
                  <a:lnTo>
                    <a:pt x="1288070" y="25403"/>
                  </a:lnTo>
                  <a:lnTo>
                    <a:pt x="1334153" y="24188"/>
                  </a:lnTo>
                  <a:lnTo>
                    <a:pt x="1378355" y="23023"/>
                  </a:lnTo>
                  <a:lnTo>
                    <a:pt x="1420823" y="21903"/>
                  </a:lnTo>
                  <a:lnTo>
                    <a:pt x="1461687" y="20826"/>
                  </a:lnTo>
                  <a:lnTo>
                    <a:pt x="1501066" y="19788"/>
                  </a:lnTo>
                  <a:lnTo>
                    <a:pt x="1539063" y="18786"/>
                  </a:lnTo>
                  <a:lnTo>
                    <a:pt x="1575771" y="17818"/>
                  </a:lnTo>
                  <a:lnTo>
                    <a:pt x="1611275" y="16882"/>
                  </a:lnTo>
                  <a:lnTo>
                    <a:pt x="1645653" y="15976"/>
                  </a:lnTo>
                  <a:lnTo>
                    <a:pt x="1678972" y="15097"/>
                  </a:lnTo>
                  <a:lnTo>
                    <a:pt x="1711296" y="14245"/>
                  </a:lnTo>
                  <a:lnTo>
                    <a:pt x="1742684" y="13417"/>
                  </a:lnTo>
                  <a:lnTo>
                    <a:pt x="1773187" y="12613"/>
                  </a:lnTo>
                  <a:lnTo>
                    <a:pt x="1802854" y="11831"/>
                  </a:lnTo>
                  <a:lnTo>
                    <a:pt x="1831730" y="11070"/>
                  </a:lnTo>
                  <a:lnTo>
                    <a:pt x="1859856" y="10328"/>
                  </a:lnTo>
                  <a:lnTo>
                    <a:pt x="1887270" y="9605"/>
                  </a:lnTo>
                  <a:lnTo>
                    <a:pt x="1914007" y="8900"/>
                  </a:lnTo>
                  <a:lnTo>
                    <a:pt x="1940100" y="8212"/>
                  </a:lnTo>
                  <a:lnTo>
                    <a:pt x="1965578" y="7541"/>
                  </a:lnTo>
                  <a:lnTo>
                    <a:pt x="1990471" y="6884"/>
                  </a:lnTo>
                  <a:lnTo>
                    <a:pt x="2014805" y="6243"/>
                  </a:lnTo>
                  <a:lnTo>
                    <a:pt x="2038603" y="5615"/>
                  </a:lnTo>
                  <a:lnTo>
                    <a:pt x="2061890" y="5001"/>
                  </a:lnTo>
                  <a:lnTo>
                    <a:pt x="2084686" y="4400"/>
                  </a:lnTo>
                  <a:lnTo>
                    <a:pt x="2107013" y="3812"/>
                  </a:lnTo>
                  <a:lnTo>
                    <a:pt x="2128888" y="3235"/>
                  </a:lnTo>
                  <a:lnTo>
                    <a:pt x="2150330" y="2670"/>
                  </a:lnTo>
                  <a:lnTo>
                    <a:pt x="2171356" y="2115"/>
                  </a:lnTo>
                  <a:lnTo>
                    <a:pt x="2191981" y="1571"/>
                  </a:lnTo>
                  <a:lnTo>
                    <a:pt x="2212221" y="1038"/>
                  </a:lnTo>
                  <a:lnTo>
                    <a:pt x="2232089" y="514"/>
                  </a:lnTo>
                  <a:lnTo>
                    <a:pt x="22515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1" name="rc390"/>
            <p:cNvSpPr/>
            <p:nvPr/>
          </p:nvSpPr>
          <p:spPr>
            <a:xfrm>
              <a:off x="4262365" y="2951788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262365" y="2951788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233897" y="399849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233897" y="37743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4233897" y="35502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233897" y="33260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233897" y="310191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4262365" y="4158463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4415883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5166416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5916949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1"/>
            <p:cNvSpPr/>
            <p:nvPr/>
          </p:nvSpPr>
          <p:spPr>
            <a:xfrm>
              <a:off x="6667482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tx402"/>
            <p:cNvSpPr/>
            <p:nvPr/>
          </p:nvSpPr>
          <p:spPr>
            <a:xfrm>
              <a:off x="4262365" y="2775248"/>
              <a:ext cx="8892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4" name="rc403"/>
            <p:cNvSpPr/>
            <p:nvPr/>
          </p:nvSpPr>
          <p:spPr>
            <a:xfrm>
              <a:off x="1404926" y="4616522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493941" y="536956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523662" y="525585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586633" y="532486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533950" y="548258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513275" y="562382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594138" y="534475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519844" y="54566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561309" y="54880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531620" y="557556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560120" y="530880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307542" y="54694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263016" y="483503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242516" y="496530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251237" y="51752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300865" y="529195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341998" y="574027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236406" y="550448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247442" y="51344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286298" y="471575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266741" y="46432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77945" y="53654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80253" y="51169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255588" y="494182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248143" y="505956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37972" y="550195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236370" y="545019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332392" y="498080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260188" y="502477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990042" y="553605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032493" y="52735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982892" y="53737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019461" y="559855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041499" y="525024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035232" y="550013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030388" y="476881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012792" y="54365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008377" y="516228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043128" y="49942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052017" y="469287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992125" y="48883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088108" y="54568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990522" y="510114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072840" y="522259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990044" y="50611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007799" y="543092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990848" y="509815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984934" y="539921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088793" y="536175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835686" y="541239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769650" y="536576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829110" y="552516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734443" y="514065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820904" y="519462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777890" y="472091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744344" y="517492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739097" y="536221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780690" y="518585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757355" y="508342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737878" y="503290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768120" y="490761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778778" y="53221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750726" y="48190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739247" y="558368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786795" y="545702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735932" y="530172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829835" y="538183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822737" y="526395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758444" y="542388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830499" y="523778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14017" y="516868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756476" y="51783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814549" y="523658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570325" y="5293194"/>
              <a:ext cx="2241291" cy="50491"/>
            </a:xfrm>
            <a:custGeom>
              <a:avLst/>
              <a:pathLst>
                <a:path w="2241291" h="50491">
                  <a:moveTo>
                    <a:pt x="0" y="50491"/>
                  </a:moveTo>
                  <a:lnTo>
                    <a:pt x="143924" y="47248"/>
                  </a:lnTo>
                  <a:lnTo>
                    <a:pt x="270875" y="44388"/>
                  </a:lnTo>
                  <a:lnTo>
                    <a:pt x="384436" y="41830"/>
                  </a:lnTo>
                  <a:lnTo>
                    <a:pt x="487164" y="39516"/>
                  </a:lnTo>
                  <a:lnTo>
                    <a:pt x="580948" y="37403"/>
                  </a:lnTo>
                  <a:lnTo>
                    <a:pt x="667221" y="35460"/>
                  </a:lnTo>
                  <a:lnTo>
                    <a:pt x="747097" y="33660"/>
                  </a:lnTo>
                  <a:lnTo>
                    <a:pt x="821459" y="31985"/>
                  </a:lnTo>
                  <a:lnTo>
                    <a:pt x="891021" y="30418"/>
                  </a:lnTo>
                  <a:lnTo>
                    <a:pt x="956364" y="28946"/>
                  </a:lnTo>
                  <a:lnTo>
                    <a:pt x="1017972" y="27558"/>
                  </a:lnTo>
                  <a:lnTo>
                    <a:pt x="1076247" y="26245"/>
                  </a:lnTo>
                  <a:lnTo>
                    <a:pt x="1131533" y="25000"/>
                  </a:lnTo>
                  <a:lnTo>
                    <a:pt x="1184120" y="23815"/>
                  </a:lnTo>
                  <a:lnTo>
                    <a:pt x="1234261" y="22686"/>
                  </a:lnTo>
                  <a:lnTo>
                    <a:pt x="1282173" y="21606"/>
                  </a:lnTo>
                  <a:lnTo>
                    <a:pt x="1328045" y="20573"/>
                  </a:lnTo>
                  <a:lnTo>
                    <a:pt x="1372044" y="19582"/>
                  </a:lnTo>
                  <a:lnTo>
                    <a:pt x="1414318" y="18629"/>
                  </a:lnTo>
                  <a:lnTo>
                    <a:pt x="1454996" y="17713"/>
                  </a:lnTo>
                  <a:lnTo>
                    <a:pt x="1494194" y="16830"/>
                  </a:lnTo>
                  <a:lnTo>
                    <a:pt x="1532016" y="15978"/>
                  </a:lnTo>
                  <a:lnTo>
                    <a:pt x="1568557" y="15155"/>
                  </a:lnTo>
                  <a:lnTo>
                    <a:pt x="1603899" y="14358"/>
                  </a:lnTo>
                  <a:lnTo>
                    <a:pt x="1638118" y="13588"/>
                  </a:lnTo>
                  <a:lnTo>
                    <a:pt x="1671285" y="12840"/>
                  </a:lnTo>
                  <a:lnTo>
                    <a:pt x="1703462" y="12116"/>
                  </a:lnTo>
                  <a:lnTo>
                    <a:pt x="1734705" y="11412"/>
                  </a:lnTo>
                  <a:lnTo>
                    <a:pt x="1765069" y="10728"/>
                  </a:lnTo>
                  <a:lnTo>
                    <a:pt x="1794600" y="10062"/>
                  </a:lnTo>
                  <a:lnTo>
                    <a:pt x="1823344" y="9415"/>
                  </a:lnTo>
                  <a:lnTo>
                    <a:pt x="1851342" y="8784"/>
                  </a:lnTo>
                  <a:lnTo>
                    <a:pt x="1878630" y="8169"/>
                  </a:lnTo>
                  <a:lnTo>
                    <a:pt x="1905244" y="7570"/>
                  </a:lnTo>
                  <a:lnTo>
                    <a:pt x="1931218" y="6985"/>
                  </a:lnTo>
                  <a:lnTo>
                    <a:pt x="1956580" y="6413"/>
                  </a:lnTo>
                  <a:lnTo>
                    <a:pt x="1981358" y="5855"/>
                  </a:lnTo>
                  <a:lnTo>
                    <a:pt x="2005580" y="5310"/>
                  </a:lnTo>
                  <a:lnTo>
                    <a:pt x="2029270" y="4776"/>
                  </a:lnTo>
                  <a:lnTo>
                    <a:pt x="2052450" y="4254"/>
                  </a:lnTo>
                  <a:lnTo>
                    <a:pt x="2075142" y="3742"/>
                  </a:lnTo>
                  <a:lnTo>
                    <a:pt x="2097366" y="3242"/>
                  </a:lnTo>
                  <a:lnTo>
                    <a:pt x="2119142" y="2751"/>
                  </a:lnTo>
                  <a:lnTo>
                    <a:pt x="2140485" y="2270"/>
                  </a:lnTo>
                  <a:lnTo>
                    <a:pt x="2161415" y="1799"/>
                  </a:lnTo>
                  <a:lnTo>
                    <a:pt x="2181946" y="1336"/>
                  </a:lnTo>
                  <a:lnTo>
                    <a:pt x="2202093" y="883"/>
                  </a:lnTo>
                  <a:lnTo>
                    <a:pt x="2221870" y="437"/>
                  </a:lnTo>
                  <a:lnTo>
                    <a:pt x="2241291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570325" y="5309310"/>
              <a:ext cx="2241291" cy="193085"/>
            </a:xfrm>
            <a:custGeom>
              <a:avLst/>
              <a:pathLst>
                <a:path w="2241291" h="193085">
                  <a:moveTo>
                    <a:pt x="0" y="193085"/>
                  </a:moveTo>
                  <a:lnTo>
                    <a:pt x="143924" y="180686"/>
                  </a:lnTo>
                  <a:lnTo>
                    <a:pt x="270875" y="169749"/>
                  </a:lnTo>
                  <a:lnTo>
                    <a:pt x="384436" y="159966"/>
                  </a:lnTo>
                  <a:lnTo>
                    <a:pt x="487164" y="151116"/>
                  </a:lnTo>
                  <a:lnTo>
                    <a:pt x="580948" y="143037"/>
                  </a:lnTo>
                  <a:lnTo>
                    <a:pt x="667221" y="135605"/>
                  </a:lnTo>
                  <a:lnTo>
                    <a:pt x="747097" y="128723"/>
                  </a:lnTo>
                  <a:lnTo>
                    <a:pt x="821459" y="122317"/>
                  </a:lnTo>
                  <a:lnTo>
                    <a:pt x="891021" y="116324"/>
                  </a:lnTo>
                  <a:lnTo>
                    <a:pt x="956364" y="110695"/>
                  </a:lnTo>
                  <a:lnTo>
                    <a:pt x="1017972" y="105388"/>
                  </a:lnTo>
                  <a:lnTo>
                    <a:pt x="1076247" y="100367"/>
                  </a:lnTo>
                  <a:lnTo>
                    <a:pt x="1131533" y="95604"/>
                  </a:lnTo>
                  <a:lnTo>
                    <a:pt x="1184120" y="91074"/>
                  </a:lnTo>
                  <a:lnTo>
                    <a:pt x="1234261" y="86754"/>
                  </a:lnTo>
                  <a:lnTo>
                    <a:pt x="1282173" y="82627"/>
                  </a:lnTo>
                  <a:lnTo>
                    <a:pt x="1328045" y="78675"/>
                  </a:lnTo>
                  <a:lnTo>
                    <a:pt x="1372044" y="74884"/>
                  </a:lnTo>
                  <a:lnTo>
                    <a:pt x="1414318" y="71243"/>
                  </a:lnTo>
                  <a:lnTo>
                    <a:pt x="1454996" y="67738"/>
                  </a:lnTo>
                  <a:lnTo>
                    <a:pt x="1494194" y="64361"/>
                  </a:lnTo>
                  <a:lnTo>
                    <a:pt x="1532016" y="61103"/>
                  </a:lnTo>
                  <a:lnTo>
                    <a:pt x="1568557" y="57955"/>
                  </a:lnTo>
                  <a:lnTo>
                    <a:pt x="1603899" y="54910"/>
                  </a:lnTo>
                  <a:lnTo>
                    <a:pt x="1638118" y="51962"/>
                  </a:lnTo>
                  <a:lnTo>
                    <a:pt x="1671285" y="49105"/>
                  </a:lnTo>
                  <a:lnTo>
                    <a:pt x="1703462" y="46333"/>
                  </a:lnTo>
                  <a:lnTo>
                    <a:pt x="1734705" y="43641"/>
                  </a:lnTo>
                  <a:lnTo>
                    <a:pt x="1765069" y="41026"/>
                  </a:lnTo>
                  <a:lnTo>
                    <a:pt x="1794600" y="38482"/>
                  </a:lnTo>
                  <a:lnTo>
                    <a:pt x="1823344" y="36005"/>
                  </a:lnTo>
                  <a:lnTo>
                    <a:pt x="1851342" y="33593"/>
                  </a:lnTo>
                  <a:lnTo>
                    <a:pt x="1878630" y="31242"/>
                  </a:lnTo>
                  <a:lnTo>
                    <a:pt x="1905244" y="28950"/>
                  </a:lnTo>
                  <a:lnTo>
                    <a:pt x="1931218" y="26712"/>
                  </a:lnTo>
                  <a:lnTo>
                    <a:pt x="1956580" y="24527"/>
                  </a:lnTo>
                  <a:lnTo>
                    <a:pt x="1981358" y="22393"/>
                  </a:lnTo>
                  <a:lnTo>
                    <a:pt x="2005580" y="20306"/>
                  </a:lnTo>
                  <a:lnTo>
                    <a:pt x="2029270" y="18265"/>
                  </a:lnTo>
                  <a:lnTo>
                    <a:pt x="2052450" y="16268"/>
                  </a:lnTo>
                  <a:lnTo>
                    <a:pt x="2075142" y="14313"/>
                  </a:lnTo>
                  <a:lnTo>
                    <a:pt x="2097366" y="12399"/>
                  </a:lnTo>
                  <a:lnTo>
                    <a:pt x="2119142" y="10523"/>
                  </a:lnTo>
                  <a:lnTo>
                    <a:pt x="2140485" y="8684"/>
                  </a:lnTo>
                  <a:lnTo>
                    <a:pt x="2161415" y="6881"/>
                  </a:lnTo>
                  <a:lnTo>
                    <a:pt x="2181946" y="5112"/>
                  </a:lnTo>
                  <a:lnTo>
                    <a:pt x="2202093" y="3376"/>
                  </a:lnTo>
                  <a:lnTo>
                    <a:pt x="2221870" y="1673"/>
                  </a:lnTo>
                  <a:lnTo>
                    <a:pt x="2241291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570325" y="5370060"/>
              <a:ext cx="2241291" cy="216827"/>
            </a:xfrm>
            <a:custGeom>
              <a:avLst/>
              <a:pathLst>
                <a:path w="2241291" h="216827">
                  <a:moveTo>
                    <a:pt x="0" y="0"/>
                  </a:moveTo>
                  <a:lnTo>
                    <a:pt x="143924" y="13923"/>
                  </a:lnTo>
                  <a:lnTo>
                    <a:pt x="270875" y="26205"/>
                  </a:lnTo>
                  <a:lnTo>
                    <a:pt x="384436" y="37191"/>
                  </a:lnTo>
                  <a:lnTo>
                    <a:pt x="487164" y="47129"/>
                  </a:lnTo>
                  <a:lnTo>
                    <a:pt x="580948" y="56202"/>
                  </a:lnTo>
                  <a:lnTo>
                    <a:pt x="667221" y="64548"/>
                  </a:lnTo>
                  <a:lnTo>
                    <a:pt x="747097" y="72275"/>
                  </a:lnTo>
                  <a:lnTo>
                    <a:pt x="821459" y="79469"/>
                  </a:lnTo>
                  <a:lnTo>
                    <a:pt x="891021" y="86199"/>
                  </a:lnTo>
                  <a:lnTo>
                    <a:pt x="956364" y="92520"/>
                  </a:lnTo>
                  <a:lnTo>
                    <a:pt x="1017972" y="98480"/>
                  </a:lnTo>
                  <a:lnTo>
                    <a:pt x="1076247" y="104118"/>
                  </a:lnTo>
                  <a:lnTo>
                    <a:pt x="1131533" y="109466"/>
                  </a:lnTo>
                  <a:lnTo>
                    <a:pt x="1184120" y="114554"/>
                  </a:lnTo>
                  <a:lnTo>
                    <a:pt x="1234261" y="119405"/>
                  </a:lnTo>
                  <a:lnTo>
                    <a:pt x="1282173" y="124040"/>
                  </a:lnTo>
                  <a:lnTo>
                    <a:pt x="1328045" y="128477"/>
                  </a:lnTo>
                  <a:lnTo>
                    <a:pt x="1372044" y="132734"/>
                  </a:lnTo>
                  <a:lnTo>
                    <a:pt x="1414318" y="136824"/>
                  </a:lnTo>
                  <a:lnTo>
                    <a:pt x="1454996" y="140759"/>
                  </a:lnTo>
                  <a:lnTo>
                    <a:pt x="1494194" y="144551"/>
                  </a:lnTo>
                  <a:lnTo>
                    <a:pt x="1532016" y="148210"/>
                  </a:lnTo>
                  <a:lnTo>
                    <a:pt x="1568557" y="151745"/>
                  </a:lnTo>
                  <a:lnTo>
                    <a:pt x="1603899" y="155164"/>
                  </a:lnTo>
                  <a:lnTo>
                    <a:pt x="1638118" y="158475"/>
                  </a:lnTo>
                  <a:lnTo>
                    <a:pt x="1671285" y="161683"/>
                  </a:lnTo>
                  <a:lnTo>
                    <a:pt x="1703462" y="164796"/>
                  </a:lnTo>
                  <a:lnTo>
                    <a:pt x="1734705" y="167819"/>
                  </a:lnTo>
                  <a:lnTo>
                    <a:pt x="1765069" y="170756"/>
                  </a:lnTo>
                  <a:lnTo>
                    <a:pt x="1794600" y="173613"/>
                  </a:lnTo>
                  <a:lnTo>
                    <a:pt x="1823344" y="176394"/>
                  </a:lnTo>
                  <a:lnTo>
                    <a:pt x="1851342" y="179102"/>
                  </a:lnTo>
                  <a:lnTo>
                    <a:pt x="1878630" y="181742"/>
                  </a:lnTo>
                  <a:lnTo>
                    <a:pt x="1905244" y="184317"/>
                  </a:lnTo>
                  <a:lnTo>
                    <a:pt x="1931218" y="186830"/>
                  </a:lnTo>
                  <a:lnTo>
                    <a:pt x="1956580" y="189283"/>
                  </a:lnTo>
                  <a:lnTo>
                    <a:pt x="1981358" y="191680"/>
                  </a:lnTo>
                  <a:lnTo>
                    <a:pt x="2005580" y="194024"/>
                  </a:lnTo>
                  <a:lnTo>
                    <a:pt x="2029270" y="196315"/>
                  </a:lnTo>
                  <a:lnTo>
                    <a:pt x="2052450" y="198558"/>
                  </a:lnTo>
                  <a:lnTo>
                    <a:pt x="2075142" y="200753"/>
                  </a:lnTo>
                  <a:lnTo>
                    <a:pt x="2097366" y="202903"/>
                  </a:lnTo>
                  <a:lnTo>
                    <a:pt x="2119142" y="205010"/>
                  </a:lnTo>
                  <a:lnTo>
                    <a:pt x="2140485" y="207075"/>
                  </a:lnTo>
                  <a:lnTo>
                    <a:pt x="2161415" y="209099"/>
                  </a:lnTo>
                  <a:lnTo>
                    <a:pt x="2181946" y="211086"/>
                  </a:lnTo>
                  <a:lnTo>
                    <a:pt x="2202093" y="213035"/>
                  </a:lnTo>
                  <a:lnTo>
                    <a:pt x="2221870" y="214948"/>
                  </a:lnTo>
                  <a:lnTo>
                    <a:pt x="2241291" y="216827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570325" y="5286651"/>
              <a:ext cx="2241291" cy="63649"/>
            </a:xfrm>
            <a:custGeom>
              <a:avLst/>
              <a:pathLst>
                <a:path w="2241291" h="63649">
                  <a:moveTo>
                    <a:pt x="0" y="63649"/>
                  </a:moveTo>
                  <a:lnTo>
                    <a:pt x="143924" y="59562"/>
                  </a:lnTo>
                  <a:lnTo>
                    <a:pt x="270875" y="55956"/>
                  </a:lnTo>
                  <a:lnTo>
                    <a:pt x="384436" y="52731"/>
                  </a:lnTo>
                  <a:lnTo>
                    <a:pt x="487164" y="49814"/>
                  </a:lnTo>
                  <a:lnTo>
                    <a:pt x="580948" y="47151"/>
                  </a:lnTo>
                  <a:lnTo>
                    <a:pt x="667221" y="44701"/>
                  </a:lnTo>
                  <a:lnTo>
                    <a:pt x="747097" y="42432"/>
                  </a:lnTo>
                  <a:lnTo>
                    <a:pt x="821459" y="40321"/>
                  </a:lnTo>
                  <a:lnTo>
                    <a:pt x="891021" y="38345"/>
                  </a:lnTo>
                  <a:lnTo>
                    <a:pt x="956364" y="36489"/>
                  </a:lnTo>
                  <a:lnTo>
                    <a:pt x="1017972" y="34740"/>
                  </a:lnTo>
                  <a:lnTo>
                    <a:pt x="1076247" y="33085"/>
                  </a:lnTo>
                  <a:lnTo>
                    <a:pt x="1131533" y="31515"/>
                  </a:lnTo>
                  <a:lnTo>
                    <a:pt x="1184120" y="30022"/>
                  </a:lnTo>
                  <a:lnTo>
                    <a:pt x="1234261" y="28598"/>
                  </a:lnTo>
                  <a:lnTo>
                    <a:pt x="1282173" y="27237"/>
                  </a:lnTo>
                  <a:lnTo>
                    <a:pt x="1328045" y="25934"/>
                  </a:lnTo>
                  <a:lnTo>
                    <a:pt x="1372044" y="24685"/>
                  </a:lnTo>
                  <a:lnTo>
                    <a:pt x="1414318" y="23484"/>
                  </a:lnTo>
                  <a:lnTo>
                    <a:pt x="1454996" y="22329"/>
                  </a:lnTo>
                  <a:lnTo>
                    <a:pt x="1494194" y="21216"/>
                  </a:lnTo>
                  <a:lnTo>
                    <a:pt x="1532016" y="20142"/>
                  </a:lnTo>
                  <a:lnTo>
                    <a:pt x="1568557" y="19104"/>
                  </a:lnTo>
                  <a:lnTo>
                    <a:pt x="1603899" y="18100"/>
                  </a:lnTo>
                  <a:lnTo>
                    <a:pt x="1638118" y="17129"/>
                  </a:lnTo>
                  <a:lnTo>
                    <a:pt x="1671285" y="16187"/>
                  </a:lnTo>
                  <a:lnTo>
                    <a:pt x="1703462" y="15273"/>
                  </a:lnTo>
                  <a:lnTo>
                    <a:pt x="1734705" y="14386"/>
                  </a:lnTo>
                  <a:lnTo>
                    <a:pt x="1765069" y="13523"/>
                  </a:lnTo>
                  <a:lnTo>
                    <a:pt x="1794600" y="12685"/>
                  </a:lnTo>
                  <a:lnTo>
                    <a:pt x="1823344" y="11869"/>
                  </a:lnTo>
                  <a:lnTo>
                    <a:pt x="1851342" y="11073"/>
                  </a:lnTo>
                  <a:lnTo>
                    <a:pt x="1878630" y="10299"/>
                  </a:lnTo>
                  <a:lnTo>
                    <a:pt x="1905244" y="9543"/>
                  </a:lnTo>
                  <a:lnTo>
                    <a:pt x="1931218" y="8805"/>
                  </a:lnTo>
                  <a:lnTo>
                    <a:pt x="1956580" y="8085"/>
                  </a:lnTo>
                  <a:lnTo>
                    <a:pt x="1981358" y="7381"/>
                  </a:lnTo>
                  <a:lnTo>
                    <a:pt x="2005580" y="6693"/>
                  </a:lnTo>
                  <a:lnTo>
                    <a:pt x="2029270" y="6021"/>
                  </a:lnTo>
                  <a:lnTo>
                    <a:pt x="2052450" y="5362"/>
                  </a:lnTo>
                  <a:lnTo>
                    <a:pt x="2075142" y="4718"/>
                  </a:lnTo>
                  <a:lnTo>
                    <a:pt x="2097366" y="4087"/>
                  </a:lnTo>
                  <a:lnTo>
                    <a:pt x="2119142" y="3468"/>
                  </a:lnTo>
                  <a:lnTo>
                    <a:pt x="2140485" y="2862"/>
                  </a:lnTo>
                  <a:lnTo>
                    <a:pt x="2161415" y="2268"/>
                  </a:lnTo>
                  <a:lnTo>
                    <a:pt x="2181946" y="1685"/>
                  </a:lnTo>
                  <a:lnTo>
                    <a:pt x="2202093" y="1113"/>
                  </a:lnTo>
                  <a:lnTo>
                    <a:pt x="2221870" y="551"/>
                  </a:lnTo>
                  <a:lnTo>
                    <a:pt x="2241291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570325" y="5201434"/>
              <a:ext cx="2241291" cy="277825"/>
            </a:xfrm>
            <a:custGeom>
              <a:avLst/>
              <a:pathLst>
                <a:path w="2241291" h="277825">
                  <a:moveTo>
                    <a:pt x="0" y="277825"/>
                  </a:moveTo>
                  <a:lnTo>
                    <a:pt x="143924" y="259984"/>
                  </a:lnTo>
                  <a:lnTo>
                    <a:pt x="270875" y="244248"/>
                  </a:lnTo>
                  <a:lnTo>
                    <a:pt x="384436" y="230171"/>
                  </a:lnTo>
                  <a:lnTo>
                    <a:pt x="487164" y="217437"/>
                  </a:lnTo>
                  <a:lnTo>
                    <a:pt x="580948" y="205812"/>
                  </a:lnTo>
                  <a:lnTo>
                    <a:pt x="667221" y="195118"/>
                  </a:lnTo>
                  <a:lnTo>
                    <a:pt x="747097" y="185216"/>
                  </a:lnTo>
                  <a:lnTo>
                    <a:pt x="821459" y="175998"/>
                  </a:lnTo>
                  <a:lnTo>
                    <a:pt x="891021" y="167376"/>
                  </a:lnTo>
                  <a:lnTo>
                    <a:pt x="956364" y="159276"/>
                  </a:lnTo>
                  <a:lnTo>
                    <a:pt x="1017972" y="151639"/>
                  </a:lnTo>
                  <a:lnTo>
                    <a:pt x="1076247" y="144416"/>
                  </a:lnTo>
                  <a:lnTo>
                    <a:pt x="1131533" y="137563"/>
                  </a:lnTo>
                  <a:lnTo>
                    <a:pt x="1184120" y="131044"/>
                  </a:lnTo>
                  <a:lnTo>
                    <a:pt x="1234261" y="124829"/>
                  </a:lnTo>
                  <a:lnTo>
                    <a:pt x="1282173" y="118890"/>
                  </a:lnTo>
                  <a:lnTo>
                    <a:pt x="1328045" y="113203"/>
                  </a:lnTo>
                  <a:lnTo>
                    <a:pt x="1372044" y="107749"/>
                  </a:lnTo>
                  <a:lnTo>
                    <a:pt x="1414318" y="102509"/>
                  </a:lnTo>
                  <a:lnTo>
                    <a:pt x="1454996" y="97467"/>
                  </a:lnTo>
                  <a:lnTo>
                    <a:pt x="1494194" y="92608"/>
                  </a:lnTo>
                  <a:lnTo>
                    <a:pt x="1532016" y="87920"/>
                  </a:lnTo>
                  <a:lnTo>
                    <a:pt x="1568557" y="83390"/>
                  </a:lnTo>
                  <a:lnTo>
                    <a:pt x="1603899" y="79009"/>
                  </a:lnTo>
                  <a:lnTo>
                    <a:pt x="1638118" y="74767"/>
                  </a:lnTo>
                  <a:lnTo>
                    <a:pt x="1671285" y="70656"/>
                  </a:lnTo>
                  <a:lnTo>
                    <a:pt x="1703462" y="66668"/>
                  </a:lnTo>
                  <a:lnTo>
                    <a:pt x="1734705" y="62795"/>
                  </a:lnTo>
                  <a:lnTo>
                    <a:pt x="1765069" y="59031"/>
                  </a:lnTo>
                  <a:lnTo>
                    <a:pt x="1794600" y="55370"/>
                  </a:lnTo>
                  <a:lnTo>
                    <a:pt x="1823344" y="51807"/>
                  </a:lnTo>
                  <a:lnTo>
                    <a:pt x="1851342" y="48337"/>
                  </a:lnTo>
                  <a:lnTo>
                    <a:pt x="1878630" y="44954"/>
                  </a:lnTo>
                  <a:lnTo>
                    <a:pt x="1905244" y="41655"/>
                  </a:lnTo>
                  <a:lnTo>
                    <a:pt x="1931218" y="38435"/>
                  </a:lnTo>
                  <a:lnTo>
                    <a:pt x="1956580" y="35292"/>
                  </a:lnTo>
                  <a:lnTo>
                    <a:pt x="1981358" y="32220"/>
                  </a:lnTo>
                  <a:lnTo>
                    <a:pt x="2005580" y="29218"/>
                  </a:lnTo>
                  <a:lnTo>
                    <a:pt x="2029270" y="26281"/>
                  </a:lnTo>
                  <a:lnTo>
                    <a:pt x="2052450" y="23408"/>
                  </a:lnTo>
                  <a:lnTo>
                    <a:pt x="2075142" y="20595"/>
                  </a:lnTo>
                  <a:lnTo>
                    <a:pt x="2097366" y="17840"/>
                  </a:lnTo>
                  <a:lnTo>
                    <a:pt x="2119142" y="15141"/>
                  </a:lnTo>
                  <a:lnTo>
                    <a:pt x="2140485" y="12495"/>
                  </a:lnTo>
                  <a:lnTo>
                    <a:pt x="2161415" y="9901"/>
                  </a:lnTo>
                  <a:lnTo>
                    <a:pt x="2181946" y="7356"/>
                  </a:lnTo>
                  <a:lnTo>
                    <a:pt x="2202093" y="4858"/>
                  </a:lnTo>
                  <a:lnTo>
                    <a:pt x="2221870" y="2407"/>
                  </a:lnTo>
                  <a:lnTo>
                    <a:pt x="2241291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570325" y="5094581"/>
              <a:ext cx="2241291" cy="24480"/>
            </a:xfrm>
            <a:custGeom>
              <a:avLst/>
              <a:pathLst>
                <a:path w="2241291" h="24480">
                  <a:moveTo>
                    <a:pt x="0" y="24480"/>
                  </a:moveTo>
                  <a:lnTo>
                    <a:pt x="143924" y="22908"/>
                  </a:lnTo>
                  <a:lnTo>
                    <a:pt x="270875" y="21521"/>
                  </a:lnTo>
                  <a:lnTo>
                    <a:pt x="384436" y="20281"/>
                  </a:lnTo>
                  <a:lnTo>
                    <a:pt x="487164" y="19159"/>
                  </a:lnTo>
                  <a:lnTo>
                    <a:pt x="580948" y="18135"/>
                  </a:lnTo>
                  <a:lnTo>
                    <a:pt x="667221" y="17192"/>
                  </a:lnTo>
                  <a:lnTo>
                    <a:pt x="747097" y="16320"/>
                  </a:lnTo>
                  <a:lnTo>
                    <a:pt x="821459" y="15508"/>
                  </a:lnTo>
                  <a:lnTo>
                    <a:pt x="891021" y="14748"/>
                  </a:lnTo>
                  <a:lnTo>
                    <a:pt x="956364" y="14034"/>
                  </a:lnTo>
                  <a:lnTo>
                    <a:pt x="1017972" y="13361"/>
                  </a:lnTo>
                  <a:lnTo>
                    <a:pt x="1076247" y="12725"/>
                  </a:lnTo>
                  <a:lnTo>
                    <a:pt x="1131533" y="12121"/>
                  </a:lnTo>
                  <a:lnTo>
                    <a:pt x="1184120" y="11546"/>
                  </a:lnTo>
                  <a:lnTo>
                    <a:pt x="1234261" y="10999"/>
                  </a:lnTo>
                  <a:lnTo>
                    <a:pt x="1282173" y="10475"/>
                  </a:lnTo>
                  <a:lnTo>
                    <a:pt x="1328045" y="9974"/>
                  </a:lnTo>
                  <a:lnTo>
                    <a:pt x="1372044" y="9494"/>
                  </a:lnTo>
                  <a:lnTo>
                    <a:pt x="1414318" y="9032"/>
                  </a:lnTo>
                  <a:lnTo>
                    <a:pt x="1454996" y="8588"/>
                  </a:lnTo>
                  <a:lnTo>
                    <a:pt x="1494194" y="8160"/>
                  </a:lnTo>
                  <a:lnTo>
                    <a:pt x="1532016" y="7747"/>
                  </a:lnTo>
                  <a:lnTo>
                    <a:pt x="1568557" y="7347"/>
                  </a:lnTo>
                  <a:lnTo>
                    <a:pt x="1603899" y="6961"/>
                  </a:lnTo>
                  <a:lnTo>
                    <a:pt x="1638118" y="6588"/>
                  </a:lnTo>
                  <a:lnTo>
                    <a:pt x="1671285" y="6225"/>
                  </a:lnTo>
                  <a:lnTo>
                    <a:pt x="1703462" y="5874"/>
                  </a:lnTo>
                  <a:lnTo>
                    <a:pt x="1734705" y="5533"/>
                  </a:lnTo>
                  <a:lnTo>
                    <a:pt x="1765069" y="5201"/>
                  </a:lnTo>
                  <a:lnTo>
                    <a:pt x="1794600" y="4878"/>
                  </a:lnTo>
                  <a:lnTo>
                    <a:pt x="1823344" y="4565"/>
                  </a:lnTo>
                  <a:lnTo>
                    <a:pt x="1851342" y="4259"/>
                  </a:lnTo>
                  <a:lnTo>
                    <a:pt x="1878630" y="3961"/>
                  </a:lnTo>
                  <a:lnTo>
                    <a:pt x="1905244" y="3670"/>
                  </a:lnTo>
                  <a:lnTo>
                    <a:pt x="1931218" y="3386"/>
                  </a:lnTo>
                  <a:lnTo>
                    <a:pt x="1956580" y="3109"/>
                  </a:lnTo>
                  <a:lnTo>
                    <a:pt x="1981358" y="2839"/>
                  </a:lnTo>
                  <a:lnTo>
                    <a:pt x="2005580" y="2574"/>
                  </a:lnTo>
                  <a:lnTo>
                    <a:pt x="2029270" y="2315"/>
                  </a:lnTo>
                  <a:lnTo>
                    <a:pt x="2052450" y="2062"/>
                  </a:lnTo>
                  <a:lnTo>
                    <a:pt x="2075142" y="1814"/>
                  </a:lnTo>
                  <a:lnTo>
                    <a:pt x="2097366" y="1572"/>
                  </a:lnTo>
                  <a:lnTo>
                    <a:pt x="2119142" y="1334"/>
                  </a:lnTo>
                  <a:lnTo>
                    <a:pt x="2140485" y="1101"/>
                  </a:lnTo>
                  <a:lnTo>
                    <a:pt x="2161415" y="872"/>
                  </a:lnTo>
                  <a:lnTo>
                    <a:pt x="2181946" y="648"/>
                  </a:lnTo>
                  <a:lnTo>
                    <a:pt x="2202093" y="428"/>
                  </a:lnTo>
                  <a:lnTo>
                    <a:pt x="2221870" y="212"/>
                  </a:lnTo>
                  <a:lnTo>
                    <a:pt x="2241291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570325" y="5057351"/>
              <a:ext cx="2241291" cy="208696"/>
            </a:xfrm>
            <a:custGeom>
              <a:avLst/>
              <a:pathLst>
                <a:path w="2241291" h="208696">
                  <a:moveTo>
                    <a:pt x="0" y="208696"/>
                  </a:moveTo>
                  <a:lnTo>
                    <a:pt x="143924" y="195294"/>
                  </a:lnTo>
                  <a:lnTo>
                    <a:pt x="270875" y="183473"/>
                  </a:lnTo>
                  <a:lnTo>
                    <a:pt x="384436" y="172899"/>
                  </a:lnTo>
                  <a:lnTo>
                    <a:pt x="487164" y="163334"/>
                  </a:lnTo>
                  <a:lnTo>
                    <a:pt x="580948" y="154601"/>
                  </a:lnTo>
                  <a:lnTo>
                    <a:pt x="667221" y="146568"/>
                  </a:lnTo>
                  <a:lnTo>
                    <a:pt x="747097" y="139130"/>
                  </a:lnTo>
                  <a:lnTo>
                    <a:pt x="821459" y="132206"/>
                  </a:lnTo>
                  <a:lnTo>
                    <a:pt x="891021" y="125729"/>
                  </a:lnTo>
                  <a:lnTo>
                    <a:pt x="956364" y="119645"/>
                  </a:lnTo>
                  <a:lnTo>
                    <a:pt x="1017972" y="113908"/>
                  </a:lnTo>
                  <a:lnTo>
                    <a:pt x="1076247" y="108482"/>
                  </a:lnTo>
                  <a:lnTo>
                    <a:pt x="1131533" y="103334"/>
                  </a:lnTo>
                  <a:lnTo>
                    <a:pt x="1184120" y="98437"/>
                  </a:lnTo>
                  <a:lnTo>
                    <a:pt x="1234261" y="93768"/>
                  </a:lnTo>
                  <a:lnTo>
                    <a:pt x="1282173" y="89307"/>
                  </a:lnTo>
                  <a:lnTo>
                    <a:pt x="1328045" y="85036"/>
                  </a:lnTo>
                  <a:lnTo>
                    <a:pt x="1372044" y="80939"/>
                  </a:lnTo>
                  <a:lnTo>
                    <a:pt x="1414318" y="77003"/>
                  </a:lnTo>
                  <a:lnTo>
                    <a:pt x="1454996" y="73215"/>
                  </a:lnTo>
                  <a:lnTo>
                    <a:pt x="1494194" y="69565"/>
                  </a:lnTo>
                  <a:lnTo>
                    <a:pt x="1532016" y="66043"/>
                  </a:lnTo>
                  <a:lnTo>
                    <a:pt x="1568557" y="62641"/>
                  </a:lnTo>
                  <a:lnTo>
                    <a:pt x="1603899" y="59350"/>
                  </a:lnTo>
                  <a:lnTo>
                    <a:pt x="1638118" y="56163"/>
                  </a:lnTo>
                  <a:lnTo>
                    <a:pt x="1671285" y="53075"/>
                  </a:lnTo>
                  <a:lnTo>
                    <a:pt x="1703462" y="50079"/>
                  </a:lnTo>
                  <a:lnTo>
                    <a:pt x="1734705" y="47170"/>
                  </a:lnTo>
                  <a:lnTo>
                    <a:pt x="1765069" y="44343"/>
                  </a:lnTo>
                  <a:lnTo>
                    <a:pt x="1794600" y="41593"/>
                  </a:lnTo>
                  <a:lnTo>
                    <a:pt x="1823344" y="38916"/>
                  </a:lnTo>
                  <a:lnTo>
                    <a:pt x="1851342" y="36309"/>
                  </a:lnTo>
                  <a:lnTo>
                    <a:pt x="1878630" y="33768"/>
                  </a:lnTo>
                  <a:lnTo>
                    <a:pt x="1905244" y="31290"/>
                  </a:lnTo>
                  <a:lnTo>
                    <a:pt x="1931218" y="28872"/>
                  </a:lnTo>
                  <a:lnTo>
                    <a:pt x="1956580" y="26510"/>
                  </a:lnTo>
                  <a:lnTo>
                    <a:pt x="1981358" y="24203"/>
                  </a:lnTo>
                  <a:lnTo>
                    <a:pt x="2005580" y="21948"/>
                  </a:lnTo>
                  <a:lnTo>
                    <a:pt x="2029270" y="19742"/>
                  </a:lnTo>
                  <a:lnTo>
                    <a:pt x="2052450" y="17583"/>
                  </a:lnTo>
                  <a:lnTo>
                    <a:pt x="2075142" y="15470"/>
                  </a:lnTo>
                  <a:lnTo>
                    <a:pt x="2097366" y="13401"/>
                  </a:lnTo>
                  <a:lnTo>
                    <a:pt x="2119142" y="11373"/>
                  </a:lnTo>
                  <a:lnTo>
                    <a:pt x="2140485" y="9386"/>
                  </a:lnTo>
                  <a:lnTo>
                    <a:pt x="2161415" y="7437"/>
                  </a:lnTo>
                  <a:lnTo>
                    <a:pt x="2181946" y="5525"/>
                  </a:lnTo>
                  <a:lnTo>
                    <a:pt x="2202093" y="3649"/>
                  </a:lnTo>
                  <a:lnTo>
                    <a:pt x="2221870" y="1808"/>
                  </a:lnTo>
                  <a:lnTo>
                    <a:pt x="2241291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570325" y="5088476"/>
              <a:ext cx="2241291" cy="206160"/>
            </a:xfrm>
            <a:custGeom>
              <a:avLst/>
              <a:pathLst>
                <a:path w="2241291" h="206160">
                  <a:moveTo>
                    <a:pt x="0" y="206160"/>
                  </a:moveTo>
                  <a:lnTo>
                    <a:pt x="143924" y="192922"/>
                  </a:lnTo>
                  <a:lnTo>
                    <a:pt x="270875" y="181244"/>
                  </a:lnTo>
                  <a:lnTo>
                    <a:pt x="384436" y="170799"/>
                  </a:lnTo>
                  <a:lnTo>
                    <a:pt x="487164" y="161349"/>
                  </a:lnTo>
                  <a:lnTo>
                    <a:pt x="580948" y="152723"/>
                  </a:lnTo>
                  <a:lnTo>
                    <a:pt x="667221" y="144787"/>
                  </a:lnTo>
                  <a:lnTo>
                    <a:pt x="747097" y="137440"/>
                  </a:lnTo>
                  <a:lnTo>
                    <a:pt x="821459" y="130600"/>
                  </a:lnTo>
                  <a:lnTo>
                    <a:pt x="891021" y="124201"/>
                  </a:lnTo>
                  <a:lnTo>
                    <a:pt x="956364" y="118191"/>
                  </a:lnTo>
                  <a:lnTo>
                    <a:pt x="1017972" y="112524"/>
                  </a:lnTo>
                  <a:lnTo>
                    <a:pt x="1076247" y="107164"/>
                  </a:lnTo>
                  <a:lnTo>
                    <a:pt x="1131533" y="102078"/>
                  </a:lnTo>
                  <a:lnTo>
                    <a:pt x="1184120" y="97241"/>
                  </a:lnTo>
                  <a:lnTo>
                    <a:pt x="1234261" y="92629"/>
                  </a:lnTo>
                  <a:lnTo>
                    <a:pt x="1282173" y="88222"/>
                  </a:lnTo>
                  <a:lnTo>
                    <a:pt x="1328045" y="84003"/>
                  </a:lnTo>
                  <a:lnTo>
                    <a:pt x="1372044" y="79955"/>
                  </a:lnTo>
                  <a:lnTo>
                    <a:pt x="1414318" y="76067"/>
                  </a:lnTo>
                  <a:lnTo>
                    <a:pt x="1454996" y="72325"/>
                  </a:lnTo>
                  <a:lnTo>
                    <a:pt x="1494194" y="68720"/>
                  </a:lnTo>
                  <a:lnTo>
                    <a:pt x="1532016" y="65241"/>
                  </a:lnTo>
                  <a:lnTo>
                    <a:pt x="1568557" y="61880"/>
                  </a:lnTo>
                  <a:lnTo>
                    <a:pt x="1603899" y="58629"/>
                  </a:lnTo>
                  <a:lnTo>
                    <a:pt x="1638118" y="55481"/>
                  </a:lnTo>
                  <a:lnTo>
                    <a:pt x="1671285" y="52430"/>
                  </a:lnTo>
                  <a:lnTo>
                    <a:pt x="1703462" y="49471"/>
                  </a:lnTo>
                  <a:lnTo>
                    <a:pt x="1734705" y="46597"/>
                  </a:lnTo>
                  <a:lnTo>
                    <a:pt x="1765069" y="43804"/>
                  </a:lnTo>
                  <a:lnTo>
                    <a:pt x="1794600" y="41087"/>
                  </a:lnTo>
                  <a:lnTo>
                    <a:pt x="1823344" y="38444"/>
                  </a:lnTo>
                  <a:lnTo>
                    <a:pt x="1851342" y="35868"/>
                  </a:lnTo>
                  <a:lnTo>
                    <a:pt x="1878630" y="33358"/>
                  </a:lnTo>
                  <a:lnTo>
                    <a:pt x="1905244" y="30910"/>
                  </a:lnTo>
                  <a:lnTo>
                    <a:pt x="1931218" y="28521"/>
                  </a:lnTo>
                  <a:lnTo>
                    <a:pt x="1956580" y="26188"/>
                  </a:lnTo>
                  <a:lnTo>
                    <a:pt x="1981358" y="23909"/>
                  </a:lnTo>
                  <a:lnTo>
                    <a:pt x="2005580" y="21681"/>
                  </a:lnTo>
                  <a:lnTo>
                    <a:pt x="2029270" y="19502"/>
                  </a:lnTo>
                  <a:lnTo>
                    <a:pt x="2052450" y="17370"/>
                  </a:lnTo>
                  <a:lnTo>
                    <a:pt x="2075142" y="15282"/>
                  </a:lnTo>
                  <a:lnTo>
                    <a:pt x="2097366" y="13238"/>
                  </a:lnTo>
                  <a:lnTo>
                    <a:pt x="2119142" y="11235"/>
                  </a:lnTo>
                  <a:lnTo>
                    <a:pt x="2140485" y="9272"/>
                  </a:lnTo>
                  <a:lnTo>
                    <a:pt x="2161415" y="7347"/>
                  </a:lnTo>
                  <a:lnTo>
                    <a:pt x="2181946" y="5458"/>
                  </a:lnTo>
                  <a:lnTo>
                    <a:pt x="2202093" y="3605"/>
                  </a:lnTo>
                  <a:lnTo>
                    <a:pt x="2221870" y="1786"/>
                  </a:lnTo>
                  <a:lnTo>
                    <a:pt x="2241291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570325" y="5325556"/>
              <a:ext cx="2241291" cy="154803"/>
            </a:xfrm>
            <a:custGeom>
              <a:avLst/>
              <a:pathLst>
                <a:path w="2241291" h="154803">
                  <a:moveTo>
                    <a:pt x="0" y="0"/>
                  </a:moveTo>
                  <a:lnTo>
                    <a:pt x="143924" y="9940"/>
                  </a:lnTo>
                  <a:lnTo>
                    <a:pt x="270875" y="18709"/>
                  </a:lnTo>
                  <a:lnTo>
                    <a:pt x="384436" y="26552"/>
                  </a:lnTo>
                  <a:lnTo>
                    <a:pt x="487164" y="33647"/>
                  </a:lnTo>
                  <a:lnTo>
                    <a:pt x="580948" y="40125"/>
                  </a:lnTo>
                  <a:lnTo>
                    <a:pt x="667221" y="46084"/>
                  </a:lnTo>
                  <a:lnTo>
                    <a:pt x="747097" y="51601"/>
                  </a:lnTo>
                  <a:lnTo>
                    <a:pt x="821459" y="56737"/>
                  </a:lnTo>
                  <a:lnTo>
                    <a:pt x="891021" y="61541"/>
                  </a:lnTo>
                  <a:lnTo>
                    <a:pt x="956364" y="66054"/>
                  </a:lnTo>
                  <a:lnTo>
                    <a:pt x="1017972" y="70310"/>
                  </a:lnTo>
                  <a:lnTo>
                    <a:pt x="1076247" y="74335"/>
                  </a:lnTo>
                  <a:lnTo>
                    <a:pt x="1131533" y="78153"/>
                  </a:lnTo>
                  <a:lnTo>
                    <a:pt x="1184120" y="81785"/>
                  </a:lnTo>
                  <a:lnTo>
                    <a:pt x="1234261" y="85248"/>
                  </a:lnTo>
                  <a:lnTo>
                    <a:pt x="1282173" y="88558"/>
                  </a:lnTo>
                  <a:lnTo>
                    <a:pt x="1328045" y="91726"/>
                  </a:lnTo>
                  <a:lnTo>
                    <a:pt x="1372044" y="94765"/>
                  </a:lnTo>
                  <a:lnTo>
                    <a:pt x="1414318" y="97685"/>
                  </a:lnTo>
                  <a:lnTo>
                    <a:pt x="1454996" y="100494"/>
                  </a:lnTo>
                  <a:lnTo>
                    <a:pt x="1494194" y="103202"/>
                  </a:lnTo>
                  <a:lnTo>
                    <a:pt x="1532016" y="105814"/>
                  </a:lnTo>
                  <a:lnTo>
                    <a:pt x="1568557" y="108338"/>
                  </a:lnTo>
                  <a:lnTo>
                    <a:pt x="1603899" y="110779"/>
                  </a:lnTo>
                  <a:lnTo>
                    <a:pt x="1638118" y="113142"/>
                  </a:lnTo>
                  <a:lnTo>
                    <a:pt x="1671285" y="115433"/>
                  </a:lnTo>
                  <a:lnTo>
                    <a:pt x="1703462" y="117655"/>
                  </a:lnTo>
                  <a:lnTo>
                    <a:pt x="1734705" y="119813"/>
                  </a:lnTo>
                  <a:lnTo>
                    <a:pt x="1765069" y="121911"/>
                  </a:lnTo>
                  <a:lnTo>
                    <a:pt x="1794600" y="123950"/>
                  </a:lnTo>
                  <a:lnTo>
                    <a:pt x="1823344" y="125936"/>
                  </a:lnTo>
                  <a:lnTo>
                    <a:pt x="1851342" y="127869"/>
                  </a:lnTo>
                  <a:lnTo>
                    <a:pt x="1878630" y="129754"/>
                  </a:lnTo>
                  <a:lnTo>
                    <a:pt x="1905244" y="131592"/>
                  </a:lnTo>
                  <a:lnTo>
                    <a:pt x="1931218" y="133386"/>
                  </a:lnTo>
                  <a:lnTo>
                    <a:pt x="1956580" y="135138"/>
                  </a:lnTo>
                  <a:lnTo>
                    <a:pt x="1981358" y="136849"/>
                  </a:lnTo>
                  <a:lnTo>
                    <a:pt x="2005580" y="138522"/>
                  </a:lnTo>
                  <a:lnTo>
                    <a:pt x="2029270" y="140159"/>
                  </a:lnTo>
                  <a:lnTo>
                    <a:pt x="2052450" y="141760"/>
                  </a:lnTo>
                  <a:lnTo>
                    <a:pt x="2075142" y="143327"/>
                  </a:lnTo>
                  <a:lnTo>
                    <a:pt x="2097366" y="144862"/>
                  </a:lnTo>
                  <a:lnTo>
                    <a:pt x="2119142" y="146366"/>
                  </a:lnTo>
                  <a:lnTo>
                    <a:pt x="2140485" y="147840"/>
                  </a:lnTo>
                  <a:lnTo>
                    <a:pt x="2161415" y="149286"/>
                  </a:lnTo>
                  <a:lnTo>
                    <a:pt x="2181946" y="150704"/>
                  </a:lnTo>
                  <a:lnTo>
                    <a:pt x="2202093" y="152095"/>
                  </a:lnTo>
                  <a:lnTo>
                    <a:pt x="2221870" y="153461"/>
                  </a:lnTo>
                  <a:lnTo>
                    <a:pt x="2241291" y="15480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570325" y="5286206"/>
              <a:ext cx="2241291" cy="86238"/>
            </a:xfrm>
            <a:custGeom>
              <a:avLst/>
              <a:pathLst>
                <a:path w="2241291" h="86238">
                  <a:moveTo>
                    <a:pt x="0" y="0"/>
                  </a:moveTo>
                  <a:lnTo>
                    <a:pt x="143924" y="5537"/>
                  </a:lnTo>
                  <a:lnTo>
                    <a:pt x="270875" y="10422"/>
                  </a:lnTo>
                  <a:lnTo>
                    <a:pt x="384436" y="14791"/>
                  </a:lnTo>
                  <a:lnTo>
                    <a:pt x="487164" y="18744"/>
                  </a:lnTo>
                  <a:lnTo>
                    <a:pt x="580948" y="22353"/>
                  </a:lnTo>
                  <a:lnTo>
                    <a:pt x="667221" y="25672"/>
                  </a:lnTo>
                  <a:lnTo>
                    <a:pt x="747097" y="28746"/>
                  </a:lnTo>
                  <a:lnTo>
                    <a:pt x="821459" y="31607"/>
                  </a:lnTo>
                  <a:lnTo>
                    <a:pt x="891021" y="34283"/>
                  </a:lnTo>
                  <a:lnTo>
                    <a:pt x="956364" y="36798"/>
                  </a:lnTo>
                  <a:lnTo>
                    <a:pt x="1017972" y="39168"/>
                  </a:lnTo>
                  <a:lnTo>
                    <a:pt x="1076247" y="41410"/>
                  </a:lnTo>
                  <a:lnTo>
                    <a:pt x="1131533" y="43537"/>
                  </a:lnTo>
                  <a:lnTo>
                    <a:pt x="1184120" y="45561"/>
                  </a:lnTo>
                  <a:lnTo>
                    <a:pt x="1234261" y="47490"/>
                  </a:lnTo>
                  <a:lnTo>
                    <a:pt x="1282173" y="49334"/>
                  </a:lnTo>
                  <a:lnTo>
                    <a:pt x="1328045" y="51099"/>
                  </a:lnTo>
                  <a:lnTo>
                    <a:pt x="1372044" y="52792"/>
                  </a:lnTo>
                  <a:lnTo>
                    <a:pt x="1414318" y="54418"/>
                  </a:lnTo>
                  <a:lnTo>
                    <a:pt x="1454996" y="55983"/>
                  </a:lnTo>
                  <a:lnTo>
                    <a:pt x="1494194" y="57492"/>
                  </a:lnTo>
                  <a:lnTo>
                    <a:pt x="1532016" y="58947"/>
                  </a:lnTo>
                  <a:lnTo>
                    <a:pt x="1568557" y="60353"/>
                  </a:lnTo>
                  <a:lnTo>
                    <a:pt x="1603899" y="61713"/>
                  </a:lnTo>
                  <a:lnTo>
                    <a:pt x="1638118" y="63029"/>
                  </a:lnTo>
                  <a:lnTo>
                    <a:pt x="1671285" y="64306"/>
                  </a:lnTo>
                  <a:lnTo>
                    <a:pt x="1703462" y="65544"/>
                  </a:lnTo>
                  <a:lnTo>
                    <a:pt x="1734705" y="66746"/>
                  </a:lnTo>
                  <a:lnTo>
                    <a:pt x="1765069" y="67914"/>
                  </a:lnTo>
                  <a:lnTo>
                    <a:pt x="1794600" y="69050"/>
                  </a:lnTo>
                  <a:lnTo>
                    <a:pt x="1823344" y="70156"/>
                  </a:lnTo>
                  <a:lnTo>
                    <a:pt x="1851342" y="71234"/>
                  </a:lnTo>
                  <a:lnTo>
                    <a:pt x="1878630" y="72284"/>
                  </a:lnTo>
                  <a:lnTo>
                    <a:pt x="1905244" y="73308"/>
                  </a:lnTo>
                  <a:lnTo>
                    <a:pt x="1931218" y="74307"/>
                  </a:lnTo>
                  <a:lnTo>
                    <a:pt x="1956580" y="75283"/>
                  </a:lnTo>
                  <a:lnTo>
                    <a:pt x="1981358" y="76236"/>
                  </a:lnTo>
                  <a:lnTo>
                    <a:pt x="2005580" y="77168"/>
                  </a:lnTo>
                  <a:lnTo>
                    <a:pt x="2029270" y="78080"/>
                  </a:lnTo>
                  <a:lnTo>
                    <a:pt x="2052450" y="78972"/>
                  </a:lnTo>
                  <a:lnTo>
                    <a:pt x="2075142" y="79845"/>
                  </a:lnTo>
                  <a:lnTo>
                    <a:pt x="2097366" y="80700"/>
                  </a:lnTo>
                  <a:lnTo>
                    <a:pt x="2119142" y="81538"/>
                  </a:lnTo>
                  <a:lnTo>
                    <a:pt x="2140485" y="82359"/>
                  </a:lnTo>
                  <a:lnTo>
                    <a:pt x="2161415" y="83164"/>
                  </a:lnTo>
                  <a:lnTo>
                    <a:pt x="2181946" y="83954"/>
                  </a:lnTo>
                  <a:lnTo>
                    <a:pt x="2202093" y="84729"/>
                  </a:lnTo>
                  <a:lnTo>
                    <a:pt x="2221870" y="85490"/>
                  </a:lnTo>
                  <a:lnTo>
                    <a:pt x="2241291" y="86238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7" name="rc486"/>
            <p:cNvSpPr/>
            <p:nvPr/>
          </p:nvSpPr>
          <p:spPr>
            <a:xfrm>
              <a:off x="1404926" y="4616522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8" name="pl487"/>
            <p:cNvSpPr/>
            <p:nvPr/>
          </p:nvSpPr>
          <p:spPr>
            <a:xfrm>
              <a:off x="1404926" y="4616522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tx488"/>
            <p:cNvSpPr/>
            <p:nvPr/>
          </p:nvSpPr>
          <p:spPr>
            <a:xfrm rot="-5400000">
              <a:off x="1235360" y="570528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235360" y="536915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91" name="tx490"/>
            <p:cNvSpPr/>
            <p:nvPr/>
          </p:nvSpPr>
          <p:spPr>
            <a:xfrm rot="-5400000">
              <a:off x="1235360" y="503302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2" name="tx491"/>
            <p:cNvSpPr/>
            <p:nvPr/>
          </p:nvSpPr>
          <p:spPr>
            <a:xfrm rot="-5400000">
              <a:off x="1235360" y="469689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93" name="pl492"/>
            <p:cNvSpPr/>
            <p:nvPr/>
          </p:nvSpPr>
          <p:spPr>
            <a:xfrm>
              <a:off x="1376458" y="57417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76458" y="540559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76458" y="50694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376458" y="47333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404926" y="5823197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1570325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2317422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499"/>
            <p:cNvSpPr/>
            <p:nvPr/>
          </p:nvSpPr>
          <p:spPr>
            <a:xfrm>
              <a:off x="3064519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0"/>
            <p:cNvSpPr/>
            <p:nvPr/>
          </p:nvSpPr>
          <p:spPr>
            <a:xfrm>
              <a:off x="3811616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tx501"/>
            <p:cNvSpPr/>
            <p:nvPr/>
          </p:nvSpPr>
          <p:spPr>
            <a:xfrm>
              <a:off x="1542070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3" name="tx502"/>
            <p:cNvSpPr/>
            <p:nvPr/>
          </p:nvSpPr>
          <p:spPr>
            <a:xfrm>
              <a:off x="2289167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04" name="tx503"/>
            <p:cNvSpPr/>
            <p:nvPr/>
          </p:nvSpPr>
          <p:spPr>
            <a:xfrm>
              <a:off x="3036264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05" name="tx504"/>
            <p:cNvSpPr/>
            <p:nvPr/>
          </p:nvSpPr>
          <p:spPr>
            <a:xfrm>
              <a:off x="3783361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6" name="tx505"/>
            <p:cNvSpPr/>
            <p:nvPr/>
          </p:nvSpPr>
          <p:spPr>
            <a:xfrm>
              <a:off x="2431825" y="6032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7" name="tx506"/>
            <p:cNvSpPr/>
            <p:nvPr/>
          </p:nvSpPr>
          <p:spPr>
            <a:xfrm rot="-5400000">
              <a:off x="1029178" y="5174277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8" name="tx507"/>
            <p:cNvSpPr/>
            <p:nvPr/>
          </p:nvSpPr>
          <p:spPr>
            <a:xfrm>
              <a:off x="1404926" y="4439982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9" name="rc508"/>
            <p:cNvSpPr/>
            <p:nvPr/>
          </p:nvSpPr>
          <p:spPr>
            <a:xfrm>
              <a:off x="4262365" y="4616522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402856" y="529775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366080" y="523389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423376" y="528451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351380" y="554758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416009" y="55139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407288" y="547769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402466" y="50817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385173" y="53140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387722" y="549632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4363927" y="521132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159128" y="57402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098914" y="541906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094814" y="524088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109905" y="56238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089406" y="535274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129102" y="502562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109513" y="538201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190160" y="54396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120117" y="522357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177800" y="55161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085763" y="517455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157162" y="54839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160935" y="515044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111395" y="48548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133723" y="508503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187241" y="512592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187680" y="522662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152423" y="546562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928387" y="527607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906915" y="532396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925379" y="54981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883969" y="512610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846420" y="532516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859600" y="514335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893586" y="476057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878853" y="53736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928994" y="522550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930640" y="464329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921533" y="522897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897742" y="53261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881324" y="512414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924020" y="506484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894585" y="495133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856932" y="540904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873436" y="543455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941949" y="560549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838655" y="52672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930526" y="519913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672979" y="523853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606771" y="534574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603835" y="540882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624767" y="543982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599367" y="527238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667402" y="52179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606898" y="540709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651207" y="516132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653651" y="547091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677714" y="534185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593443" y="527750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629890" y="534992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611149" y="531560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681106" y="55718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647292" y="533159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614346" y="534781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626068" y="524884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654879" y="527314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678591" y="558436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663463" y="52440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597417" y="514908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603499" y="51728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6693125" y="54302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6634711" y="548989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413304" y="5333550"/>
              <a:ext cx="2256527" cy="4106"/>
            </a:xfrm>
            <a:custGeom>
              <a:avLst/>
              <a:pathLst>
                <a:path w="2256527" h="4106">
                  <a:moveTo>
                    <a:pt x="0" y="0"/>
                  </a:moveTo>
                  <a:lnTo>
                    <a:pt x="144902" y="263"/>
                  </a:lnTo>
                  <a:lnTo>
                    <a:pt x="272716" y="496"/>
                  </a:lnTo>
                  <a:lnTo>
                    <a:pt x="387049" y="704"/>
                  </a:lnTo>
                  <a:lnTo>
                    <a:pt x="490476" y="892"/>
                  </a:lnTo>
                  <a:lnTo>
                    <a:pt x="584897" y="1064"/>
                  </a:lnTo>
                  <a:lnTo>
                    <a:pt x="671756" y="1222"/>
                  </a:lnTo>
                  <a:lnTo>
                    <a:pt x="752175" y="1368"/>
                  </a:lnTo>
                  <a:lnTo>
                    <a:pt x="827044" y="1504"/>
                  </a:lnTo>
                  <a:lnTo>
                    <a:pt x="897078" y="1632"/>
                  </a:lnTo>
                  <a:lnTo>
                    <a:pt x="962866" y="1752"/>
                  </a:lnTo>
                  <a:lnTo>
                    <a:pt x="1024892" y="1864"/>
                  </a:lnTo>
                  <a:lnTo>
                    <a:pt x="1083563" y="1971"/>
                  </a:lnTo>
                  <a:lnTo>
                    <a:pt x="1139225" y="2073"/>
                  </a:lnTo>
                  <a:lnTo>
                    <a:pt x="1192170" y="2169"/>
                  </a:lnTo>
                  <a:lnTo>
                    <a:pt x="1242652" y="2261"/>
                  </a:lnTo>
                  <a:lnTo>
                    <a:pt x="1290889" y="2349"/>
                  </a:lnTo>
                  <a:lnTo>
                    <a:pt x="1337073" y="2433"/>
                  </a:lnTo>
                  <a:lnTo>
                    <a:pt x="1381371" y="2513"/>
                  </a:lnTo>
                  <a:lnTo>
                    <a:pt x="1423932" y="2591"/>
                  </a:lnTo>
                  <a:lnTo>
                    <a:pt x="1464886" y="2665"/>
                  </a:lnTo>
                  <a:lnTo>
                    <a:pt x="1504351" y="2737"/>
                  </a:lnTo>
                  <a:lnTo>
                    <a:pt x="1542431" y="2806"/>
                  </a:lnTo>
                  <a:lnTo>
                    <a:pt x="1579219" y="2873"/>
                  </a:lnTo>
                  <a:lnTo>
                    <a:pt x="1614802" y="2938"/>
                  </a:lnTo>
                  <a:lnTo>
                    <a:pt x="1649254" y="3001"/>
                  </a:lnTo>
                  <a:lnTo>
                    <a:pt x="1682646" y="3061"/>
                  </a:lnTo>
                  <a:lnTo>
                    <a:pt x="1715042" y="3120"/>
                  </a:lnTo>
                  <a:lnTo>
                    <a:pt x="1746498" y="3178"/>
                  </a:lnTo>
                  <a:lnTo>
                    <a:pt x="1777068" y="3233"/>
                  </a:lnTo>
                  <a:lnTo>
                    <a:pt x="1806800" y="3287"/>
                  </a:lnTo>
                  <a:lnTo>
                    <a:pt x="1835739" y="3340"/>
                  </a:lnTo>
                  <a:lnTo>
                    <a:pt x="1863927" y="3391"/>
                  </a:lnTo>
                  <a:lnTo>
                    <a:pt x="1891401" y="3441"/>
                  </a:lnTo>
                  <a:lnTo>
                    <a:pt x="1918196" y="3490"/>
                  </a:lnTo>
                  <a:lnTo>
                    <a:pt x="1944346" y="3538"/>
                  </a:lnTo>
                  <a:lnTo>
                    <a:pt x="1969880" y="3584"/>
                  </a:lnTo>
                  <a:lnTo>
                    <a:pt x="1994827" y="3629"/>
                  </a:lnTo>
                  <a:lnTo>
                    <a:pt x="2019214" y="3674"/>
                  </a:lnTo>
                  <a:lnTo>
                    <a:pt x="2043065" y="3717"/>
                  </a:lnTo>
                  <a:lnTo>
                    <a:pt x="2066402" y="3760"/>
                  </a:lnTo>
                  <a:lnTo>
                    <a:pt x="2089249" y="3801"/>
                  </a:lnTo>
                  <a:lnTo>
                    <a:pt x="2111624" y="3842"/>
                  </a:lnTo>
                  <a:lnTo>
                    <a:pt x="2133547" y="3882"/>
                  </a:lnTo>
                  <a:lnTo>
                    <a:pt x="2155036" y="3921"/>
                  </a:lnTo>
                  <a:lnTo>
                    <a:pt x="2176108" y="3959"/>
                  </a:lnTo>
                  <a:lnTo>
                    <a:pt x="2196778" y="3997"/>
                  </a:lnTo>
                  <a:lnTo>
                    <a:pt x="2217062" y="4034"/>
                  </a:lnTo>
                  <a:lnTo>
                    <a:pt x="2236974" y="4070"/>
                  </a:lnTo>
                  <a:lnTo>
                    <a:pt x="2256527" y="4106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413304" y="5147241"/>
              <a:ext cx="2256527" cy="86981"/>
            </a:xfrm>
            <a:custGeom>
              <a:avLst/>
              <a:pathLst>
                <a:path w="2256527" h="86981">
                  <a:moveTo>
                    <a:pt x="0" y="0"/>
                  </a:moveTo>
                  <a:lnTo>
                    <a:pt x="144902" y="5585"/>
                  </a:lnTo>
                  <a:lnTo>
                    <a:pt x="272716" y="10512"/>
                  </a:lnTo>
                  <a:lnTo>
                    <a:pt x="387049" y="14919"/>
                  </a:lnTo>
                  <a:lnTo>
                    <a:pt x="490476" y="18906"/>
                  </a:lnTo>
                  <a:lnTo>
                    <a:pt x="584897" y="22545"/>
                  </a:lnTo>
                  <a:lnTo>
                    <a:pt x="671756" y="25894"/>
                  </a:lnTo>
                  <a:lnTo>
                    <a:pt x="752175" y="28993"/>
                  </a:lnTo>
                  <a:lnTo>
                    <a:pt x="827044" y="31879"/>
                  </a:lnTo>
                  <a:lnTo>
                    <a:pt x="897078" y="34579"/>
                  </a:lnTo>
                  <a:lnTo>
                    <a:pt x="962866" y="37115"/>
                  </a:lnTo>
                  <a:lnTo>
                    <a:pt x="1024892" y="39506"/>
                  </a:lnTo>
                  <a:lnTo>
                    <a:pt x="1083563" y="41767"/>
                  </a:lnTo>
                  <a:lnTo>
                    <a:pt x="1139225" y="43913"/>
                  </a:lnTo>
                  <a:lnTo>
                    <a:pt x="1192170" y="45954"/>
                  </a:lnTo>
                  <a:lnTo>
                    <a:pt x="1242652" y="47900"/>
                  </a:lnTo>
                  <a:lnTo>
                    <a:pt x="1290889" y="49759"/>
                  </a:lnTo>
                  <a:lnTo>
                    <a:pt x="1337073" y="51539"/>
                  </a:lnTo>
                  <a:lnTo>
                    <a:pt x="1381371" y="53247"/>
                  </a:lnTo>
                  <a:lnTo>
                    <a:pt x="1423932" y="54887"/>
                  </a:lnTo>
                  <a:lnTo>
                    <a:pt x="1464886" y="56466"/>
                  </a:lnTo>
                  <a:lnTo>
                    <a:pt x="1504351" y="57987"/>
                  </a:lnTo>
                  <a:lnTo>
                    <a:pt x="1542431" y="59455"/>
                  </a:lnTo>
                  <a:lnTo>
                    <a:pt x="1579219" y="60873"/>
                  </a:lnTo>
                  <a:lnTo>
                    <a:pt x="1614802" y="62245"/>
                  </a:lnTo>
                  <a:lnTo>
                    <a:pt x="1649254" y="63573"/>
                  </a:lnTo>
                  <a:lnTo>
                    <a:pt x="1682646" y="64860"/>
                  </a:lnTo>
                  <a:lnTo>
                    <a:pt x="1715042" y="66109"/>
                  </a:lnTo>
                  <a:lnTo>
                    <a:pt x="1746498" y="67321"/>
                  </a:lnTo>
                  <a:lnTo>
                    <a:pt x="1777068" y="68500"/>
                  </a:lnTo>
                  <a:lnTo>
                    <a:pt x="1806800" y="69646"/>
                  </a:lnTo>
                  <a:lnTo>
                    <a:pt x="1835739" y="70761"/>
                  </a:lnTo>
                  <a:lnTo>
                    <a:pt x="1863927" y="71848"/>
                  </a:lnTo>
                  <a:lnTo>
                    <a:pt x="1891401" y="72907"/>
                  </a:lnTo>
                  <a:lnTo>
                    <a:pt x="1918196" y="73940"/>
                  </a:lnTo>
                  <a:lnTo>
                    <a:pt x="1944346" y="74948"/>
                  </a:lnTo>
                  <a:lnTo>
                    <a:pt x="1969880" y="75932"/>
                  </a:lnTo>
                  <a:lnTo>
                    <a:pt x="1994827" y="76894"/>
                  </a:lnTo>
                  <a:lnTo>
                    <a:pt x="2019214" y="77834"/>
                  </a:lnTo>
                  <a:lnTo>
                    <a:pt x="2043065" y="78753"/>
                  </a:lnTo>
                  <a:lnTo>
                    <a:pt x="2066402" y="79653"/>
                  </a:lnTo>
                  <a:lnTo>
                    <a:pt x="2089249" y="80533"/>
                  </a:lnTo>
                  <a:lnTo>
                    <a:pt x="2111624" y="81396"/>
                  </a:lnTo>
                  <a:lnTo>
                    <a:pt x="2133547" y="82241"/>
                  </a:lnTo>
                  <a:lnTo>
                    <a:pt x="2155036" y="83069"/>
                  </a:lnTo>
                  <a:lnTo>
                    <a:pt x="2176108" y="83881"/>
                  </a:lnTo>
                  <a:lnTo>
                    <a:pt x="2196778" y="84678"/>
                  </a:lnTo>
                  <a:lnTo>
                    <a:pt x="2217062" y="85460"/>
                  </a:lnTo>
                  <a:lnTo>
                    <a:pt x="2236974" y="86227"/>
                  </a:lnTo>
                  <a:lnTo>
                    <a:pt x="2256527" y="86981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413304" y="5292488"/>
              <a:ext cx="2256527" cy="105118"/>
            </a:xfrm>
            <a:custGeom>
              <a:avLst/>
              <a:pathLst>
                <a:path w="2256527" h="105118">
                  <a:moveTo>
                    <a:pt x="0" y="0"/>
                  </a:moveTo>
                  <a:lnTo>
                    <a:pt x="144902" y="6750"/>
                  </a:lnTo>
                  <a:lnTo>
                    <a:pt x="272716" y="12704"/>
                  </a:lnTo>
                  <a:lnTo>
                    <a:pt x="387049" y="18030"/>
                  </a:lnTo>
                  <a:lnTo>
                    <a:pt x="490476" y="22848"/>
                  </a:lnTo>
                  <a:lnTo>
                    <a:pt x="584897" y="27246"/>
                  </a:lnTo>
                  <a:lnTo>
                    <a:pt x="671756" y="31293"/>
                  </a:lnTo>
                  <a:lnTo>
                    <a:pt x="752175" y="35039"/>
                  </a:lnTo>
                  <a:lnTo>
                    <a:pt x="827044" y="38527"/>
                  </a:lnTo>
                  <a:lnTo>
                    <a:pt x="897078" y="41789"/>
                  </a:lnTo>
                  <a:lnTo>
                    <a:pt x="962866" y="44854"/>
                  </a:lnTo>
                  <a:lnTo>
                    <a:pt x="1024892" y="47743"/>
                  </a:lnTo>
                  <a:lnTo>
                    <a:pt x="1083563" y="50476"/>
                  </a:lnTo>
                  <a:lnTo>
                    <a:pt x="1139225" y="53069"/>
                  </a:lnTo>
                  <a:lnTo>
                    <a:pt x="1192170" y="55536"/>
                  </a:lnTo>
                  <a:lnTo>
                    <a:pt x="1242652" y="57887"/>
                  </a:lnTo>
                  <a:lnTo>
                    <a:pt x="1290889" y="60134"/>
                  </a:lnTo>
                  <a:lnTo>
                    <a:pt x="1337073" y="62286"/>
                  </a:lnTo>
                  <a:lnTo>
                    <a:pt x="1381371" y="64349"/>
                  </a:lnTo>
                  <a:lnTo>
                    <a:pt x="1423932" y="66332"/>
                  </a:lnTo>
                  <a:lnTo>
                    <a:pt x="1464886" y="68240"/>
                  </a:lnTo>
                  <a:lnTo>
                    <a:pt x="1504351" y="70078"/>
                  </a:lnTo>
                  <a:lnTo>
                    <a:pt x="1542431" y="71852"/>
                  </a:lnTo>
                  <a:lnTo>
                    <a:pt x="1579219" y="73566"/>
                  </a:lnTo>
                  <a:lnTo>
                    <a:pt x="1614802" y="75224"/>
                  </a:lnTo>
                  <a:lnTo>
                    <a:pt x="1649254" y="76829"/>
                  </a:lnTo>
                  <a:lnTo>
                    <a:pt x="1682646" y="78384"/>
                  </a:lnTo>
                  <a:lnTo>
                    <a:pt x="1715042" y="79893"/>
                  </a:lnTo>
                  <a:lnTo>
                    <a:pt x="1746498" y="81359"/>
                  </a:lnTo>
                  <a:lnTo>
                    <a:pt x="1777068" y="82783"/>
                  </a:lnTo>
                  <a:lnTo>
                    <a:pt x="1806800" y="84168"/>
                  </a:lnTo>
                  <a:lnTo>
                    <a:pt x="1835739" y="85516"/>
                  </a:lnTo>
                  <a:lnTo>
                    <a:pt x="1863927" y="86829"/>
                  </a:lnTo>
                  <a:lnTo>
                    <a:pt x="1891401" y="88109"/>
                  </a:lnTo>
                  <a:lnTo>
                    <a:pt x="1918196" y="89357"/>
                  </a:lnTo>
                  <a:lnTo>
                    <a:pt x="1944346" y="90575"/>
                  </a:lnTo>
                  <a:lnTo>
                    <a:pt x="1969880" y="91765"/>
                  </a:lnTo>
                  <a:lnTo>
                    <a:pt x="1994827" y="92927"/>
                  </a:lnTo>
                  <a:lnTo>
                    <a:pt x="2019214" y="94063"/>
                  </a:lnTo>
                  <a:lnTo>
                    <a:pt x="2043065" y="95174"/>
                  </a:lnTo>
                  <a:lnTo>
                    <a:pt x="2066402" y="96261"/>
                  </a:lnTo>
                  <a:lnTo>
                    <a:pt x="2089249" y="97325"/>
                  </a:lnTo>
                  <a:lnTo>
                    <a:pt x="2111624" y="98368"/>
                  </a:lnTo>
                  <a:lnTo>
                    <a:pt x="2133547" y="99389"/>
                  </a:lnTo>
                  <a:lnTo>
                    <a:pt x="2155036" y="100390"/>
                  </a:lnTo>
                  <a:lnTo>
                    <a:pt x="2176108" y="101372"/>
                  </a:lnTo>
                  <a:lnTo>
                    <a:pt x="2196778" y="102334"/>
                  </a:lnTo>
                  <a:lnTo>
                    <a:pt x="2217062" y="103279"/>
                  </a:lnTo>
                  <a:lnTo>
                    <a:pt x="2236974" y="104207"/>
                  </a:lnTo>
                  <a:lnTo>
                    <a:pt x="2256527" y="105118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4413304" y="5428485"/>
              <a:ext cx="2256527" cy="95920"/>
            </a:xfrm>
            <a:custGeom>
              <a:avLst/>
              <a:pathLst>
                <a:path w="2256527" h="95920">
                  <a:moveTo>
                    <a:pt x="0" y="0"/>
                  </a:moveTo>
                  <a:lnTo>
                    <a:pt x="144902" y="6159"/>
                  </a:lnTo>
                  <a:lnTo>
                    <a:pt x="272716" y="11592"/>
                  </a:lnTo>
                  <a:lnTo>
                    <a:pt x="387049" y="16452"/>
                  </a:lnTo>
                  <a:lnTo>
                    <a:pt x="490476" y="20849"/>
                  </a:lnTo>
                  <a:lnTo>
                    <a:pt x="584897" y="24862"/>
                  </a:lnTo>
                  <a:lnTo>
                    <a:pt x="671756" y="28555"/>
                  </a:lnTo>
                  <a:lnTo>
                    <a:pt x="752175" y="31973"/>
                  </a:lnTo>
                  <a:lnTo>
                    <a:pt x="827044" y="35155"/>
                  </a:lnTo>
                  <a:lnTo>
                    <a:pt x="897078" y="38133"/>
                  </a:lnTo>
                  <a:lnTo>
                    <a:pt x="962866" y="40929"/>
                  </a:lnTo>
                  <a:lnTo>
                    <a:pt x="1024892" y="43566"/>
                  </a:lnTo>
                  <a:lnTo>
                    <a:pt x="1083563" y="46060"/>
                  </a:lnTo>
                  <a:lnTo>
                    <a:pt x="1139225" y="48426"/>
                  </a:lnTo>
                  <a:lnTo>
                    <a:pt x="1192170" y="50676"/>
                  </a:lnTo>
                  <a:lnTo>
                    <a:pt x="1242652" y="52822"/>
                  </a:lnTo>
                  <a:lnTo>
                    <a:pt x="1290889" y="54873"/>
                  </a:lnTo>
                  <a:lnTo>
                    <a:pt x="1337073" y="56836"/>
                  </a:lnTo>
                  <a:lnTo>
                    <a:pt x="1381371" y="58719"/>
                  </a:lnTo>
                  <a:lnTo>
                    <a:pt x="1423932" y="60528"/>
                  </a:lnTo>
                  <a:lnTo>
                    <a:pt x="1464886" y="62269"/>
                  </a:lnTo>
                  <a:lnTo>
                    <a:pt x="1504351" y="63946"/>
                  </a:lnTo>
                  <a:lnTo>
                    <a:pt x="1542431" y="65565"/>
                  </a:lnTo>
                  <a:lnTo>
                    <a:pt x="1579219" y="67129"/>
                  </a:lnTo>
                  <a:lnTo>
                    <a:pt x="1614802" y="68641"/>
                  </a:lnTo>
                  <a:lnTo>
                    <a:pt x="1649254" y="70106"/>
                  </a:lnTo>
                  <a:lnTo>
                    <a:pt x="1682646" y="71525"/>
                  </a:lnTo>
                  <a:lnTo>
                    <a:pt x="1715042" y="72902"/>
                  </a:lnTo>
                  <a:lnTo>
                    <a:pt x="1746498" y="74240"/>
                  </a:lnTo>
                  <a:lnTo>
                    <a:pt x="1777068" y="75539"/>
                  </a:lnTo>
                  <a:lnTo>
                    <a:pt x="1806800" y="76803"/>
                  </a:lnTo>
                  <a:lnTo>
                    <a:pt x="1835739" y="78033"/>
                  </a:lnTo>
                  <a:lnTo>
                    <a:pt x="1863927" y="79231"/>
                  </a:lnTo>
                  <a:lnTo>
                    <a:pt x="1891401" y="80399"/>
                  </a:lnTo>
                  <a:lnTo>
                    <a:pt x="1918196" y="81538"/>
                  </a:lnTo>
                  <a:lnTo>
                    <a:pt x="1944346" y="82650"/>
                  </a:lnTo>
                  <a:lnTo>
                    <a:pt x="1969880" y="83735"/>
                  </a:lnTo>
                  <a:lnTo>
                    <a:pt x="1994827" y="84796"/>
                  </a:lnTo>
                  <a:lnTo>
                    <a:pt x="2019214" y="85832"/>
                  </a:lnTo>
                  <a:lnTo>
                    <a:pt x="2043065" y="86846"/>
                  </a:lnTo>
                  <a:lnTo>
                    <a:pt x="2066402" y="87838"/>
                  </a:lnTo>
                  <a:lnTo>
                    <a:pt x="2089249" y="88809"/>
                  </a:lnTo>
                  <a:lnTo>
                    <a:pt x="2111624" y="89760"/>
                  </a:lnTo>
                  <a:lnTo>
                    <a:pt x="2133547" y="90692"/>
                  </a:lnTo>
                  <a:lnTo>
                    <a:pt x="2155036" y="91606"/>
                  </a:lnTo>
                  <a:lnTo>
                    <a:pt x="2176108" y="92501"/>
                  </a:lnTo>
                  <a:lnTo>
                    <a:pt x="2196778" y="93380"/>
                  </a:lnTo>
                  <a:lnTo>
                    <a:pt x="2217062" y="94242"/>
                  </a:lnTo>
                  <a:lnTo>
                    <a:pt x="2236974" y="95089"/>
                  </a:lnTo>
                  <a:lnTo>
                    <a:pt x="2256527" y="9592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413304" y="5299211"/>
              <a:ext cx="2256527" cy="33002"/>
            </a:xfrm>
            <a:custGeom>
              <a:avLst/>
              <a:pathLst>
                <a:path w="2256527" h="33002">
                  <a:moveTo>
                    <a:pt x="0" y="0"/>
                  </a:moveTo>
                  <a:lnTo>
                    <a:pt x="144902" y="2119"/>
                  </a:lnTo>
                  <a:lnTo>
                    <a:pt x="272716" y="3988"/>
                  </a:lnTo>
                  <a:lnTo>
                    <a:pt x="387049" y="5660"/>
                  </a:lnTo>
                  <a:lnTo>
                    <a:pt x="490476" y="7173"/>
                  </a:lnTo>
                  <a:lnTo>
                    <a:pt x="584897" y="8554"/>
                  </a:lnTo>
                  <a:lnTo>
                    <a:pt x="671756" y="9824"/>
                  </a:lnTo>
                  <a:lnTo>
                    <a:pt x="752175" y="11000"/>
                  </a:lnTo>
                  <a:lnTo>
                    <a:pt x="827044" y="12095"/>
                  </a:lnTo>
                  <a:lnTo>
                    <a:pt x="897078" y="13119"/>
                  </a:lnTo>
                  <a:lnTo>
                    <a:pt x="962866" y="14082"/>
                  </a:lnTo>
                  <a:lnTo>
                    <a:pt x="1024892" y="14989"/>
                  </a:lnTo>
                  <a:lnTo>
                    <a:pt x="1083563" y="15847"/>
                  </a:lnTo>
                  <a:lnTo>
                    <a:pt x="1139225" y="16661"/>
                  </a:lnTo>
                  <a:lnTo>
                    <a:pt x="1192170" y="17435"/>
                  </a:lnTo>
                  <a:lnTo>
                    <a:pt x="1242652" y="18174"/>
                  </a:lnTo>
                  <a:lnTo>
                    <a:pt x="1290889" y="18879"/>
                  </a:lnTo>
                  <a:lnTo>
                    <a:pt x="1337073" y="19555"/>
                  </a:lnTo>
                  <a:lnTo>
                    <a:pt x="1381371" y="20202"/>
                  </a:lnTo>
                  <a:lnTo>
                    <a:pt x="1423932" y="20825"/>
                  </a:lnTo>
                  <a:lnTo>
                    <a:pt x="1464886" y="21424"/>
                  </a:lnTo>
                  <a:lnTo>
                    <a:pt x="1504351" y="22001"/>
                  </a:lnTo>
                  <a:lnTo>
                    <a:pt x="1542431" y="22558"/>
                  </a:lnTo>
                  <a:lnTo>
                    <a:pt x="1579219" y="23096"/>
                  </a:lnTo>
                  <a:lnTo>
                    <a:pt x="1614802" y="23616"/>
                  </a:lnTo>
                  <a:lnTo>
                    <a:pt x="1649254" y="24120"/>
                  </a:lnTo>
                  <a:lnTo>
                    <a:pt x="1682646" y="24609"/>
                  </a:lnTo>
                  <a:lnTo>
                    <a:pt x="1715042" y="25082"/>
                  </a:lnTo>
                  <a:lnTo>
                    <a:pt x="1746498" y="25542"/>
                  </a:lnTo>
                  <a:lnTo>
                    <a:pt x="1777068" y="25990"/>
                  </a:lnTo>
                  <a:lnTo>
                    <a:pt x="1806800" y="26424"/>
                  </a:lnTo>
                  <a:lnTo>
                    <a:pt x="1835739" y="26848"/>
                  </a:lnTo>
                  <a:lnTo>
                    <a:pt x="1863927" y="27260"/>
                  </a:lnTo>
                  <a:lnTo>
                    <a:pt x="1891401" y="27662"/>
                  </a:lnTo>
                  <a:lnTo>
                    <a:pt x="1918196" y="28054"/>
                  </a:lnTo>
                  <a:lnTo>
                    <a:pt x="1944346" y="28436"/>
                  </a:lnTo>
                  <a:lnTo>
                    <a:pt x="1969880" y="28809"/>
                  </a:lnTo>
                  <a:lnTo>
                    <a:pt x="1994827" y="29174"/>
                  </a:lnTo>
                  <a:lnTo>
                    <a:pt x="2019214" y="29531"/>
                  </a:lnTo>
                  <a:lnTo>
                    <a:pt x="2043065" y="29880"/>
                  </a:lnTo>
                  <a:lnTo>
                    <a:pt x="2066402" y="30221"/>
                  </a:lnTo>
                  <a:lnTo>
                    <a:pt x="2089249" y="30555"/>
                  </a:lnTo>
                  <a:lnTo>
                    <a:pt x="2111624" y="30883"/>
                  </a:lnTo>
                  <a:lnTo>
                    <a:pt x="2133547" y="31203"/>
                  </a:lnTo>
                  <a:lnTo>
                    <a:pt x="2155036" y="31517"/>
                  </a:lnTo>
                  <a:lnTo>
                    <a:pt x="2176108" y="31826"/>
                  </a:lnTo>
                  <a:lnTo>
                    <a:pt x="2196778" y="32128"/>
                  </a:lnTo>
                  <a:lnTo>
                    <a:pt x="2217062" y="32425"/>
                  </a:lnTo>
                  <a:lnTo>
                    <a:pt x="2236974" y="32716"/>
                  </a:lnTo>
                  <a:lnTo>
                    <a:pt x="2256527" y="33002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413304" y="5231443"/>
              <a:ext cx="2256527" cy="151928"/>
            </a:xfrm>
            <a:custGeom>
              <a:avLst/>
              <a:pathLst>
                <a:path w="2256527" h="151928">
                  <a:moveTo>
                    <a:pt x="0" y="151928"/>
                  </a:moveTo>
                  <a:lnTo>
                    <a:pt x="144902" y="142172"/>
                  </a:lnTo>
                  <a:lnTo>
                    <a:pt x="272716" y="133567"/>
                  </a:lnTo>
                  <a:lnTo>
                    <a:pt x="387049" y="125869"/>
                  </a:lnTo>
                  <a:lnTo>
                    <a:pt x="490476" y="118905"/>
                  </a:lnTo>
                  <a:lnTo>
                    <a:pt x="584897" y="112548"/>
                  </a:lnTo>
                  <a:lnTo>
                    <a:pt x="671756" y="106700"/>
                  </a:lnTo>
                  <a:lnTo>
                    <a:pt x="752175" y="101285"/>
                  </a:lnTo>
                  <a:lnTo>
                    <a:pt x="827044" y="96245"/>
                  </a:lnTo>
                  <a:lnTo>
                    <a:pt x="897078" y="91529"/>
                  </a:lnTo>
                  <a:lnTo>
                    <a:pt x="962866" y="87100"/>
                  </a:lnTo>
                  <a:lnTo>
                    <a:pt x="1024892" y="82924"/>
                  </a:lnTo>
                  <a:lnTo>
                    <a:pt x="1083563" y="78973"/>
                  </a:lnTo>
                  <a:lnTo>
                    <a:pt x="1139225" y="75226"/>
                  </a:lnTo>
                  <a:lnTo>
                    <a:pt x="1192170" y="71661"/>
                  </a:lnTo>
                  <a:lnTo>
                    <a:pt x="1242652" y="68262"/>
                  </a:lnTo>
                  <a:lnTo>
                    <a:pt x="1290889" y="65015"/>
                  </a:lnTo>
                  <a:lnTo>
                    <a:pt x="1337073" y="61905"/>
                  </a:lnTo>
                  <a:lnTo>
                    <a:pt x="1381371" y="58922"/>
                  </a:lnTo>
                  <a:lnTo>
                    <a:pt x="1423932" y="56057"/>
                  </a:lnTo>
                  <a:lnTo>
                    <a:pt x="1464886" y="53300"/>
                  </a:lnTo>
                  <a:lnTo>
                    <a:pt x="1504351" y="50642"/>
                  </a:lnTo>
                  <a:lnTo>
                    <a:pt x="1542431" y="48079"/>
                  </a:lnTo>
                  <a:lnTo>
                    <a:pt x="1579219" y="45602"/>
                  </a:lnTo>
                  <a:lnTo>
                    <a:pt x="1614802" y="43206"/>
                  </a:lnTo>
                  <a:lnTo>
                    <a:pt x="1649254" y="40886"/>
                  </a:lnTo>
                  <a:lnTo>
                    <a:pt x="1682646" y="38638"/>
                  </a:lnTo>
                  <a:lnTo>
                    <a:pt x="1715042" y="36457"/>
                  </a:lnTo>
                  <a:lnTo>
                    <a:pt x="1746498" y="34339"/>
                  </a:lnTo>
                  <a:lnTo>
                    <a:pt x="1777068" y="32281"/>
                  </a:lnTo>
                  <a:lnTo>
                    <a:pt x="1806800" y="30279"/>
                  </a:lnTo>
                  <a:lnTo>
                    <a:pt x="1835739" y="28331"/>
                  </a:lnTo>
                  <a:lnTo>
                    <a:pt x="1863927" y="26433"/>
                  </a:lnTo>
                  <a:lnTo>
                    <a:pt x="1891401" y="24583"/>
                  </a:lnTo>
                  <a:lnTo>
                    <a:pt x="1918196" y="22779"/>
                  </a:lnTo>
                  <a:lnTo>
                    <a:pt x="1944346" y="21018"/>
                  </a:lnTo>
                  <a:lnTo>
                    <a:pt x="1969880" y="19299"/>
                  </a:lnTo>
                  <a:lnTo>
                    <a:pt x="1994827" y="17619"/>
                  </a:lnTo>
                  <a:lnTo>
                    <a:pt x="2019214" y="15977"/>
                  </a:lnTo>
                  <a:lnTo>
                    <a:pt x="2043065" y="14372"/>
                  </a:lnTo>
                  <a:lnTo>
                    <a:pt x="2066402" y="12800"/>
                  </a:lnTo>
                  <a:lnTo>
                    <a:pt x="2089249" y="11262"/>
                  </a:lnTo>
                  <a:lnTo>
                    <a:pt x="2111624" y="9756"/>
                  </a:lnTo>
                  <a:lnTo>
                    <a:pt x="2133547" y="8280"/>
                  </a:lnTo>
                  <a:lnTo>
                    <a:pt x="2155036" y="6833"/>
                  </a:lnTo>
                  <a:lnTo>
                    <a:pt x="2176108" y="5414"/>
                  </a:lnTo>
                  <a:lnTo>
                    <a:pt x="2196778" y="4022"/>
                  </a:lnTo>
                  <a:lnTo>
                    <a:pt x="2217062" y="2657"/>
                  </a:lnTo>
                  <a:lnTo>
                    <a:pt x="2236974" y="1316"/>
                  </a:lnTo>
                  <a:lnTo>
                    <a:pt x="2256527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413304" y="5013897"/>
              <a:ext cx="2256527" cy="184696"/>
            </a:xfrm>
            <a:custGeom>
              <a:avLst/>
              <a:pathLst>
                <a:path w="2256527" h="184696">
                  <a:moveTo>
                    <a:pt x="0" y="0"/>
                  </a:moveTo>
                  <a:lnTo>
                    <a:pt x="144902" y="11860"/>
                  </a:lnTo>
                  <a:lnTo>
                    <a:pt x="272716" y="22321"/>
                  </a:lnTo>
                  <a:lnTo>
                    <a:pt x="387049" y="31679"/>
                  </a:lnTo>
                  <a:lnTo>
                    <a:pt x="490476" y="40145"/>
                  </a:lnTo>
                  <a:lnTo>
                    <a:pt x="584897" y="47873"/>
                  </a:lnTo>
                  <a:lnTo>
                    <a:pt x="671756" y="54983"/>
                  </a:lnTo>
                  <a:lnTo>
                    <a:pt x="752175" y="61565"/>
                  </a:lnTo>
                  <a:lnTo>
                    <a:pt x="827044" y="67693"/>
                  </a:lnTo>
                  <a:lnTo>
                    <a:pt x="897078" y="73425"/>
                  </a:lnTo>
                  <a:lnTo>
                    <a:pt x="962866" y="78810"/>
                  </a:lnTo>
                  <a:lnTo>
                    <a:pt x="1024892" y="83887"/>
                  </a:lnTo>
                  <a:lnTo>
                    <a:pt x="1083563" y="88689"/>
                  </a:lnTo>
                  <a:lnTo>
                    <a:pt x="1139225" y="93245"/>
                  </a:lnTo>
                  <a:lnTo>
                    <a:pt x="1192170" y="97578"/>
                  </a:lnTo>
                  <a:lnTo>
                    <a:pt x="1242652" y="101710"/>
                  </a:lnTo>
                  <a:lnTo>
                    <a:pt x="1290889" y="105658"/>
                  </a:lnTo>
                  <a:lnTo>
                    <a:pt x="1337073" y="109439"/>
                  </a:lnTo>
                  <a:lnTo>
                    <a:pt x="1381371" y="113064"/>
                  </a:lnTo>
                  <a:lnTo>
                    <a:pt x="1423932" y="116548"/>
                  </a:lnTo>
                  <a:lnTo>
                    <a:pt x="1464886" y="119900"/>
                  </a:lnTo>
                  <a:lnTo>
                    <a:pt x="1504351" y="123130"/>
                  </a:lnTo>
                  <a:lnTo>
                    <a:pt x="1542431" y="126247"/>
                  </a:lnTo>
                  <a:lnTo>
                    <a:pt x="1579219" y="129258"/>
                  </a:lnTo>
                  <a:lnTo>
                    <a:pt x="1614802" y="132171"/>
                  </a:lnTo>
                  <a:lnTo>
                    <a:pt x="1649254" y="134991"/>
                  </a:lnTo>
                  <a:lnTo>
                    <a:pt x="1682646" y="137724"/>
                  </a:lnTo>
                  <a:lnTo>
                    <a:pt x="1715042" y="140375"/>
                  </a:lnTo>
                  <a:lnTo>
                    <a:pt x="1746498" y="142950"/>
                  </a:lnTo>
                  <a:lnTo>
                    <a:pt x="1777068" y="145452"/>
                  </a:lnTo>
                  <a:lnTo>
                    <a:pt x="1806800" y="147886"/>
                  </a:lnTo>
                  <a:lnTo>
                    <a:pt x="1835739" y="150254"/>
                  </a:lnTo>
                  <a:lnTo>
                    <a:pt x="1863927" y="152561"/>
                  </a:lnTo>
                  <a:lnTo>
                    <a:pt x="1891401" y="154810"/>
                  </a:lnTo>
                  <a:lnTo>
                    <a:pt x="1918196" y="157003"/>
                  </a:lnTo>
                  <a:lnTo>
                    <a:pt x="1944346" y="159144"/>
                  </a:lnTo>
                  <a:lnTo>
                    <a:pt x="1969880" y="161234"/>
                  </a:lnTo>
                  <a:lnTo>
                    <a:pt x="1994827" y="163276"/>
                  </a:lnTo>
                  <a:lnTo>
                    <a:pt x="2019214" y="165272"/>
                  </a:lnTo>
                  <a:lnTo>
                    <a:pt x="2043065" y="167224"/>
                  </a:lnTo>
                  <a:lnTo>
                    <a:pt x="2066402" y="169134"/>
                  </a:lnTo>
                  <a:lnTo>
                    <a:pt x="2089249" y="171004"/>
                  </a:lnTo>
                  <a:lnTo>
                    <a:pt x="2111624" y="172835"/>
                  </a:lnTo>
                  <a:lnTo>
                    <a:pt x="2133547" y="174630"/>
                  </a:lnTo>
                  <a:lnTo>
                    <a:pt x="2155036" y="176389"/>
                  </a:lnTo>
                  <a:lnTo>
                    <a:pt x="2176108" y="178113"/>
                  </a:lnTo>
                  <a:lnTo>
                    <a:pt x="2196778" y="179805"/>
                  </a:lnTo>
                  <a:lnTo>
                    <a:pt x="2217062" y="181465"/>
                  </a:lnTo>
                  <a:lnTo>
                    <a:pt x="2236974" y="183095"/>
                  </a:lnTo>
                  <a:lnTo>
                    <a:pt x="2256527" y="18469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413304" y="5483312"/>
              <a:ext cx="2256527" cy="37964"/>
            </a:xfrm>
            <a:custGeom>
              <a:avLst/>
              <a:pathLst>
                <a:path w="2256527" h="37964">
                  <a:moveTo>
                    <a:pt x="0" y="37964"/>
                  </a:moveTo>
                  <a:lnTo>
                    <a:pt x="144902" y="35526"/>
                  </a:lnTo>
                  <a:lnTo>
                    <a:pt x="272716" y="33376"/>
                  </a:lnTo>
                  <a:lnTo>
                    <a:pt x="387049" y="31452"/>
                  </a:lnTo>
                  <a:lnTo>
                    <a:pt x="490476" y="29712"/>
                  </a:lnTo>
                  <a:lnTo>
                    <a:pt x="584897" y="28124"/>
                  </a:lnTo>
                  <a:lnTo>
                    <a:pt x="671756" y="26662"/>
                  </a:lnTo>
                  <a:lnTo>
                    <a:pt x="752175" y="25309"/>
                  </a:lnTo>
                  <a:lnTo>
                    <a:pt x="827044" y="24050"/>
                  </a:lnTo>
                  <a:lnTo>
                    <a:pt x="897078" y="22871"/>
                  </a:lnTo>
                  <a:lnTo>
                    <a:pt x="962866" y="21765"/>
                  </a:lnTo>
                  <a:lnTo>
                    <a:pt x="1024892" y="20721"/>
                  </a:lnTo>
                  <a:lnTo>
                    <a:pt x="1083563" y="19734"/>
                  </a:lnTo>
                  <a:lnTo>
                    <a:pt x="1139225" y="18797"/>
                  </a:lnTo>
                  <a:lnTo>
                    <a:pt x="1192170" y="17907"/>
                  </a:lnTo>
                  <a:lnTo>
                    <a:pt x="1242652" y="17057"/>
                  </a:lnTo>
                  <a:lnTo>
                    <a:pt x="1290889" y="16246"/>
                  </a:lnTo>
                  <a:lnTo>
                    <a:pt x="1337073" y="15469"/>
                  </a:lnTo>
                  <a:lnTo>
                    <a:pt x="1381371" y="14723"/>
                  </a:lnTo>
                  <a:lnTo>
                    <a:pt x="1423932" y="14007"/>
                  </a:lnTo>
                  <a:lnTo>
                    <a:pt x="1464886" y="13318"/>
                  </a:lnTo>
                  <a:lnTo>
                    <a:pt x="1504351" y="12654"/>
                  </a:lnTo>
                  <a:lnTo>
                    <a:pt x="1542431" y="12014"/>
                  </a:lnTo>
                  <a:lnTo>
                    <a:pt x="1579219" y="11395"/>
                  </a:lnTo>
                  <a:lnTo>
                    <a:pt x="1614802" y="10796"/>
                  </a:lnTo>
                  <a:lnTo>
                    <a:pt x="1649254" y="10216"/>
                  </a:lnTo>
                  <a:lnTo>
                    <a:pt x="1682646" y="9655"/>
                  </a:lnTo>
                  <a:lnTo>
                    <a:pt x="1715042" y="9110"/>
                  </a:lnTo>
                  <a:lnTo>
                    <a:pt x="1746498" y="8580"/>
                  </a:lnTo>
                  <a:lnTo>
                    <a:pt x="1777068" y="8066"/>
                  </a:lnTo>
                  <a:lnTo>
                    <a:pt x="1806800" y="7566"/>
                  </a:lnTo>
                  <a:lnTo>
                    <a:pt x="1835739" y="7079"/>
                  </a:lnTo>
                  <a:lnTo>
                    <a:pt x="1863927" y="6605"/>
                  </a:lnTo>
                  <a:lnTo>
                    <a:pt x="1891401" y="6143"/>
                  </a:lnTo>
                  <a:lnTo>
                    <a:pt x="1918196" y="5692"/>
                  </a:lnTo>
                  <a:lnTo>
                    <a:pt x="1944346" y="5252"/>
                  </a:lnTo>
                  <a:lnTo>
                    <a:pt x="1969880" y="4822"/>
                  </a:lnTo>
                  <a:lnTo>
                    <a:pt x="1994827" y="4402"/>
                  </a:lnTo>
                  <a:lnTo>
                    <a:pt x="2019214" y="3992"/>
                  </a:lnTo>
                  <a:lnTo>
                    <a:pt x="2043065" y="3591"/>
                  </a:lnTo>
                  <a:lnTo>
                    <a:pt x="2066402" y="3198"/>
                  </a:lnTo>
                  <a:lnTo>
                    <a:pt x="2089249" y="2814"/>
                  </a:lnTo>
                  <a:lnTo>
                    <a:pt x="2111624" y="2437"/>
                  </a:lnTo>
                  <a:lnTo>
                    <a:pt x="2133547" y="2069"/>
                  </a:lnTo>
                  <a:lnTo>
                    <a:pt x="2155036" y="1707"/>
                  </a:lnTo>
                  <a:lnTo>
                    <a:pt x="2176108" y="1352"/>
                  </a:lnTo>
                  <a:lnTo>
                    <a:pt x="2196778" y="1005"/>
                  </a:lnTo>
                  <a:lnTo>
                    <a:pt x="2217062" y="663"/>
                  </a:lnTo>
                  <a:lnTo>
                    <a:pt x="2236974" y="328"/>
                  </a:lnTo>
                  <a:lnTo>
                    <a:pt x="2256527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413304" y="5227433"/>
              <a:ext cx="2256527" cy="269945"/>
            </a:xfrm>
            <a:custGeom>
              <a:avLst/>
              <a:pathLst>
                <a:path w="2256527" h="269945">
                  <a:moveTo>
                    <a:pt x="0" y="269945"/>
                  </a:moveTo>
                  <a:lnTo>
                    <a:pt x="144902" y="252610"/>
                  </a:lnTo>
                  <a:lnTo>
                    <a:pt x="272716" y="237320"/>
                  </a:lnTo>
                  <a:lnTo>
                    <a:pt x="387049" y="223643"/>
                  </a:lnTo>
                  <a:lnTo>
                    <a:pt x="490476" y="211270"/>
                  </a:lnTo>
                  <a:lnTo>
                    <a:pt x="584897" y="199974"/>
                  </a:lnTo>
                  <a:lnTo>
                    <a:pt x="671756" y="189583"/>
                  </a:lnTo>
                  <a:lnTo>
                    <a:pt x="752175" y="179963"/>
                  </a:lnTo>
                  <a:lnTo>
                    <a:pt x="827044" y="171007"/>
                  </a:lnTo>
                  <a:lnTo>
                    <a:pt x="897078" y="162629"/>
                  </a:lnTo>
                  <a:lnTo>
                    <a:pt x="962866" y="154758"/>
                  </a:lnTo>
                  <a:lnTo>
                    <a:pt x="1024892" y="147338"/>
                  </a:lnTo>
                  <a:lnTo>
                    <a:pt x="1083563" y="140320"/>
                  </a:lnTo>
                  <a:lnTo>
                    <a:pt x="1139225" y="133661"/>
                  </a:lnTo>
                  <a:lnTo>
                    <a:pt x="1192170" y="127327"/>
                  </a:lnTo>
                  <a:lnTo>
                    <a:pt x="1242652" y="121288"/>
                  </a:lnTo>
                  <a:lnTo>
                    <a:pt x="1290889" y="115517"/>
                  </a:lnTo>
                  <a:lnTo>
                    <a:pt x="1337073" y="109993"/>
                  </a:lnTo>
                  <a:lnTo>
                    <a:pt x="1381371" y="104693"/>
                  </a:lnTo>
                  <a:lnTo>
                    <a:pt x="1423932" y="99602"/>
                  </a:lnTo>
                  <a:lnTo>
                    <a:pt x="1464886" y="94702"/>
                  </a:lnTo>
                  <a:lnTo>
                    <a:pt x="1504351" y="89981"/>
                  </a:lnTo>
                  <a:lnTo>
                    <a:pt x="1542431" y="85426"/>
                  </a:lnTo>
                  <a:lnTo>
                    <a:pt x="1579219" y="81025"/>
                  </a:lnTo>
                  <a:lnTo>
                    <a:pt x="1614802" y="76768"/>
                  </a:lnTo>
                  <a:lnTo>
                    <a:pt x="1649254" y="72647"/>
                  </a:lnTo>
                  <a:lnTo>
                    <a:pt x="1682646" y="68652"/>
                  </a:lnTo>
                  <a:lnTo>
                    <a:pt x="1715042" y="64777"/>
                  </a:lnTo>
                  <a:lnTo>
                    <a:pt x="1746498" y="61014"/>
                  </a:lnTo>
                  <a:lnTo>
                    <a:pt x="1777068" y="57357"/>
                  </a:lnTo>
                  <a:lnTo>
                    <a:pt x="1806800" y="53800"/>
                  </a:lnTo>
                  <a:lnTo>
                    <a:pt x="1835739" y="50338"/>
                  </a:lnTo>
                  <a:lnTo>
                    <a:pt x="1863927" y="46966"/>
                  </a:lnTo>
                  <a:lnTo>
                    <a:pt x="1891401" y="43679"/>
                  </a:lnTo>
                  <a:lnTo>
                    <a:pt x="1918196" y="40474"/>
                  </a:lnTo>
                  <a:lnTo>
                    <a:pt x="1944346" y="37345"/>
                  </a:lnTo>
                  <a:lnTo>
                    <a:pt x="1969880" y="34291"/>
                  </a:lnTo>
                  <a:lnTo>
                    <a:pt x="1994827" y="31306"/>
                  </a:lnTo>
                  <a:lnTo>
                    <a:pt x="2019214" y="28389"/>
                  </a:lnTo>
                  <a:lnTo>
                    <a:pt x="2043065" y="25536"/>
                  </a:lnTo>
                  <a:lnTo>
                    <a:pt x="2066402" y="22744"/>
                  </a:lnTo>
                  <a:lnTo>
                    <a:pt x="2089249" y="20011"/>
                  </a:lnTo>
                  <a:lnTo>
                    <a:pt x="2111624" y="17334"/>
                  </a:lnTo>
                  <a:lnTo>
                    <a:pt x="2133547" y="14711"/>
                  </a:lnTo>
                  <a:lnTo>
                    <a:pt x="2155036" y="12141"/>
                  </a:lnTo>
                  <a:lnTo>
                    <a:pt x="2176108" y="9620"/>
                  </a:lnTo>
                  <a:lnTo>
                    <a:pt x="2196778" y="7147"/>
                  </a:lnTo>
                  <a:lnTo>
                    <a:pt x="2217062" y="4721"/>
                  </a:lnTo>
                  <a:lnTo>
                    <a:pt x="2236974" y="2339"/>
                  </a:lnTo>
                  <a:lnTo>
                    <a:pt x="2256527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413304" y="5235947"/>
              <a:ext cx="2256527" cy="177984"/>
            </a:xfrm>
            <a:custGeom>
              <a:avLst/>
              <a:pathLst>
                <a:path w="2256527" h="177984">
                  <a:moveTo>
                    <a:pt x="0" y="0"/>
                  </a:moveTo>
                  <a:lnTo>
                    <a:pt x="144902" y="11429"/>
                  </a:lnTo>
                  <a:lnTo>
                    <a:pt x="272716" y="21510"/>
                  </a:lnTo>
                  <a:lnTo>
                    <a:pt x="387049" y="30528"/>
                  </a:lnTo>
                  <a:lnTo>
                    <a:pt x="490476" y="38686"/>
                  </a:lnTo>
                  <a:lnTo>
                    <a:pt x="584897" y="46134"/>
                  </a:lnTo>
                  <a:lnTo>
                    <a:pt x="671756" y="52985"/>
                  </a:lnTo>
                  <a:lnTo>
                    <a:pt x="752175" y="59328"/>
                  </a:lnTo>
                  <a:lnTo>
                    <a:pt x="827044" y="65233"/>
                  </a:lnTo>
                  <a:lnTo>
                    <a:pt x="897078" y="70757"/>
                  </a:lnTo>
                  <a:lnTo>
                    <a:pt x="962866" y="75946"/>
                  </a:lnTo>
                  <a:lnTo>
                    <a:pt x="1024892" y="80838"/>
                  </a:lnTo>
                  <a:lnTo>
                    <a:pt x="1083563" y="85466"/>
                  </a:lnTo>
                  <a:lnTo>
                    <a:pt x="1139225" y="89856"/>
                  </a:lnTo>
                  <a:lnTo>
                    <a:pt x="1192170" y="94032"/>
                  </a:lnTo>
                  <a:lnTo>
                    <a:pt x="1242652" y="98014"/>
                  </a:lnTo>
                  <a:lnTo>
                    <a:pt x="1290889" y="101819"/>
                  </a:lnTo>
                  <a:lnTo>
                    <a:pt x="1337073" y="105462"/>
                  </a:lnTo>
                  <a:lnTo>
                    <a:pt x="1381371" y="108956"/>
                  </a:lnTo>
                  <a:lnTo>
                    <a:pt x="1423932" y="112313"/>
                  </a:lnTo>
                  <a:lnTo>
                    <a:pt x="1464886" y="115543"/>
                  </a:lnTo>
                  <a:lnTo>
                    <a:pt x="1504351" y="118656"/>
                  </a:lnTo>
                  <a:lnTo>
                    <a:pt x="1542431" y="121659"/>
                  </a:lnTo>
                  <a:lnTo>
                    <a:pt x="1579219" y="124561"/>
                  </a:lnTo>
                  <a:lnTo>
                    <a:pt x="1614802" y="127368"/>
                  </a:lnTo>
                  <a:lnTo>
                    <a:pt x="1649254" y="130085"/>
                  </a:lnTo>
                  <a:lnTo>
                    <a:pt x="1682646" y="132719"/>
                  </a:lnTo>
                  <a:lnTo>
                    <a:pt x="1715042" y="135274"/>
                  </a:lnTo>
                  <a:lnTo>
                    <a:pt x="1746498" y="137755"/>
                  </a:lnTo>
                  <a:lnTo>
                    <a:pt x="1777068" y="140166"/>
                  </a:lnTo>
                  <a:lnTo>
                    <a:pt x="1806800" y="142512"/>
                  </a:lnTo>
                  <a:lnTo>
                    <a:pt x="1835739" y="144794"/>
                  </a:lnTo>
                  <a:lnTo>
                    <a:pt x="1863927" y="147017"/>
                  </a:lnTo>
                  <a:lnTo>
                    <a:pt x="1891401" y="149184"/>
                  </a:lnTo>
                  <a:lnTo>
                    <a:pt x="1918196" y="151298"/>
                  </a:lnTo>
                  <a:lnTo>
                    <a:pt x="1944346" y="153360"/>
                  </a:lnTo>
                  <a:lnTo>
                    <a:pt x="1969880" y="155375"/>
                  </a:lnTo>
                  <a:lnTo>
                    <a:pt x="1994827" y="157342"/>
                  </a:lnTo>
                  <a:lnTo>
                    <a:pt x="2019214" y="159266"/>
                  </a:lnTo>
                  <a:lnTo>
                    <a:pt x="2043065" y="161147"/>
                  </a:lnTo>
                  <a:lnTo>
                    <a:pt x="2066402" y="162988"/>
                  </a:lnTo>
                  <a:lnTo>
                    <a:pt x="2089249" y="164790"/>
                  </a:lnTo>
                  <a:lnTo>
                    <a:pt x="2111624" y="166555"/>
                  </a:lnTo>
                  <a:lnTo>
                    <a:pt x="2133547" y="168284"/>
                  </a:lnTo>
                  <a:lnTo>
                    <a:pt x="2155036" y="169979"/>
                  </a:lnTo>
                  <a:lnTo>
                    <a:pt x="2176108" y="171641"/>
                  </a:lnTo>
                  <a:lnTo>
                    <a:pt x="2196778" y="173271"/>
                  </a:lnTo>
                  <a:lnTo>
                    <a:pt x="2217062" y="174871"/>
                  </a:lnTo>
                  <a:lnTo>
                    <a:pt x="2236974" y="176442"/>
                  </a:lnTo>
                  <a:lnTo>
                    <a:pt x="2256527" y="177984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2" name="rc591"/>
            <p:cNvSpPr/>
            <p:nvPr/>
          </p:nvSpPr>
          <p:spPr>
            <a:xfrm>
              <a:off x="4262365" y="4616522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262365" y="4616522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233897" y="57493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4233897" y="55091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4233897" y="52689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4233897" y="50287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7"/>
            <p:cNvSpPr/>
            <p:nvPr/>
          </p:nvSpPr>
          <p:spPr>
            <a:xfrm>
              <a:off x="4233897" y="478851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8"/>
            <p:cNvSpPr/>
            <p:nvPr/>
          </p:nvSpPr>
          <p:spPr>
            <a:xfrm>
              <a:off x="4262365" y="5823197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599"/>
            <p:cNvSpPr/>
            <p:nvPr/>
          </p:nvSpPr>
          <p:spPr>
            <a:xfrm>
              <a:off x="4413304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0"/>
            <p:cNvSpPr/>
            <p:nvPr/>
          </p:nvSpPr>
          <p:spPr>
            <a:xfrm>
              <a:off x="5165480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1"/>
            <p:cNvSpPr/>
            <p:nvPr/>
          </p:nvSpPr>
          <p:spPr>
            <a:xfrm>
              <a:off x="5917656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2"/>
            <p:cNvSpPr/>
            <p:nvPr/>
          </p:nvSpPr>
          <p:spPr>
            <a:xfrm>
              <a:off x="6669832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tx603"/>
            <p:cNvSpPr/>
            <p:nvPr/>
          </p:nvSpPr>
          <p:spPr>
            <a:xfrm>
              <a:off x="4385049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05" name="tx604"/>
            <p:cNvSpPr/>
            <p:nvPr/>
          </p:nvSpPr>
          <p:spPr>
            <a:xfrm>
              <a:off x="5137225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6" name="tx605"/>
            <p:cNvSpPr/>
            <p:nvPr/>
          </p:nvSpPr>
          <p:spPr>
            <a:xfrm>
              <a:off x="5889401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7" name="tx606"/>
            <p:cNvSpPr/>
            <p:nvPr/>
          </p:nvSpPr>
          <p:spPr>
            <a:xfrm>
              <a:off x="6641577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08" name="tx607"/>
            <p:cNvSpPr/>
            <p:nvPr/>
          </p:nvSpPr>
          <p:spPr>
            <a:xfrm>
              <a:off x="5289264" y="6032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09" name="tx608"/>
            <p:cNvSpPr/>
            <p:nvPr/>
          </p:nvSpPr>
          <p:spPr>
            <a:xfrm>
              <a:off x="4262365" y="4439982"/>
              <a:ext cx="85404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10" name="rc609"/>
            <p:cNvSpPr/>
            <p:nvPr/>
          </p:nvSpPr>
          <p:spPr>
            <a:xfrm>
              <a:off x="3040122" y="6256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tx610"/>
            <p:cNvSpPr/>
            <p:nvPr/>
          </p:nvSpPr>
          <p:spPr>
            <a:xfrm>
              <a:off x="3905579" y="6269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12" name="rc611"/>
            <p:cNvSpPr/>
            <p:nvPr/>
          </p:nvSpPr>
          <p:spPr>
            <a:xfrm>
              <a:off x="3040122" y="6421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3102049" y="64832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l613"/>
            <p:cNvSpPr/>
            <p:nvPr/>
          </p:nvSpPr>
          <p:spPr>
            <a:xfrm>
              <a:off x="3058122" y="6511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rc614"/>
            <p:cNvSpPr/>
            <p:nvPr/>
          </p:nvSpPr>
          <p:spPr>
            <a:xfrm>
              <a:off x="3040122" y="6658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3102049" y="67202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6"/>
            <p:cNvSpPr/>
            <p:nvPr/>
          </p:nvSpPr>
          <p:spPr>
            <a:xfrm>
              <a:off x="3058122" y="6748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3492003" y="6421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3553930" y="648327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l619"/>
            <p:cNvSpPr/>
            <p:nvPr/>
          </p:nvSpPr>
          <p:spPr>
            <a:xfrm>
              <a:off x="3510003" y="6511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rc620"/>
            <p:cNvSpPr/>
            <p:nvPr/>
          </p:nvSpPr>
          <p:spPr>
            <a:xfrm>
              <a:off x="3492003" y="6658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3553930" y="672021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l622"/>
            <p:cNvSpPr/>
            <p:nvPr/>
          </p:nvSpPr>
          <p:spPr>
            <a:xfrm>
              <a:off x="3510003" y="6748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rc623"/>
            <p:cNvSpPr/>
            <p:nvPr/>
          </p:nvSpPr>
          <p:spPr>
            <a:xfrm>
              <a:off x="3938215" y="6421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000142" y="64832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l625"/>
            <p:cNvSpPr/>
            <p:nvPr/>
          </p:nvSpPr>
          <p:spPr>
            <a:xfrm>
              <a:off x="3956215" y="6511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rc626"/>
            <p:cNvSpPr/>
            <p:nvPr/>
          </p:nvSpPr>
          <p:spPr>
            <a:xfrm>
              <a:off x="3938215" y="6658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4000142" y="67202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l628"/>
            <p:cNvSpPr/>
            <p:nvPr/>
          </p:nvSpPr>
          <p:spPr>
            <a:xfrm>
              <a:off x="3956215" y="6748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rc629"/>
            <p:cNvSpPr/>
            <p:nvPr/>
          </p:nvSpPr>
          <p:spPr>
            <a:xfrm>
              <a:off x="4373180" y="6421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4435107" y="64832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l631"/>
            <p:cNvSpPr/>
            <p:nvPr/>
          </p:nvSpPr>
          <p:spPr>
            <a:xfrm>
              <a:off x="4391180" y="6511348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rc632"/>
            <p:cNvSpPr/>
            <p:nvPr/>
          </p:nvSpPr>
          <p:spPr>
            <a:xfrm>
              <a:off x="4373180" y="6658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435107" y="67202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l634"/>
            <p:cNvSpPr/>
            <p:nvPr/>
          </p:nvSpPr>
          <p:spPr>
            <a:xfrm>
              <a:off x="4391180" y="6748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rc635"/>
            <p:cNvSpPr/>
            <p:nvPr/>
          </p:nvSpPr>
          <p:spPr>
            <a:xfrm>
              <a:off x="4819392" y="6421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881319" y="648327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l637"/>
            <p:cNvSpPr/>
            <p:nvPr/>
          </p:nvSpPr>
          <p:spPr>
            <a:xfrm>
              <a:off x="4837392" y="6511348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rc638"/>
            <p:cNvSpPr/>
            <p:nvPr/>
          </p:nvSpPr>
          <p:spPr>
            <a:xfrm>
              <a:off x="4819392" y="6658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4881319" y="67202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l640"/>
            <p:cNvSpPr/>
            <p:nvPr/>
          </p:nvSpPr>
          <p:spPr>
            <a:xfrm>
              <a:off x="4837392" y="6748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tx641"/>
            <p:cNvSpPr/>
            <p:nvPr/>
          </p:nvSpPr>
          <p:spPr>
            <a:xfrm>
              <a:off x="3277058" y="6474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43" name="tx642"/>
            <p:cNvSpPr/>
            <p:nvPr/>
          </p:nvSpPr>
          <p:spPr>
            <a:xfrm>
              <a:off x="3277058" y="6711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44" name="tx643"/>
            <p:cNvSpPr/>
            <p:nvPr/>
          </p:nvSpPr>
          <p:spPr>
            <a:xfrm>
              <a:off x="3728939" y="6474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45" name="tx644"/>
            <p:cNvSpPr/>
            <p:nvPr/>
          </p:nvSpPr>
          <p:spPr>
            <a:xfrm>
              <a:off x="3728939" y="6711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46" name="tx645"/>
            <p:cNvSpPr/>
            <p:nvPr/>
          </p:nvSpPr>
          <p:spPr>
            <a:xfrm>
              <a:off x="4175151" y="6474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47" name="tx646"/>
            <p:cNvSpPr/>
            <p:nvPr/>
          </p:nvSpPr>
          <p:spPr>
            <a:xfrm>
              <a:off x="4175151" y="6711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48" name="tx647"/>
            <p:cNvSpPr/>
            <p:nvPr/>
          </p:nvSpPr>
          <p:spPr>
            <a:xfrm>
              <a:off x="4610116" y="6474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49" name="tx648"/>
            <p:cNvSpPr/>
            <p:nvPr/>
          </p:nvSpPr>
          <p:spPr>
            <a:xfrm>
              <a:off x="4610116" y="6711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50" name="tx649"/>
            <p:cNvSpPr/>
            <p:nvPr/>
          </p:nvSpPr>
          <p:spPr>
            <a:xfrm>
              <a:off x="5056328" y="6474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51" name="tx650"/>
            <p:cNvSpPr/>
            <p:nvPr/>
          </p:nvSpPr>
          <p:spPr>
            <a:xfrm>
              <a:off x="5056328" y="6711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2026-07-20T11:42:22Z</dcterms:modified>
  <cp:category/>
</cp:coreProperties>
</file>