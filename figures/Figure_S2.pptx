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3123382" cy="1664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07371" y="983989"/>
              <a:ext cx="2857438" cy="1664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83989" y="2648723"/>
              <a:ext cx="3123382" cy="1664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07371" y="2648723"/>
              <a:ext cx="2857438" cy="1664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83989" y="4313457"/>
              <a:ext cx="3123382" cy="2651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107371" y="4313457"/>
              <a:ext cx="2857438" cy="2651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404926" y="1287054"/>
              <a:ext cx="2575919" cy="1206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575303" y="227553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545351" y="221579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526891" y="230587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567527" y="230330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526044" y="232550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581738" y="219927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524201" y="212892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493941" y="228947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547248" y="235076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518128" y="218180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272553" y="235783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248844" y="230387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283027" y="179075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292937" y="223534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296176" y="229869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335435" y="235311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294508" y="237514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322809" y="22283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240027" y="168400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253488" y="184272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329633" y="236710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249199" y="219443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313349" y="214671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261180" y="215513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238668" y="229270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239489" y="224176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307726" y="183597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322393" y="195198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989382" y="232334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3030816" y="213854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996898" y="23340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048130" y="241080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982377" y="219447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54387" y="231444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047303" y="153733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078076" y="235319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024987" y="206164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074336" y="177858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3039381" y="131383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074107" y="197654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074737" y="211736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067203" y="199846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025664" y="209531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083331" y="222454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077451" y="215068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073984" y="213825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013117" y="222335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020539" y="221436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835686" y="222911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817650" y="222716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745187" y="219035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760725" y="230702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737115" y="199262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753081" y="200792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746579" y="21922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769917" y="212820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754860" y="205262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806774" y="186219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801428" y="191858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826595" y="180293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820019" y="199918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734588" y="194387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805581" y="228024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799777" y="214249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825805" y="206443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817263" y="211588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793115" y="189832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764879" y="209152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742193" y="197822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828180" y="188489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775245" y="202513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804096" y="199980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l84"/>
            <p:cNvSpPr/>
            <p:nvPr/>
          </p:nvSpPr>
          <p:spPr>
            <a:xfrm>
              <a:off x="1563269" y="2133205"/>
              <a:ext cx="2248235" cy="188809"/>
            </a:xfrm>
            <a:custGeom>
              <a:avLst/>
              <a:pathLst>
                <a:path w="2248235" h="188809">
                  <a:moveTo>
                    <a:pt x="0" y="188809"/>
                  </a:moveTo>
                  <a:lnTo>
                    <a:pt x="144370" y="176685"/>
                  </a:lnTo>
                  <a:lnTo>
                    <a:pt x="271714" y="165990"/>
                  </a:lnTo>
                  <a:lnTo>
                    <a:pt x="385627" y="156424"/>
                  </a:lnTo>
                  <a:lnTo>
                    <a:pt x="488674" y="147770"/>
                  </a:lnTo>
                  <a:lnTo>
                    <a:pt x="582748" y="139869"/>
                  </a:lnTo>
                  <a:lnTo>
                    <a:pt x="669288" y="132601"/>
                  </a:lnTo>
                  <a:lnTo>
                    <a:pt x="749411" y="125873"/>
                  </a:lnTo>
                  <a:lnTo>
                    <a:pt x="824005" y="119608"/>
                  </a:lnTo>
                  <a:lnTo>
                    <a:pt x="893782" y="113748"/>
                  </a:lnTo>
                  <a:lnTo>
                    <a:pt x="959328" y="108244"/>
                  </a:lnTo>
                  <a:lnTo>
                    <a:pt x="1021126" y="103054"/>
                  </a:lnTo>
                  <a:lnTo>
                    <a:pt x="1079582" y="98144"/>
                  </a:lnTo>
                  <a:lnTo>
                    <a:pt x="1135039" y="93487"/>
                  </a:lnTo>
                  <a:lnTo>
                    <a:pt x="1187789" y="89057"/>
                  </a:lnTo>
                  <a:lnTo>
                    <a:pt x="1238085" y="84833"/>
                  </a:lnTo>
                  <a:lnTo>
                    <a:pt x="1286145" y="80797"/>
                  </a:lnTo>
                  <a:lnTo>
                    <a:pt x="1332160" y="76933"/>
                  </a:lnTo>
                  <a:lnTo>
                    <a:pt x="1376295" y="73226"/>
                  </a:lnTo>
                  <a:lnTo>
                    <a:pt x="1418700" y="69665"/>
                  </a:lnTo>
                  <a:lnTo>
                    <a:pt x="1459504" y="66238"/>
                  </a:lnTo>
                  <a:lnTo>
                    <a:pt x="1498823" y="62936"/>
                  </a:lnTo>
                  <a:lnTo>
                    <a:pt x="1536763" y="59750"/>
                  </a:lnTo>
                  <a:lnTo>
                    <a:pt x="1573417" y="56672"/>
                  </a:lnTo>
                  <a:lnTo>
                    <a:pt x="1608868" y="53694"/>
                  </a:lnTo>
                  <a:lnTo>
                    <a:pt x="1643194" y="50812"/>
                  </a:lnTo>
                  <a:lnTo>
                    <a:pt x="1676463" y="48018"/>
                  </a:lnTo>
                  <a:lnTo>
                    <a:pt x="1708740" y="45307"/>
                  </a:lnTo>
                  <a:lnTo>
                    <a:pt x="1740080" y="42675"/>
                  </a:lnTo>
                  <a:lnTo>
                    <a:pt x="1770538" y="40117"/>
                  </a:lnTo>
                  <a:lnTo>
                    <a:pt x="1800161" y="37629"/>
                  </a:lnTo>
                  <a:lnTo>
                    <a:pt x="1828994" y="35208"/>
                  </a:lnTo>
                  <a:lnTo>
                    <a:pt x="1857078" y="32849"/>
                  </a:lnTo>
                  <a:lnTo>
                    <a:pt x="1884451" y="30551"/>
                  </a:lnTo>
                  <a:lnTo>
                    <a:pt x="1911148" y="28309"/>
                  </a:lnTo>
                  <a:lnTo>
                    <a:pt x="1937201" y="26121"/>
                  </a:lnTo>
                  <a:lnTo>
                    <a:pt x="1962642" y="23984"/>
                  </a:lnTo>
                  <a:lnTo>
                    <a:pt x="1987497" y="21897"/>
                  </a:lnTo>
                  <a:lnTo>
                    <a:pt x="2011794" y="19856"/>
                  </a:lnTo>
                  <a:lnTo>
                    <a:pt x="2035557" y="17860"/>
                  </a:lnTo>
                  <a:lnTo>
                    <a:pt x="2058809" y="15908"/>
                  </a:lnTo>
                  <a:lnTo>
                    <a:pt x="2081572" y="13996"/>
                  </a:lnTo>
                  <a:lnTo>
                    <a:pt x="2103865" y="12124"/>
                  </a:lnTo>
                  <a:lnTo>
                    <a:pt x="2125707" y="10290"/>
                  </a:lnTo>
                  <a:lnTo>
                    <a:pt x="2147117" y="8492"/>
                  </a:lnTo>
                  <a:lnTo>
                    <a:pt x="2168112" y="6728"/>
                  </a:lnTo>
                  <a:lnTo>
                    <a:pt x="2188706" y="4999"/>
                  </a:lnTo>
                  <a:lnTo>
                    <a:pt x="2208916" y="3302"/>
                  </a:lnTo>
                  <a:lnTo>
                    <a:pt x="2228754" y="1636"/>
                  </a:lnTo>
                  <a:lnTo>
                    <a:pt x="2248235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563269" y="2082054"/>
              <a:ext cx="2248235" cy="270128"/>
            </a:xfrm>
            <a:custGeom>
              <a:avLst/>
              <a:pathLst>
                <a:path w="2248235" h="270128">
                  <a:moveTo>
                    <a:pt x="0" y="270128"/>
                  </a:moveTo>
                  <a:lnTo>
                    <a:pt x="144370" y="252781"/>
                  </a:lnTo>
                  <a:lnTo>
                    <a:pt x="271714" y="237481"/>
                  </a:lnTo>
                  <a:lnTo>
                    <a:pt x="385627" y="223794"/>
                  </a:lnTo>
                  <a:lnTo>
                    <a:pt x="488674" y="211413"/>
                  </a:lnTo>
                  <a:lnTo>
                    <a:pt x="582748" y="200110"/>
                  </a:lnTo>
                  <a:lnTo>
                    <a:pt x="669288" y="189712"/>
                  </a:lnTo>
                  <a:lnTo>
                    <a:pt x="749411" y="180085"/>
                  </a:lnTo>
                  <a:lnTo>
                    <a:pt x="824005" y="171122"/>
                  </a:lnTo>
                  <a:lnTo>
                    <a:pt x="893782" y="162739"/>
                  </a:lnTo>
                  <a:lnTo>
                    <a:pt x="959328" y="154863"/>
                  </a:lnTo>
                  <a:lnTo>
                    <a:pt x="1021126" y="147438"/>
                  </a:lnTo>
                  <a:lnTo>
                    <a:pt x="1079582" y="140415"/>
                  </a:lnTo>
                  <a:lnTo>
                    <a:pt x="1135039" y="133751"/>
                  </a:lnTo>
                  <a:lnTo>
                    <a:pt x="1187789" y="127413"/>
                  </a:lnTo>
                  <a:lnTo>
                    <a:pt x="1238085" y="121370"/>
                  </a:lnTo>
                  <a:lnTo>
                    <a:pt x="1286145" y="115596"/>
                  </a:lnTo>
                  <a:lnTo>
                    <a:pt x="1332160" y="110067"/>
                  </a:lnTo>
                  <a:lnTo>
                    <a:pt x="1376295" y="104764"/>
                  </a:lnTo>
                  <a:lnTo>
                    <a:pt x="1418700" y="99669"/>
                  </a:lnTo>
                  <a:lnTo>
                    <a:pt x="1459504" y="94766"/>
                  </a:lnTo>
                  <a:lnTo>
                    <a:pt x="1498823" y="90042"/>
                  </a:lnTo>
                  <a:lnTo>
                    <a:pt x="1536763" y="85484"/>
                  </a:lnTo>
                  <a:lnTo>
                    <a:pt x="1573417" y="81080"/>
                  </a:lnTo>
                  <a:lnTo>
                    <a:pt x="1608868" y="76820"/>
                  </a:lnTo>
                  <a:lnTo>
                    <a:pt x="1643194" y="72696"/>
                  </a:lnTo>
                  <a:lnTo>
                    <a:pt x="1676463" y="68699"/>
                  </a:lnTo>
                  <a:lnTo>
                    <a:pt x="1708740" y="64821"/>
                  </a:lnTo>
                  <a:lnTo>
                    <a:pt x="1740080" y="61055"/>
                  </a:lnTo>
                  <a:lnTo>
                    <a:pt x="1770538" y="57395"/>
                  </a:lnTo>
                  <a:lnTo>
                    <a:pt x="1800161" y="53836"/>
                  </a:lnTo>
                  <a:lnTo>
                    <a:pt x="1828994" y="50372"/>
                  </a:lnTo>
                  <a:lnTo>
                    <a:pt x="1857078" y="46998"/>
                  </a:lnTo>
                  <a:lnTo>
                    <a:pt x="1884451" y="43709"/>
                  </a:lnTo>
                  <a:lnTo>
                    <a:pt x="1911148" y="40501"/>
                  </a:lnTo>
                  <a:lnTo>
                    <a:pt x="1937201" y="37371"/>
                  </a:lnTo>
                  <a:lnTo>
                    <a:pt x="1962642" y="34314"/>
                  </a:lnTo>
                  <a:lnTo>
                    <a:pt x="1987497" y="31327"/>
                  </a:lnTo>
                  <a:lnTo>
                    <a:pt x="2011794" y="28408"/>
                  </a:lnTo>
                  <a:lnTo>
                    <a:pt x="2035557" y="25553"/>
                  </a:lnTo>
                  <a:lnTo>
                    <a:pt x="2058809" y="22759"/>
                  </a:lnTo>
                  <a:lnTo>
                    <a:pt x="2081572" y="20024"/>
                  </a:lnTo>
                  <a:lnTo>
                    <a:pt x="2103865" y="17346"/>
                  </a:lnTo>
                  <a:lnTo>
                    <a:pt x="2125707" y="14721"/>
                  </a:lnTo>
                  <a:lnTo>
                    <a:pt x="2147117" y="12149"/>
                  </a:lnTo>
                  <a:lnTo>
                    <a:pt x="2168112" y="9626"/>
                  </a:lnTo>
                  <a:lnTo>
                    <a:pt x="2188706" y="7152"/>
                  </a:lnTo>
                  <a:lnTo>
                    <a:pt x="2208916" y="4724"/>
                  </a:lnTo>
                  <a:lnTo>
                    <a:pt x="2228754" y="2340"/>
                  </a:lnTo>
                  <a:lnTo>
                    <a:pt x="2248235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563269" y="2258916"/>
              <a:ext cx="2248235" cy="95244"/>
            </a:xfrm>
            <a:custGeom>
              <a:avLst/>
              <a:pathLst>
                <a:path w="2248235" h="95244">
                  <a:moveTo>
                    <a:pt x="0" y="95244"/>
                  </a:moveTo>
                  <a:lnTo>
                    <a:pt x="144370" y="89128"/>
                  </a:lnTo>
                  <a:lnTo>
                    <a:pt x="271714" y="83733"/>
                  </a:lnTo>
                  <a:lnTo>
                    <a:pt x="385627" y="78908"/>
                  </a:lnTo>
                  <a:lnTo>
                    <a:pt x="488674" y="74542"/>
                  </a:lnTo>
                  <a:lnTo>
                    <a:pt x="582748" y="70557"/>
                  </a:lnTo>
                  <a:lnTo>
                    <a:pt x="669288" y="66891"/>
                  </a:lnTo>
                  <a:lnTo>
                    <a:pt x="749411" y="63496"/>
                  </a:lnTo>
                  <a:lnTo>
                    <a:pt x="824005" y="60336"/>
                  </a:lnTo>
                  <a:lnTo>
                    <a:pt x="893782" y="57380"/>
                  </a:lnTo>
                  <a:lnTo>
                    <a:pt x="959328" y="54603"/>
                  </a:lnTo>
                  <a:lnTo>
                    <a:pt x="1021126" y="51985"/>
                  </a:lnTo>
                  <a:lnTo>
                    <a:pt x="1079582" y="49509"/>
                  </a:lnTo>
                  <a:lnTo>
                    <a:pt x="1135039" y="47159"/>
                  </a:lnTo>
                  <a:lnTo>
                    <a:pt x="1187789" y="44925"/>
                  </a:lnTo>
                  <a:lnTo>
                    <a:pt x="1238085" y="42794"/>
                  </a:lnTo>
                  <a:lnTo>
                    <a:pt x="1286145" y="40758"/>
                  </a:lnTo>
                  <a:lnTo>
                    <a:pt x="1332160" y="38808"/>
                  </a:lnTo>
                  <a:lnTo>
                    <a:pt x="1376295" y="36939"/>
                  </a:lnTo>
                  <a:lnTo>
                    <a:pt x="1418700" y="35142"/>
                  </a:lnTo>
                  <a:lnTo>
                    <a:pt x="1459504" y="33414"/>
                  </a:lnTo>
                  <a:lnTo>
                    <a:pt x="1498823" y="31748"/>
                  </a:lnTo>
                  <a:lnTo>
                    <a:pt x="1536763" y="30141"/>
                  </a:lnTo>
                  <a:lnTo>
                    <a:pt x="1573417" y="28588"/>
                  </a:lnTo>
                  <a:lnTo>
                    <a:pt x="1608868" y="27086"/>
                  </a:lnTo>
                  <a:lnTo>
                    <a:pt x="1643194" y="25632"/>
                  </a:lnTo>
                  <a:lnTo>
                    <a:pt x="1676463" y="24222"/>
                  </a:lnTo>
                  <a:lnTo>
                    <a:pt x="1708740" y="22855"/>
                  </a:lnTo>
                  <a:lnTo>
                    <a:pt x="1740080" y="21527"/>
                  </a:lnTo>
                  <a:lnTo>
                    <a:pt x="1770538" y="20237"/>
                  </a:lnTo>
                  <a:lnTo>
                    <a:pt x="1800161" y="18982"/>
                  </a:lnTo>
                  <a:lnTo>
                    <a:pt x="1828994" y="17760"/>
                  </a:lnTo>
                  <a:lnTo>
                    <a:pt x="1857078" y="16571"/>
                  </a:lnTo>
                  <a:lnTo>
                    <a:pt x="1884451" y="15411"/>
                  </a:lnTo>
                  <a:lnTo>
                    <a:pt x="1911148" y="14280"/>
                  </a:lnTo>
                  <a:lnTo>
                    <a:pt x="1937201" y="13176"/>
                  </a:lnTo>
                  <a:lnTo>
                    <a:pt x="1962642" y="12098"/>
                  </a:lnTo>
                  <a:lnTo>
                    <a:pt x="1987497" y="11045"/>
                  </a:lnTo>
                  <a:lnTo>
                    <a:pt x="2011794" y="10016"/>
                  </a:lnTo>
                  <a:lnTo>
                    <a:pt x="2035557" y="9009"/>
                  </a:lnTo>
                  <a:lnTo>
                    <a:pt x="2058809" y="8024"/>
                  </a:lnTo>
                  <a:lnTo>
                    <a:pt x="2081572" y="7060"/>
                  </a:lnTo>
                  <a:lnTo>
                    <a:pt x="2103865" y="6116"/>
                  </a:lnTo>
                  <a:lnTo>
                    <a:pt x="2125707" y="5190"/>
                  </a:lnTo>
                  <a:lnTo>
                    <a:pt x="2147117" y="4283"/>
                  </a:lnTo>
                  <a:lnTo>
                    <a:pt x="2168112" y="3394"/>
                  </a:lnTo>
                  <a:lnTo>
                    <a:pt x="2188706" y="2521"/>
                  </a:lnTo>
                  <a:lnTo>
                    <a:pt x="2208916" y="1665"/>
                  </a:lnTo>
                  <a:lnTo>
                    <a:pt x="2228754" y="825"/>
                  </a:lnTo>
                  <a:lnTo>
                    <a:pt x="2248235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563269" y="1940116"/>
              <a:ext cx="2248235" cy="270030"/>
            </a:xfrm>
            <a:custGeom>
              <a:avLst/>
              <a:pathLst>
                <a:path w="2248235" h="270030">
                  <a:moveTo>
                    <a:pt x="0" y="270030"/>
                  </a:moveTo>
                  <a:lnTo>
                    <a:pt x="144370" y="252690"/>
                  </a:lnTo>
                  <a:lnTo>
                    <a:pt x="271714" y="237395"/>
                  </a:lnTo>
                  <a:lnTo>
                    <a:pt x="385627" y="223713"/>
                  </a:lnTo>
                  <a:lnTo>
                    <a:pt x="488674" y="211337"/>
                  </a:lnTo>
                  <a:lnTo>
                    <a:pt x="582748" y="200038"/>
                  </a:lnTo>
                  <a:lnTo>
                    <a:pt x="669288" y="189643"/>
                  </a:lnTo>
                  <a:lnTo>
                    <a:pt x="749411" y="180020"/>
                  </a:lnTo>
                  <a:lnTo>
                    <a:pt x="824005" y="171061"/>
                  </a:lnTo>
                  <a:lnTo>
                    <a:pt x="893782" y="162680"/>
                  </a:lnTo>
                  <a:lnTo>
                    <a:pt x="959328" y="154807"/>
                  </a:lnTo>
                  <a:lnTo>
                    <a:pt x="1021126" y="147385"/>
                  </a:lnTo>
                  <a:lnTo>
                    <a:pt x="1079582" y="140364"/>
                  </a:lnTo>
                  <a:lnTo>
                    <a:pt x="1135039" y="133703"/>
                  </a:lnTo>
                  <a:lnTo>
                    <a:pt x="1187789" y="127367"/>
                  </a:lnTo>
                  <a:lnTo>
                    <a:pt x="1238085" y="121326"/>
                  </a:lnTo>
                  <a:lnTo>
                    <a:pt x="1286145" y="115554"/>
                  </a:lnTo>
                  <a:lnTo>
                    <a:pt x="1332160" y="110027"/>
                  </a:lnTo>
                  <a:lnTo>
                    <a:pt x="1376295" y="104726"/>
                  </a:lnTo>
                  <a:lnTo>
                    <a:pt x="1418700" y="99633"/>
                  </a:lnTo>
                  <a:lnTo>
                    <a:pt x="1459504" y="94732"/>
                  </a:lnTo>
                  <a:lnTo>
                    <a:pt x="1498823" y="90010"/>
                  </a:lnTo>
                  <a:lnTo>
                    <a:pt x="1536763" y="85453"/>
                  </a:lnTo>
                  <a:lnTo>
                    <a:pt x="1573417" y="81051"/>
                  </a:lnTo>
                  <a:lnTo>
                    <a:pt x="1608868" y="76793"/>
                  </a:lnTo>
                  <a:lnTo>
                    <a:pt x="1643194" y="72670"/>
                  </a:lnTo>
                  <a:lnTo>
                    <a:pt x="1676463" y="68674"/>
                  </a:lnTo>
                  <a:lnTo>
                    <a:pt x="1708740" y="64797"/>
                  </a:lnTo>
                  <a:lnTo>
                    <a:pt x="1740080" y="61033"/>
                  </a:lnTo>
                  <a:lnTo>
                    <a:pt x="1770538" y="57375"/>
                  </a:lnTo>
                  <a:lnTo>
                    <a:pt x="1800161" y="53817"/>
                  </a:lnTo>
                  <a:lnTo>
                    <a:pt x="1828994" y="50354"/>
                  </a:lnTo>
                  <a:lnTo>
                    <a:pt x="1857078" y="46981"/>
                  </a:lnTo>
                  <a:lnTo>
                    <a:pt x="1884451" y="43693"/>
                  </a:lnTo>
                  <a:lnTo>
                    <a:pt x="1911148" y="40486"/>
                  </a:lnTo>
                  <a:lnTo>
                    <a:pt x="1937201" y="37357"/>
                  </a:lnTo>
                  <a:lnTo>
                    <a:pt x="1962642" y="34302"/>
                  </a:lnTo>
                  <a:lnTo>
                    <a:pt x="1987497" y="31316"/>
                  </a:lnTo>
                  <a:lnTo>
                    <a:pt x="2011794" y="28398"/>
                  </a:lnTo>
                  <a:lnTo>
                    <a:pt x="2035557" y="25544"/>
                  </a:lnTo>
                  <a:lnTo>
                    <a:pt x="2058809" y="22751"/>
                  </a:lnTo>
                  <a:lnTo>
                    <a:pt x="2081572" y="20017"/>
                  </a:lnTo>
                  <a:lnTo>
                    <a:pt x="2103865" y="17340"/>
                  </a:lnTo>
                  <a:lnTo>
                    <a:pt x="2125707" y="14716"/>
                  </a:lnTo>
                  <a:lnTo>
                    <a:pt x="2147117" y="12145"/>
                  </a:lnTo>
                  <a:lnTo>
                    <a:pt x="2168112" y="9623"/>
                  </a:lnTo>
                  <a:lnTo>
                    <a:pt x="2188706" y="7149"/>
                  </a:lnTo>
                  <a:lnTo>
                    <a:pt x="2208916" y="4722"/>
                  </a:lnTo>
                  <a:lnTo>
                    <a:pt x="2228754" y="2339"/>
                  </a:lnTo>
                  <a:lnTo>
                    <a:pt x="224823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563269" y="2120076"/>
              <a:ext cx="2248235" cy="239103"/>
            </a:xfrm>
            <a:custGeom>
              <a:avLst/>
              <a:pathLst>
                <a:path w="2248235" h="239103">
                  <a:moveTo>
                    <a:pt x="0" y="239103"/>
                  </a:moveTo>
                  <a:lnTo>
                    <a:pt x="144370" y="223749"/>
                  </a:lnTo>
                  <a:lnTo>
                    <a:pt x="271714" y="210206"/>
                  </a:lnTo>
                  <a:lnTo>
                    <a:pt x="385627" y="198091"/>
                  </a:lnTo>
                  <a:lnTo>
                    <a:pt x="488674" y="187132"/>
                  </a:lnTo>
                  <a:lnTo>
                    <a:pt x="582748" y="177127"/>
                  </a:lnTo>
                  <a:lnTo>
                    <a:pt x="669288" y="167923"/>
                  </a:lnTo>
                  <a:lnTo>
                    <a:pt x="749411" y="159402"/>
                  </a:lnTo>
                  <a:lnTo>
                    <a:pt x="824005" y="151469"/>
                  </a:lnTo>
                  <a:lnTo>
                    <a:pt x="893782" y="144048"/>
                  </a:lnTo>
                  <a:lnTo>
                    <a:pt x="959328" y="137077"/>
                  </a:lnTo>
                  <a:lnTo>
                    <a:pt x="1021126" y="130505"/>
                  </a:lnTo>
                  <a:lnTo>
                    <a:pt x="1079582" y="124288"/>
                  </a:lnTo>
                  <a:lnTo>
                    <a:pt x="1135039" y="118390"/>
                  </a:lnTo>
                  <a:lnTo>
                    <a:pt x="1187789" y="112780"/>
                  </a:lnTo>
                  <a:lnTo>
                    <a:pt x="1238085" y="107431"/>
                  </a:lnTo>
                  <a:lnTo>
                    <a:pt x="1286145" y="102319"/>
                  </a:lnTo>
                  <a:lnTo>
                    <a:pt x="1332160" y="97426"/>
                  </a:lnTo>
                  <a:lnTo>
                    <a:pt x="1376295" y="92732"/>
                  </a:lnTo>
                  <a:lnTo>
                    <a:pt x="1418700" y="88222"/>
                  </a:lnTo>
                  <a:lnTo>
                    <a:pt x="1459504" y="83882"/>
                  </a:lnTo>
                  <a:lnTo>
                    <a:pt x="1498823" y="79701"/>
                  </a:lnTo>
                  <a:lnTo>
                    <a:pt x="1536763" y="75666"/>
                  </a:lnTo>
                  <a:lnTo>
                    <a:pt x="1573417" y="71768"/>
                  </a:lnTo>
                  <a:lnTo>
                    <a:pt x="1608868" y="67997"/>
                  </a:lnTo>
                  <a:lnTo>
                    <a:pt x="1643194" y="64347"/>
                  </a:lnTo>
                  <a:lnTo>
                    <a:pt x="1676463" y="60808"/>
                  </a:lnTo>
                  <a:lnTo>
                    <a:pt x="1708740" y="57376"/>
                  </a:lnTo>
                  <a:lnTo>
                    <a:pt x="1740080" y="54043"/>
                  </a:lnTo>
                  <a:lnTo>
                    <a:pt x="1770538" y="50803"/>
                  </a:lnTo>
                  <a:lnTo>
                    <a:pt x="1800161" y="47653"/>
                  </a:lnTo>
                  <a:lnTo>
                    <a:pt x="1828994" y="44587"/>
                  </a:lnTo>
                  <a:lnTo>
                    <a:pt x="1857078" y="41600"/>
                  </a:lnTo>
                  <a:lnTo>
                    <a:pt x="1884451" y="38689"/>
                  </a:lnTo>
                  <a:lnTo>
                    <a:pt x="1911148" y="35849"/>
                  </a:lnTo>
                  <a:lnTo>
                    <a:pt x="1937201" y="33078"/>
                  </a:lnTo>
                  <a:lnTo>
                    <a:pt x="1962642" y="30373"/>
                  </a:lnTo>
                  <a:lnTo>
                    <a:pt x="1987497" y="27729"/>
                  </a:lnTo>
                  <a:lnTo>
                    <a:pt x="2011794" y="25145"/>
                  </a:lnTo>
                  <a:lnTo>
                    <a:pt x="2035557" y="22618"/>
                  </a:lnTo>
                  <a:lnTo>
                    <a:pt x="2058809" y="20145"/>
                  </a:lnTo>
                  <a:lnTo>
                    <a:pt x="2081572" y="17724"/>
                  </a:lnTo>
                  <a:lnTo>
                    <a:pt x="2103865" y="15354"/>
                  </a:lnTo>
                  <a:lnTo>
                    <a:pt x="2125707" y="13031"/>
                  </a:lnTo>
                  <a:lnTo>
                    <a:pt x="2147117" y="10754"/>
                  </a:lnTo>
                  <a:lnTo>
                    <a:pt x="2168112" y="8521"/>
                  </a:lnTo>
                  <a:lnTo>
                    <a:pt x="2188706" y="6331"/>
                  </a:lnTo>
                  <a:lnTo>
                    <a:pt x="2208916" y="4181"/>
                  </a:lnTo>
                  <a:lnTo>
                    <a:pt x="2228754" y="2071"/>
                  </a:lnTo>
                  <a:lnTo>
                    <a:pt x="224823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563269" y="1888552"/>
              <a:ext cx="2248235" cy="115783"/>
            </a:xfrm>
            <a:custGeom>
              <a:avLst/>
              <a:pathLst>
                <a:path w="2248235" h="115783">
                  <a:moveTo>
                    <a:pt x="0" y="115783"/>
                  </a:moveTo>
                  <a:lnTo>
                    <a:pt x="144370" y="108348"/>
                  </a:lnTo>
                  <a:lnTo>
                    <a:pt x="271714" y="101790"/>
                  </a:lnTo>
                  <a:lnTo>
                    <a:pt x="385627" y="95923"/>
                  </a:lnTo>
                  <a:lnTo>
                    <a:pt x="488674" y="90616"/>
                  </a:lnTo>
                  <a:lnTo>
                    <a:pt x="582748" y="85771"/>
                  </a:lnTo>
                  <a:lnTo>
                    <a:pt x="669288" y="81315"/>
                  </a:lnTo>
                  <a:lnTo>
                    <a:pt x="749411" y="77188"/>
                  </a:lnTo>
                  <a:lnTo>
                    <a:pt x="824005" y="73347"/>
                  </a:lnTo>
                  <a:lnTo>
                    <a:pt x="893782" y="69753"/>
                  </a:lnTo>
                  <a:lnTo>
                    <a:pt x="959328" y="66378"/>
                  </a:lnTo>
                  <a:lnTo>
                    <a:pt x="1021126" y="63195"/>
                  </a:lnTo>
                  <a:lnTo>
                    <a:pt x="1079582" y="60185"/>
                  </a:lnTo>
                  <a:lnTo>
                    <a:pt x="1135039" y="57329"/>
                  </a:lnTo>
                  <a:lnTo>
                    <a:pt x="1187789" y="54612"/>
                  </a:lnTo>
                  <a:lnTo>
                    <a:pt x="1238085" y="52022"/>
                  </a:lnTo>
                  <a:lnTo>
                    <a:pt x="1286145" y="49547"/>
                  </a:lnTo>
                  <a:lnTo>
                    <a:pt x="1332160" y="47177"/>
                  </a:lnTo>
                  <a:lnTo>
                    <a:pt x="1376295" y="44904"/>
                  </a:lnTo>
                  <a:lnTo>
                    <a:pt x="1418700" y="42720"/>
                  </a:lnTo>
                  <a:lnTo>
                    <a:pt x="1459504" y="40619"/>
                  </a:lnTo>
                  <a:lnTo>
                    <a:pt x="1498823" y="38594"/>
                  </a:lnTo>
                  <a:lnTo>
                    <a:pt x="1536763" y="36640"/>
                  </a:lnTo>
                  <a:lnTo>
                    <a:pt x="1573417" y="34752"/>
                  </a:lnTo>
                  <a:lnTo>
                    <a:pt x="1608868" y="32927"/>
                  </a:lnTo>
                  <a:lnTo>
                    <a:pt x="1643194" y="31159"/>
                  </a:lnTo>
                  <a:lnTo>
                    <a:pt x="1676463" y="29446"/>
                  </a:lnTo>
                  <a:lnTo>
                    <a:pt x="1708740" y="27783"/>
                  </a:lnTo>
                  <a:lnTo>
                    <a:pt x="1740080" y="26169"/>
                  </a:lnTo>
                  <a:lnTo>
                    <a:pt x="1770538" y="24601"/>
                  </a:lnTo>
                  <a:lnTo>
                    <a:pt x="1800161" y="23075"/>
                  </a:lnTo>
                  <a:lnTo>
                    <a:pt x="1828994" y="21590"/>
                  </a:lnTo>
                  <a:lnTo>
                    <a:pt x="1857078" y="20144"/>
                  </a:lnTo>
                  <a:lnTo>
                    <a:pt x="1884451" y="18734"/>
                  </a:lnTo>
                  <a:lnTo>
                    <a:pt x="1911148" y="17359"/>
                  </a:lnTo>
                  <a:lnTo>
                    <a:pt x="1937201" y="16018"/>
                  </a:lnTo>
                  <a:lnTo>
                    <a:pt x="1962642" y="14707"/>
                  </a:lnTo>
                  <a:lnTo>
                    <a:pt x="1987497" y="13427"/>
                  </a:lnTo>
                  <a:lnTo>
                    <a:pt x="2011794" y="12176"/>
                  </a:lnTo>
                  <a:lnTo>
                    <a:pt x="2035557" y="10952"/>
                  </a:lnTo>
                  <a:lnTo>
                    <a:pt x="2058809" y="9755"/>
                  </a:lnTo>
                  <a:lnTo>
                    <a:pt x="2081572" y="8583"/>
                  </a:lnTo>
                  <a:lnTo>
                    <a:pt x="2103865" y="7435"/>
                  </a:lnTo>
                  <a:lnTo>
                    <a:pt x="2125707" y="6310"/>
                  </a:lnTo>
                  <a:lnTo>
                    <a:pt x="2147117" y="5207"/>
                  </a:lnTo>
                  <a:lnTo>
                    <a:pt x="2168112" y="4126"/>
                  </a:lnTo>
                  <a:lnTo>
                    <a:pt x="2188706" y="3065"/>
                  </a:lnTo>
                  <a:lnTo>
                    <a:pt x="2208916" y="2024"/>
                  </a:lnTo>
                  <a:lnTo>
                    <a:pt x="2228754" y="1003"/>
                  </a:lnTo>
                  <a:lnTo>
                    <a:pt x="2248235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563269" y="1956338"/>
              <a:ext cx="2248235" cy="115052"/>
            </a:xfrm>
            <a:custGeom>
              <a:avLst/>
              <a:pathLst>
                <a:path w="2248235" h="115052">
                  <a:moveTo>
                    <a:pt x="0" y="115052"/>
                  </a:moveTo>
                  <a:lnTo>
                    <a:pt x="144370" y="107664"/>
                  </a:lnTo>
                  <a:lnTo>
                    <a:pt x="271714" y="101148"/>
                  </a:lnTo>
                  <a:lnTo>
                    <a:pt x="385627" y="95318"/>
                  </a:lnTo>
                  <a:lnTo>
                    <a:pt x="488674" y="90045"/>
                  </a:lnTo>
                  <a:lnTo>
                    <a:pt x="582748" y="85230"/>
                  </a:lnTo>
                  <a:lnTo>
                    <a:pt x="669288" y="80802"/>
                  </a:lnTo>
                  <a:lnTo>
                    <a:pt x="749411" y="76701"/>
                  </a:lnTo>
                  <a:lnTo>
                    <a:pt x="824005" y="72884"/>
                  </a:lnTo>
                  <a:lnTo>
                    <a:pt x="893782" y="69313"/>
                  </a:lnTo>
                  <a:lnTo>
                    <a:pt x="959328" y="65959"/>
                  </a:lnTo>
                  <a:lnTo>
                    <a:pt x="1021126" y="62797"/>
                  </a:lnTo>
                  <a:lnTo>
                    <a:pt x="1079582" y="59805"/>
                  </a:lnTo>
                  <a:lnTo>
                    <a:pt x="1135039" y="56967"/>
                  </a:lnTo>
                  <a:lnTo>
                    <a:pt x="1187789" y="54268"/>
                  </a:lnTo>
                  <a:lnTo>
                    <a:pt x="1238085" y="51694"/>
                  </a:lnTo>
                  <a:lnTo>
                    <a:pt x="1286145" y="49234"/>
                  </a:lnTo>
                  <a:lnTo>
                    <a:pt x="1332160" y="46879"/>
                  </a:lnTo>
                  <a:lnTo>
                    <a:pt x="1376295" y="44621"/>
                  </a:lnTo>
                  <a:lnTo>
                    <a:pt x="1418700" y="42451"/>
                  </a:lnTo>
                  <a:lnTo>
                    <a:pt x="1459504" y="40363"/>
                  </a:lnTo>
                  <a:lnTo>
                    <a:pt x="1498823" y="38350"/>
                  </a:lnTo>
                  <a:lnTo>
                    <a:pt x="1536763" y="36409"/>
                  </a:lnTo>
                  <a:lnTo>
                    <a:pt x="1573417" y="34533"/>
                  </a:lnTo>
                  <a:lnTo>
                    <a:pt x="1608868" y="32719"/>
                  </a:lnTo>
                  <a:lnTo>
                    <a:pt x="1643194" y="30962"/>
                  </a:lnTo>
                  <a:lnTo>
                    <a:pt x="1676463" y="29260"/>
                  </a:lnTo>
                  <a:lnTo>
                    <a:pt x="1708740" y="27608"/>
                  </a:lnTo>
                  <a:lnTo>
                    <a:pt x="1740080" y="26004"/>
                  </a:lnTo>
                  <a:lnTo>
                    <a:pt x="1770538" y="24446"/>
                  </a:lnTo>
                  <a:lnTo>
                    <a:pt x="1800161" y="22930"/>
                  </a:lnTo>
                  <a:lnTo>
                    <a:pt x="1828994" y="21454"/>
                  </a:lnTo>
                  <a:lnTo>
                    <a:pt x="1857078" y="20017"/>
                  </a:lnTo>
                  <a:lnTo>
                    <a:pt x="1884451" y="18616"/>
                  </a:lnTo>
                  <a:lnTo>
                    <a:pt x="1911148" y="17250"/>
                  </a:lnTo>
                  <a:lnTo>
                    <a:pt x="1937201" y="15917"/>
                  </a:lnTo>
                  <a:lnTo>
                    <a:pt x="1962642" y="14615"/>
                  </a:lnTo>
                  <a:lnTo>
                    <a:pt x="1987497" y="13343"/>
                  </a:lnTo>
                  <a:lnTo>
                    <a:pt x="2011794" y="12099"/>
                  </a:lnTo>
                  <a:lnTo>
                    <a:pt x="2035557" y="10883"/>
                  </a:lnTo>
                  <a:lnTo>
                    <a:pt x="2058809" y="9693"/>
                  </a:lnTo>
                  <a:lnTo>
                    <a:pt x="2081572" y="8528"/>
                  </a:lnTo>
                  <a:lnTo>
                    <a:pt x="2103865" y="7388"/>
                  </a:lnTo>
                  <a:lnTo>
                    <a:pt x="2125707" y="6270"/>
                  </a:lnTo>
                  <a:lnTo>
                    <a:pt x="2147117" y="5174"/>
                  </a:lnTo>
                  <a:lnTo>
                    <a:pt x="2168112" y="4100"/>
                  </a:lnTo>
                  <a:lnTo>
                    <a:pt x="2188706" y="3046"/>
                  </a:lnTo>
                  <a:lnTo>
                    <a:pt x="2208916" y="2012"/>
                  </a:lnTo>
                  <a:lnTo>
                    <a:pt x="2228754" y="996"/>
                  </a:lnTo>
                  <a:lnTo>
                    <a:pt x="2248235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563269" y="2124267"/>
              <a:ext cx="2248235" cy="167204"/>
            </a:xfrm>
            <a:custGeom>
              <a:avLst/>
              <a:pathLst>
                <a:path w="2248235" h="167204">
                  <a:moveTo>
                    <a:pt x="0" y="167204"/>
                  </a:moveTo>
                  <a:lnTo>
                    <a:pt x="144370" y="156467"/>
                  </a:lnTo>
                  <a:lnTo>
                    <a:pt x="271714" y="146996"/>
                  </a:lnTo>
                  <a:lnTo>
                    <a:pt x="385627" y="138524"/>
                  </a:lnTo>
                  <a:lnTo>
                    <a:pt x="488674" y="130860"/>
                  </a:lnTo>
                  <a:lnTo>
                    <a:pt x="582748" y="123864"/>
                  </a:lnTo>
                  <a:lnTo>
                    <a:pt x="669288" y="117428"/>
                  </a:lnTo>
                  <a:lnTo>
                    <a:pt x="749411" y="111469"/>
                  </a:lnTo>
                  <a:lnTo>
                    <a:pt x="824005" y="105921"/>
                  </a:lnTo>
                  <a:lnTo>
                    <a:pt x="893782" y="100732"/>
                  </a:lnTo>
                  <a:lnTo>
                    <a:pt x="959328" y="95857"/>
                  </a:lnTo>
                  <a:lnTo>
                    <a:pt x="1021126" y="91261"/>
                  </a:lnTo>
                  <a:lnTo>
                    <a:pt x="1079582" y="86914"/>
                  </a:lnTo>
                  <a:lnTo>
                    <a:pt x="1135039" y="82789"/>
                  </a:lnTo>
                  <a:lnTo>
                    <a:pt x="1187789" y="78866"/>
                  </a:lnTo>
                  <a:lnTo>
                    <a:pt x="1238085" y="75126"/>
                  </a:lnTo>
                  <a:lnTo>
                    <a:pt x="1286145" y="71551"/>
                  </a:lnTo>
                  <a:lnTo>
                    <a:pt x="1332160" y="68129"/>
                  </a:lnTo>
                  <a:lnTo>
                    <a:pt x="1376295" y="64847"/>
                  </a:lnTo>
                  <a:lnTo>
                    <a:pt x="1418700" y="61693"/>
                  </a:lnTo>
                  <a:lnTo>
                    <a:pt x="1459504" y="58659"/>
                  </a:lnTo>
                  <a:lnTo>
                    <a:pt x="1498823" y="55734"/>
                  </a:lnTo>
                  <a:lnTo>
                    <a:pt x="1536763" y="52913"/>
                  </a:lnTo>
                  <a:lnTo>
                    <a:pt x="1573417" y="50187"/>
                  </a:lnTo>
                  <a:lnTo>
                    <a:pt x="1608868" y="47550"/>
                  </a:lnTo>
                  <a:lnTo>
                    <a:pt x="1643194" y="44997"/>
                  </a:lnTo>
                  <a:lnTo>
                    <a:pt x="1676463" y="42523"/>
                  </a:lnTo>
                  <a:lnTo>
                    <a:pt x="1708740" y="40123"/>
                  </a:lnTo>
                  <a:lnTo>
                    <a:pt x="1740080" y="37792"/>
                  </a:lnTo>
                  <a:lnTo>
                    <a:pt x="1770538" y="35527"/>
                  </a:lnTo>
                  <a:lnTo>
                    <a:pt x="1800161" y="33323"/>
                  </a:lnTo>
                  <a:lnTo>
                    <a:pt x="1828994" y="31179"/>
                  </a:lnTo>
                  <a:lnTo>
                    <a:pt x="1857078" y="29090"/>
                  </a:lnTo>
                  <a:lnTo>
                    <a:pt x="1884451" y="27055"/>
                  </a:lnTo>
                  <a:lnTo>
                    <a:pt x="1911148" y="25069"/>
                  </a:lnTo>
                  <a:lnTo>
                    <a:pt x="1937201" y="23132"/>
                  </a:lnTo>
                  <a:lnTo>
                    <a:pt x="1962642" y="21239"/>
                  </a:lnTo>
                  <a:lnTo>
                    <a:pt x="1987497" y="19391"/>
                  </a:lnTo>
                  <a:lnTo>
                    <a:pt x="2011794" y="17584"/>
                  </a:lnTo>
                  <a:lnTo>
                    <a:pt x="2035557" y="15817"/>
                  </a:lnTo>
                  <a:lnTo>
                    <a:pt x="2058809" y="14087"/>
                  </a:lnTo>
                  <a:lnTo>
                    <a:pt x="2081572" y="12394"/>
                  </a:lnTo>
                  <a:lnTo>
                    <a:pt x="2103865" y="10737"/>
                  </a:lnTo>
                  <a:lnTo>
                    <a:pt x="2125707" y="9112"/>
                  </a:lnTo>
                  <a:lnTo>
                    <a:pt x="2147117" y="7520"/>
                  </a:lnTo>
                  <a:lnTo>
                    <a:pt x="2168112" y="5958"/>
                  </a:lnTo>
                  <a:lnTo>
                    <a:pt x="2188706" y="4427"/>
                  </a:lnTo>
                  <a:lnTo>
                    <a:pt x="2208916" y="2924"/>
                  </a:lnTo>
                  <a:lnTo>
                    <a:pt x="2228754" y="1448"/>
                  </a:lnTo>
                  <a:lnTo>
                    <a:pt x="2248235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563269" y="2269526"/>
              <a:ext cx="2248235" cy="133290"/>
            </a:xfrm>
            <a:custGeom>
              <a:avLst/>
              <a:pathLst>
                <a:path w="2248235" h="133290">
                  <a:moveTo>
                    <a:pt x="0" y="133290"/>
                  </a:moveTo>
                  <a:lnTo>
                    <a:pt x="144370" y="124731"/>
                  </a:lnTo>
                  <a:lnTo>
                    <a:pt x="271714" y="117181"/>
                  </a:lnTo>
                  <a:lnTo>
                    <a:pt x="385627" y="110427"/>
                  </a:lnTo>
                  <a:lnTo>
                    <a:pt x="488674" y="104318"/>
                  </a:lnTo>
                  <a:lnTo>
                    <a:pt x="582748" y="98741"/>
                  </a:lnTo>
                  <a:lnTo>
                    <a:pt x="669288" y="93610"/>
                  </a:lnTo>
                  <a:lnTo>
                    <a:pt x="749411" y="88860"/>
                  </a:lnTo>
                  <a:lnTo>
                    <a:pt x="824005" y="84437"/>
                  </a:lnTo>
                  <a:lnTo>
                    <a:pt x="893782" y="80301"/>
                  </a:lnTo>
                  <a:lnTo>
                    <a:pt x="959328" y="76415"/>
                  </a:lnTo>
                  <a:lnTo>
                    <a:pt x="1021126" y="72751"/>
                  </a:lnTo>
                  <a:lnTo>
                    <a:pt x="1079582" y="69285"/>
                  </a:lnTo>
                  <a:lnTo>
                    <a:pt x="1135039" y="65997"/>
                  </a:lnTo>
                  <a:lnTo>
                    <a:pt x="1187789" y="62870"/>
                  </a:lnTo>
                  <a:lnTo>
                    <a:pt x="1238085" y="59888"/>
                  </a:lnTo>
                  <a:lnTo>
                    <a:pt x="1286145" y="57039"/>
                  </a:lnTo>
                  <a:lnTo>
                    <a:pt x="1332160" y="54311"/>
                  </a:lnTo>
                  <a:lnTo>
                    <a:pt x="1376295" y="51694"/>
                  </a:lnTo>
                  <a:lnTo>
                    <a:pt x="1418700" y="49180"/>
                  </a:lnTo>
                  <a:lnTo>
                    <a:pt x="1459504" y="46761"/>
                  </a:lnTo>
                  <a:lnTo>
                    <a:pt x="1498823" y="44430"/>
                  </a:lnTo>
                  <a:lnTo>
                    <a:pt x="1536763" y="42180"/>
                  </a:lnTo>
                  <a:lnTo>
                    <a:pt x="1573417" y="40007"/>
                  </a:lnTo>
                  <a:lnTo>
                    <a:pt x="1608868" y="37905"/>
                  </a:lnTo>
                  <a:lnTo>
                    <a:pt x="1643194" y="35870"/>
                  </a:lnTo>
                  <a:lnTo>
                    <a:pt x="1676463" y="33898"/>
                  </a:lnTo>
                  <a:lnTo>
                    <a:pt x="1708740" y="31984"/>
                  </a:lnTo>
                  <a:lnTo>
                    <a:pt x="1740080" y="30126"/>
                  </a:lnTo>
                  <a:lnTo>
                    <a:pt x="1770538" y="28321"/>
                  </a:lnTo>
                  <a:lnTo>
                    <a:pt x="1800161" y="26564"/>
                  </a:lnTo>
                  <a:lnTo>
                    <a:pt x="1828994" y="24855"/>
                  </a:lnTo>
                  <a:lnTo>
                    <a:pt x="1857078" y="23190"/>
                  </a:lnTo>
                  <a:lnTo>
                    <a:pt x="1884451" y="21567"/>
                  </a:lnTo>
                  <a:lnTo>
                    <a:pt x="1911148" y="19984"/>
                  </a:lnTo>
                  <a:lnTo>
                    <a:pt x="1937201" y="18440"/>
                  </a:lnTo>
                  <a:lnTo>
                    <a:pt x="1962642" y="16931"/>
                  </a:lnTo>
                  <a:lnTo>
                    <a:pt x="1987497" y="15458"/>
                  </a:lnTo>
                  <a:lnTo>
                    <a:pt x="2011794" y="14017"/>
                  </a:lnTo>
                  <a:lnTo>
                    <a:pt x="2035557" y="12608"/>
                  </a:lnTo>
                  <a:lnTo>
                    <a:pt x="2058809" y="11230"/>
                  </a:lnTo>
                  <a:lnTo>
                    <a:pt x="2081572" y="9880"/>
                  </a:lnTo>
                  <a:lnTo>
                    <a:pt x="2103865" y="8559"/>
                  </a:lnTo>
                  <a:lnTo>
                    <a:pt x="2125707" y="7264"/>
                  </a:lnTo>
                  <a:lnTo>
                    <a:pt x="2147117" y="5994"/>
                  </a:lnTo>
                  <a:lnTo>
                    <a:pt x="2168112" y="4750"/>
                  </a:lnTo>
                  <a:lnTo>
                    <a:pt x="2188706" y="3529"/>
                  </a:lnTo>
                  <a:lnTo>
                    <a:pt x="2208916" y="2331"/>
                  </a:lnTo>
                  <a:lnTo>
                    <a:pt x="2228754" y="1154"/>
                  </a:lnTo>
                  <a:lnTo>
                    <a:pt x="2248235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563269" y="2118988"/>
              <a:ext cx="2248235" cy="70036"/>
            </a:xfrm>
            <a:custGeom>
              <a:avLst/>
              <a:pathLst>
                <a:path w="2248235" h="70036">
                  <a:moveTo>
                    <a:pt x="0" y="70036"/>
                  </a:moveTo>
                  <a:lnTo>
                    <a:pt x="144370" y="65539"/>
                  </a:lnTo>
                  <a:lnTo>
                    <a:pt x="271714" y="61572"/>
                  </a:lnTo>
                  <a:lnTo>
                    <a:pt x="385627" y="58023"/>
                  </a:lnTo>
                  <a:lnTo>
                    <a:pt x="488674" y="54813"/>
                  </a:lnTo>
                  <a:lnTo>
                    <a:pt x="582748" y="51882"/>
                  </a:lnTo>
                  <a:lnTo>
                    <a:pt x="669288" y="49186"/>
                  </a:lnTo>
                  <a:lnTo>
                    <a:pt x="749411" y="46690"/>
                  </a:lnTo>
                  <a:lnTo>
                    <a:pt x="824005" y="44367"/>
                  </a:lnTo>
                  <a:lnTo>
                    <a:pt x="893782" y="42193"/>
                  </a:lnTo>
                  <a:lnTo>
                    <a:pt x="959328" y="40151"/>
                  </a:lnTo>
                  <a:lnTo>
                    <a:pt x="1021126" y="38226"/>
                  </a:lnTo>
                  <a:lnTo>
                    <a:pt x="1079582" y="36405"/>
                  </a:lnTo>
                  <a:lnTo>
                    <a:pt x="1135039" y="34678"/>
                  </a:lnTo>
                  <a:lnTo>
                    <a:pt x="1187789" y="33034"/>
                  </a:lnTo>
                  <a:lnTo>
                    <a:pt x="1238085" y="31467"/>
                  </a:lnTo>
                  <a:lnTo>
                    <a:pt x="1286145" y="29970"/>
                  </a:lnTo>
                  <a:lnTo>
                    <a:pt x="1332160" y="28537"/>
                  </a:lnTo>
                  <a:lnTo>
                    <a:pt x="1376295" y="27162"/>
                  </a:lnTo>
                  <a:lnTo>
                    <a:pt x="1418700" y="25841"/>
                  </a:lnTo>
                  <a:lnTo>
                    <a:pt x="1459504" y="24570"/>
                  </a:lnTo>
                  <a:lnTo>
                    <a:pt x="1498823" y="23345"/>
                  </a:lnTo>
                  <a:lnTo>
                    <a:pt x="1536763" y="22163"/>
                  </a:lnTo>
                  <a:lnTo>
                    <a:pt x="1573417" y="21021"/>
                  </a:lnTo>
                  <a:lnTo>
                    <a:pt x="1608868" y="19917"/>
                  </a:lnTo>
                  <a:lnTo>
                    <a:pt x="1643194" y="18848"/>
                  </a:lnTo>
                  <a:lnTo>
                    <a:pt x="1676463" y="17811"/>
                  </a:lnTo>
                  <a:lnTo>
                    <a:pt x="1708740" y="16806"/>
                  </a:lnTo>
                  <a:lnTo>
                    <a:pt x="1740080" y="15829"/>
                  </a:lnTo>
                  <a:lnTo>
                    <a:pt x="1770538" y="14881"/>
                  </a:lnTo>
                  <a:lnTo>
                    <a:pt x="1800161" y="13958"/>
                  </a:lnTo>
                  <a:lnTo>
                    <a:pt x="1828994" y="13060"/>
                  </a:lnTo>
                  <a:lnTo>
                    <a:pt x="1857078" y="12185"/>
                  </a:lnTo>
                  <a:lnTo>
                    <a:pt x="1884451" y="11332"/>
                  </a:lnTo>
                  <a:lnTo>
                    <a:pt x="1911148" y="10500"/>
                  </a:lnTo>
                  <a:lnTo>
                    <a:pt x="1937201" y="9689"/>
                  </a:lnTo>
                  <a:lnTo>
                    <a:pt x="1962642" y="8896"/>
                  </a:lnTo>
                  <a:lnTo>
                    <a:pt x="1987497" y="8122"/>
                  </a:lnTo>
                  <a:lnTo>
                    <a:pt x="2011794" y="7365"/>
                  </a:lnTo>
                  <a:lnTo>
                    <a:pt x="2035557" y="6625"/>
                  </a:lnTo>
                  <a:lnTo>
                    <a:pt x="2058809" y="5900"/>
                  </a:lnTo>
                  <a:lnTo>
                    <a:pt x="2081572" y="5191"/>
                  </a:lnTo>
                  <a:lnTo>
                    <a:pt x="2103865" y="4497"/>
                  </a:lnTo>
                  <a:lnTo>
                    <a:pt x="2125707" y="3816"/>
                  </a:lnTo>
                  <a:lnTo>
                    <a:pt x="2147117" y="3149"/>
                  </a:lnTo>
                  <a:lnTo>
                    <a:pt x="2168112" y="2495"/>
                  </a:lnTo>
                  <a:lnTo>
                    <a:pt x="2188706" y="1854"/>
                  </a:lnTo>
                  <a:lnTo>
                    <a:pt x="2208916" y="1224"/>
                  </a:lnTo>
                  <a:lnTo>
                    <a:pt x="2228754" y="606"/>
                  </a:lnTo>
                  <a:lnTo>
                    <a:pt x="2248235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rc94"/>
            <p:cNvSpPr/>
            <p:nvPr/>
          </p:nvSpPr>
          <p:spPr>
            <a:xfrm>
              <a:off x="1404926" y="1287054"/>
              <a:ext cx="2575919" cy="1206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404926" y="1287054"/>
              <a:ext cx="0" cy="1206674"/>
            </a:xfrm>
            <a:custGeom>
              <a:avLst/>
              <a:pathLst>
                <a:path w="0" h="1206674">
                  <a:moveTo>
                    <a:pt x="0" y="1206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 rot="-5400000">
              <a:off x="1235360" y="223391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8" name="tx97"/>
            <p:cNvSpPr/>
            <p:nvPr/>
          </p:nvSpPr>
          <p:spPr>
            <a:xfrm rot="-5400000">
              <a:off x="1235360" y="190620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235360" y="157849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207105" y="1250785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101" name="pl100"/>
            <p:cNvSpPr/>
            <p:nvPr/>
          </p:nvSpPr>
          <p:spPr>
            <a:xfrm>
              <a:off x="1376458" y="227035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376458" y="19426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376458" y="161493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376458" y="128722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404926" y="2493729"/>
              <a:ext cx="2575919" cy="0"/>
            </a:xfrm>
            <a:custGeom>
              <a:avLst/>
              <a:pathLst>
                <a:path w="2575919" h="0">
                  <a:moveTo>
                    <a:pt x="0" y="0"/>
                  </a:moveTo>
                  <a:lnTo>
                    <a:pt x="257591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563269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2312681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3062093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3811505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09"/>
            <p:cNvSpPr/>
            <p:nvPr/>
          </p:nvSpPr>
          <p:spPr>
            <a:xfrm rot="-5400000">
              <a:off x="1029178" y="1844809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1404926" y="1110514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2" name="rc111"/>
            <p:cNvSpPr/>
            <p:nvPr/>
          </p:nvSpPr>
          <p:spPr>
            <a:xfrm>
              <a:off x="4262365" y="1287054"/>
              <a:ext cx="2575919" cy="1206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4411608" y="215955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4456086" y="149816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455730" y="215360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351380" y="207569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388552" y="221882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437529" y="169836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362237" y="136101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443629" y="197192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390342" y="238008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4382385" y="194070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151249" y="23961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119126" y="169861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164558" y="208715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125603" y="241080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171240" y="184103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135769" y="131383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137254" y="238528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123938" y="234005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156182" y="210575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143104" y="23905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108161" y="223018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5144361" y="238771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184125" y="201746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103070" y="191471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143600" y="196047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183176" y="180979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163370" y="220495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5197443" y="238243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906032" y="218845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5854061" y="226062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949759" y="233867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920015" y="215237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886625" y="174878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942036" y="147950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856964" y="166156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935854" y="221261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899292" y="216770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948514" y="171926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867259" y="187975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939046" y="231932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897384" y="168010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868549" y="183241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845867" y="198140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941996" y="229668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896282" y="197456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877229" y="227548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891105" y="181668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5894984" y="198545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593916" y="207135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678625" y="218486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640053" y="222958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596034" y="205751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623038" y="196284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595826" y="200370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683775" y="21836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668931" y="202232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650616" y="221231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614437" y="212210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636743" y="198990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666678" y="174400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607842" y="220229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598815" y="236493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678784" y="225330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683989" y="207744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617337" y="217885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693125" y="205823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644825" y="203993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626369" y="190468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596123" y="193940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602804" y="199286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669410" y="22832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6633878" y="205205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4432151" y="2006818"/>
              <a:ext cx="2238319" cy="113233"/>
            </a:xfrm>
            <a:custGeom>
              <a:avLst/>
              <a:pathLst>
                <a:path w="2238319" h="113233">
                  <a:moveTo>
                    <a:pt x="0" y="0"/>
                  </a:moveTo>
                  <a:lnTo>
                    <a:pt x="143733" y="7271"/>
                  </a:lnTo>
                  <a:lnTo>
                    <a:pt x="270515" y="13684"/>
                  </a:lnTo>
                  <a:lnTo>
                    <a:pt x="383926" y="19422"/>
                  </a:lnTo>
                  <a:lnTo>
                    <a:pt x="486518" y="24612"/>
                  </a:lnTo>
                  <a:lnTo>
                    <a:pt x="580178" y="29350"/>
                  </a:lnTo>
                  <a:lnTo>
                    <a:pt x="666336" y="33708"/>
                  </a:lnTo>
                  <a:lnTo>
                    <a:pt x="746106" y="37744"/>
                  </a:lnTo>
                  <a:lnTo>
                    <a:pt x="820370" y="41501"/>
                  </a:lnTo>
                  <a:lnTo>
                    <a:pt x="889840" y="45015"/>
                  </a:lnTo>
                  <a:lnTo>
                    <a:pt x="955096" y="48316"/>
                  </a:lnTo>
                  <a:lnTo>
                    <a:pt x="1016622" y="51429"/>
                  </a:lnTo>
                  <a:lnTo>
                    <a:pt x="1074820" y="54373"/>
                  </a:lnTo>
                  <a:lnTo>
                    <a:pt x="1130033" y="57166"/>
                  </a:lnTo>
                  <a:lnTo>
                    <a:pt x="1182550" y="59823"/>
                  </a:lnTo>
                  <a:lnTo>
                    <a:pt x="1232625" y="62356"/>
                  </a:lnTo>
                  <a:lnTo>
                    <a:pt x="1280473" y="64777"/>
                  </a:lnTo>
                  <a:lnTo>
                    <a:pt x="1326284" y="67094"/>
                  </a:lnTo>
                  <a:lnTo>
                    <a:pt x="1370225" y="69317"/>
                  </a:lnTo>
                  <a:lnTo>
                    <a:pt x="1412443" y="71453"/>
                  </a:lnTo>
                  <a:lnTo>
                    <a:pt x="1453066" y="73508"/>
                  </a:lnTo>
                  <a:lnTo>
                    <a:pt x="1492213" y="75488"/>
                  </a:lnTo>
                  <a:lnTo>
                    <a:pt x="1529985" y="77399"/>
                  </a:lnTo>
                  <a:lnTo>
                    <a:pt x="1566477" y="79245"/>
                  </a:lnTo>
                  <a:lnTo>
                    <a:pt x="1601772" y="81031"/>
                  </a:lnTo>
                  <a:lnTo>
                    <a:pt x="1635946" y="82760"/>
                  </a:lnTo>
                  <a:lnTo>
                    <a:pt x="1669069" y="84435"/>
                  </a:lnTo>
                  <a:lnTo>
                    <a:pt x="1701203" y="86061"/>
                  </a:lnTo>
                  <a:lnTo>
                    <a:pt x="1732405" y="87639"/>
                  </a:lnTo>
                  <a:lnTo>
                    <a:pt x="1762729" y="89173"/>
                  </a:lnTo>
                  <a:lnTo>
                    <a:pt x="1792221" y="90665"/>
                  </a:lnTo>
                  <a:lnTo>
                    <a:pt x="1820927" y="92117"/>
                  </a:lnTo>
                  <a:lnTo>
                    <a:pt x="1848887" y="93532"/>
                  </a:lnTo>
                  <a:lnTo>
                    <a:pt x="1876139" y="94911"/>
                  </a:lnTo>
                  <a:lnTo>
                    <a:pt x="1902718" y="96255"/>
                  </a:lnTo>
                  <a:lnTo>
                    <a:pt x="1928657" y="97567"/>
                  </a:lnTo>
                  <a:lnTo>
                    <a:pt x="1953985" y="98849"/>
                  </a:lnTo>
                  <a:lnTo>
                    <a:pt x="1978731" y="100101"/>
                  </a:lnTo>
                  <a:lnTo>
                    <a:pt x="2002921" y="101324"/>
                  </a:lnTo>
                  <a:lnTo>
                    <a:pt x="2026579" y="102521"/>
                  </a:lnTo>
                  <a:lnTo>
                    <a:pt x="2049729" y="103692"/>
                  </a:lnTo>
                  <a:lnTo>
                    <a:pt x="2072391" y="104839"/>
                  </a:lnTo>
                  <a:lnTo>
                    <a:pt x="2094585" y="105961"/>
                  </a:lnTo>
                  <a:lnTo>
                    <a:pt x="2116332" y="107062"/>
                  </a:lnTo>
                  <a:lnTo>
                    <a:pt x="2137647" y="108140"/>
                  </a:lnTo>
                  <a:lnTo>
                    <a:pt x="2158549" y="109197"/>
                  </a:lnTo>
                  <a:lnTo>
                    <a:pt x="2179053" y="110234"/>
                  </a:lnTo>
                  <a:lnTo>
                    <a:pt x="2199173" y="111252"/>
                  </a:lnTo>
                  <a:lnTo>
                    <a:pt x="2218924" y="112252"/>
                  </a:lnTo>
                  <a:lnTo>
                    <a:pt x="2238319" y="113233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4432151" y="1553161"/>
              <a:ext cx="2238319" cy="512106"/>
            </a:xfrm>
            <a:custGeom>
              <a:avLst/>
              <a:pathLst>
                <a:path w="2238319" h="512106">
                  <a:moveTo>
                    <a:pt x="0" y="0"/>
                  </a:moveTo>
                  <a:lnTo>
                    <a:pt x="143733" y="32884"/>
                  </a:lnTo>
                  <a:lnTo>
                    <a:pt x="270515" y="61891"/>
                  </a:lnTo>
                  <a:lnTo>
                    <a:pt x="383926" y="87838"/>
                  </a:lnTo>
                  <a:lnTo>
                    <a:pt x="486518" y="111310"/>
                  </a:lnTo>
                  <a:lnTo>
                    <a:pt x="580178" y="132739"/>
                  </a:lnTo>
                  <a:lnTo>
                    <a:pt x="666336" y="152451"/>
                  </a:lnTo>
                  <a:lnTo>
                    <a:pt x="746106" y="170702"/>
                  </a:lnTo>
                  <a:lnTo>
                    <a:pt x="820370" y="187692"/>
                  </a:lnTo>
                  <a:lnTo>
                    <a:pt x="889840" y="203586"/>
                  </a:lnTo>
                  <a:lnTo>
                    <a:pt x="955096" y="218516"/>
                  </a:lnTo>
                  <a:lnTo>
                    <a:pt x="1016622" y="232593"/>
                  </a:lnTo>
                  <a:lnTo>
                    <a:pt x="1074820" y="245908"/>
                  </a:lnTo>
                  <a:lnTo>
                    <a:pt x="1130033" y="258540"/>
                  </a:lnTo>
                  <a:lnTo>
                    <a:pt x="1182550" y="270556"/>
                  </a:lnTo>
                  <a:lnTo>
                    <a:pt x="1232625" y="282012"/>
                  </a:lnTo>
                  <a:lnTo>
                    <a:pt x="1280473" y="292959"/>
                  </a:lnTo>
                  <a:lnTo>
                    <a:pt x="1326284" y="303441"/>
                  </a:lnTo>
                  <a:lnTo>
                    <a:pt x="1370225" y="313494"/>
                  </a:lnTo>
                  <a:lnTo>
                    <a:pt x="1412443" y="323153"/>
                  </a:lnTo>
                  <a:lnTo>
                    <a:pt x="1453066" y="332447"/>
                  </a:lnTo>
                  <a:lnTo>
                    <a:pt x="1492213" y="341404"/>
                  </a:lnTo>
                  <a:lnTo>
                    <a:pt x="1529985" y="350045"/>
                  </a:lnTo>
                  <a:lnTo>
                    <a:pt x="1566477" y="358394"/>
                  </a:lnTo>
                  <a:lnTo>
                    <a:pt x="1601772" y="366470"/>
                  </a:lnTo>
                  <a:lnTo>
                    <a:pt x="1635946" y="374288"/>
                  </a:lnTo>
                  <a:lnTo>
                    <a:pt x="1669069" y="381867"/>
                  </a:lnTo>
                  <a:lnTo>
                    <a:pt x="1701203" y="389218"/>
                  </a:lnTo>
                  <a:lnTo>
                    <a:pt x="1732405" y="396357"/>
                  </a:lnTo>
                  <a:lnTo>
                    <a:pt x="1762729" y="403295"/>
                  </a:lnTo>
                  <a:lnTo>
                    <a:pt x="1792221" y="410043"/>
                  </a:lnTo>
                  <a:lnTo>
                    <a:pt x="1820927" y="416610"/>
                  </a:lnTo>
                  <a:lnTo>
                    <a:pt x="1848887" y="423007"/>
                  </a:lnTo>
                  <a:lnTo>
                    <a:pt x="1876139" y="429242"/>
                  </a:lnTo>
                  <a:lnTo>
                    <a:pt x="1902718" y="435323"/>
                  </a:lnTo>
                  <a:lnTo>
                    <a:pt x="1928657" y="441258"/>
                  </a:lnTo>
                  <a:lnTo>
                    <a:pt x="1953985" y="447053"/>
                  </a:lnTo>
                  <a:lnTo>
                    <a:pt x="1978731" y="452714"/>
                  </a:lnTo>
                  <a:lnTo>
                    <a:pt x="2002921" y="458249"/>
                  </a:lnTo>
                  <a:lnTo>
                    <a:pt x="2026579" y="463661"/>
                  </a:lnTo>
                  <a:lnTo>
                    <a:pt x="2049729" y="468958"/>
                  </a:lnTo>
                  <a:lnTo>
                    <a:pt x="2072391" y="474143"/>
                  </a:lnTo>
                  <a:lnTo>
                    <a:pt x="2094585" y="479221"/>
                  </a:lnTo>
                  <a:lnTo>
                    <a:pt x="2116332" y="484196"/>
                  </a:lnTo>
                  <a:lnTo>
                    <a:pt x="2137647" y="489073"/>
                  </a:lnTo>
                  <a:lnTo>
                    <a:pt x="2158549" y="493855"/>
                  </a:lnTo>
                  <a:lnTo>
                    <a:pt x="2179053" y="498546"/>
                  </a:lnTo>
                  <a:lnTo>
                    <a:pt x="2199173" y="503149"/>
                  </a:lnTo>
                  <a:lnTo>
                    <a:pt x="2218924" y="507668"/>
                  </a:lnTo>
                  <a:lnTo>
                    <a:pt x="2238319" y="512106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432151" y="2178201"/>
              <a:ext cx="2238319" cy="72635"/>
            </a:xfrm>
            <a:custGeom>
              <a:avLst/>
              <a:pathLst>
                <a:path w="2238319" h="72635">
                  <a:moveTo>
                    <a:pt x="0" y="0"/>
                  </a:moveTo>
                  <a:lnTo>
                    <a:pt x="143733" y="4664"/>
                  </a:lnTo>
                  <a:lnTo>
                    <a:pt x="270515" y="8778"/>
                  </a:lnTo>
                  <a:lnTo>
                    <a:pt x="383926" y="12458"/>
                  </a:lnTo>
                  <a:lnTo>
                    <a:pt x="486518" y="15787"/>
                  </a:lnTo>
                  <a:lnTo>
                    <a:pt x="580178" y="18827"/>
                  </a:lnTo>
                  <a:lnTo>
                    <a:pt x="666336" y="21623"/>
                  </a:lnTo>
                  <a:lnTo>
                    <a:pt x="746106" y="24211"/>
                  </a:lnTo>
                  <a:lnTo>
                    <a:pt x="820370" y="26621"/>
                  </a:lnTo>
                  <a:lnTo>
                    <a:pt x="889840" y="28876"/>
                  </a:lnTo>
                  <a:lnTo>
                    <a:pt x="955096" y="30993"/>
                  </a:lnTo>
                  <a:lnTo>
                    <a:pt x="1016622" y="32990"/>
                  </a:lnTo>
                  <a:lnTo>
                    <a:pt x="1074820" y="34878"/>
                  </a:lnTo>
                  <a:lnTo>
                    <a:pt x="1130033" y="36670"/>
                  </a:lnTo>
                  <a:lnTo>
                    <a:pt x="1182550" y="38374"/>
                  </a:lnTo>
                  <a:lnTo>
                    <a:pt x="1232625" y="39999"/>
                  </a:lnTo>
                  <a:lnTo>
                    <a:pt x="1280473" y="41552"/>
                  </a:lnTo>
                  <a:lnTo>
                    <a:pt x="1326284" y="43039"/>
                  </a:lnTo>
                  <a:lnTo>
                    <a:pt x="1370225" y="44465"/>
                  </a:lnTo>
                  <a:lnTo>
                    <a:pt x="1412443" y="45835"/>
                  </a:lnTo>
                  <a:lnTo>
                    <a:pt x="1453066" y="47153"/>
                  </a:lnTo>
                  <a:lnTo>
                    <a:pt x="1492213" y="48423"/>
                  </a:lnTo>
                  <a:lnTo>
                    <a:pt x="1529985" y="49649"/>
                  </a:lnTo>
                  <a:lnTo>
                    <a:pt x="1566477" y="50833"/>
                  </a:lnTo>
                  <a:lnTo>
                    <a:pt x="1601772" y="51978"/>
                  </a:lnTo>
                  <a:lnTo>
                    <a:pt x="1635946" y="53087"/>
                  </a:lnTo>
                  <a:lnTo>
                    <a:pt x="1669069" y="54162"/>
                  </a:lnTo>
                  <a:lnTo>
                    <a:pt x="1701203" y="55205"/>
                  </a:lnTo>
                  <a:lnTo>
                    <a:pt x="1732405" y="56218"/>
                  </a:lnTo>
                  <a:lnTo>
                    <a:pt x="1762729" y="57202"/>
                  </a:lnTo>
                  <a:lnTo>
                    <a:pt x="1792221" y="58159"/>
                  </a:lnTo>
                  <a:lnTo>
                    <a:pt x="1820927" y="59090"/>
                  </a:lnTo>
                  <a:lnTo>
                    <a:pt x="1848887" y="59998"/>
                  </a:lnTo>
                  <a:lnTo>
                    <a:pt x="1876139" y="60882"/>
                  </a:lnTo>
                  <a:lnTo>
                    <a:pt x="1902718" y="61744"/>
                  </a:lnTo>
                  <a:lnTo>
                    <a:pt x="1928657" y="62586"/>
                  </a:lnTo>
                  <a:lnTo>
                    <a:pt x="1953985" y="63408"/>
                  </a:lnTo>
                  <a:lnTo>
                    <a:pt x="1978731" y="64211"/>
                  </a:lnTo>
                  <a:lnTo>
                    <a:pt x="2002921" y="64996"/>
                  </a:lnTo>
                  <a:lnTo>
                    <a:pt x="2026579" y="65764"/>
                  </a:lnTo>
                  <a:lnTo>
                    <a:pt x="2049729" y="66515"/>
                  </a:lnTo>
                  <a:lnTo>
                    <a:pt x="2072391" y="67250"/>
                  </a:lnTo>
                  <a:lnTo>
                    <a:pt x="2094585" y="67971"/>
                  </a:lnTo>
                  <a:lnTo>
                    <a:pt x="2116332" y="68676"/>
                  </a:lnTo>
                  <a:lnTo>
                    <a:pt x="2137647" y="69368"/>
                  </a:lnTo>
                  <a:lnTo>
                    <a:pt x="2158549" y="70046"/>
                  </a:lnTo>
                  <a:lnTo>
                    <a:pt x="2179053" y="70712"/>
                  </a:lnTo>
                  <a:lnTo>
                    <a:pt x="2199173" y="71365"/>
                  </a:lnTo>
                  <a:lnTo>
                    <a:pt x="2218924" y="72006"/>
                  </a:lnTo>
                  <a:lnTo>
                    <a:pt x="2238319" y="72635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4432151" y="2051171"/>
              <a:ext cx="2238319" cy="101316"/>
            </a:xfrm>
            <a:custGeom>
              <a:avLst/>
              <a:pathLst>
                <a:path w="2238319" h="101316">
                  <a:moveTo>
                    <a:pt x="0" y="101316"/>
                  </a:moveTo>
                  <a:lnTo>
                    <a:pt x="143733" y="94809"/>
                  </a:lnTo>
                  <a:lnTo>
                    <a:pt x="270515" y="89071"/>
                  </a:lnTo>
                  <a:lnTo>
                    <a:pt x="383926" y="83937"/>
                  </a:lnTo>
                  <a:lnTo>
                    <a:pt x="486518" y="79294"/>
                  </a:lnTo>
                  <a:lnTo>
                    <a:pt x="580178" y="75054"/>
                  </a:lnTo>
                  <a:lnTo>
                    <a:pt x="666336" y="71154"/>
                  </a:lnTo>
                  <a:lnTo>
                    <a:pt x="746106" y="67544"/>
                  </a:lnTo>
                  <a:lnTo>
                    <a:pt x="820370" y="64182"/>
                  </a:lnTo>
                  <a:lnTo>
                    <a:pt x="889840" y="61037"/>
                  </a:lnTo>
                  <a:lnTo>
                    <a:pt x="955096" y="58084"/>
                  </a:lnTo>
                  <a:lnTo>
                    <a:pt x="1016622" y="55299"/>
                  </a:lnTo>
                  <a:lnTo>
                    <a:pt x="1074820" y="52664"/>
                  </a:lnTo>
                  <a:lnTo>
                    <a:pt x="1130033" y="50165"/>
                  </a:lnTo>
                  <a:lnTo>
                    <a:pt x="1182550" y="47788"/>
                  </a:lnTo>
                  <a:lnTo>
                    <a:pt x="1232625" y="45522"/>
                  </a:lnTo>
                  <a:lnTo>
                    <a:pt x="1280473" y="43356"/>
                  </a:lnTo>
                  <a:lnTo>
                    <a:pt x="1326284" y="41282"/>
                  </a:lnTo>
                  <a:lnTo>
                    <a:pt x="1370225" y="39293"/>
                  </a:lnTo>
                  <a:lnTo>
                    <a:pt x="1412443" y="37382"/>
                  </a:lnTo>
                  <a:lnTo>
                    <a:pt x="1453066" y="35543"/>
                  </a:lnTo>
                  <a:lnTo>
                    <a:pt x="1492213" y="33772"/>
                  </a:lnTo>
                  <a:lnTo>
                    <a:pt x="1529985" y="32062"/>
                  </a:lnTo>
                  <a:lnTo>
                    <a:pt x="1566477" y="30410"/>
                  </a:lnTo>
                  <a:lnTo>
                    <a:pt x="1601772" y="28812"/>
                  </a:lnTo>
                  <a:lnTo>
                    <a:pt x="1635946" y="27265"/>
                  </a:lnTo>
                  <a:lnTo>
                    <a:pt x="1669069" y="25766"/>
                  </a:lnTo>
                  <a:lnTo>
                    <a:pt x="1701203" y="24312"/>
                  </a:lnTo>
                  <a:lnTo>
                    <a:pt x="1732405" y="22899"/>
                  </a:lnTo>
                  <a:lnTo>
                    <a:pt x="1762729" y="21527"/>
                  </a:lnTo>
                  <a:lnTo>
                    <a:pt x="1792221" y="20192"/>
                  </a:lnTo>
                  <a:lnTo>
                    <a:pt x="1820927" y="18892"/>
                  </a:lnTo>
                  <a:lnTo>
                    <a:pt x="1848887" y="17627"/>
                  </a:lnTo>
                  <a:lnTo>
                    <a:pt x="1876139" y="16393"/>
                  </a:lnTo>
                  <a:lnTo>
                    <a:pt x="1902718" y="15190"/>
                  </a:lnTo>
                  <a:lnTo>
                    <a:pt x="1928657" y="14016"/>
                  </a:lnTo>
                  <a:lnTo>
                    <a:pt x="1953985" y="12870"/>
                  </a:lnTo>
                  <a:lnTo>
                    <a:pt x="1978731" y="11750"/>
                  </a:lnTo>
                  <a:lnTo>
                    <a:pt x="2002921" y="10655"/>
                  </a:lnTo>
                  <a:lnTo>
                    <a:pt x="2026579" y="9584"/>
                  </a:lnTo>
                  <a:lnTo>
                    <a:pt x="2049729" y="8536"/>
                  </a:lnTo>
                  <a:lnTo>
                    <a:pt x="2072391" y="7510"/>
                  </a:lnTo>
                  <a:lnTo>
                    <a:pt x="2094585" y="6506"/>
                  </a:lnTo>
                  <a:lnTo>
                    <a:pt x="2116332" y="5521"/>
                  </a:lnTo>
                  <a:lnTo>
                    <a:pt x="2137647" y="4556"/>
                  </a:lnTo>
                  <a:lnTo>
                    <a:pt x="2158549" y="3610"/>
                  </a:lnTo>
                  <a:lnTo>
                    <a:pt x="2179053" y="2682"/>
                  </a:lnTo>
                  <a:lnTo>
                    <a:pt x="2199173" y="1771"/>
                  </a:lnTo>
                  <a:lnTo>
                    <a:pt x="2218924" y="877"/>
                  </a:lnTo>
                  <a:lnTo>
                    <a:pt x="223831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4432151" y="1986028"/>
              <a:ext cx="2238319" cy="194509"/>
            </a:xfrm>
            <a:custGeom>
              <a:avLst/>
              <a:pathLst>
                <a:path w="2238319" h="194509">
                  <a:moveTo>
                    <a:pt x="0" y="194509"/>
                  </a:moveTo>
                  <a:lnTo>
                    <a:pt x="143733" y="182019"/>
                  </a:lnTo>
                  <a:lnTo>
                    <a:pt x="270515" y="171001"/>
                  </a:lnTo>
                  <a:lnTo>
                    <a:pt x="383926" y="161146"/>
                  </a:lnTo>
                  <a:lnTo>
                    <a:pt x="486518" y="152231"/>
                  </a:lnTo>
                  <a:lnTo>
                    <a:pt x="580178" y="144092"/>
                  </a:lnTo>
                  <a:lnTo>
                    <a:pt x="666336" y="136605"/>
                  </a:lnTo>
                  <a:lnTo>
                    <a:pt x="746106" y="129672"/>
                  </a:lnTo>
                  <a:lnTo>
                    <a:pt x="820370" y="123219"/>
                  </a:lnTo>
                  <a:lnTo>
                    <a:pt x="889840" y="117182"/>
                  </a:lnTo>
                  <a:lnTo>
                    <a:pt x="955096" y="111511"/>
                  </a:lnTo>
                  <a:lnTo>
                    <a:pt x="1016622" y="106165"/>
                  </a:lnTo>
                  <a:lnTo>
                    <a:pt x="1074820" y="101107"/>
                  </a:lnTo>
                  <a:lnTo>
                    <a:pt x="1130033" y="96309"/>
                  </a:lnTo>
                  <a:lnTo>
                    <a:pt x="1182550" y="91746"/>
                  </a:lnTo>
                  <a:lnTo>
                    <a:pt x="1232625" y="87394"/>
                  </a:lnTo>
                  <a:lnTo>
                    <a:pt x="1280473" y="83236"/>
                  </a:lnTo>
                  <a:lnTo>
                    <a:pt x="1326284" y="79255"/>
                  </a:lnTo>
                  <a:lnTo>
                    <a:pt x="1370225" y="75437"/>
                  </a:lnTo>
                  <a:lnTo>
                    <a:pt x="1412443" y="71768"/>
                  </a:lnTo>
                  <a:lnTo>
                    <a:pt x="1453066" y="68238"/>
                  </a:lnTo>
                  <a:lnTo>
                    <a:pt x="1492213" y="64836"/>
                  </a:lnTo>
                  <a:lnTo>
                    <a:pt x="1529985" y="61554"/>
                  </a:lnTo>
                  <a:lnTo>
                    <a:pt x="1566477" y="58382"/>
                  </a:lnTo>
                  <a:lnTo>
                    <a:pt x="1601772" y="55315"/>
                  </a:lnTo>
                  <a:lnTo>
                    <a:pt x="1635946" y="52346"/>
                  </a:lnTo>
                  <a:lnTo>
                    <a:pt x="1669069" y="49467"/>
                  </a:lnTo>
                  <a:lnTo>
                    <a:pt x="1701203" y="46675"/>
                  </a:lnTo>
                  <a:lnTo>
                    <a:pt x="1732405" y="43963"/>
                  </a:lnTo>
                  <a:lnTo>
                    <a:pt x="1762729" y="41328"/>
                  </a:lnTo>
                  <a:lnTo>
                    <a:pt x="1792221" y="38765"/>
                  </a:lnTo>
                  <a:lnTo>
                    <a:pt x="1820927" y="36271"/>
                  </a:lnTo>
                  <a:lnTo>
                    <a:pt x="1848887" y="33841"/>
                  </a:lnTo>
                  <a:lnTo>
                    <a:pt x="1876139" y="31473"/>
                  </a:lnTo>
                  <a:lnTo>
                    <a:pt x="1902718" y="29163"/>
                  </a:lnTo>
                  <a:lnTo>
                    <a:pt x="1928657" y="26909"/>
                  </a:lnTo>
                  <a:lnTo>
                    <a:pt x="1953985" y="24708"/>
                  </a:lnTo>
                  <a:lnTo>
                    <a:pt x="1978731" y="22558"/>
                  </a:lnTo>
                  <a:lnTo>
                    <a:pt x="2002921" y="20456"/>
                  </a:lnTo>
                  <a:lnTo>
                    <a:pt x="2026579" y="18400"/>
                  </a:lnTo>
                  <a:lnTo>
                    <a:pt x="2049729" y="16388"/>
                  </a:lnTo>
                  <a:lnTo>
                    <a:pt x="2072391" y="14419"/>
                  </a:lnTo>
                  <a:lnTo>
                    <a:pt x="2094585" y="12490"/>
                  </a:lnTo>
                  <a:lnTo>
                    <a:pt x="2116332" y="10600"/>
                  </a:lnTo>
                  <a:lnTo>
                    <a:pt x="2137647" y="8748"/>
                  </a:lnTo>
                  <a:lnTo>
                    <a:pt x="2158549" y="6932"/>
                  </a:lnTo>
                  <a:lnTo>
                    <a:pt x="2179053" y="5150"/>
                  </a:lnTo>
                  <a:lnTo>
                    <a:pt x="2199173" y="3401"/>
                  </a:lnTo>
                  <a:lnTo>
                    <a:pt x="2218924" y="1685"/>
                  </a:lnTo>
                  <a:lnTo>
                    <a:pt x="223831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4432151" y="1864531"/>
              <a:ext cx="2238319" cy="53847"/>
            </a:xfrm>
            <a:custGeom>
              <a:avLst/>
              <a:pathLst>
                <a:path w="2238319" h="53847">
                  <a:moveTo>
                    <a:pt x="0" y="0"/>
                  </a:moveTo>
                  <a:lnTo>
                    <a:pt x="143733" y="3457"/>
                  </a:lnTo>
                  <a:lnTo>
                    <a:pt x="270515" y="6507"/>
                  </a:lnTo>
                  <a:lnTo>
                    <a:pt x="383926" y="9236"/>
                  </a:lnTo>
                  <a:lnTo>
                    <a:pt x="486518" y="11704"/>
                  </a:lnTo>
                  <a:lnTo>
                    <a:pt x="580178" y="13957"/>
                  </a:lnTo>
                  <a:lnTo>
                    <a:pt x="666336" y="16030"/>
                  </a:lnTo>
                  <a:lnTo>
                    <a:pt x="746106" y="17949"/>
                  </a:lnTo>
                  <a:lnTo>
                    <a:pt x="820370" y="19735"/>
                  </a:lnTo>
                  <a:lnTo>
                    <a:pt x="889840" y="21406"/>
                  </a:lnTo>
                  <a:lnTo>
                    <a:pt x="955096" y="22976"/>
                  </a:lnTo>
                  <a:lnTo>
                    <a:pt x="1016622" y="24456"/>
                  </a:lnTo>
                  <a:lnTo>
                    <a:pt x="1074820" y="25857"/>
                  </a:lnTo>
                  <a:lnTo>
                    <a:pt x="1130033" y="27185"/>
                  </a:lnTo>
                  <a:lnTo>
                    <a:pt x="1182550" y="28448"/>
                  </a:lnTo>
                  <a:lnTo>
                    <a:pt x="1232625" y="29653"/>
                  </a:lnTo>
                  <a:lnTo>
                    <a:pt x="1280473" y="30804"/>
                  </a:lnTo>
                  <a:lnTo>
                    <a:pt x="1326284" y="31906"/>
                  </a:lnTo>
                  <a:lnTo>
                    <a:pt x="1370225" y="32963"/>
                  </a:lnTo>
                  <a:lnTo>
                    <a:pt x="1412443" y="33979"/>
                  </a:lnTo>
                  <a:lnTo>
                    <a:pt x="1453066" y="34956"/>
                  </a:lnTo>
                  <a:lnTo>
                    <a:pt x="1492213" y="35898"/>
                  </a:lnTo>
                  <a:lnTo>
                    <a:pt x="1529985" y="36807"/>
                  </a:lnTo>
                  <a:lnTo>
                    <a:pt x="1566477" y="37684"/>
                  </a:lnTo>
                  <a:lnTo>
                    <a:pt x="1601772" y="38534"/>
                  </a:lnTo>
                  <a:lnTo>
                    <a:pt x="1635946" y="39356"/>
                  </a:lnTo>
                  <a:lnTo>
                    <a:pt x="1669069" y="40152"/>
                  </a:lnTo>
                  <a:lnTo>
                    <a:pt x="1701203" y="40926"/>
                  </a:lnTo>
                  <a:lnTo>
                    <a:pt x="1732405" y="41676"/>
                  </a:lnTo>
                  <a:lnTo>
                    <a:pt x="1762729" y="42406"/>
                  </a:lnTo>
                  <a:lnTo>
                    <a:pt x="1792221" y="43115"/>
                  </a:lnTo>
                  <a:lnTo>
                    <a:pt x="1820927" y="43806"/>
                  </a:lnTo>
                  <a:lnTo>
                    <a:pt x="1848887" y="44478"/>
                  </a:lnTo>
                  <a:lnTo>
                    <a:pt x="1876139" y="45134"/>
                  </a:lnTo>
                  <a:lnTo>
                    <a:pt x="1902718" y="45773"/>
                  </a:lnTo>
                  <a:lnTo>
                    <a:pt x="1928657" y="46397"/>
                  </a:lnTo>
                  <a:lnTo>
                    <a:pt x="1953985" y="47007"/>
                  </a:lnTo>
                  <a:lnTo>
                    <a:pt x="1978731" y="47602"/>
                  </a:lnTo>
                  <a:lnTo>
                    <a:pt x="2002921" y="48184"/>
                  </a:lnTo>
                  <a:lnTo>
                    <a:pt x="2026579" y="48753"/>
                  </a:lnTo>
                  <a:lnTo>
                    <a:pt x="2049729" y="49310"/>
                  </a:lnTo>
                  <a:lnTo>
                    <a:pt x="2072391" y="49855"/>
                  </a:lnTo>
                  <a:lnTo>
                    <a:pt x="2094585" y="50389"/>
                  </a:lnTo>
                  <a:lnTo>
                    <a:pt x="2116332" y="50912"/>
                  </a:lnTo>
                  <a:lnTo>
                    <a:pt x="2137647" y="51425"/>
                  </a:lnTo>
                  <a:lnTo>
                    <a:pt x="2158549" y="51928"/>
                  </a:lnTo>
                  <a:lnTo>
                    <a:pt x="2179053" y="52421"/>
                  </a:lnTo>
                  <a:lnTo>
                    <a:pt x="2199173" y="52905"/>
                  </a:lnTo>
                  <a:lnTo>
                    <a:pt x="2218924" y="53380"/>
                  </a:lnTo>
                  <a:lnTo>
                    <a:pt x="2238319" y="53847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432151" y="1667862"/>
              <a:ext cx="2238319" cy="477761"/>
            </a:xfrm>
            <a:custGeom>
              <a:avLst/>
              <a:pathLst>
                <a:path w="2238319" h="477761">
                  <a:moveTo>
                    <a:pt x="0" y="0"/>
                  </a:moveTo>
                  <a:lnTo>
                    <a:pt x="143733" y="30679"/>
                  </a:lnTo>
                  <a:lnTo>
                    <a:pt x="270515" y="57740"/>
                  </a:lnTo>
                  <a:lnTo>
                    <a:pt x="383926" y="81947"/>
                  </a:lnTo>
                  <a:lnTo>
                    <a:pt x="486518" y="103845"/>
                  </a:lnTo>
                  <a:lnTo>
                    <a:pt x="580178" y="123836"/>
                  </a:lnTo>
                  <a:lnTo>
                    <a:pt x="666336" y="142227"/>
                  </a:lnTo>
                  <a:lnTo>
                    <a:pt x="746106" y="159253"/>
                  </a:lnTo>
                  <a:lnTo>
                    <a:pt x="820370" y="175105"/>
                  </a:lnTo>
                  <a:lnTo>
                    <a:pt x="889840" y="189933"/>
                  </a:lnTo>
                  <a:lnTo>
                    <a:pt x="955096" y="203861"/>
                  </a:lnTo>
                  <a:lnTo>
                    <a:pt x="1016622" y="216994"/>
                  </a:lnTo>
                  <a:lnTo>
                    <a:pt x="1074820" y="229416"/>
                  </a:lnTo>
                  <a:lnTo>
                    <a:pt x="1130033" y="241201"/>
                  </a:lnTo>
                  <a:lnTo>
                    <a:pt x="1182550" y="252411"/>
                  </a:lnTo>
                  <a:lnTo>
                    <a:pt x="1232625" y="263099"/>
                  </a:lnTo>
                  <a:lnTo>
                    <a:pt x="1280473" y="273312"/>
                  </a:lnTo>
                  <a:lnTo>
                    <a:pt x="1326284" y="283090"/>
                  </a:lnTo>
                  <a:lnTo>
                    <a:pt x="1370225" y="292469"/>
                  </a:lnTo>
                  <a:lnTo>
                    <a:pt x="1412443" y="301480"/>
                  </a:lnTo>
                  <a:lnTo>
                    <a:pt x="1453066" y="310151"/>
                  </a:lnTo>
                  <a:lnTo>
                    <a:pt x="1492213" y="318507"/>
                  </a:lnTo>
                  <a:lnTo>
                    <a:pt x="1529985" y="326569"/>
                  </a:lnTo>
                  <a:lnTo>
                    <a:pt x="1566477" y="334358"/>
                  </a:lnTo>
                  <a:lnTo>
                    <a:pt x="1601772" y="341892"/>
                  </a:lnTo>
                  <a:lnTo>
                    <a:pt x="1635946" y="349186"/>
                  </a:lnTo>
                  <a:lnTo>
                    <a:pt x="1669069" y="356256"/>
                  </a:lnTo>
                  <a:lnTo>
                    <a:pt x="1701203" y="363115"/>
                  </a:lnTo>
                  <a:lnTo>
                    <a:pt x="1732405" y="369775"/>
                  </a:lnTo>
                  <a:lnTo>
                    <a:pt x="1762729" y="376248"/>
                  </a:lnTo>
                  <a:lnTo>
                    <a:pt x="1792221" y="382543"/>
                  </a:lnTo>
                  <a:lnTo>
                    <a:pt x="1820927" y="388670"/>
                  </a:lnTo>
                  <a:lnTo>
                    <a:pt x="1848887" y="394638"/>
                  </a:lnTo>
                  <a:lnTo>
                    <a:pt x="1876139" y="400455"/>
                  </a:lnTo>
                  <a:lnTo>
                    <a:pt x="1902718" y="406128"/>
                  </a:lnTo>
                  <a:lnTo>
                    <a:pt x="1928657" y="411664"/>
                  </a:lnTo>
                  <a:lnTo>
                    <a:pt x="1953985" y="417071"/>
                  </a:lnTo>
                  <a:lnTo>
                    <a:pt x="1978731" y="422353"/>
                  </a:lnTo>
                  <a:lnTo>
                    <a:pt x="2002921" y="427516"/>
                  </a:lnTo>
                  <a:lnTo>
                    <a:pt x="2026579" y="432566"/>
                  </a:lnTo>
                  <a:lnTo>
                    <a:pt x="2049729" y="437507"/>
                  </a:lnTo>
                  <a:lnTo>
                    <a:pt x="2072391" y="442344"/>
                  </a:lnTo>
                  <a:lnTo>
                    <a:pt x="2094585" y="447081"/>
                  </a:lnTo>
                  <a:lnTo>
                    <a:pt x="2116332" y="451723"/>
                  </a:lnTo>
                  <a:lnTo>
                    <a:pt x="2137647" y="456273"/>
                  </a:lnTo>
                  <a:lnTo>
                    <a:pt x="2158549" y="460734"/>
                  </a:lnTo>
                  <a:lnTo>
                    <a:pt x="2179053" y="465111"/>
                  </a:lnTo>
                  <a:lnTo>
                    <a:pt x="2199173" y="469405"/>
                  </a:lnTo>
                  <a:lnTo>
                    <a:pt x="2218924" y="473621"/>
                  </a:lnTo>
                  <a:lnTo>
                    <a:pt x="2238319" y="477761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432151" y="2302384"/>
              <a:ext cx="2238319" cy="45041"/>
            </a:xfrm>
            <a:custGeom>
              <a:avLst/>
              <a:pathLst>
                <a:path w="2238319" h="45041">
                  <a:moveTo>
                    <a:pt x="0" y="0"/>
                  </a:moveTo>
                  <a:lnTo>
                    <a:pt x="143733" y="2892"/>
                  </a:lnTo>
                  <a:lnTo>
                    <a:pt x="270515" y="5443"/>
                  </a:lnTo>
                  <a:lnTo>
                    <a:pt x="383926" y="7725"/>
                  </a:lnTo>
                  <a:lnTo>
                    <a:pt x="486518" y="9790"/>
                  </a:lnTo>
                  <a:lnTo>
                    <a:pt x="580178" y="11674"/>
                  </a:lnTo>
                  <a:lnTo>
                    <a:pt x="666336" y="13408"/>
                  </a:lnTo>
                  <a:lnTo>
                    <a:pt x="746106" y="15013"/>
                  </a:lnTo>
                  <a:lnTo>
                    <a:pt x="820370" y="16508"/>
                  </a:lnTo>
                  <a:lnTo>
                    <a:pt x="889840" y="17906"/>
                  </a:lnTo>
                  <a:lnTo>
                    <a:pt x="955096" y="19219"/>
                  </a:lnTo>
                  <a:lnTo>
                    <a:pt x="1016622" y="20457"/>
                  </a:lnTo>
                  <a:lnTo>
                    <a:pt x="1074820" y="21628"/>
                  </a:lnTo>
                  <a:lnTo>
                    <a:pt x="1130033" y="22739"/>
                  </a:lnTo>
                  <a:lnTo>
                    <a:pt x="1182550" y="23796"/>
                  </a:lnTo>
                  <a:lnTo>
                    <a:pt x="1232625" y="24804"/>
                  </a:lnTo>
                  <a:lnTo>
                    <a:pt x="1280473" y="25766"/>
                  </a:lnTo>
                  <a:lnTo>
                    <a:pt x="1326284" y="26688"/>
                  </a:lnTo>
                  <a:lnTo>
                    <a:pt x="1370225" y="27572"/>
                  </a:lnTo>
                  <a:lnTo>
                    <a:pt x="1412443" y="28422"/>
                  </a:lnTo>
                  <a:lnTo>
                    <a:pt x="1453066" y="29240"/>
                  </a:lnTo>
                  <a:lnTo>
                    <a:pt x="1492213" y="30027"/>
                  </a:lnTo>
                  <a:lnTo>
                    <a:pt x="1529985" y="30787"/>
                  </a:lnTo>
                  <a:lnTo>
                    <a:pt x="1566477" y="31522"/>
                  </a:lnTo>
                  <a:lnTo>
                    <a:pt x="1601772" y="32232"/>
                  </a:lnTo>
                  <a:lnTo>
                    <a:pt x="1635946" y="32920"/>
                  </a:lnTo>
                  <a:lnTo>
                    <a:pt x="1669069" y="33586"/>
                  </a:lnTo>
                  <a:lnTo>
                    <a:pt x="1701203" y="34233"/>
                  </a:lnTo>
                  <a:lnTo>
                    <a:pt x="1732405" y="34861"/>
                  </a:lnTo>
                  <a:lnTo>
                    <a:pt x="1762729" y="35471"/>
                  </a:lnTo>
                  <a:lnTo>
                    <a:pt x="1792221" y="36064"/>
                  </a:lnTo>
                  <a:lnTo>
                    <a:pt x="1820927" y="36642"/>
                  </a:lnTo>
                  <a:lnTo>
                    <a:pt x="1848887" y="37205"/>
                  </a:lnTo>
                  <a:lnTo>
                    <a:pt x="1876139" y="37753"/>
                  </a:lnTo>
                  <a:lnTo>
                    <a:pt x="1902718" y="38288"/>
                  </a:lnTo>
                  <a:lnTo>
                    <a:pt x="1928657" y="38810"/>
                  </a:lnTo>
                  <a:lnTo>
                    <a:pt x="1953985" y="39319"/>
                  </a:lnTo>
                  <a:lnTo>
                    <a:pt x="1978731" y="39817"/>
                  </a:lnTo>
                  <a:lnTo>
                    <a:pt x="2002921" y="40304"/>
                  </a:lnTo>
                  <a:lnTo>
                    <a:pt x="2026579" y="40780"/>
                  </a:lnTo>
                  <a:lnTo>
                    <a:pt x="2049729" y="41246"/>
                  </a:lnTo>
                  <a:lnTo>
                    <a:pt x="2072391" y="41702"/>
                  </a:lnTo>
                  <a:lnTo>
                    <a:pt x="2094585" y="42149"/>
                  </a:lnTo>
                  <a:lnTo>
                    <a:pt x="2116332" y="42586"/>
                  </a:lnTo>
                  <a:lnTo>
                    <a:pt x="2137647" y="43015"/>
                  </a:lnTo>
                  <a:lnTo>
                    <a:pt x="2158549" y="43436"/>
                  </a:lnTo>
                  <a:lnTo>
                    <a:pt x="2179053" y="43849"/>
                  </a:lnTo>
                  <a:lnTo>
                    <a:pt x="2199173" y="44253"/>
                  </a:lnTo>
                  <a:lnTo>
                    <a:pt x="2218924" y="44651"/>
                  </a:lnTo>
                  <a:lnTo>
                    <a:pt x="2238319" y="45041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432151" y="2114996"/>
              <a:ext cx="2238319" cy="36031"/>
            </a:xfrm>
            <a:custGeom>
              <a:avLst/>
              <a:pathLst>
                <a:path w="2238319" h="36031">
                  <a:moveTo>
                    <a:pt x="0" y="36031"/>
                  </a:moveTo>
                  <a:lnTo>
                    <a:pt x="143733" y="33717"/>
                  </a:lnTo>
                  <a:lnTo>
                    <a:pt x="270515" y="31677"/>
                  </a:lnTo>
                  <a:lnTo>
                    <a:pt x="383926" y="29851"/>
                  </a:lnTo>
                  <a:lnTo>
                    <a:pt x="486518" y="28199"/>
                  </a:lnTo>
                  <a:lnTo>
                    <a:pt x="580178" y="26692"/>
                  </a:lnTo>
                  <a:lnTo>
                    <a:pt x="666336" y="25305"/>
                  </a:lnTo>
                  <a:lnTo>
                    <a:pt x="746106" y="24021"/>
                  </a:lnTo>
                  <a:lnTo>
                    <a:pt x="820370" y="22825"/>
                  </a:lnTo>
                  <a:lnTo>
                    <a:pt x="889840" y="21707"/>
                  </a:lnTo>
                  <a:lnTo>
                    <a:pt x="955096" y="20656"/>
                  </a:lnTo>
                  <a:lnTo>
                    <a:pt x="1016622" y="19666"/>
                  </a:lnTo>
                  <a:lnTo>
                    <a:pt x="1074820" y="18729"/>
                  </a:lnTo>
                  <a:lnTo>
                    <a:pt x="1130033" y="17840"/>
                  </a:lnTo>
                  <a:lnTo>
                    <a:pt x="1182550" y="16995"/>
                  </a:lnTo>
                  <a:lnTo>
                    <a:pt x="1232625" y="16189"/>
                  </a:lnTo>
                  <a:lnTo>
                    <a:pt x="1280473" y="15419"/>
                  </a:lnTo>
                  <a:lnTo>
                    <a:pt x="1326284" y="14681"/>
                  </a:lnTo>
                  <a:lnTo>
                    <a:pt x="1370225" y="13974"/>
                  </a:lnTo>
                  <a:lnTo>
                    <a:pt x="1412443" y="13294"/>
                  </a:lnTo>
                  <a:lnTo>
                    <a:pt x="1453066" y="12640"/>
                  </a:lnTo>
                  <a:lnTo>
                    <a:pt x="1492213" y="12010"/>
                  </a:lnTo>
                  <a:lnTo>
                    <a:pt x="1529985" y="11402"/>
                  </a:lnTo>
                  <a:lnTo>
                    <a:pt x="1566477" y="10815"/>
                  </a:lnTo>
                  <a:lnTo>
                    <a:pt x="1601772" y="10246"/>
                  </a:lnTo>
                  <a:lnTo>
                    <a:pt x="1635946" y="9696"/>
                  </a:lnTo>
                  <a:lnTo>
                    <a:pt x="1669069" y="9163"/>
                  </a:lnTo>
                  <a:lnTo>
                    <a:pt x="1701203" y="8646"/>
                  </a:lnTo>
                  <a:lnTo>
                    <a:pt x="1732405" y="8144"/>
                  </a:lnTo>
                  <a:lnTo>
                    <a:pt x="1762729" y="7655"/>
                  </a:lnTo>
                  <a:lnTo>
                    <a:pt x="1792221" y="7181"/>
                  </a:lnTo>
                  <a:lnTo>
                    <a:pt x="1820927" y="6719"/>
                  </a:lnTo>
                  <a:lnTo>
                    <a:pt x="1848887" y="6268"/>
                  </a:lnTo>
                  <a:lnTo>
                    <a:pt x="1876139" y="5830"/>
                  </a:lnTo>
                  <a:lnTo>
                    <a:pt x="1902718" y="5402"/>
                  </a:lnTo>
                  <a:lnTo>
                    <a:pt x="1928657" y="4984"/>
                  </a:lnTo>
                  <a:lnTo>
                    <a:pt x="1953985" y="4577"/>
                  </a:lnTo>
                  <a:lnTo>
                    <a:pt x="1978731" y="4178"/>
                  </a:lnTo>
                  <a:lnTo>
                    <a:pt x="2002921" y="3789"/>
                  </a:lnTo>
                  <a:lnTo>
                    <a:pt x="2026579" y="3408"/>
                  </a:lnTo>
                  <a:lnTo>
                    <a:pt x="2049729" y="3035"/>
                  </a:lnTo>
                  <a:lnTo>
                    <a:pt x="2072391" y="2671"/>
                  </a:lnTo>
                  <a:lnTo>
                    <a:pt x="2094585" y="2313"/>
                  </a:lnTo>
                  <a:lnTo>
                    <a:pt x="2116332" y="1963"/>
                  </a:lnTo>
                  <a:lnTo>
                    <a:pt x="2137647" y="1620"/>
                  </a:lnTo>
                  <a:lnTo>
                    <a:pt x="2158549" y="1284"/>
                  </a:lnTo>
                  <a:lnTo>
                    <a:pt x="2179053" y="954"/>
                  </a:lnTo>
                  <a:lnTo>
                    <a:pt x="2199173" y="630"/>
                  </a:lnTo>
                  <a:lnTo>
                    <a:pt x="2218924" y="312"/>
                  </a:lnTo>
                  <a:lnTo>
                    <a:pt x="223831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432151" y="2038023"/>
              <a:ext cx="2238319" cy="56558"/>
            </a:xfrm>
            <a:custGeom>
              <a:avLst/>
              <a:pathLst>
                <a:path w="2238319" h="56558">
                  <a:moveTo>
                    <a:pt x="0" y="0"/>
                  </a:moveTo>
                  <a:lnTo>
                    <a:pt x="143733" y="3631"/>
                  </a:lnTo>
                  <a:lnTo>
                    <a:pt x="270515" y="6835"/>
                  </a:lnTo>
                  <a:lnTo>
                    <a:pt x="383926" y="9701"/>
                  </a:lnTo>
                  <a:lnTo>
                    <a:pt x="486518" y="12293"/>
                  </a:lnTo>
                  <a:lnTo>
                    <a:pt x="580178" y="14660"/>
                  </a:lnTo>
                  <a:lnTo>
                    <a:pt x="666336" y="16837"/>
                  </a:lnTo>
                  <a:lnTo>
                    <a:pt x="746106" y="18852"/>
                  </a:lnTo>
                  <a:lnTo>
                    <a:pt x="820370" y="20729"/>
                  </a:lnTo>
                  <a:lnTo>
                    <a:pt x="889840" y="22484"/>
                  </a:lnTo>
                  <a:lnTo>
                    <a:pt x="955096" y="24133"/>
                  </a:lnTo>
                  <a:lnTo>
                    <a:pt x="1016622" y="25688"/>
                  </a:lnTo>
                  <a:lnTo>
                    <a:pt x="1074820" y="27159"/>
                  </a:lnTo>
                  <a:lnTo>
                    <a:pt x="1130033" y="28554"/>
                  </a:lnTo>
                  <a:lnTo>
                    <a:pt x="1182550" y="29881"/>
                  </a:lnTo>
                  <a:lnTo>
                    <a:pt x="1232625" y="31146"/>
                  </a:lnTo>
                  <a:lnTo>
                    <a:pt x="1280473" y="32355"/>
                  </a:lnTo>
                  <a:lnTo>
                    <a:pt x="1326284" y="33513"/>
                  </a:lnTo>
                  <a:lnTo>
                    <a:pt x="1370225" y="34623"/>
                  </a:lnTo>
                  <a:lnTo>
                    <a:pt x="1412443" y="35690"/>
                  </a:lnTo>
                  <a:lnTo>
                    <a:pt x="1453066" y="36716"/>
                  </a:lnTo>
                  <a:lnTo>
                    <a:pt x="1492213" y="37705"/>
                  </a:lnTo>
                  <a:lnTo>
                    <a:pt x="1529985" y="38660"/>
                  </a:lnTo>
                  <a:lnTo>
                    <a:pt x="1566477" y="39582"/>
                  </a:lnTo>
                  <a:lnTo>
                    <a:pt x="1601772" y="40474"/>
                  </a:lnTo>
                  <a:lnTo>
                    <a:pt x="1635946" y="41337"/>
                  </a:lnTo>
                  <a:lnTo>
                    <a:pt x="1669069" y="42174"/>
                  </a:lnTo>
                  <a:lnTo>
                    <a:pt x="1701203" y="42986"/>
                  </a:lnTo>
                  <a:lnTo>
                    <a:pt x="1732405" y="43775"/>
                  </a:lnTo>
                  <a:lnTo>
                    <a:pt x="1762729" y="44541"/>
                  </a:lnTo>
                  <a:lnTo>
                    <a:pt x="1792221" y="45286"/>
                  </a:lnTo>
                  <a:lnTo>
                    <a:pt x="1820927" y="46012"/>
                  </a:lnTo>
                  <a:lnTo>
                    <a:pt x="1848887" y="46718"/>
                  </a:lnTo>
                  <a:lnTo>
                    <a:pt x="1876139" y="47407"/>
                  </a:lnTo>
                  <a:lnTo>
                    <a:pt x="1902718" y="48078"/>
                  </a:lnTo>
                  <a:lnTo>
                    <a:pt x="1928657" y="48734"/>
                  </a:lnTo>
                  <a:lnTo>
                    <a:pt x="1953985" y="49374"/>
                  </a:lnTo>
                  <a:lnTo>
                    <a:pt x="1978731" y="49999"/>
                  </a:lnTo>
                  <a:lnTo>
                    <a:pt x="2002921" y="50610"/>
                  </a:lnTo>
                  <a:lnTo>
                    <a:pt x="2026579" y="51208"/>
                  </a:lnTo>
                  <a:lnTo>
                    <a:pt x="2049729" y="51793"/>
                  </a:lnTo>
                  <a:lnTo>
                    <a:pt x="2072391" y="52366"/>
                  </a:lnTo>
                  <a:lnTo>
                    <a:pt x="2094585" y="52927"/>
                  </a:lnTo>
                  <a:lnTo>
                    <a:pt x="2116332" y="53476"/>
                  </a:lnTo>
                  <a:lnTo>
                    <a:pt x="2137647" y="54015"/>
                  </a:lnTo>
                  <a:lnTo>
                    <a:pt x="2158549" y="54543"/>
                  </a:lnTo>
                  <a:lnTo>
                    <a:pt x="2179053" y="55061"/>
                  </a:lnTo>
                  <a:lnTo>
                    <a:pt x="2199173" y="55569"/>
                  </a:lnTo>
                  <a:lnTo>
                    <a:pt x="2218924" y="56068"/>
                  </a:lnTo>
                  <a:lnTo>
                    <a:pt x="2238319" y="56558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5" name="rc194"/>
            <p:cNvSpPr/>
            <p:nvPr/>
          </p:nvSpPr>
          <p:spPr>
            <a:xfrm>
              <a:off x="4262365" y="1287054"/>
              <a:ext cx="2575919" cy="1206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4262365" y="1287054"/>
              <a:ext cx="0" cy="1206674"/>
            </a:xfrm>
            <a:custGeom>
              <a:avLst/>
              <a:pathLst>
                <a:path w="0" h="1206674">
                  <a:moveTo>
                    <a:pt x="0" y="1206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4233897" y="225913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4233897" y="186039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4233897" y="146164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4262365" y="2493729"/>
              <a:ext cx="2575919" cy="0"/>
            </a:xfrm>
            <a:custGeom>
              <a:avLst/>
              <a:pathLst>
                <a:path w="2575919" h="0">
                  <a:moveTo>
                    <a:pt x="0" y="0"/>
                  </a:moveTo>
                  <a:lnTo>
                    <a:pt x="257591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4432151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5178258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5924365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6670471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tx204"/>
            <p:cNvSpPr/>
            <p:nvPr/>
          </p:nvSpPr>
          <p:spPr>
            <a:xfrm>
              <a:off x="4262365" y="1110514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6" name="rc205"/>
            <p:cNvSpPr/>
            <p:nvPr/>
          </p:nvSpPr>
          <p:spPr>
            <a:xfrm>
              <a:off x="1404926" y="2951788"/>
              <a:ext cx="2575919" cy="1206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1563891" y="396107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1536255" y="383061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511352" y="401775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493941" y="390172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502695" y="392948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580205" y="381620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571115" y="353029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526468" y="390235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1531742" y="386202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1500535" y="381583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283680" y="402563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270932" y="406873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251357" y="305619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281339" y="395769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243967" y="397921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248709" y="383910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237840" y="397852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319579" y="398269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307106" y="345140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266924" y="357082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315629" y="376237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281552" y="383393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313808" y="370145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289251" y="388366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297737" y="390586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269067" y="379432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301251" y="332674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312201" y="354249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015439" y="378378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020531" y="369058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061349" y="405703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046072" y="404954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044850" y="387486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021871" y="406082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037288" y="323413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015825" y="407554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031418" y="364342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2977515" y="307748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016881" y="297856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063365" y="36274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070995" y="351318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037077" y="347509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25674" y="350539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036844" y="399365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067548" y="346357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044566" y="383039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016769" y="384857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029269" y="367229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795165" y="366209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824759" y="375466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772510" y="369147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835686" y="394522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744008" y="346508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747200" y="377194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815784" y="387854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814808" y="361513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833179" y="355300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800388" y="329828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793394" y="331717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824402" y="329941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827849" y="339563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828612" y="36211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735922" y="364723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791927" y="355554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735032" y="352077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786750" y="350852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834704" y="334384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748671" y="345142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791905" y="349114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738012" y="331907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802758" y="351994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758930" y="336562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1555265" y="3624090"/>
              <a:ext cx="2256152" cy="436988"/>
            </a:xfrm>
            <a:custGeom>
              <a:avLst/>
              <a:pathLst>
                <a:path w="2256152" h="436988">
                  <a:moveTo>
                    <a:pt x="0" y="436988"/>
                  </a:moveTo>
                  <a:lnTo>
                    <a:pt x="144878" y="408927"/>
                  </a:lnTo>
                  <a:lnTo>
                    <a:pt x="272671" y="384175"/>
                  </a:lnTo>
                  <a:lnTo>
                    <a:pt x="386985" y="362034"/>
                  </a:lnTo>
                  <a:lnTo>
                    <a:pt x="490394" y="342005"/>
                  </a:lnTo>
                  <a:lnTo>
                    <a:pt x="584800" y="323719"/>
                  </a:lnTo>
                  <a:lnTo>
                    <a:pt x="671645" y="306899"/>
                  </a:lnTo>
                  <a:lnTo>
                    <a:pt x="752050" y="291325"/>
                  </a:lnTo>
                  <a:lnTo>
                    <a:pt x="826906" y="276826"/>
                  </a:lnTo>
                  <a:lnTo>
                    <a:pt x="896929" y="263264"/>
                  </a:lnTo>
                  <a:lnTo>
                    <a:pt x="962706" y="250524"/>
                  </a:lnTo>
                  <a:lnTo>
                    <a:pt x="1024721" y="238512"/>
                  </a:lnTo>
                  <a:lnTo>
                    <a:pt x="1083383" y="227150"/>
                  </a:lnTo>
                  <a:lnTo>
                    <a:pt x="1139035" y="216371"/>
                  </a:lnTo>
                  <a:lnTo>
                    <a:pt x="1191972" y="206118"/>
                  </a:lnTo>
                  <a:lnTo>
                    <a:pt x="1242445" y="196342"/>
                  </a:lnTo>
                  <a:lnTo>
                    <a:pt x="1290674" y="187000"/>
                  </a:lnTo>
                  <a:lnTo>
                    <a:pt x="1336851" y="178057"/>
                  </a:lnTo>
                  <a:lnTo>
                    <a:pt x="1381142" y="169478"/>
                  </a:lnTo>
                  <a:lnTo>
                    <a:pt x="1423695" y="161236"/>
                  </a:lnTo>
                  <a:lnTo>
                    <a:pt x="1464643" y="153305"/>
                  </a:lnTo>
                  <a:lnTo>
                    <a:pt x="1504101" y="145662"/>
                  </a:lnTo>
                  <a:lnTo>
                    <a:pt x="1542174" y="138288"/>
                  </a:lnTo>
                  <a:lnTo>
                    <a:pt x="1578957" y="131164"/>
                  </a:lnTo>
                  <a:lnTo>
                    <a:pt x="1614533" y="124273"/>
                  </a:lnTo>
                  <a:lnTo>
                    <a:pt x="1648980" y="117601"/>
                  </a:lnTo>
                  <a:lnTo>
                    <a:pt x="1682366" y="111134"/>
                  </a:lnTo>
                  <a:lnTo>
                    <a:pt x="1714756" y="104861"/>
                  </a:lnTo>
                  <a:lnTo>
                    <a:pt x="1746207" y="98769"/>
                  </a:lnTo>
                  <a:lnTo>
                    <a:pt x="1776772" y="92849"/>
                  </a:lnTo>
                  <a:lnTo>
                    <a:pt x="1806499" y="87091"/>
                  </a:lnTo>
                  <a:lnTo>
                    <a:pt x="1835434" y="81487"/>
                  </a:lnTo>
                  <a:lnTo>
                    <a:pt x="1863617" y="76029"/>
                  </a:lnTo>
                  <a:lnTo>
                    <a:pt x="1891086" y="70708"/>
                  </a:lnTo>
                  <a:lnTo>
                    <a:pt x="1917877" y="65519"/>
                  </a:lnTo>
                  <a:lnTo>
                    <a:pt x="1944022" y="60455"/>
                  </a:lnTo>
                  <a:lnTo>
                    <a:pt x="1969553" y="55510"/>
                  </a:lnTo>
                  <a:lnTo>
                    <a:pt x="1994496" y="50679"/>
                  </a:lnTo>
                  <a:lnTo>
                    <a:pt x="2018878" y="45956"/>
                  </a:lnTo>
                  <a:lnTo>
                    <a:pt x="2042725" y="41338"/>
                  </a:lnTo>
                  <a:lnTo>
                    <a:pt x="2066059" y="36818"/>
                  </a:lnTo>
                  <a:lnTo>
                    <a:pt x="2088901" y="32394"/>
                  </a:lnTo>
                  <a:lnTo>
                    <a:pt x="2111273" y="28061"/>
                  </a:lnTo>
                  <a:lnTo>
                    <a:pt x="2133192" y="23815"/>
                  </a:lnTo>
                  <a:lnTo>
                    <a:pt x="2154678" y="19654"/>
                  </a:lnTo>
                  <a:lnTo>
                    <a:pt x="2175746" y="15573"/>
                  </a:lnTo>
                  <a:lnTo>
                    <a:pt x="2196413" y="11570"/>
                  </a:lnTo>
                  <a:lnTo>
                    <a:pt x="2216693" y="7642"/>
                  </a:lnTo>
                  <a:lnTo>
                    <a:pt x="2236602" y="3786"/>
                  </a:lnTo>
                  <a:lnTo>
                    <a:pt x="2256152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1555265" y="3538334"/>
              <a:ext cx="2256152" cy="421953"/>
            </a:xfrm>
            <a:custGeom>
              <a:avLst/>
              <a:pathLst>
                <a:path w="2256152" h="421953">
                  <a:moveTo>
                    <a:pt x="0" y="421953"/>
                  </a:moveTo>
                  <a:lnTo>
                    <a:pt x="144878" y="394858"/>
                  </a:lnTo>
                  <a:lnTo>
                    <a:pt x="272671" y="370957"/>
                  </a:lnTo>
                  <a:lnTo>
                    <a:pt x="386985" y="349578"/>
                  </a:lnTo>
                  <a:lnTo>
                    <a:pt x="490394" y="330238"/>
                  </a:lnTo>
                  <a:lnTo>
                    <a:pt x="584800" y="312582"/>
                  </a:lnTo>
                  <a:lnTo>
                    <a:pt x="671645" y="296340"/>
                  </a:lnTo>
                  <a:lnTo>
                    <a:pt x="752050" y="281302"/>
                  </a:lnTo>
                  <a:lnTo>
                    <a:pt x="826906" y="267302"/>
                  </a:lnTo>
                  <a:lnTo>
                    <a:pt x="896929" y="254206"/>
                  </a:lnTo>
                  <a:lnTo>
                    <a:pt x="962706" y="241905"/>
                  </a:lnTo>
                  <a:lnTo>
                    <a:pt x="1024721" y="230306"/>
                  </a:lnTo>
                  <a:lnTo>
                    <a:pt x="1083383" y="219335"/>
                  </a:lnTo>
                  <a:lnTo>
                    <a:pt x="1139035" y="208927"/>
                  </a:lnTo>
                  <a:lnTo>
                    <a:pt x="1191972" y="199026"/>
                  </a:lnTo>
                  <a:lnTo>
                    <a:pt x="1242445" y="189587"/>
                  </a:lnTo>
                  <a:lnTo>
                    <a:pt x="1290674" y="180567"/>
                  </a:lnTo>
                  <a:lnTo>
                    <a:pt x="1336851" y="171931"/>
                  </a:lnTo>
                  <a:lnTo>
                    <a:pt x="1381142" y="163647"/>
                  </a:lnTo>
                  <a:lnTo>
                    <a:pt x="1423695" y="155689"/>
                  </a:lnTo>
                  <a:lnTo>
                    <a:pt x="1464643" y="148030"/>
                  </a:lnTo>
                  <a:lnTo>
                    <a:pt x="1504101" y="140651"/>
                  </a:lnTo>
                  <a:lnTo>
                    <a:pt x="1542174" y="133530"/>
                  </a:lnTo>
                  <a:lnTo>
                    <a:pt x="1578957" y="126651"/>
                  </a:lnTo>
                  <a:lnTo>
                    <a:pt x="1614533" y="119997"/>
                  </a:lnTo>
                  <a:lnTo>
                    <a:pt x="1648980" y="113555"/>
                  </a:lnTo>
                  <a:lnTo>
                    <a:pt x="1682366" y="107311"/>
                  </a:lnTo>
                  <a:lnTo>
                    <a:pt x="1714756" y="101253"/>
                  </a:lnTo>
                  <a:lnTo>
                    <a:pt x="1746207" y="95371"/>
                  </a:lnTo>
                  <a:lnTo>
                    <a:pt x="1776772" y="89655"/>
                  </a:lnTo>
                  <a:lnTo>
                    <a:pt x="1806499" y="84095"/>
                  </a:lnTo>
                  <a:lnTo>
                    <a:pt x="1835434" y="78684"/>
                  </a:lnTo>
                  <a:lnTo>
                    <a:pt x="1863617" y="73413"/>
                  </a:lnTo>
                  <a:lnTo>
                    <a:pt x="1891086" y="68275"/>
                  </a:lnTo>
                  <a:lnTo>
                    <a:pt x="1917877" y="63265"/>
                  </a:lnTo>
                  <a:lnTo>
                    <a:pt x="1944022" y="58375"/>
                  </a:lnTo>
                  <a:lnTo>
                    <a:pt x="1969553" y="53600"/>
                  </a:lnTo>
                  <a:lnTo>
                    <a:pt x="1994496" y="48935"/>
                  </a:lnTo>
                  <a:lnTo>
                    <a:pt x="2018878" y="44375"/>
                  </a:lnTo>
                  <a:lnTo>
                    <a:pt x="2042725" y="39915"/>
                  </a:lnTo>
                  <a:lnTo>
                    <a:pt x="2066059" y="35551"/>
                  </a:lnTo>
                  <a:lnTo>
                    <a:pt x="2088901" y="31279"/>
                  </a:lnTo>
                  <a:lnTo>
                    <a:pt x="2111273" y="27095"/>
                  </a:lnTo>
                  <a:lnTo>
                    <a:pt x="2133192" y="22996"/>
                  </a:lnTo>
                  <a:lnTo>
                    <a:pt x="2154678" y="18978"/>
                  </a:lnTo>
                  <a:lnTo>
                    <a:pt x="2175746" y="15037"/>
                  </a:lnTo>
                  <a:lnTo>
                    <a:pt x="2196413" y="11172"/>
                  </a:lnTo>
                  <a:lnTo>
                    <a:pt x="2216693" y="7379"/>
                  </a:lnTo>
                  <a:lnTo>
                    <a:pt x="2236602" y="3656"/>
                  </a:lnTo>
                  <a:lnTo>
                    <a:pt x="2256152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1555265" y="3711514"/>
              <a:ext cx="2256152" cy="331654"/>
            </a:xfrm>
            <a:custGeom>
              <a:avLst/>
              <a:pathLst>
                <a:path w="2256152" h="331654">
                  <a:moveTo>
                    <a:pt x="0" y="331654"/>
                  </a:moveTo>
                  <a:lnTo>
                    <a:pt x="144878" y="310357"/>
                  </a:lnTo>
                  <a:lnTo>
                    <a:pt x="272671" y="291572"/>
                  </a:lnTo>
                  <a:lnTo>
                    <a:pt x="386985" y="274768"/>
                  </a:lnTo>
                  <a:lnTo>
                    <a:pt x="490394" y="259566"/>
                  </a:lnTo>
                  <a:lnTo>
                    <a:pt x="584800" y="245689"/>
                  </a:lnTo>
                  <a:lnTo>
                    <a:pt x="671645" y="232922"/>
                  </a:lnTo>
                  <a:lnTo>
                    <a:pt x="752050" y="221103"/>
                  </a:lnTo>
                  <a:lnTo>
                    <a:pt x="826906" y="210099"/>
                  </a:lnTo>
                  <a:lnTo>
                    <a:pt x="896929" y="199806"/>
                  </a:lnTo>
                  <a:lnTo>
                    <a:pt x="962706" y="190136"/>
                  </a:lnTo>
                  <a:lnTo>
                    <a:pt x="1024721" y="181020"/>
                  </a:lnTo>
                  <a:lnTo>
                    <a:pt x="1083383" y="172397"/>
                  </a:lnTo>
                  <a:lnTo>
                    <a:pt x="1139035" y="164216"/>
                  </a:lnTo>
                  <a:lnTo>
                    <a:pt x="1191972" y="156434"/>
                  </a:lnTo>
                  <a:lnTo>
                    <a:pt x="1242445" y="149015"/>
                  </a:lnTo>
                  <a:lnTo>
                    <a:pt x="1290674" y="141925"/>
                  </a:lnTo>
                  <a:lnTo>
                    <a:pt x="1336851" y="135137"/>
                  </a:lnTo>
                  <a:lnTo>
                    <a:pt x="1381142" y="128626"/>
                  </a:lnTo>
                  <a:lnTo>
                    <a:pt x="1423695" y="122371"/>
                  </a:lnTo>
                  <a:lnTo>
                    <a:pt x="1464643" y="116352"/>
                  </a:lnTo>
                  <a:lnTo>
                    <a:pt x="1504101" y="110551"/>
                  </a:lnTo>
                  <a:lnTo>
                    <a:pt x="1542174" y="104954"/>
                  </a:lnTo>
                  <a:lnTo>
                    <a:pt x="1578957" y="99547"/>
                  </a:lnTo>
                  <a:lnTo>
                    <a:pt x="1614533" y="94318"/>
                  </a:lnTo>
                  <a:lnTo>
                    <a:pt x="1648980" y="89254"/>
                  </a:lnTo>
                  <a:lnTo>
                    <a:pt x="1682366" y="84346"/>
                  </a:lnTo>
                  <a:lnTo>
                    <a:pt x="1714756" y="79585"/>
                  </a:lnTo>
                  <a:lnTo>
                    <a:pt x="1746207" y="74961"/>
                  </a:lnTo>
                  <a:lnTo>
                    <a:pt x="1776772" y="70468"/>
                  </a:lnTo>
                  <a:lnTo>
                    <a:pt x="1806499" y="66099"/>
                  </a:lnTo>
                  <a:lnTo>
                    <a:pt x="1835434" y="61845"/>
                  </a:lnTo>
                  <a:lnTo>
                    <a:pt x="1863617" y="57702"/>
                  </a:lnTo>
                  <a:lnTo>
                    <a:pt x="1891086" y="53664"/>
                  </a:lnTo>
                  <a:lnTo>
                    <a:pt x="1917877" y="49726"/>
                  </a:lnTo>
                  <a:lnTo>
                    <a:pt x="1944022" y="45883"/>
                  </a:lnTo>
                  <a:lnTo>
                    <a:pt x="1969553" y="42130"/>
                  </a:lnTo>
                  <a:lnTo>
                    <a:pt x="1994496" y="38463"/>
                  </a:lnTo>
                  <a:lnTo>
                    <a:pt x="2018878" y="34879"/>
                  </a:lnTo>
                  <a:lnTo>
                    <a:pt x="2042725" y="31373"/>
                  </a:lnTo>
                  <a:lnTo>
                    <a:pt x="2066059" y="27943"/>
                  </a:lnTo>
                  <a:lnTo>
                    <a:pt x="2088901" y="24585"/>
                  </a:lnTo>
                  <a:lnTo>
                    <a:pt x="2111273" y="21297"/>
                  </a:lnTo>
                  <a:lnTo>
                    <a:pt x="2133192" y="18075"/>
                  </a:lnTo>
                  <a:lnTo>
                    <a:pt x="2154678" y="14916"/>
                  </a:lnTo>
                  <a:lnTo>
                    <a:pt x="2175746" y="11819"/>
                  </a:lnTo>
                  <a:lnTo>
                    <a:pt x="2196413" y="8781"/>
                  </a:lnTo>
                  <a:lnTo>
                    <a:pt x="2216693" y="5800"/>
                  </a:lnTo>
                  <a:lnTo>
                    <a:pt x="2236602" y="2873"/>
                  </a:lnTo>
                  <a:lnTo>
                    <a:pt x="2256152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1555265" y="3305848"/>
              <a:ext cx="2256152" cy="462152"/>
            </a:xfrm>
            <a:custGeom>
              <a:avLst/>
              <a:pathLst>
                <a:path w="2256152" h="462152">
                  <a:moveTo>
                    <a:pt x="0" y="462152"/>
                  </a:moveTo>
                  <a:lnTo>
                    <a:pt x="144878" y="432475"/>
                  </a:lnTo>
                  <a:lnTo>
                    <a:pt x="272671" y="406298"/>
                  </a:lnTo>
                  <a:lnTo>
                    <a:pt x="386985" y="382881"/>
                  </a:lnTo>
                  <a:lnTo>
                    <a:pt x="490394" y="361699"/>
                  </a:lnTo>
                  <a:lnTo>
                    <a:pt x="584800" y="342361"/>
                  </a:lnTo>
                  <a:lnTo>
                    <a:pt x="671645" y="324571"/>
                  </a:lnTo>
                  <a:lnTo>
                    <a:pt x="752050" y="308101"/>
                  </a:lnTo>
                  <a:lnTo>
                    <a:pt x="826906" y="292768"/>
                  </a:lnTo>
                  <a:lnTo>
                    <a:pt x="896929" y="278424"/>
                  </a:lnTo>
                  <a:lnTo>
                    <a:pt x="962706" y="264950"/>
                  </a:lnTo>
                  <a:lnTo>
                    <a:pt x="1024721" y="252247"/>
                  </a:lnTo>
                  <a:lnTo>
                    <a:pt x="1083383" y="240231"/>
                  </a:lnTo>
                  <a:lnTo>
                    <a:pt x="1139035" y="228831"/>
                  </a:lnTo>
                  <a:lnTo>
                    <a:pt x="1191972" y="217987"/>
                  </a:lnTo>
                  <a:lnTo>
                    <a:pt x="1242445" y="207648"/>
                  </a:lnTo>
                  <a:lnTo>
                    <a:pt x="1290674" y="197769"/>
                  </a:lnTo>
                  <a:lnTo>
                    <a:pt x="1336851" y="188310"/>
                  </a:lnTo>
                  <a:lnTo>
                    <a:pt x="1381142" y="179237"/>
                  </a:lnTo>
                  <a:lnTo>
                    <a:pt x="1423695" y="170521"/>
                  </a:lnTo>
                  <a:lnTo>
                    <a:pt x="1464643" y="162133"/>
                  </a:lnTo>
                  <a:lnTo>
                    <a:pt x="1504101" y="154050"/>
                  </a:lnTo>
                  <a:lnTo>
                    <a:pt x="1542174" y="146251"/>
                  </a:lnTo>
                  <a:lnTo>
                    <a:pt x="1578957" y="138717"/>
                  </a:lnTo>
                  <a:lnTo>
                    <a:pt x="1614533" y="131429"/>
                  </a:lnTo>
                  <a:lnTo>
                    <a:pt x="1648980" y="124373"/>
                  </a:lnTo>
                  <a:lnTo>
                    <a:pt x="1682366" y="117534"/>
                  </a:lnTo>
                  <a:lnTo>
                    <a:pt x="1714756" y="110899"/>
                  </a:lnTo>
                  <a:lnTo>
                    <a:pt x="1746207" y="104457"/>
                  </a:lnTo>
                  <a:lnTo>
                    <a:pt x="1776772" y="98196"/>
                  </a:lnTo>
                  <a:lnTo>
                    <a:pt x="1806499" y="92107"/>
                  </a:lnTo>
                  <a:lnTo>
                    <a:pt x="1835434" y="86180"/>
                  </a:lnTo>
                  <a:lnTo>
                    <a:pt x="1863617" y="80407"/>
                  </a:lnTo>
                  <a:lnTo>
                    <a:pt x="1891086" y="74780"/>
                  </a:lnTo>
                  <a:lnTo>
                    <a:pt x="1917877" y="69292"/>
                  </a:lnTo>
                  <a:lnTo>
                    <a:pt x="1944022" y="63936"/>
                  </a:lnTo>
                  <a:lnTo>
                    <a:pt x="1969553" y="58707"/>
                  </a:lnTo>
                  <a:lnTo>
                    <a:pt x="1994496" y="53597"/>
                  </a:lnTo>
                  <a:lnTo>
                    <a:pt x="2018878" y="48603"/>
                  </a:lnTo>
                  <a:lnTo>
                    <a:pt x="2042725" y="43718"/>
                  </a:lnTo>
                  <a:lnTo>
                    <a:pt x="2066059" y="38938"/>
                  </a:lnTo>
                  <a:lnTo>
                    <a:pt x="2088901" y="34259"/>
                  </a:lnTo>
                  <a:lnTo>
                    <a:pt x="2111273" y="29677"/>
                  </a:lnTo>
                  <a:lnTo>
                    <a:pt x="2133192" y="25187"/>
                  </a:lnTo>
                  <a:lnTo>
                    <a:pt x="2154678" y="20786"/>
                  </a:lnTo>
                  <a:lnTo>
                    <a:pt x="2175746" y="16470"/>
                  </a:lnTo>
                  <a:lnTo>
                    <a:pt x="2196413" y="12236"/>
                  </a:lnTo>
                  <a:lnTo>
                    <a:pt x="2216693" y="8082"/>
                  </a:lnTo>
                  <a:lnTo>
                    <a:pt x="2236602" y="4004"/>
                  </a:lnTo>
                  <a:lnTo>
                    <a:pt x="2256152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1555265" y="3594418"/>
              <a:ext cx="2256152" cy="344204"/>
            </a:xfrm>
            <a:custGeom>
              <a:avLst/>
              <a:pathLst>
                <a:path w="2256152" h="344204">
                  <a:moveTo>
                    <a:pt x="0" y="344204"/>
                  </a:moveTo>
                  <a:lnTo>
                    <a:pt x="144878" y="322101"/>
                  </a:lnTo>
                  <a:lnTo>
                    <a:pt x="272671" y="302604"/>
                  </a:lnTo>
                  <a:lnTo>
                    <a:pt x="386985" y="285164"/>
                  </a:lnTo>
                  <a:lnTo>
                    <a:pt x="490394" y="269388"/>
                  </a:lnTo>
                  <a:lnTo>
                    <a:pt x="584800" y="254985"/>
                  </a:lnTo>
                  <a:lnTo>
                    <a:pt x="671645" y="241736"/>
                  </a:lnTo>
                  <a:lnTo>
                    <a:pt x="752050" y="229469"/>
                  </a:lnTo>
                  <a:lnTo>
                    <a:pt x="826906" y="218049"/>
                  </a:lnTo>
                  <a:lnTo>
                    <a:pt x="896929" y="207366"/>
                  </a:lnTo>
                  <a:lnTo>
                    <a:pt x="962706" y="197331"/>
                  </a:lnTo>
                  <a:lnTo>
                    <a:pt x="1024721" y="187870"/>
                  </a:lnTo>
                  <a:lnTo>
                    <a:pt x="1083383" y="178920"/>
                  </a:lnTo>
                  <a:lnTo>
                    <a:pt x="1139035" y="170430"/>
                  </a:lnTo>
                  <a:lnTo>
                    <a:pt x="1191972" y="162353"/>
                  </a:lnTo>
                  <a:lnTo>
                    <a:pt x="1242445" y="154653"/>
                  </a:lnTo>
                  <a:lnTo>
                    <a:pt x="1290674" y="147295"/>
                  </a:lnTo>
                  <a:lnTo>
                    <a:pt x="1336851" y="140250"/>
                  </a:lnTo>
                  <a:lnTo>
                    <a:pt x="1381142" y="133493"/>
                  </a:lnTo>
                  <a:lnTo>
                    <a:pt x="1423695" y="127001"/>
                  </a:lnTo>
                  <a:lnTo>
                    <a:pt x="1464643" y="120754"/>
                  </a:lnTo>
                  <a:lnTo>
                    <a:pt x="1504101" y="114734"/>
                  </a:lnTo>
                  <a:lnTo>
                    <a:pt x="1542174" y="108926"/>
                  </a:lnTo>
                  <a:lnTo>
                    <a:pt x="1578957" y="103314"/>
                  </a:lnTo>
                  <a:lnTo>
                    <a:pt x="1614533" y="97886"/>
                  </a:lnTo>
                  <a:lnTo>
                    <a:pt x="1648980" y="92631"/>
                  </a:lnTo>
                  <a:lnTo>
                    <a:pt x="1682366" y="87538"/>
                  </a:lnTo>
                  <a:lnTo>
                    <a:pt x="1714756" y="82596"/>
                  </a:lnTo>
                  <a:lnTo>
                    <a:pt x="1746207" y="77798"/>
                  </a:lnTo>
                  <a:lnTo>
                    <a:pt x="1776772" y="73135"/>
                  </a:lnTo>
                  <a:lnTo>
                    <a:pt x="1806499" y="68600"/>
                  </a:lnTo>
                  <a:lnTo>
                    <a:pt x="1835434" y="64185"/>
                  </a:lnTo>
                  <a:lnTo>
                    <a:pt x="1863617" y="59886"/>
                  </a:lnTo>
                  <a:lnTo>
                    <a:pt x="1891086" y="55695"/>
                  </a:lnTo>
                  <a:lnTo>
                    <a:pt x="1917877" y="51608"/>
                  </a:lnTo>
                  <a:lnTo>
                    <a:pt x="1944022" y="47619"/>
                  </a:lnTo>
                  <a:lnTo>
                    <a:pt x="1969553" y="43724"/>
                  </a:lnTo>
                  <a:lnTo>
                    <a:pt x="1994496" y="39918"/>
                  </a:lnTo>
                  <a:lnTo>
                    <a:pt x="2018878" y="36199"/>
                  </a:lnTo>
                  <a:lnTo>
                    <a:pt x="2042725" y="32560"/>
                  </a:lnTo>
                  <a:lnTo>
                    <a:pt x="2066059" y="29001"/>
                  </a:lnTo>
                  <a:lnTo>
                    <a:pt x="2088901" y="25516"/>
                  </a:lnTo>
                  <a:lnTo>
                    <a:pt x="2111273" y="22103"/>
                  </a:lnTo>
                  <a:lnTo>
                    <a:pt x="2133192" y="18758"/>
                  </a:lnTo>
                  <a:lnTo>
                    <a:pt x="2154678" y="15481"/>
                  </a:lnTo>
                  <a:lnTo>
                    <a:pt x="2175746" y="12266"/>
                  </a:lnTo>
                  <a:lnTo>
                    <a:pt x="2196413" y="9113"/>
                  </a:lnTo>
                  <a:lnTo>
                    <a:pt x="2216693" y="6019"/>
                  </a:lnTo>
                  <a:lnTo>
                    <a:pt x="2236602" y="2982"/>
                  </a:lnTo>
                  <a:lnTo>
                    <a:pt x="2256152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1555265" y="3403438"/>
              <a:ext cx="2256152" cy="309815"/>
            </a:xfrm>
            <a:custGeom>
              <a:avLst/>
              <a:pathLst>
                <a:path w="2256152" h="309815">
                  <a:moveTo>
                    <a:pt x="0" y="309815"/>
                  </a:moveTo>
                  <a:lnTo>
                    <a:pt x="144878" y="289920"/>
                  </a:lnTo>
                  <a:lnTo>
                    <a:pt x="272671" y="272371"/>
                  </a:lnTo>
                  <a:lnTo>
                    <a:pt x="386985" y="256674"/>
                  </a:lnTo>
                  <a:lnTo>
                    <a:pt x="490394" y="242474"/>
                  </a:lnTo>
                  <a:lnTo>
                    <a:pt x="584800" y="229510"/>
                  </a:lnTo>
                  <a:lnTo>
                    <a:pt x="671645" y="217584"/>
                  </a:lnTo>
                  <a:lnTo>
                    <a:pt x="752050" y="206543"/>
                  </a:lnTo>
                  <a:lnTo>
                    <a:pt x="826906" y="196264"/>
                  </a:lnTo>
                  <a:lnTo>
                    <a:pt x="896929" y="186648"/>
                  </a:lnTo>
                  <a:lnTo>
                    <a:pt x="962706" y="177616"/>
                  </a:lnTo>
                  <a:lnTo>
                    <a:pt x="1024721" y="169100"/>
                  </a:lnTo>
                  <a:lnTo>
                    <a:pt x="1083383" y="161044"/>
                  </a:lnTo>
                  <a:lnTo>
                    <a:pt x="1139035" y="153402"/>
                  </a:lnTo>
                  <a:lnTo>
                    <a:pt x="1191972" y="146133"/>
                  </a:lnTo>
                  <a:lnTo>
                    <a:pt x="1242445" y="139202"/>
                  </a:lnTo>
                  <a:lnTo>
                    <a:pt x="1290674" y="132579"/>
                  </a:lnTo>
                  <a:lnTo>
                    <a:pt x="1336851" y="126238"/>
                  </a:lnTo>
                  <a:lnTo>
                    <a:pt x="1381142" y="120156"/>
                  </a:lnTo>
                  <a:lnTo>
                    <a:pt x="1423695" y="114313"/>
                  </a:lnTo>
                  <a:lnTo>
                    <a:pt x="1464643" y="108690"/>
                  </a:lnTo>
                  <a:lnTo>
                    <a:pt x="1504101" y="103271"/>
                  </a:lnTo>
                  <a:lnTo>
                    <a:pt x="1542174" y="98043"/>
                  </a:lnTo>
                  <a:lnTo>
                    <a:pt x="1578957" y="92992"/>
                  </a:lnTo>
                  <a:lnTo>
                    <a:pt x="1614533" y="88107"/>
                  </a:lnTo>
                  <a:lnTo>
                    <a:pt x="1648980" y="83376"/>
                  </a:lnTo>
                  <a:lnTo>
                    <a:pt x="1682366" y="78792"/>
                  </a:lnTo>
                  <a:lnTo>
                    <a:pt x="1714756" y="74344"/>
                  </a:lnTo>
                  <a:lnTo>
                    <a:pt x="1746207" y="70025"/>
                  </a:lnTo>
                  <a:lnTo>
                    <a:pt x="1776772" y="65828"/>
                  </a:lnTo>
                  <a:lnTo>
                    <a:pt x="1806499" y="61746"/>
                  </a:lnTo>
                  <a:lnTo>
                    <a:pt x="1835434" y="57773"/>
                  </a:lnTo>
                  <a:lnTo>
                    <a:pt x="1863617" y="53902"/>
                  </a:lnTo>
                  <a:lnTo>
                    <a:pt x="1891086" y="50130"/>
                  </a:lnTo>
                  <a:lnTo>
                    <a:pt x="1917877" y="46451"/>
                  </a:lnTo>
                  <a:lnTo>
                    <a:pt x="1944022" y="42861"/>
                  </a:lnTo>
                  <a:lnTo>
                    <a:pt x="1969553" y="39355"/>
                  </a:lnTo>
                  <a:lnTo>
                    <a:pt x="1994496" y="35930"/>
                  </a:lnTo>
                  <a:lnTo>
                    <a:pt x="2018878" y="32582"/>
                  </a:lnTo>
                  <a:lnTo>
                    <a:pt x="2042725" y="29307"/>
                  </a:lnTo>
                  <a:lnTo>
                    <a:pt x="2066059" y="26103"/>
                  </a:lnTo>
                  <a:lnTo>
                    <a:pt x="2088901" y="22966"/>
                  </a:lnTo>
                  <a:lnTo>
                    <a:pt x="2111273" y="19894"/>
                  </a:lnTo>
                  <a:lnTo>
                    <a:pt x="2133192" y="16884"/>
                  </a:lnTo>
                  <a:lnTo>
                    <a:pt x="2154678" y="13934"/>
                  </a:lnTo>
                  <a:lnTo>
                    <a:pt x="2175746" y="11041"/>
                  </a:lnTo>
                  <a:lnTo>
                    <a:pt x="2196413" y="8203"/>
                  </a:lnTo>
                  <a:lnTo>
                    <a:pt x="2216693" y="5418"/>
                  </a:lnTo>
                  <a:lnTo>
                    <a:pt x="2236602" y="2684"/>
                  </a:lnTo>
                  <a:lnTo>
                    <a:pt x="2256152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1555265" y="3512121"/>
              <a:ext cx="2256152" cy="9876"/>
            </a:xfrm>
            <a:custGeom>
              <a:avLst/>
              <a:pathLst>
                <a:path w="2256152" h="9876">
                  <a:moveTo>
                    <a:pt x="0" y="9876"/>
                  </a:moveTo>
                  <a:lnTo>
                    <a:pt x="144878" y="9242"/>
                  </a:lnTo>
                  <a:lnTo>
                    <a:pt x="272671" y="8682"/>
                  </a:lnTo>
                  <a:lnTo>
                    <a:pt x="386985" y="8182"/>
                  </a:lnTo>
                  <a:lnTo>
                    <a:pt x="490394" y="7729"/>
                  </a:lnTo>
                  <a:lnTo>
                    <a:pt x="584800" y="7316"/>
                  </a:lnTo>
                  <a:lnTo>
                    <a:pt x="671645" y="6936"/>
                  </a:lnTo>
                  <a:lnTo>
                    <a:pt x="752050" y="6584"/>
                  </a:lnTo>
                  <a:lnTo>
                    <a:pt x="826906" y="6256"/>
                  </a:lnTo>
                  <a:lnTo>
                    <a:pt x="896929" y="5949"/>
                  </a:lnTo>
                  <a:lnTo>
                    <a:pt x="962706" y="5662"/>
                  </a:lnTo>
                  <a:lnTo>
                    <a:pt x="1024721" y="5390"/>
                  </a:lnTo>
                  <a:lnTo>
                    <a:pt x="1083383" y="5133"/>
                  </a:lnTo>
                  <a:lnTo>
                    <a:pt x="1139035" y="4890"/>
                  </a:lnTo>
                  <a:lnTo>
                    <a:pt x="1191972" y="4658"/>
                  </a:lnTo>
                  <a:lnTo>
                    <a:pt x="1242445" y="4437"/>
                  </a:lnTo>
                  <a:lnTo>
                    <a:pt x="1290674" y="4226"/>
                  </a:lnTo>
                  <a:lnTo>
                    <a:pt x="1336851" y="4024"/>
                  </a:lnTo>
                  <a:lnTo>
                    <a:pt x="1381142" y="3830"/>
                  </a:lnTo>
                  <a:lnTo>
                    <a:pt x="1423695" y="3644"/>
                  </a:lnTo>
                  <a:lnTo>
                    <a:pt x="1464643" y="3464"/>
                  </a:lnTo>
                  <a:lnTo>
                    <a:pt x="1504101" y="3292"/>
                  </a:lnTo>
                  <a:lnTo>
                    <a:pt x="1542174" y="3125"/>
                  </a:lnTo>
                  <a:lnTo>
                    <a:pt x="1578957" y="2964"/>
                  </a:lnTo>
                  <a:lnTo>
                    <a:pt x="1614533" y="2808"/>
                  </a:lnTo>
                  <a:lnTo>
                    <a:pt x="1648980" y="2657"/>
                  </a:lnTo>
                  <a:lnTo>
                    <a:pt x="1682366" y="2511"/>
                  </a:lnTo>
                  <a:lnTo>
                    <a:pt x="1714756" y="2369"/>
                  </a:lnTo>
                  <a:lnTo>
                    <a:pt x="1746207" y="2232"/>
                  </a:lnTo>
                  <a:lnTo>
                    <a:pt x="1776772" y="2098"/>
                  </a:lnTo>
                  <a:lnTo>
                    <a:pt x="1806499" y="1968"/>
                  </a:lnTo>
                  <a:lnTo>
                    <a:pt x="1835434" y="1841"/>
                  </a:lnTo>
                  <a:lnTo>
                    <a:pt x="1863617" y="1718"/>
                  </a:lnTo>
                  <a:lnTo>
                    <a:pt x="1891086" y="1598"/>
                  </a:lnTo>
                  <a:lnTo>
                    <a:pt x="1917877" y="1480"/>
                  </a:lnTo>
                  <a:lnTo>
                    <a:pt x="1944022" y="1366"/>
                  </a:lnTo>
                  <a:lnTo>
                    <a:pt x="1969553" y="1254"/>
                  </a:lnTo>
                  <a:lnTo>
                    <a:pt x="1994496" y="1145"/>
                  </a:lnTo>
                  <a:lnTo>
                    <a:pt x="2018878" y="1038"/>
                  </a:lnTo>
                  <a:lnTo>
                    <a:pt x="2042725" y="934"/>
                  </a:lnTo>
                  <a:lnTo>
                    <a:pt x="2066059" y="832"/>
                  </a:lnTo>
                  <a:lnTo>
                    <a:pt x="2088901" y="732"/>
                  </a:lnTo>
                  <a:lnTo>
                    <a:pt x="2111273" y="634"/>
                  </a:lnTo>
                  <a:lnTo>
                    <a:pt x="2133192" y="538"/>
                  </a:lnTo>
                  <a:lnTo>
                    <a:pt x="2154678" y="444"/>
                  </a:lnTo>
                  <a:lnTo>
                    <a:pt x="2175746" y="351"/>
                  </a:lnTo>
                  <a:lnTo>
                    <a:pt x="2196413" y="261"/>
                  </a:lnTo>
                  <a:lnTo>
                    <a:pt x="2216693" y="172"/>
                  </a:lnTo>
                  <a:lnTo>
                    <a:pt x="2236602" y="85"/>
                  </a:lnTo>
                  <a:lnTo>
                    <a:pt x="2256152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1555265" y="3786168"/>
              <a:ext cx="2256152" cy="210821"/>
            </a:xfrm>
            <a:custGeom>
              <a:avLst/>
              <a:pathLst>
                <a:path w="2256152" h="210821">
                  <a:moveTo>
                    <a:pt x="0" y="210821"/>
                  </a:moveTo>
                  <a:lnTo>
                    <a:pt x="144878" y="197283"/>
                  </a:lnTo>
                  <a:lnTo>
                    <a:pt x="272671" y="185342"/>
                  </a:lnTo>
                  <a:lnTo>
                    <a:pt x="386985" y="174660"/>
                  </a:lnTo>
                  <a:lnTo>
                    <a:pt x="490394" y="164997"/>
                  </a:lnTo>
                  <a:lnTo>
                    <a:pt x="584800" y="156175"/>
                  </a:lnTo>
                  <a:lnTo>
                    <a:pt x="671645" y="148060"/>
                  </a:lnTo>
                  <a:lnTo>
                    <a:pt x="752050" y="140547"/>
                  </a:lnTo>
                  <a:lnTo>
                    <a:pt x="826906" y="133552"/>
                  </a:lnTo>
                  <a:lnTo>
                    <a:pt x="896929" y="127009"/>
                  </a:lnTo>
                  <a:lnTo>
                    <a:pt x="962706" y="120863"/>
                  </a:lnTo>
                  <a:lnTo>
                    <a:pt x="1024721" y="115068"/>
                  </a:lnTo>
                  <a:lnTo>
                    <a:pt x="1083383" y="109586"/>
                  </a:lnTo>
                  <a:lnTo>
                    <a:pt x="1139035" y="104386"/>
                  </a:lnTo>
                  <a:lnTo>
                    <a:pt x="1191972" y="99439"/>
                  </a:lnTo>
                  <a:lnTo>
                    <a:pt x="1242445" y="94723"/>
                  </a:lnTo>
                  <a:lnTo>
                    <a:pt x="1290674" y="90216"/>
                  </a:lnTo>
                  <a:lnTo>
                    <a:pt x="1336851" y="85902"/>
                  </a:lnTo>
                  <a:lnTo>
                    <a:pt x="1381142" y="81763"/>
                  </a:lnTo>
                  <a:lnTo>
                    <a:pt x="1423695" y="77787"/>
                  </a:lnTo>
                  <a:lnTo>
                    <a:pt x="1464643" y="73960"/>
                  </a:lnTo>
                  <a:lnTo>
                    <a:pt x="1504101" y="70273"/>
                  </a:lnTo>
                  <a:lnTo>
                    <a:pt x="1542174" y="66716"/>
                  </a:lnTo>
                  <a:lnTo>
                    <a:pt x="1578957" y="63279"/>
                  </a:lnTo>
                  <a:lnTo>
                    <a:pt x="1614533" y="59954"/>
                  </a:lnTo>
                  <a:lnTo>
                    <a:pt x="1648980" y="56735"/>
                  </a:lnTo>
                  <a:lnTo>
                    <a:pt x="1682366" y="53616"/>
                  </a:lnTo>
                  <a:lnTo>
                    <a:pt x="1714756" y="50589"/>
                  </a:lnTo>
                  <a:lnTo>
                    <a:pt x="1746207" y="47650"/>
                  </a:lnTo>
                  <a:lnTo>
                    <a:pt x="1776772" y="44794"/>
                  </a:lnTo>
                  <a:lnTo>
                    <a:pt x="1806499" y="42016"/>
                  </a:lnTo>
                  <a:lnTo>
                    <a:pt x="1835434" y="39313"/>
                  </a:lnTo>
                  <a:lnTo>
                    <a:pt x="1863617" y="36679"/>
                  </a:lnTo>
                  <a:lnTo>
                    <a:pt x="1891086" y="34112"/>
                  </a:lnTo>
                  <a:lnTo>
                    <a:pt x="1917877" y="31609"/>
                  </a:lnTo>
                  <a:lnTo>
                    <a:pt x="1944022" y="29166"/>
                  </a:lnTo>
                  <a:lnTo>
                    <a:pt x="1969553" y="26780"/>
                  </a:lnTo>
                  <a:lnTo>
                    <a:pt x="1994496" y="24449"/>
                  </a:lnTo>
                  <a:lnTo>
                    <a:pt x="2018878" y="22171"/>
                  </a:lnTo>
                  <a:lnTo>
                    <a:pt x="2042725" y="19943"/>
                  </a:lnTo>
                  <a:lnTo>
                    <a:pt x="2066059" y="17762"/>
                  </a:lnTo>
                  <a:lnTo>
                    <a:pt x="2088901" y="15628"/>
                  </a:lnTo>
                  <a:lnTo>
                    <a:pt x="2111273" y="13537"/>
                  </a:lnTo>
                  <a:lnTo>
                    <a:pt x="2133192" y="11489"/>
                  </a:lnTo>
                  <a:lnTo>
                    <a:pt x="2154678" y="9482"/>
                  </a:lnTo>
                  <a:lnTo>
                    <a:pt x="2175746" y="7513"/>
                  </a:lnTo>
                  <a:lnTo>
                    <a:pt x="2196413" y="5582"/>
                  </a:lnTo>
                  <a:lnTo>
                    <a:pt x="2216693" y="3687"/>
                  </a:lnTo>
                  <a:lnTo>
                    <a:pt x="2236602" y="1826"/>
                  </a:lnTo>
                  <a:lnTo>
                    <a:pt x="2256152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1555265" y="3755989"/>
              <a:ext cx="2256152" cy="302414"/>
            </a:xfrm>
            <a:custGeom>
              <a:avLst/>
              <a:pathLst>
                <a:path w="2256152" h="302414">
                  <a:moveTo>
                    <a:pt x="0" y="302414"/>
                  </a:moveTo>
                  <a:lnTo>
                    <a:pt x="144878" y="282994"/>
                  </a:lnTo>
                  <a:lnTo>
                    <a:pt x="272671" y="265865"/>
                  </a:lnTo>
                  <a:lnTo>
                    <a:pt x="386985" y="250542"/>
                  </a:lnTo>
                  <a:lnTo>
                    <a:pt x="490394" y="236681"/>
                  </a:lnTo>
                  <a:lnTo>
                    <a:pt x="584800" y="224027"/>
                  </a:lnTo>
                  <a:lnTo>
                    <a:pt x="671645" y="212386"/>
                  </a:lnTo>
                  <a:lnTo>
                    <a:pt x="752050" y="201609"/>
                  </a:lnTo>
                  <a:lnTo>
                    <a:pt x="826906" y="191575"/>
                  </a:lnTo>
                  <a:lnTo>
                    <a:pt x="896929" y="182189"/>
                  </a:lnTo>
                  <a:lnTo>
                    <a:pt x="962706" y="173373"/>
                  </a:lnTo>
                  <a:lnTo>
                    <a:pt x="1024721" y="165060"/>
                  </a:lnTo>
                  <a:lnTo>
                    <a:pt x="1083383" y="157197"/>
                  </a:lnTo>
                  <a:lnTo>
                    <a:pt x="1139035" y="149737"/>
                  </a:lnTo>
                  <a:lnTo>
                    <a:pt x="1191972" y="142642"/>
                  </a:lnTo>
                  <a:lnTo>
                    <a:pt x="1242445" y="135876"/>
                  </a:lnTo>
                  <a:lnTo>
                    <a:pt x="1290674" y="129412"/>
                  </a:lnTo>
                  <a:lnTo>
                    <a:pt x="1336851" y="123222"/>
                  </a:lnTo>
                  <a:lnTo>
                    <a:pt x="1381142" y="117286"/>
                  </a:lnTo>
                  <a:lnTo>
                    <a:pt x="1423695" y="111582"/>
                  </a:lnTo>
                  <a:lnTo>
                    <a:pt x="1464643" y="106093"/>
                  </a:lnTo>
                  <a:lnTo>
                    <a:pt x="1504101" y="100804"/>
                  </a:lnTo>
                  <a:lnTo>
                    <a:pt x="1542174" y="95701"/>
                  </a:lnTo>
                  <a:lnTo>
                    <a:pt x="1578957" y="90771"/>
                  </a:lnTo>
                  <a:lnTo>
                    <a:pt x="1614533" y="86002"/>
                  </a:lnTo>
                  <a:lnTo>
                    <a:pt x="1648980" y="81385"/>
                  </a:lnTo>
                  <a:lnTo>
                    <a:pt x="1682366" y="76910"/>
                  </a:lnTo>
                  <a:lnTo>
                    <a:pt x="1714756" y="72568"/>
                  </a:lnTo>
                  <a:lnTo>
                    <a:pt x="1746207" y="68352"/>
                  </a:lnTo>
                  <a:lnTo>
                    <a:pt x="1776772" y="64255"/>
                  </a:lnTo>
                  <a:lnTo>
                    <a:pt x="1806499" y="60271"/>
                  </a:lnTo>
                  <a:lnTo>
                    <a:pt x="1835434" y="56392"/>
                  </a:lnTo>
                  <a:lnTo>
                    <a:pt x="1863617" y="52615"/>
                  </a:lnTo>
                  <a:lnTo>
                    <a:pt x="1891086" y="48933"/>
                  </a:lnTo>
                  <a:lnTo>
                    <a:pt x="1917877" y="45342"/>
                  </a:lnTo>
                  <a:lnTo>
                    <a:pt x="1944022" y="41837"/>
                  </a:lnTo>
                  <a:lnTo>
                    <a:pt x="1969553" y="38415"/>
                  </a:lnTo>
                  <a:lnTo>
                    <a:pt x="1994496" y="35072"/>
                  </a:lnTo>
                  <a:lnTo>
                    <a:pt x="2018878" y="31804"/>
                  </a:lnTo>
                  <a:lnTo>
                    <a:pt x="2042725" y="28607"/>
                  </a:lnTo>
                  <a:lnTo>
                    <a:pt x="2066059" y="25480"/>
                  </a:lnTo>
                  <a:lnTo>
                    <a:pt x="2088901" y="22418"/>
                  </a:lnTo>
                  <a:lnTo>
                    <a:pt x="2111273" y="19419"/>
                  </a:lnTo>
                  <a:lnTo>
                    <a:pt x="2133192" y="16481"/>
                  </a:lnTo>
                  <a:lnTo>
                    <a:pt x="2154678" y="13601"/>
                  </a:lnTo>
                  <a:lnTo>
                    <a:pt x="2175746" y="10777"/>
                  </a:lnTo>
                  <a:lnTo>
                    <a:pt x="2196413" y="8007"/>
                  </a:lnTo>
                  <a:lnTo>
                    <a:pt x="2216693" y="5288"/>
                  </a:lnTo>
                  <a:lnTo>
                    <a:pt x="2236602" y="2620"/>
                  </a:lnTo>
                  <a:lnTo>
                    <a:pt x="2256152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1555265" y="3507488"/>
              <a:ext cx="2256152" cy="326665"/>
            </a:xfrm>
            <a:custGeom>
              <a:avLst/>
              <a:pathLst>
                <a:path w="2256152" h="326665">
                  <a:moveTo>
                    <a:pt x="0" y="326665"/>
                  </a:moveTo>
                  <a:lnTo>
                    <a:pt x="144878" y="305688"/>
                  </a:lnTo>
                  <a:lnTo>
                    <a:pt x="272671" y="287185"/>
                  </a:lnTo>
                  <a:lnTo>
                    <a:pt x="386985" y="270634"/>
                  </a:lnTo>
                  <a:lnTo>
                    <a:pt x="490394" y="255661"/>
                  </a:lnTo>
                  <a:lnTo>
                    <a:pt x="584800" y="241992"/>
                  </a:lnTo>
                  <a:lnTo>
                    <a:pt x="671645" y="229418"/>
                  </a:lnTo>
                  <a:lnTo>
                    <a:pt x="752050" y="217776"/>
                  </a:lnTo>
                  <a:lnTo>
                    <a:pt x="826906" y="206938"/>
                  </a:lnTo>
                  <a:lnTo>
                    <a:pt x="896929" y="196799"/>
                  </a:lnTo>
                  <a:lnTo>
                    <a:pt x="962706" y="187276"/>
                  </a:lnTo>
                  <a:lnTo>
                    <a:pt x="1024721" y="178297"/>
                  </a:lnTo>
                  <a:lnTo>
                    <a:pt x="1083383" y="169803"/>
                  </a:lnTo>
                  <a:lnTo>
                    <a:pt x="1139035" y="161745"/>
                  </a:lnTo>
                  <a:lnTo>
                    <a:pt x="1191972" y="154081"/>
                  </a:lnTo>
                  <a:lnTo>
                    <a:pt x="1242445" y="146773"/>
                  </a:lnTo>
                  <a:lnTo>
                    <a:pt x="1290674" y="139790"/>
                  </a:lnTo>
                  <a:lnTo>
                    <a:pt x="1336851" y="133104"/>
                  </a:lnTo>
                  <a:lnTo>
                    <a:pt x="1381142" y="126691"/>
                  </a:lnTo>
                  <a:lnTo>
                    <a:pt x="1423695" y="120530"/>
                  </a:lnTo>
                  <a:lnTo>
                    <a:pt x="1464643" y="114601"/>
                  </a:lnTo>
                  <a:lnTo>
                    <a:pt x="1504101" y="108888"/>
                  </a:lnTo>
                  <a:lnTo>
                    <a:pt x="1542174" y="103375"/>
                  </a:lnTo>
                  <a:lnTo>
                    <a:pt x="1578957" y="98050"/>
                  </a:lnTo>
                  <a:lnTo>
                    <a:pt x="1614533" y="92899"/>
                  </a:lnTo>
                  <a:lnTo>
                    <a:pt x="1648980" y="87911"/>
                  </a:lnTo>
                  <a:lnTo>
                    <a:pt x="1682366" y="83077"/>
                  </a:lnTo>
                  <a:lnTo>
                    <a:pt x="1714756" y="78387"/>
                  </a:lnTo>
                  <a:lnTo>
                    <a:pt x="1746207" y="73834"/>
                  </a:lnTo>
                  <a:lnTo>
                    <a:pt x="1776772" y="69408"/>
                  </a:lnTo>
                  <a:lnTo>
                    <a:pt x="1806499" y="65104"/>
                  </a:lnTo>
                  <a:lnTo>
                    <a:pt x="1835434" y="60915"/>
                  </a:lnTo>
                  <a:lnTo>
                    <a:pt x="1863617" y="56834"/>
                  </a:lnTo>
                  <a:lnTo>
                    <a:pt x="1891086" y="52857"/>
                  </a:lnTo>
                  <a:lnTo>
                    <a:pt x="1917877" y="48978"/>
                  </a:lnTo>
                  <a:lnTo>
                    <a:pt x="1944022" y="45192"/>
                  </a:lnTo>
                  <a:lnTo>
                    <a:pt x="1969553" y="41496"/>
                  </a:lnTo>
                  <a:lnTo>
                    <a:pt x="1994496" y="37884"/>
                  </a:lnTo>
                  <a:lnTo>
                    <a:pt x="2018878" y="34354"/>
                  </a:lnTo>
                  <a:lnTo>
                    <a:pt x="2042725" y="30901"/>
                  </a:lnTo>
                  <a:lnTo>
                    <a:pt x="2066059" y="27523"/>
                  </a:lnTo>
                  <a:lnTo>
                    <a:pt x="2088901" y="24215"/>
                  </a:lnTo>
                  <a:lnTo>
                    <a:pt x="2111273" y="20976"/>
                  </a:lnTo>
                  <a:lnTo>
                    <a:pt x="2133192" y="17803"/>
                  </a:lnTo>
                  <a:lnTo>
                    <a:pt x="2154678" y="14692"/>
                  </a:lnTo>
                  <a:lnTo>
                    <a:pt x="2175746" y="11641"/>
                  </a:lnTo>
                  <a:lnTo>
                    <a:pt x="2196413" y="8649"/>
                  </a:lnTo>
                  <a:lnTo>
                    <a:pt x="2216693" y="5713"/>
                  </a:lnTo>
                  <a:lnTo>
                    <a:pt x="2236602" y="2830"/>
                  </a:lnTo>
                  <a:lnTo>
                    <a:pt x="2256152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rc288"/>
            <p:cNvSpPr/>
            <p:nvPr/>
          </p:nvSpPr>
          <p:spPr>
            <a:xfrm>
              <a:off x="1404926" y="2951788"/>
              <a:ext cx="2575919" cy="1206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1404926" y="2951788"/>
              <a:ext cx="0" cy="1206674"/>
            </a:xfrm>
            <a:custGeom>
              <a:avLst/>
              <a:pathLst>
                <a:path w="0" h="1206674">
                  <a:moveTo>
                    <a:pt x="0" y="1206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tx290"/>
            <p:cNvSpPr/>
            <p:nvPr/>
          </p:nvSpPr>
          <p:spPr>
            <a:xfrm rot="-5400000">
              <a:off x="1235360" y="407547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92" name="tx291"/>
            <p:cNvSpPr/>
            <p:nvPr/>
          </p:nvSpPr>
          <p:spPr>
            <a:xfrm rot="-5400000">
              <a:off x="1235360" y="383217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93" name="tx292"/>
            <p:cNvSpPr/>
            <p:nvPr/>
          </p:nvSpPr>
          <p:spPr>
            <a:xfrm rot="-5400000">
              <a:off x="1235360" y="358888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94" name="tx293"/>
            <p:cNvSpPr/>
            <p:nvPr/>
          </p:nvSpPr>
          <p:spPr>
            <a:xfrm rot="-5400000">
              <a:off x="1235360" y="334558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95" name="tx294"/>
            <p:cNvSpPr/>
            <p:nvPr/>
          </p:nvSpPr>
          <p:spPr>
            <a:xfrm rot="-5400000">
              <a:off x="1235360" y="310228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96" name="pl295"/>
            <p:cNvSpPr/>
            <p:nvPr/>
          </p:nvSpPr>
          <p:spPr>
            <a:xfrm>
              <a:off x="1376458" y="411191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376458" y="386861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376458" y="362531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1376458" y="338202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1376458" y="313872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1404926" y="4158463"/>
              <a:ext cx="2575919" cy="0"/>
            </a:xfrm>
            <a:custGeom>
              <a:avLst/>
              <a:pathLst>
                <a:path w="2575919" h="0">
                  <a:moveTo>
                    <a:pt x="0" y="0"/>
                  </a:moveTo>
                  <a:lnTo>
                    <a:pt x="257591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1555265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2307315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3059366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4"/>
            <p:cNvSpPr/>
            <p:nvPr/>
          </p:nvSpPr>
          <p:spPr>
            <a:xfrm>
              <a:off x="3811417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tx305"/>
            <p:cNvSpPr/>
            <p:nvPr/>
          </p:nvSpPr>
          <p:spPr>
            <a:xfrm rot="-5400000">
              <a:off x="1029178" y="3509543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307" name="tx306"/>
            <p:cNvSpPr/>
            <p:nvPr/>
          </p:nvSpPr>
          <p:spPr>
            <a:xfrm>
              <a:off x="1404926" y="2775248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08" name="rc307"/>
            <p:cNvSpPr/>
            <p:nvPr/>
          </p:nvSpPr>
          <p:spPr>
            <a:xfrm>
              <a:off x="4262365" y="2951788"/>
              <a:ext cx="2575919" cy="1206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4376335" y="368252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4390158" y="309249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450828" y="374492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4454373" y="353658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368408" y="378808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4390171" y="301355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381593" y="297856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4450692" y="330016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438264" y="391778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4351380" y="358879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5097151" y="382740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5162709" y="337799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5181954" y="374964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5134414" y="395858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5193861" y="364889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104000" y="335758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204534" y="402915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174284" y="393214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178883" y="381306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5181290" y="402356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101184" y="392237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128457" y="402417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103218" y="378139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135302" y="373191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5201161" y="351394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194455" y="354725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126262" y="382771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5146307" y="407554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945858" y="381740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5914105" y="387570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873511" y="385284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5922788" y="390099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5916897" y="314773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869298" y="318730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5895910" y="366639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5894957" y="380853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5943734" y="391618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5949709" y="363594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5952879" y="344752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5951401" y="396422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5866331" y="330940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5885457" y="361806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5909241" y="366997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5905330" y="39050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5930011" y="344855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5912276" y="365810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5893399" y="342717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5858517" y="363056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612028" y="377023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595353" y="385241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655318" y="364578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628945" y="345847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654093" y="362294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688222" y="365863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618830" y="378523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614581" y="369080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646640" y="378407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675966" y="370837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667562" y="349241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633020" y="323937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660723" y="379648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608125" y="393646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628331" y="390531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641661" y="368721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601451" y="385098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684389" y="375447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693125" y="330912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616932" y="359963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689262" y="367796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636404" y="363092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690955" y="390015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6610206" y="359064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4431150" y="3616728"/>
              <a:ext cx="2244038" cy="145494"/>
            </a:xfrm>
            <a:custGeom>
              <a:avLst/>
              <a:pathLst>
                <a:path w="2244038" h="145494">
                  <a:moveTo>
                    <a:pt x="0" y="0"/>
                  </a:moveTo>
                  <a:lnTo>
                    <a:pt x="144100" y="9342"/>
                  </a:lnTo>
                  <a:lnTo>
                    <a:pt x="271207" y="17583"/>
                  </a:lnTo>
                  <a:lnTo>
                    <a:pt x="384907" y="24955"/>
                  </a:lnTo>
                  <a:lnTo>
                    <a:pt x="487761" y="31624"/>
                  </a:lnTo>
                  <a:lnTo>
                    <a:pt x="581660" y="37712"/>
                  </a:lnTo>
                  <a:lnTo>
                    <a:pt x="668038" y="43312"/>
                  </a:lnTo>
                  <a:lnTo>
                    <a:pt x="748012" y="48498"/>
                  </a:lnTo>
                  <a:lnTo>
                    <a:pt x="822466" y="53325"/>
                  </a:lnTo>
                  <a:lnTo>
                    <a:pt x="892113" y="57840"/>
                  </a:lnTo>
                  <a:lnTo>
                    <a:pt x="957536" y="62082"/>
                  </a:lnTo>
                  <a:lnTo>
                    <a:pt x="1019219" y="66081"/>
                  </a:lnTo>
                  <a:lnTo>
                    <a:pt x="1077566" y="69864"/>
                  </a:lnTo>
                  <a:lnTo>
                    <a:pt x="1132919" y="73453"/>
                  </a:lnTo>
                  <a:lnTo>
                    <a:pt x="1185572" y="76867"/>
                  </a:lnTo>
                  <a:lnTo>
                    <a:pt x="1235774" y="80122"/>
                  </a:lnTo>
                  <a:lnTo>
                    <a:pt x="1283744" y="83232"/>
                  </a:lnTo>
                  <a:lnTo>
                    <a:pt x="1329673" y="86210"/>
                  </a:lnTo>
                  <a:lnTo>
                    <a:pt x="1373726" y="89066"/>
                  </a:lnTo>
                  <a:lnTo>
                    <a:pt x="1416051" y="91810"/>
                  </a:lnTo>
                  <a:lnTo>
                    <a:pt x="1456779" y="94451"/>
                  </a:lnTo>
                  <a:lnTo>
                    <a:pt x="1496025" y="96996"/>
                  </a:lnTo>
                  <a:lnTo>
                    <a:pt x="1533894" y="99451"/>
                  </a:lnTo>
                  <a:lnTo>
                    <a:pt x="1570479" y="101823"/>
                  </a:lnTo>
                  <a:lnTo>
                    <a:pt x="1605864" y="104117"/>
                  </a:lnTo>
                  <a:lnTo>
                    <a:pt x="1640126" y="106338"/>
                  </a:lnTo>
                  <a:lnTo>
                    <a:pt x="1673333" y="108492"/>
                  </a:lnTo>
                  <a:lnTo>
                    <a:pt x="1705549" y="110580"/>
                  </a:lnTo>
                  <a:lnTo>
                    <a:pt x="1736831" y="112608"/>
                  </a:lnTo>
                  <a:lnTo>
                    <a:pt x="1767232" y="114580"/>
                  </a:lnTo>
                  <a:lnTo>
                    <a:pt x="1796800" y="116497"/>
                  </a:lnTo>
                  <a:lnTo>
                    <a:pt x="1825579" y="118362"/>
                  </a:lnTo>
                  <a:lnTo>
                    <a:pt x="1853610" y="120180"/>
                  </a:lnTo>
                  <a:lnTo>
                    <a:pt x="1880932" y="121951"/>
                  </a:lnTo>
                  <a:lnTo>
                    <a:pt x="1907579" y="123679"/>
                  </a:lnTo>
                  <a:lnTo>
                    <a:pt x="1933584" y="125365"/>
                  </a:lnTo>
                  <a:lnTo>
                    <a:pt x="1958977" y="127011"/>
                  </a:lnTo>
                  <a:lnTo>
                    <a:pt x="1983786" y="128620"/>
                  </a:lnTo>
                  <a:lnTo>
                    <a:pt x="2008038" y="130192"/>
                  </a:lnTo>
                  <a:lnTo>
                    <a:pt x="2031757" y="131730"/>
                  </a:lnTo>
                  <a:lnTo>
                    <a:pt x="2054965" y="133235"/>
                  </a:lnTo>
                  <a:lnTo>
                    <a:pt x="2077685" y="134708"/>
                  </a:lnTo>
                  <a:lnTo>
                    <a:pt x="2099937" y="136151"/>
                  </a:lnTo>
                  <a:lnTo>
                    <a:pt x="2121738" y="137564"/>
                  </a:lnTo>
                  <a:lnTo>
                    <a:pt x="2143108" y="138950"/>
                  </a:lnTo>
                  <a:lnTo>
                    <a:pt x="2164064" y="140308"/>
                  </a:lnTo>
                  <a:lnTo>
                    <a:pt x="2184620" y="141641"/>
                  </a:lnTo>
                  <a:lnTo>
                    <a:pt x="2204791" y="142949"/>
                  </a:lnTo>
                  <a:lnTo>
                    <a:pt x="2224593" y="144233"/>
                  </a:lnTo>
                  <a:lnTo>
                    <a:pt x="2244038" y="145494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4431150" y="3324609"/>
              <a:ext cx="2244038" cy="448708"/>
            </a:xfrm>
            <a:custGeom>
              <a:avLst/>
              <a:pathLst>
                <a:path w="2244038" h="448708">
                  <a:moveTo>
                    <a:pt x="0" y="0"/>
                  </a:moveTo>
                  <a:lnTo>
                    <a:pt x="144100" y="28813"/>
                  </a:lnTo>
                  <a:lnTo>
                    <a:pt x="271207" y="54229"/>
                  </a:lnTo>
                  <a:lnTo>
                    <a:pt x="384907" y="76964"/>
                  </a:lnTo>
                  <a:lnTo>
                    <a:pt x="487761" y="97530"/>
                  </a:lnTo>
                  <a:lnTo>
                    <a:pt x="581660" y="116306"/>
                  </a:lnTo>
                  <a:lnTo>
                    <a:pt x="668038" y="133578"/>
                  </a:lnTo>
                  <a:lnTo>
                    <a:pt x="748012" y="149569"/>
                  </a:lnTo>
                  <a:lnTo>
                    <a:pt x="822466" y="164457"/>
                  </a:lnTo>
                  <a:lnTo>
                    <a:pt x="892113" y="178383"/>
                  </a:lnTo>
                  <a:lnTo>
                    <a:pt x="957536" y="191465"/>
                  </a:lnTo>
                  <a:lnTo>
                    <a:pt x="1019219" y="203798"/>
                  </a:lnTo>
                  <a:lnTo>
                    <a:pt x="1077566" y="215465"/>
                  </a:lnTo>
                  <a:lnTo>
                    <a:pt x="1132919" y="226533"/>
                  </a:lnTo>
                  <a:lnTo>
                    <a:pt x="1185572" y="237062"/>
                  </a:lnTo>
                  <a:lnTo>
                    <a:pt x="1235774" y="247100"/>
                  </a:lnTo>
                  <a:lnTo>
                    <a:pt x="1283744" y="256692"/>
                  </a:lnTo>
                  <a:lnTo>
                    <a:pt x="1329673" y="265875"/>
                  </a:lnTo>
                  <a:lnTo>
                    <a:pt x="1373726" y="274684"/>
                  </a:lnTo>
                  <a:lnTo>
                    <a:pt x="1416051" y="283147"/>
                  </a:lnTo>
                  <a:lnTo>
                    <a:pt x="1456779" y="291291"/>
                  </a:lnTo>
                  <a:lnTo>
                    <a:pt x="1496025" y="299139"/>
                  </a:lnTo>
                  <a:lnTo>
                    <a:pt x="1533894" y="306711"/>
                  </a:lnTo>
                  <a:lnTo>
                    <a:pt x="1570479" y="314026"/>
                  </a:lnTo>
                  <a:lnTo>
                    <a:pt x="1605864" y="321102"/>
                  </a:lnTo>
                  <a:lnTo>
                    <a:pt x="1640126" y="327952"/>
                  </a:lnTo>
                  <a:lnTo>
                    <a:pt x="1673333" y="334592"/>
                  </a:lnTo>
                  <a:lnTo>
                    <a:pt x="1705549" y="341034"/>
                  </a:lnTo>
                  <a:lnTo>
                    <a:pt x="1736831" y="347289"/>
                  </a:lnTo>
                  <a:lnTo>
                    <a:pt x="1767232" y="353368"/>
                  </a:lnTo>
                  <a:lnTo>
                    <a:pt x="1796800" y="359280"/>
                  </a:lnTo>
                  <a:lnTo>
                    <a:pt x="1825579" y="365035"/>
                  </a:lnTo>
                  <a:lnTo>
                    <a:pt x="1853610" y="370640"/>
                  </a:lnTo>
                  <a:lnTo>
                    <a:pt x="1880932" y="376103"/>
                  </a:lnTo>
                  <a:lnTo>
                    <a:pt x="1907579" y="381431"/>
                  </a:lnTo>
                  <a:lnTo>
                    <a:pt x="1933584" y="386631"/>
                  </a:lnTo>
                  <a:lnTo>
                    <a:pt x="1958977" y="391709"/>
                  </a:lnTo>
                  <a:lnTo>
                    <a:pt x="1983786" y="396669"/>
                  </a:lnTo>
                  <a:lnTo>
                    <a:pt x="2008038" y="401519"/>
                  </a:lnTo>
                  <a:lnTo>
                    <a:pt x="2031757" y="406261"/>
                  </a:lnTo>
                  <a:lnTo>
                    <a:pt x="2054965" y="410902"/>
                  </a:lnTo>
                  <a:lnTo>
                    <a:pt x="2077685" y="415445"/>
                  </a:lnTo>
                  <a:lnTo>
                    <a:pt x="2099937" y="419894"/>
                  </a:lnTo>
                  <a:lnTo>
                    <a:pt x="2121738" y="424254"/>
                  </a:lnTo>
                  <a:lnTo>
                    <a:pt x="2143108" y="428527"/>
                  </a:lnTo>
                  <a:lnTo>
                    <a:pt x="2164064" y="432717"/>
                  </a:lnTo>
                  <a:lnTo>
                    <a:pt x="2184620" y="436827"/>
                  </a:lnTo>
                  <a:lnTo>
                    <a:pt x="2204791" y="440861"/>
                  </a:lnTo>
                  <a:lnTo>
                    <a:pt x="2224593" y="444820"/>
                  </a:lnTo>
                  <a:lnTo>
                    <a:pt x="2244038" y="448708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4431150" y="3733030"/>
              <a:ext cx="2244038" cy="70061"/>
            </a:xfrm>
            <a:custGeom>
              <a:avLst/>
              <a:pathLst>
                <a:path w="2244038" h="70061">
                  <a:moveTo>
                    <a:pt x="0" y="70061"/>
                  </a:moveTo>
                  <a:lnTo>
                    <a:pt x="144100" y="65562"/>
                  </a:lnTo>
                  <a:lnTo>
                    <a:pt x="271207" y="61593"/>
                  </a:lnTo>
                  <a:lnTo>
                    <a:pt x="384907" y="58044"/>
                  </a:lnTo>
                  <a:lnTo>
                    <a:pt x="487761" y="54832"/>
                  </a:lnTo>
                  <a:lnTo>
                    <a:pt x="581660" y="51901"/>
                  </a:lnTo>
                  <a:lnTo>
                    <a:pt x="668038" y="49204"/>
                  </a:lnTo>
                  <a:lnTo>
                    <a:pt x="748012" y="46707"/>
                  </a:lnTo>
                  <a:lnTo>
                    <a:pt x="822466" y="44383"/>
                  </a:lnTo>
                  <a:lnTo>
                    <a:pt x="892113" y="42208"/>
                  </a:lnTo>
                  <a:lnTo>
                    <a:pt x="957536" y="40165"/>
                  </a:lnTo>
                  <a:lnTo>
                    <a:pt x="1019219" y="38240"/>
                  </a:lnTo>
                  <a:lnTo>
                    <a:pt x="1077566" y="36418"/>
                  </a:lnTo>
                  <a:lnTo>
                    <a:pt x="1132919" y="34690"/>
                  </a:lnTo>
                  <a:lnTo>
                    <a:pt x="1185572" y="33046"/>
                  </a:lnTo>
                  <a:lnTo>
                    <a:pt x="1235774" y="31479"/>
                  </a:lnTo>
                  <a:lnTo>
                    <a:pt x="1283744" y="29981"/>
                  </a:lnTo>
                  <a:lnTo>
                    <a:pt x="1329673" y="28547"/>
                  </a:lnTo>
                  <a:lnTo>
                    <a:pt x="1373726" y="27172"/>
                  </a:lnTo>
                  <a:lnTo>
                    <a:pt x="1416051" y="25850"/>
                  </a:lnTo>
                  <a:lnTo>
                    <a:pt x="1456779" y="24579"/>
                  </a:lnTo>
                  <a:lnTo>
                    <a:pt x="1496025" y="23353"/>
                  </a:lnTo>
                  <a:lnTo>
                    <a:pt x="1533894" y="22171"/>
                  </a:lnTo>
                  <a:lnTo>
                    <a:pt x="1570479" y="21029"/>
                  </a:lnTo>
                  <a:lnTo>
                    <a:pt x="1605864" y="19924"/>
                  </a:lnTo>
                  <a:lnTo>
                    <a:pt x="1640126" y="18854"/>
                  </a:lnTo>
                  <a:lnTo>
                    <a:pt x="1673333" y="17818"/>
                  </a:lnTo>
                  <a:lnTo>
                    <a:pt x="1705549" y="16812"/>
                  </a:lnTo>
                  <a:lnTo>
                    <a:pt x="1736831" y="15835"/>
                  </a:lnTo>
                  <a:lnTo>
                    <a:pt x="1767232" y="14886"/>
                  </a:lnTo>
                  <a:lnTo>
                    <a:pt x="1796800" y="13963"/>
                  </a:lnTo>
                  <a:lnTo>
                    <a:pt x="1825579" y="13064"/>
                  </a:lnTo>
                  <a:lnTo>
                    <a:pt x="1853610" y="12189"/>
                  </a:lnTo>
                  <a:lnTo>
                    <a:pt x="1880932" y="11336"/>
                  </a:lnTo>
                  <a:lnTo>
                    <a:pt x="1907579" y="10504"/>
                  </a:lnTo>
                  <a:lnTo>
                    <a:pt x="1933584" y="9692"/>
                  </a:lnTo>
                  <a:lnTo>
                    <a:pt x="1958977" y="8899"/>
                  </a:lnTo>
                  <a:lnTo>
                    <a:pt x="1983786" y="8125"/>
                  </a:lnTo>
                  <a:lnTo>
                    <a:pt x="2008038" y="7368"/>
                  </a:lnTo>
                  <a:lnTo>
                    <a:pt x="2031757" y="6627"/>
                  </a:lnTo>
                  <a:lnTo>
                    <a:pt x="2054965" y="5903"/>
                  </a:lnTo>
                  <a:lnTo>
                    <a:pt x="2077685" y="5193"/>
                  </a:lnTo>
                  <a:lnTo>
                    <a:pt x="2099937" y="4498"/>
                  </a:lnTo>
                  <a:lnTo>
                    <a:pt x="2121738" y="3818"/>
                  </a:lnTo>
                  <a:lnTo>
                    <a:pt x="2143108" y="3151"/>
                  </a:lnTo>
                  <a:lnTo>
                    <a:pt x="2164064" y="2496"/>
                  </a:lnTo>
                  <a:lnTo>
                    <a:pt x="2184620" y="1855"/>
                  </a:lnTo>
                  <a:lnTo>
                    <a:pt x="2204791" y="1225"/>
                  </a:lnTo>
                  <a:lnTo>
                    <a:pt x="2224593" y="607"/>
                  </a:lnTo>
                  <a:lnTo>
                    <a:pt x="2244038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4431150" y="3399289"/>
              <a:ext cx="2244038" cy="317798"/>
            </a:xfrm>
            <a:custGeom>
              <a:avLst/>
              <a:pathLst>
                <a:path w="2244038" h="317798">
                  <a:moveTo>
                    <a:pt x="0" y="317798"/>
                  </a:moveTo>
                  <a:lnTo>
                    <a:pt x="144100" y="297390"/>
                  </a:lnTo>
                  <a:lnTo>
                    <a:pt x="271207" y="279390"/>
                  </a:lnTo>
                  <a:lnTo>
                    <a:pt x="384907" y="263288"/>
                  </a:lnTo>
                  <a:lnTo>
                    <a:pt x="487761" y="248722"/>
                  </a:lnTo>
                  <a:lnTo>
                    <a:pt x="581660" y="235424"/>
                  </a:lnTo>
                  <a:lnTo>
                    <a:pt x="668038" y="223191"/>
                  </a:lnTo>
                  <a:lnTo>
                    <a:pt x="748012" y="211865"/>
                  </a:lnTo>
                  <a:lnTo>
                    <a:pt x="822466" y="201321"/>
                  </a:lnTo>
                  <a:lnTo>
                    <a:pt x="892113" y="191458"/>
                  </a:lnTo>
                  <a:lnTo>
                    <a:pt x="957536" y="182192"/>
                  </a:lnTo>
                  <a:lnTo>
                    <a:pt x="1019219" y="173457"/>
                  </a:lnTo>
                  <a:lnTo>
                    <a:pt x="1077566" y="165194"/>
                  </a:lnTo>
                  <a:lnTo>
                    <a:pt x="1132919" y="157355"/>
                  </a:lnTo>
                  <a:lnTo>
                    <a:pt x="1185572" y="149898"/>
                  </a:lnTo>
                  <a:lnTo>
                    <a:pt x="1235774" y="142789"/>
                  </a:lnTo>
                  <a:lnTo>
                    <a:pt x="1283744" y="135995"/>
                  </a:lnTo>
                  <a:lnTo>
                    <a:pt x="1329673" y="129491"/>
                  </a:lnTo>
                  <a:lnTo>
                    <a:pt x="1373726" y="123252"/>
                  </a:lnTo>
                  <a:lnTo>
                    <a:pt x="1416051" y="117258"/>
                  </a:lnTo>
                  <a:lnTo>
                    <a:pt x="1456779" y="111490"/>
                  </a:lnTo>
                  <a:lnTo>
                    <a:pt x="1496025" y="105932"/>
                  </a:lnTo>
                  <a:lnTo>
                    <a:pt x="1533894" y="100569"/>
                  </a:lnTo>
                  <a:lnTo>
                    <a:pt x="1570479" y="95388"/>
                  </a:lnTo>
                  <a:lnTo>
                    <a:pt x="1605864" y="90377"/>
                  </a:lnTo>
                  <a:lnTo>
                    <a:pt x="1640126" y="85525"/>
                  </a:lnTo>
                  <a:lnTo>
                    <a:pt x="1673333" y="80822"/>
                  </a:lnTo>
                  <a:lnTo>
                    <a:pt x="1705549" y="76260"/>
                  </a:lnTo>
                  <a:lnTo>
                    <a:pt x="1736831" y="71830"/>
                  </a:lnTo>
                  <a:lnTo>
                    <a:pt x="1767232" y="67524"/>
                  </a:lnTo>
                  <a:lnTo>
                    <a:pt x="1796800" y="63337"/>
                  </a:lnTo>
                  <a:lnTo>
                    <a:pt x="1825579" y="59261"/>
                  </a:lnTo>
                  <a:lnTo>
                    <a:pt x="1853610" y="55291"/>
                  </a:lnTo>
                  <a:lnTo>
                    <a:pt x="1880932" y="51422"/>
                  </a:lnTo>
                  <a:lnTo>
                    <a:pt x="1907579" y="47648"/>
                  </a:lnTo>
                  <a:lnTo>
                    <a:pt x="1933584" y="43966"/>
                  </a:lnTo>
                  <a:lnTo>
                    <a:pt x="1958977" y="40369"/>
                  </a:lnTo>
                  <a:lnTo>
                    <a:pt x="1983786" y="36856"/>
                  </a:lnTo>
                  <a:lnTo>
                    <a:pt x="2008038" y="33421"/>
                  </a:lnTo>
                  <a:lnTo>
                    <a:pt x="2031757" y="30062"/>
                  </a:lnTo>
                  <a:lnTo>
                    <a:pt x="2054965" y="26776"/>
                  </a:lnTo>
                  <a:lnTo>
                    <a:pt x="2077685" y="23558"/>
                  </a:lnTo>
                  <a:lnTo>
                    <a:pt x="2099937" y="20407"/>
                  </a:lnTo>
                  <a:lnTo>
                    <a:pt x="2121738" y="17319"/>
                  </a:lnTo>
                  <a:lnTo>
                    <a:pt x="2143108" y="14293"/>
                  </a:lnTo>
                  <a:lnTo>
                    <a:pt x="2164064" y="11325"/>
                  </a:lnTo>
                  <a:lnTo>
                    <a:pt x="2184620" y="8414"/>
                  </a:lnTo>
                  <a:lnTo>
                    <a:pt x="2204791" y="5558"/>
                  </a:lnTo>
                  <a:lnTo>
                    <a:pt x="2224593" y="2753"/>
                  </a:lnTo>
                  <a:lnTo>
                    <a:pt x="224403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4431150" y="3511578"/>
              <a:ext cx="2244038" cy="319197"/>
            </a:xfrm>
            <a:custGeom>
              <a:avLst/>
              <a:pathLst>
                <a:path w="2244038" h="319197">
                  <a:moveTo>
                    <a:pt x="0" y="319197"/>
                  </a:moveTo>
                  <a:lnTo>
                    <a:pt x="144100" y="298700"/>
                  </a:lnTo>
                  <a:lnTo>
                    <a:pt x="271207" y="280620"/>
                  </a:lnTo>
                  <a:lnTo>
                    <a:pt x="384907" y="264447"/>
                  </a:lnTo>
                  <a:lnTo>
                    <a:pt x="487761" y="249817"/>
                  </a:lnTo>
                  <a:lnTo>
                    <a:pt x="581660" y="236460"/>
                  </a:lnTo>
                  <a:lnTo>
                    <a:pt x="668038" y="224173"/>
                  </a:lnTo>
                  <a:lnTo>
                    <a:pt x="748012" y="212798"/>
                  </a:lnTo>
                  <a:lnTo>
                    <a:pt x="822466" y="202207"/>
                  </a:lnTo>
                  <a:lnTo>
                    <a:pt x="892113" y="192301"/>
                  </a:lnTo>
                  <a:lnTo>
                    <a:pt x="957536" y="182995"/>
                  </a:lnTo>
                  <a:lnTo>
                    <a:pt x="1019219" y="174221"/>
                  </a:lnTo>
                  <a:lnTo>
                    <a:pt x="1077566" y="165921"/>
                  </a:lnTo>
                  <a:lnTo>
                    <a:pt x="1132919" y="158048"/>
                  </a:lnTo>
                  <a:lnTo>
                    <a:pt x="1185572" y="150558"/>
                  </a:lnTo>
                  <a:lnTo>
                    <a:pt x="1235774" y="143417"/>
                  </a:lnTo>
                  <a:lnTo>
                    <a:pt x="1283744" y="136594"/>
                  </a:lnTo>
                  <a:lnTo>
                    <a:pt x="1329673" y="130061"/>
                  </a:lnTo>
                  <a:lnTo>
                    <a:pt x="1373726" y="123795"/>
                  </a:lnTo>
                  <a:lnTo>
                    <a:pt x="1416051" y="117774"/>
                  </a:lnTo>
                  <a:lnTo>
                    <a:pt x="1456779" y="111981"/>
                  </a:lnTo>
                  <a:lnTo>
                    <a:pt x="1496025" y="106399"/>
                  </a:lnTo>
                  <a:lnTo>
                    <a:pt x="1533894" y="101012"/>
                  </a:lnTo>
                  <a:lnTo>
                    <a:pt x="1570479" y="95808"/>
                  </a:lnTo>
                  <a:lnTo>
                    <a:pt x="1605864" y="90775"/>
                  </a:lnTo>
                  <a:lnTo>
                    <a:pt x="1640126" y="85901"/>
                  </a:lnTo>
                  <a:lnTo>
                    <a:pt x="1673333" y="81178"/>
                  </a:lnTo>
                  <a:lnTo>
                    <a:pt x="1705549" y="76595"/>
                  </a:lnTo>
                  <a:lnTo>
                    <a:pt x="1736831" y="72146"/>
                  </a:lnTo>
                  <a:lnTo>
                    <a:pt x="1767232" y="67821"/>
                  </a:lnTo>
                  <a:lnTo>
                    <a:pt x="1796800" y="63616"/>
                  </a:lnTo>
                  <a:lnTo>
                    <a:pt x="1825579" y="59522"/>
                  </a:lnTo>
                  <a:lnTo>
                    <a:pt x="1853610" y="55535"/>
                  </a:lnTo>
                  <a:lnTo>
                    <a:pt x="1880932" y="51648"/>
                  </a:lnTo>
                  <a:lnTo>
                    <a:pt x="1907579" y="47858"/>
                  </a:lnTo>
                  <a:lnTo>
                    <a:pt x="1933584" y="44159"/>
                  </a:lnTo>
                  <a:lnTo>
                    <a:pt x="1958977" y="40547"/>
                  </a:lnTo>
                  <a:lnTo>
                    <a:pt x="1983786" y="37018"/>
                  </a:lnTo>
                  <a:lnTo>
                    <a:pt x="2008038" y="33569"/>
                  </a:lnTo>
                  <a:lnTo>
                    <a:pt x="2031757" y="30195"/>
                  </a:lnTo>
                  <a:lnTo>
                    <a:pt x="2054965" y="26894"/>
                  </a:lnTo>
                  <a:lnTo>
                    <a:pt x="2077685" y="23662"/>
                  </a:lnTo>
                  <a:lnTo>
                    <a:pt x="2099937" y="20497"/>
                  </a:lnTo>
                  <a:lnTo>
                    <a:pt x="2121738" y="17396"/>
                  </a:lnTo>
                  <a:lnTo>
                    <a:pt x="2143108" y="14356"/>
                  </a:lnTo>
                  <a:lnTo>
                    <a:pt x="2164064" y="11375"/>
                  </a:lnTo>
                  <a:lnTo>
                    <a:pt x="2184620" y="8451"/>
                  </a:lnTo>
                  <a:lnTo>
                    <a:pt x="2204791" y="5582"/>
                  </a:lnTo>
                  <a:lnTo>
                    <a:pt x="2224593" y="2765"/>
                  </a:lnTo>
                  <a:lnTo>
                    <a:pt x="224403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4431150" y="3335315"/>
              <a:ext cx="2244038" cy="263197"/>
            </a:xfrm>
            <a:custGeom>
              <a:avLst/>
              <a:pathLst>
                <a:path w="2244038" h="263197">
                  <a:moveTo>
                    <a:pt x="0" y="0"/>
                  </a:moveTo>
                  <a:lnTo>
                    <a:pt x="144100" y="16901"/>
                  </a:lnTo>
                  <a:lnTo>
                    <a:pt x="271207" y="31809"/>
                  </a:lnTo>
                  <a:lnTo>
                    <a:pt x="384907" y="45144"/>
                  </a:lnTo>
                  <a:lnTo>
                    <a:pt x="487761" y="57208"/>
                  </a:lnTo>
                  <a:lnTo>
                    <a:pt x="581660" y="68221"/>
                  </a:lnTo>
                  <a:lnTo>
                    <a:pt x="668038" y="78352"/>
                  </a:lnTo>
                  <a:lnTo>
                    <a:pt x="748012" y="87732"/>
                  </a:lnTo>
                  <a:lnTo>
                    <a:pt x="822466" y="96464"/>
                  </a:lnTo>
                  <a:lnTo>
                    <a:pt x="892113" y="104633"/>
                  </a:lnTo>
                  <a:lnTo>
                    <a:pt x="957536" y="112306"/>
                  </a:lnTo>
                  <a:lnTo>
                    <a:pt x="1019219" y="119541"/>
                  </a:lnTo>
                  <a:lnTo>
                    <a:pt x="1077566" y="126384"/>
                  </a:lnTo>
                  <a:lnTo>
                    <a:pt x="1132919" y="132877"/>
                  </a:lnTo>
                  <a:lnTo>
                    <a:pt x="1185572" y="139052"/>
                  </a:lnTo>
                  <a:lnTo>
                    <a:pt x="1235774" y="144940"/>
                  </a:lnTo>
                  <a:lnTo>
                    <a:pt x="1283744" y="150566"/>
                  </a:lnTo>
                  <a:lnTo>
                    <a:pt x="1329673" y="155953"/>
                  </a:lnTo>
                  <a:lnTo>
                    <a:pt x="1373726" y="161120"/>
                  </a:lnTo>
                  <a:lnTo>
                    <a:pt x="1416051" y="166084"/>
                  </a:lnTo>
                  <a:lnTo>
                    <a:pt x="1456779" y="170861"/>
                  </a:lnTo>
                  <a:lnTo>
                    <a:pt x="1496025" y="175464"/>
                  </a:lnTo>
                  <a:lnTo>
                    <a:pt x="1533894" y="179906"/>
                  </a:lnTo>
                  <a:lnTo>
                    <a:pt x="1570479" y="184197"/>
                  </a:lnTo>
                  <a:lnTo>
                    <a:pt x="1605864" y="188347"/>
                  </a:lnTo>
                  <a:lnTo>
                    <a:pt x="1640126" y="192366"/>
                  </a:lnTo>
                  <a:lnTo>
                    <a:pt x="1673333" y="196260"/>
                  </a:lnTo>
                  <a:lnTo>
                    <a:pt x="1705549" y="200039"/>
                  </a:lnTo>
                  <a:lnTo>
                    <a:pt x="1736831" y="203708"/>
                  </a:lnTo>
                  <a:lnTo>
                    <a:pt x="1767232" y="207273"/>
                  </a:lnTo>
                  <a:lnTo>
                    <a:pt x="1796800" y="210741"/>
                  </a:lnTo>
                  <a:lnTo>
                    <a:pt x="1825579" y="214117"/>
                  </a:lnTo>
                  <a:lnTo>
                    <a:pt x="1853610" y="217405"/>
                  </a:lnTo>
                  <a:lnTo>
                    <a:pt x="1880932" y="220609"/>
                  </a:lnTo>
                  <a:lnTo>
                    <a:pt x="1907579" y="223734"/>
                  </a:lnTo>
                  <a:lnTo>
                    <a:pt x="1933584" y="226784"/>
                  </a:lnTo>
                  <a:lnTo>
                    <a:pt x="1958977" y="229763"/>
                  </a:lnTo>
                  <a:lnTo>
                    <a:pt x="1983786" y="232673"/>
                  </a:lnTo>
                  <a:lnTo>
                    <a:pt x="2008038" y="235517"/>
                  </a:lnTo>
                  <a:lnTo>
                    <a:pt x="2031757" y="238299"/>
                  </a:lnTo>
                  <a:lnTo>
                    <a:pt x="2054965" y="241021"/>
                  </a:lnTo>
                  <a:lnTo>
                    <a:pt x="2077685" y="243686"/>
                  </a:lnTo>
                  <a:lnTo>
                    <a:pt x="2099937" y="246296"/>
                  </a:lnTo>
                  <a:lnTo>
                    <a:pt x="2121738" y="248853"/>
                  </a:lnTo>
                  <a:lnTo>
                    <a:pt x="2143108" y="251359"/>
                  </a:lnTo>
                  <a:lnTo>
                    <a:pt x="2164064" y="253817"/>
                  </a:lnTo>
                  <a:lnTo>
                    <a:pt x="2184620" y="256228"/>
                  </a:lnTo>
                  <a:lnTo>
                    <a:pt x="2204791" y="258594"/>
                  </a:lnTo>
                  <a:lnTo>
                    <a:pt x="2224593" y="260916"/>
                  </a:lnTo>
                  <a:lnTo>
                    <a:pt x="2244038" y="263197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4431150" y="3393676"/>
              <a:ext cx="2244038" cy="435338"/>
            </a:xfrm>
            <a:custGeom>
              <a:avLst/>
              <a:pathLst>
                <a:path w="2244038" h="435338">
                  <a:moveTo>
                    <a:pt x="0" y="0"/>
                  </a:moveTo>
                  <a:lnTo>
                    <a:pt x="144100" y="27955"/>
                  </a:lnTo>
                  <a:lnTo>
                    <a:pt x="271207" y="52613"/>
                  </a:lnTo>
                  <a:lnTo>
                    <a:pt x="384907" y="74671"/>
                  </a:lnTo>
                  <a:lnTo>
                    <a:pt x="487761" y="94624"/>
                  </a:lnTo>
                  <a:lnTo>
                    <a:pt x="581660" y="112840"/>
                  </a:lnTo>
                  <a:lnTo>
                    <a:pt x="668038" y="129597"/>
                  </a:lnTo>
                  <a:lnTo>
                    <a:pt x="748012" y="145112"/>
                  </a:lnTo>
                  <a:lnTo>
                    <a:pt x="822466" y="159556"/>
                  </a:lnTo>
                  <a:lnTo>
                    <a:pt x="892113" y="173067"/>
                  </a:lnTo>
                  <a:lnTo>
                    <a:pt x="957536" y="185759"/>
                  </a:lnTo>
                  <a:lnTo>
                    <a:pt x="1019219" y="197726"/>
                  </a:lnTo>
                  <a:lnTo>
                    <a:pt x="1077566" y="209045"/>
                  </a:lnTo>
                  <a:lnTo>
                    <a:pt x="1132919" y="219783"/>
                  </a:lnTo>
                  <a:lnTo>
                    <a:pt x="1185572" y="229998"/>
                  </a:lnTo>
                  <a:lnTo>
                    <a:pt x="1235774" y="239737"/>
                  </a:lnTo>
                  <a:lnTo>
                    <a:pt x="1283744" y="249043"/>
                  </a:lnTo>
                  <a:lnTo>
                    <a:pt x="1329673" y="257953"/>
                  </a:lnTo>
                  <a:lnTo>
                    <a:pt x="1373726" y="266499"/>
                  </a:lnTo>
                  <a:lnTo>
                    <a:pt x="1416051" y="274710"/>
                  </a:lnTo>
                  <a:lnTo>
                    <a:pt x="1456779" y="282611"/>
                  </a:lnTo>
                  <a:lnTo>
                    <a:pt x="1496025" y="290225"/>
                  </a:lnTo>
                  <a:lnTo>
                    <a:pt x="1533894" y="297571"/>
                  </a:lnTo>
                  <a:lnTo>
                    <a:pt x="1570479" y="304669"/>
                  </a:lnTo>
                  <a:lnTo>
                    <a:pt x="1605864" y="311533"/>
                  </a:lnTo>
                  <a:lnTo>
                    <a:pt x="1640126" y="318180"/>
                  </a:lnTo>
                  <a:lnTo>
                    <a:pt x="1673333" y="324622"/>
                  </a:lnTo>
                  <a:lnTo>
                    <a:pt x="1705549" y="330872"/>
                  </a:lnTo>
                  <a:lnTo>
                    <a:pt x="1736831" y="336941"/>
                  </a:lnTo>
                  <a:lnTo>
                    <a:pt x="1767232" y="342838"/>
                  </a:lnTo>
                  <a:lnTo>
                    <a:pt x="1796800" y="348574"/>
                  </a:lnTo>
                  <a:lnTo>
                    <a:pt x="1825579" y="354158"/>
                  </a:lnTo>
                  <a:lnTo>
                    <a:pt x="1853610" y="359596"/>
                  </a:lnTo>
                  <a:lnTo>
                    <a:pt x="1880932" y="364896"/>
                  </a:lnTo>
                  <a:lnTo>
                    <a:pt x="1907579" y="370065"/>
                  </a:lnTo>
                  <a:lnTo>
                    <a:pt x="1933584" y="375110"/>
                  </a:lnTo>
                  <a:lnTo>
                    <a:pt x="1958977" y="380036"/>
                  </a:lnTo>
                  <a:lnTo>
                    <a:pt x="1983786" y="384849"/>
                  </a:lnTo>
                  <a:lnTo>
                    <a:pt x="2008038" y="389554"/>
                  </a:lnTo>
                  <a:lnTo>
                    <a:pt x="2031757" y="394156"/>
                  </a:lnTo>
                  <a:lnTo>
                    <a:pt x="2054965" y="398658"/>
                  </a:lnTo>
                  <a:lnTo>
                    <a:pt x="2077685" y="403066"/>
                  </a:lnTo>
                  <a:lnTo>
                    <a:pt x="2099937" y="407382"/>
                  </a:lnTo>
                  <a:lnTo>
                    <a:pt x="2121738" y="411612"/>
                  </a:lnTo>
                  <a:lnTo>
                    <a:pt x="2143108" y="415758"/>
                  </a:lnTo>
                  <a:lnTo>
                    <a:pt x="2164064" y="419823"/>
                  </a:lnTo>
                  <a:lnTo>
                    <a:pt x="2184620" y="423811"/>
                  </a:lnTo>
                  <a:lnTo>
                    <a:pt x="2204791" y="427724"/>
                  </a:lnTo>
                  <a:lnTo>
                    <a:pt x="2224593" y="431565"/>
                  </a:lnTo>
                  <a:lnTo>
                    <a:pt x="2244038" y="435338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4431150" y="3779862"/>
              <a:ext cx="2244038" cy="197479"/>
            </a:xfrm>
            <a:custGeom>
              <a:avLst/>
              <a:pathLst>
                <a:path w="2244038" h="197479">
                  <a:moveTo>
                    <a:pt x="0" y="0"/>
                  </a:moveTo>
                  <a:lnTo>
                    <a:pt x="144100" y="12681"/>
                  </a:lnTo>
                  <a:lnTo>
                    <a:pt x="271207" y="23866"/>
                  </a:lnTo>
                  <a:lnTo>
                    <a:pt x="384907" y="33872"/>
                  </a:lnTo>
                  <a:lnTo>
                    <a:pt x="487761" y="42923"/>
                  </a:lnTo>
                  <a:lnTo>
                    <a:pt x="581660" y="51187"/>
                  </a:lnTo>
                  <a:lnTo>
                    <a:pt x="668038" y="58788"/>
                  </a:lnTo>
                  <a:lnTo>
                    <a:pt x="748012" y="65826"/>
                  </a:lnTo>
                  <a:lnTo>
                    <a:pt x="822466" y="72378"/>
                  </a:lnTo>
                  <a:lnTo>
                    <a:pt x="892113" y="78507"/>
                  </a:lnTo>
                  <a:lnTo>
                    <a:pt x="957536" y="84265"/>
                  </a:lnTo>
                  <a:lnTo>
                    <a:pt x="1019219" y="89693"/>
                  </a:lnTo>
                  <a:lnTo>
                    <a:pt x="1077566" y="94827"/>
                  </a:lnTo>
                  <a:lnTo>
                    <a:pt x="1132919" y="99699"/>
                  </a:lnTo>
                  <a:lnTo>
                    <a:pt x="1185572" y="104332"/>
                  </a:lnTo>
                  <a:lnTo>
                    <a:pt x="1235774" y="108750"/>
                  </a:lnTo>
                  <a:lnTo>
                    <a:pt x="1283744" y="112971"/>
                  </a:lnTo>
                  <a:lnTo>
                    <a:pt x="1329673" y="117013"/>
                  </a:lnTo>
                  <a:lnTo>
                    <a:pt x="1373726" y="120890"/>
                  </a:lnTo>
                  <a:lnTo>
                    <a:pt x="1416051" y="124615"/>
                  </a:lnTo>
                  <a:lnTo>
                    <a:pt x="1456779" y="128199"/>
                  </a:lnTo>
                  <a:lnTo>
                    <a:pt x="1496025" y="131653"/>
                  </a:lnTo>
                  <a:lnTo>
                    <a:pt x="1533894" y="134985"/>
                  </a:lnTo>
                  <a:lnTo>
                    <a:pt x="1570479" y="138205"/>
                  </a:lnTo>
                  <a:lnTo>
                    <a:pt x="1605864" y="141319"/>
                  </a:lnTo>
                  <a:lnTo>
                    <a:pt x="1640126" y="144334"/>
                  </a:lnTo>
                  <a:lnTo>
                    <a:pt x="1673333" y="147256"/>
                  </a:lnTo>
                  <a:lnTo>
                    <a:pt x="1705549" y="150091"/>
                  </a:lnTo>
                  <a:lnTo>
                    <a:pt x="1736831" y="152844"/>
                  </a:lnTo>
                  <a:lnTo>
                    <a:pt x="1767232" y="155519"/>
                  </a:lnTo>
                  <a:lnTo>
                    <a:pt x="1796800" y="158121"/>
                  </a:lnTo>
                  <a:lnTo>
                    <a:pt x="1825579" y="160654"/>
                  </a:lnTo>
                  <a:lnTo>
                    <a:pt x="1853610" y="163121"/>
                  </a:lnTo>
                  <a:lnTo>
                    <a:pt x="1880932" y="165525"/>
                  </a:lnTo>
                  <a:lnTo>
                    <a:pt x="1907579" y="167870"/>
                  </a:lnTo>
                  <a:lnTo>
                    <a:pt x="1933584" y="170159"/>
                  </a:lnTo>
                  <a:lnTo>
                    <a:pt x="1958977" y="172393"/>
                  </a:lnTo>
                  <a:lnTo>
                    <a:pt x="1983786" y="174577"/>
                  </a:lnTo>
                  <a:lnTo>
                    <a:pt x="2008038" y="176711"/>
                  </a:lnTo>
                  <a:lnTo>
                    <a:pt x="2031757" y="178798"/>
                  </a:lnTo>
                  <a:lnTo>
                    <a:pt x="2054965" y="180840"/>
                  </a:lnTo>
                  <a:lnTo>
                    <a:pt x="2077685" y="182840"/>
                  </a:lnTo>
                  <a:lnTo>
                    <a:pt x="2099937" y="184798"/>
                  </a:lnTo>
                  <a:lnTo>
                    <a:pt x="2121738" y="186717"/>
                  </a:lnTo>
                  <a:lnTo>
                    <a:pt x="2143108" y="188597"/>
                  </a:lnTo>
                  <a:lnTo>
                    <a:pt x="2164064" y="190441"/>
                  </a:lnTo>
                  <a:lnTo>
                    <a:pt x="2184620" y="192250"/>
                  </a:lnTo>
                  <a:lnTo>
                    <a:pt x="2204791" y="194025"/>
                  </a:lnTo>
                  <a:lnTo>
                    <a:pt x="2224593" y="195768"/>
                  </a:lnTo>
                  <a:lnTo>
                    <a:pt x="2244038" y="197479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4431150" y="3750321"/>
              <a:ext cx="2244038" cy="62313"/>
            </a:xfrm>
            <a:custGeom>
              <a:avLst/>
              <a:pathLst>
                <a:path w="2244038" h="62313">
                  <a:moveTo>
                    <a:pt x="0" y="0"/>
                  </a:moveTo>
                  <a:lnTo>
                    <a:pt x="144100" y="4001"/>
                  </a:lnTo>
                  <a:lnTo>
                    <a:pt x="271207" y="7530"/>
                  </a:lnTo>
                  <a:lnTo>
                    <a:pt x="384907" y="10688"/>
                  </a:lnTo>
                  <a:lnTo>
                    <a:pt x="487761" y="13544"/>
                  </a:lnTo>
                  <a:lnTo>
                    <a:pt x="581660" y="16151"/>
                  </a:lnTo>
                  <a:lnTo>
                    <a:pt x="668038" y="18550"/>
                  </a:lnTo>
                  <a:lnTo>
                    <a:pt x="748012" y="20771"/>
                  </a:lnTo>
                  <a:lnTo>
                    <a:pt x="822466" y="22838"/>
                  </a:lnTo>
                  <a:lnTo>
                    <a:pt x="892113" y="24772"/>
                  </a:lnTo>
                  <a:lnTo>
                    <a:pt x="957536" y="26589"/>
                  </a:lnTo>
                  <a:lnTo>
                    <a:pt x="1019219" y="28302"/>
                  </a:lnTo>
                  <a:lnTo>
                    <a:pt x="1077566" y="29922"/>
                  </a:lnTo>
                  <a:lnTo>
                    <a:pt x="1132919" y="31459"/>
                  </a:lnTo>
                  <a:lnTo>
                    <a:pt x="1185572" y="32921"/>
                  </a:lnTo>
                  <a:lnTo>
                    <a:pt x="1235774" y="34315"/>
                  </a:lnTo>
                  <a:lnTo>
                    <a:pt x="1283744" y="35647"/>
                  </a:lnTo>
                  <a:lnTo>
                    <a:pt x="1329673" y="36922"/>
                  </a:lnTo>
                  <a:lnTo>
                    <a:pt x="1373726" y="38146"/>
                  </a:lnTo>
                  <a:lnTo>
                    <a:pt x="1416051" y="39321"/>
                  </a:lnTo>
                  <a:lnTo>
                    <a:pt x="1456779" y="40452"/>
                  </a:lnTo>
                  <a:lnTo>
                    <a:pt x="1496025" y="41542"/>
                  </a:lnTo>
                  <a:lnTo>
                    <a:pt x="1533894" y="42593"/>
                  </a:lnTo>
                  <a:lnTo>
                    <a:pt x="1570479" y="43609"/>
                  </a:lnTo>
                  <a:lnTo>
                    <a:pt x="1605864" y="44592"/>
                  </a:lnTo>
                  <a:lnTo>
                    <a:pt x="1640126" y="45543"/>
                  </a:lnTo>
                  <a:lnTo>
                    <a:pt x="1673333" y="46465"/>
                  </a:lnTo>
                  <a:lnTo>
                    <a:pt x="1705549" y="47360"/>
                  </a:lnTo>
                  <a:lnTo>
                    <a:pt x="1736831" y="48229"/>
                  </a:lnTo>
                  <a:lnTo>
                    <a:pt x="1767232" y="49073"/>
                  </a:lnTo>
                  <a:lnTo>
                    <a:pt x="1796800" y="49894"/>
                  </a:lnTo>
                  <a:lnTo>
                    <a:pt x="1825579" y="50693"/>
                  </a:lnTo>
                  <a:lnTo>
                    <a:pt x="1853610" y="51471"/>
                  </a:lnTo>
                  <a:lnTo>
                    <a:pt x="1880932" y="52230"/>
                  </a:lnTo>
                  <a:lnTo>
                    <a:pt x="1907579" y="52970"/>
                  </a:lnTo>
                  <a:lnTo>
                    <a:pt x="1933584" y="53692"/>
                  </a:lnTo>
                  <a:lnTo>
                    <a:pt x="1958977" y="54397"/>
                  </a:lnTo>
                  <a:lnTo>
                    <a:pt x="1983786" y="55086"/>
                  </a:lnTo>
                  <a:lnTo>
                    <a:pt x="2008038" y="55760"/>
                  </a:lnTo>
                  <a:lnTo>
                    <a:pt x="2031757" y="56418"/>
                  </a:lnTo>
                  <a:lnTo>
                    <a:pt x="2054965" y="57063"/>
                  </a:lnTo>
                  <a:lnTo>
                    <a:pt x="2077685" y="57694"/>
                  </a:lnTo>
                  <a:lnTo>
                    <a:pt x="2099937" y="58311"/>
                  </a:lnTo>
                  <a:lnTo>
                    <a:pt x="2121738" y="58917"/>
                  </a:lnTo>
                  <a:lnTo>
                    <a:pt x="2143108" y="59510"/>
                  </a:lnTo>
                  <a:lnTo>
                    <a:pt x="2164064" y="60092"/>
                  </a:lnTo>
                  <a:lnTo>
                    <a:pt x="2184620" y="60663"/>
                  </a:lnTo>
                  <a:lnTo>
                    <a:pt x="2204791" y="61223"/>
                  </a:lnTo>
                  <a:lnTo>
                    <a:pt x="2224593" y="61773"/>
                  </a:lnTo>
                  <a:lnTo>
                    <a:pt x="2244038" y="62313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4431150" y="3689069"/>
              <a:ext cx="2244038" cy="59446"/>
            </a:xfrm>
            <a:custGeom>
              <a:avLst/>
              <a:pathLst>
                <a:path w="2244038" h="59446">
                  <a:moveTo>
                    <a:pt x="0" y="59446"/>
                  </a:moveTo>
                  <a:lnTo>
                    <a:pt x="144100" y="55628"/>
                  </a:lnTo>
                  <a:lnTo>
                    <a:pt x="271207" y="52261"/>
                  </a:lnTo>
                  <a:lnTo>
                    <a:pt x="384907" y="49249"/>
                  </a:lnTo>
                  <a:lnTo>
                    <a:pt x="487761" y="46524"/>
                  </a:lnTo>
                  <a:lnTo>
                    <a:pt x="581660" y="44037"/>
                  </a:lnTo>
                  <a:lnTo>
                    <a:pt x="668038" y="41749"/>
                  </a:lnTo>
                  <a:lnTo>
                    <a:pt x="748012" y="39630"/>
                  </a:lnTo>
                  <a:lnTo>
                    <a:pt x="822466" y="37658"/>
                  </a:lnTo>
                  <a:lnTo>
                    <a:pt x="892113" y="35813"/>
                  </a:lnTo>
                  <a:lnTo>
                    <a:pt x="957536" y="34080"/>
                  </a:lnTo>
                  <a:lnTo>
                    <a:pt x="1019219" y="32446"/>
                  </a:lnTo>
                  <a:lnTo>
                    <a:pt x="1077566" y="30900"/>
                  </a:lnTo>
                  <a:lnTo>
                    <a:pt x="1132919" y="29434"/>
                  </a:lnTo>
                  <a:lnTo>
                    <a:pt x="1185572" y="28039"/>
                  </a:lnTo>
                  <a:lnTo>
                    <a:pt x="1235774" y="26709"/>
                  </a:lnTo>
                  <a:lnTo>
                    <a:pt x="1283744" y="25438"/>
                  </a:lnTo>
                  <a:lnTo>
                    <a:pt x="1329673" y="24222"/>
                  </a:lnTo>
                  <a:lnTo>
                    <a:pt x="1373726" y="23055"/>
                  </a:lnTo>
                  <a:lnTo>
                    <a:pt x="1416051" y="21933"/>
                  </a:lnTo>
                  <a:lnTo>
                    <a:pt x="1456779" y="20854"/>
                  </a:lnTo>
                  <a:lnTo>
                    <a:pt x="1496025" y="19815"/>
                  </a:lnTo>
                  <a:lnTo>
                    <a:pt x="1533894" y="18812"/>
                  </a:lnTo>
                  <a:lnTo>
                    <a:pt x="1570479" y="17843"/>
                  </a:lnTo>
                  <a:lnTo>
                    <a:pt x="1605864" y="16905"/>
                  </a:lnTo>
                  <a:lnTo>
                    <a:pt x="1640126" y="15998"/>
                  </a:lnTo>
                  <a:lnTo>
                    <a:pt x="1673333" y="15118"/>
                  </a:lnTo>
                  <a:lnTo>
                    <a:pt x="1705549" y="14264"/>
                  </a:lnTo>
                  <a:lnTo>
                    <a:pt x="1736831" y="13436"/>
                  </a:lnTo>
                  <a:lnTo>
                    <a:pt x="1767232" y="12630"/>
                  </a:lnTo>
                  <a:lnTo>
                    <a:pt x="1796800" y="11847"/>
                  </a:lnTo>
                  <a:lnTo>
                    <a:pt x="1825579" y="11085"/>
                  </a:lnTo>
                  <a:lnTo>
                    <a:pt x="1853610" y="10342"/>
                  </a:lnTo>
                  <a:lnTo>
                    <a:pt x="1880932" y="9618"/>
                  </a:lnTo>
                  <a:lnTo>
                    <a:pt x="1907579" y="8912"/>
                  </a:lnTo>
                  <a:lnTo>
                    <a:pt x="1933584" y="8224"/>
                  </a:lnTo>
                  <a:lnTo>
                    <a:pt x="1958977" y="7551"/>
                  </a:lnTo>
                  <a:lnTo>
                    <a:pt x="1983786" y="6894"/>
                  </a:lnTo>
                  <a:lnTo>
                    <a:pt x="2008038" y="6251"/>
                  </a:lnTo>
                  <a:lnTo>
                    <a:pt x="2031757" y="5623"/>
                  </a:lnTo>
                  <a:lnTo>
                    <a:pt x="2054965" y="5008"/>
                  </a:lnTo>
                  <a:lnTo>
                    <a:pt x="2077685" y="4406"/>
                  </a:lnTo>
                  <a:lnTo>
                    <a:pt x="2099937" y="3817"/>
                  </a:lnTo>
                  <a:lnTo>
                    <a:pt x="2121738" y="3239"/>
                  </a:lnTo>
                  <a:lnTo>
                    <a:pt x="2143108" y="2673"/>
                  </a:lnTo>
                  <a:lnTo>
                    <a:pt x="2164064" y="2118"/>
                  </a:lnTo>
                  <a:lnTo>
                    <a:pt x="2184620" y="1574"/>
                  </a:lnTo>
                  <a:lnTo>
                    <a:pt x="2204791" y="1039"/>
                  </a:lnTo>
                  <a:lnTo>
                    <a:pt x="2224593" y="515"/>
                  </a:lnTo>
                  <a:lnTo>
                    <a:pt x="2244038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1" name="rc390"/>
            <p:cNvSpPr/>
            <p:nvPr/>
          </p:nvSpPr>
          <p:spPr>
            <a:xfrm>
              <a:off x="4262365" y="2951788"/>
              <a:ext cx="2575919" cy="1206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262365" y="2951788"/>
              <a:ext cx="0" cy="1206674"/>
            </a:xfrm>
            <a:custGeom>
              <a:avLst/>
              <a:pathLst>
                <a:path w="0" h="1206674">
                  <a:moveTo>
                    <a:pt x="0" y="1206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4233897" y="399968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4233897" y="377523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4233897" y="355078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4233897" y="332633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4233897" y="310188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4262365" y="4158463"/>
              <a:ext cx="2575919" cy="0"/>
            </a:xfrm>
            <a:custGeom>
              <a:avLst/>
              <a:pathLst>
                <a:path w="2575919" h="0">
                  <a:moveTo>
                    <a:pt x="0" y="0"/>
                  </a:moveTo>
                  <a:lnTo>
                    <a:pt x="257591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4431150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5179162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0"/>
            <p:cNvSpPr/>
            <p:nvPr/>
          </p:nvSpPr>
          <p:spPr>
            <a:xfrm>
              <a:off x="5927175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1"/>
            <p:cNvSpPr/>
            <p:nvPr/>
          </p:nvSpPr>
          <p:spPr>
            <a:xfrm>
              <a:off x="6675188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tx402"/>
            <p:cNvSpPr/>
            <p:nvPr/>
          </p:nvSpPr>
          <p:spPr>
            <a:xfrm>
              <a:off x="4262365" y="2775248"/>
              <a:ext cx="8892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04" name="rc403"/>
            <p:cNvSpPr/>
            <p:nvPr/>
          </p:nvSpPr>
          <p:spPr>
            <a:xfrm>
              <a:off x="1404926" y="4616522"/>
              <a:ext cx="2575919" cy="1206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555648" y="536711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530871" y="525571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574648" y="532225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511515" y="548227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516403" y="562003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493941" y="534253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524092" y="545313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570366" y="548629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539828" y="557264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545707" y="530683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269539" y="546674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230706" y="483583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282990" y="496625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332773" y="517305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299875" y="529086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296012" y="574027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297490" y="550171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232680" y="513041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323979" y="471702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238870" y="46432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79953" y="536370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78550" y="511477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264062" y="494074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305405" y="505911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300317" y="549742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318217" y="544840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329961" y="498037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295825" y="502078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3018151" y="553532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3084434" y="527153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984703" y="537360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977369" y="559759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3084301" y="525041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992625" y="549953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079236" y="476877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042581" y="543472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075030" y="516031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023704" y="499473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015522" y="469022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047900" y="488827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016347" y="545527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3071868" y="509811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028517" y="522175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083834" y="505868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990855" y="543003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3084955" y="509489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072792" y="539689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071772" y="535966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831800" y="540975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745475" y="536311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835686" y="552489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742527" y="514058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790191" y="519194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796834" y="471851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769824" y="517239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753834" y="536001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803772" y="518503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747265" y="508336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829174" y="502947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774681" y="490669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748384" y="531939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740071" y="481936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739805" y="558081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777070" y="545394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822715" y="529998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755048" y="538221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760609" y="526306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737081" y="542269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828291" y="523676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733882" y="516883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781447" y="517741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3817887" y="523475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558454" y="5291656"/>
              <a:ext cx="2251690" cy="50458"/>
            </a:xfrm>
            <a:custGeom>
              <a:avLst/>
              <a:pathLst>
                <a:path w="2251690" h="50458">
                  <a:moveTo>
                    <a:pt x="0" y="50458"/>
                  </a:moveTo>
                  <a:lnTo>
                    <a:pt x="144592" y="47218"/>
                  </a:lnTo>
                  <a:lnTo>
                    <a:pt x="272131" y="44360"/>
                  </a:lnTo>
                  <a:lnTo>
                    <a:pt x="386219" y="41803"/>
                  </a:lnTo>
                  <a:lnTo>
                    <a:pt x="489425" y="39491"/>
                  </a:lnTo>
                  <a:lnTo>
                    <a:pt x="583643" y="37379"/>
                  </a:lnTo>
                  <a:lnTo>
                    <a:pt x="670316" y="35437"/>
                  </a:lnTo>
                  <a:lnTo>
                    <a:pt x="750563" y="33639"/>
                  </a:lnTo>
                  <a:lnTo>
                    <a:pt x="825271" y="31964"/>
                  </a:lnTo>
                  <a:lnTo>
                    <a:pt x="895156" y="30398"/>
                  </a:lnTo>
                  <a:lnTo>
                    <a:pt x="960802" y="28927"/>
                  </a:lnTo>
                  <a:lnTo>
                    <a:pt x="1022695" y="27540"/>
                  </a:lnTo>
                  <a:lnTo>
                    <a:pt x="1081241" y="26228"/>
                  </a:lnTo>
                  <a:lnTo>
                    <a:pt x="1136783" y="24984"/>
                  </a:lnTo>
                  <a:lnTo>
                    <a:pt x="1189615" y="23800"/>
                  </a:lnTo>
                  <a:lnTo>
                    <a:pt x="1239988" y="22671"/>
                  </a:lnTo>
                  <a:lnTo>
                    <a:pt x="1288122" y="21592"/>
                  </a:lnTo>
                  <a:lnTo>
                    <a:pt x="1334207" y="20560"/>
                  </a:lnTo>
                  <a:lnTo>
                    <a:pt x="1378411" y="19569"/>
                  </a:lnTo>
                  <a:lnTo>
                    <a:pt x="1420880" y="18617"/>
                  </a:lnTo>
                  <a:lnTo>
                    <a:pt x="1461747" y="17702"/>
                  </a:lnTo>
                  <a:lnTo>
                    <a:pt x="1501127" y="16819"/>
                  </a:lnTo>
                  <a:lnTo>
                    <a:pt x="1539125" y="15968"/>
                  </a:lnTo>
                  <a:lnTo>
                    <a:pt x="1575835" y="15145"/>
                  </a:lnTo>
                  <a:lnTo>
                    <a:pt x="1611341" y="14349"/>
                  </a:lnTo>
                  <a:lnTo>
                    <a:pt x="1645719" y="13579"/>
                  </a:lnTo>
                  <a:lnTo>
                    <a:pt x="1679040" y="12832"/>
                  </a:lnTo>
                  <a:lnTo>
                    <a:pt x="1711366" y="12108"/>
                  </a:lnTo>
                  <a:lnTo>
                    <a:pt x="1742754" y="11404"/>
                  </a:lnTo>
                  <a:lnTo>
                    <a:pt x="1773259" y="10721"/>
                  </a:lnTo>
                  <a:lnTo>
                    <a:pt x="1802927" y="10056"/>
                  </a:lnTo>
                  <a:lnTo>
                    <a:pt x="1831805" y="9409"/>
                  </a:lnTo>
                  <a:lnTo>
                    <a:pt x="1859932" y="8779"/>
                  </a:lnTo>
                  <a:lnTo>
                    <a:pt x="1887347" y="8164"/>
                  </a:lnTo>
                  <a:lnTo>
                    <a:pt x="1914085" y="7565"/>
                  </a:lnTo>
                  <a:lnTo>
                    <a:pt x="1940178" y="6980"/>
                  </a:lnTo>
                  <a:lnTo>
                    <a:pt x="1965658" y="6409"/>
                  </a:lnTo>
                  <a:lnTo>
                    <a:pt x="1990552" y="5851"/>
                  </a:lnTo>
                  <a:lnTo>
                    <a:pt x="2014886" y="5306"/>
                  </a:lnTo>
                  <a:lnTo>
                    <a:pt x="2038686" y="4773"/>
                  </a:lnTo>
                  <a:lnTo>
                    <a:pt x="2061973" y="4251"/>
                  </a:lnTo>
                  <a:lnTo>
                    <a:pt x="2084771" y="3740"/>
                  </a:lnTo>
                  <a:lnTo>
                    <a:pt x="2107098" y="3240"/>
                  </a:lnTo>
                  <a:lnTo>
                    <a:pt x="2128974" y="2749"/>
                  </a:lnTo>
                  <a:lnTo>
                    <a:pt x="2150417" y="2269"/>
                  </a:lnTo>
                  <a:lnTo>
                    <a:pt x="2171444" y="1798"/>
                  </a:lnTo>
                  <a:lnTo>
                    <a:pt x="2192070" y="1336"/>
                  </a:lnTo>
                  <a:lnTo>
                    <a:pt x="2212310" y="882"/>
                  </a:lnTo>
                  <a:lnTo>
                    <a:pt x="2232179" y="437"/>
                  </a:lnTo>
                  <a:lnTo>
                    <a:pt x="225169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558454" y="5307761"/>
              <a:ext cx="2251690" cy="192961"/>
            </a:xfrm>
            <a:custGeom>
              <a:avLst/>
              <a:pathLst>
                <a:path w="2251690" h="192961">
                  <a:moveTo>
                    <a:pt x="0" y="192961"/>
                  </a:moveTo>
                  <a:lnTo>
                    <a:pt x="144592" y="180570"/>
                  </a:lnTo>
                  <a:lnTo>
                    <a:pt x="272131" y="169641"/>
                  </a:lnTo>
                  <a:lnTo>
                    <a:pt x="386219" y="159864"/>
                  </a:lnTo>
                  <a:lnTo>
                    <a:pt x="489425" y="151019"/>
                  </a:lnTo>
                  <a:lnTo>
                    <a:pt x="583643" y="142945"/>
                  </a:lnTo>
                  <a:lnTo>
                    <a:pt x="670316" y="135518"/>
                  </a:lnTo>
                  <a:lnTo>
                    <a:pt x="750563" y="128641"/>
                  </a:lnTo>
                  <a:lnTo>
                    <a:pt x="825271" y="122239"/>
                  </a:lnTo>
                  <a:lnTo>
                    <a:pt x="895156" y="116250"/>
                  </a:lnTo>
                  <a:lnTo>
                    <a:pt x="960802" y="110624"/>
                  </a:lnTo>
                  <a:lnTo>
                    <a:pt x="1022695" y="105320"/>
                  </a:lnTo>
                  <a:lnTo>
                    <a:pt x="1081241" y="100303"/>
                  </a:lnTo>
                  <a:lnTo>
                    <a:pt x="1136783" y="95543"/>
                  </a:lnTo>
                  <a:lnTo>
                    <a:pt x="1189615" y="91016"/>
                  </a:lnTo>
                  <a:lnTo>
                    <a:pt x="1239988" y="86699"/>
                  </a:lnTo>
                  <a:lnTo>
                    <a:pt x="1288122" y="82574"/>
                  </a:lnTo>
                  <a:lnTo>
                    <a:pt x="1334207" y="78625"/>
                  </a:lnTo>
                  <a:lnTo>
                    <a:pt x="1378411" y="74836"/>
                  </a:lnTo>
                  <a:lnTo>
                    <a:pt x="1420880" y="71197"/>
                  </a:lnTo>
                  <a:lnTo>
                    <a:pt x="1461747" y="67695"/>
                  </a:lnTo>
                  <a:lnTo>
                    <a:pt x="1501127" y="64320"/>
                  </a:lnTo>
                  <a:lnTo>
                    <a:pt x="1539125" y="61064"/>
                  </a:lnTo>
                  <a:lnTo>
                    <a:pt x="1575835" y="57918"/>
                  </a:lnTo>
                  <a:lnTo>
                    <a:pt x="1611341" y="54875"/>
                  </a:lnTo>
                  <a:lnTo>
                    <a:pt x="1645719" y="51929"/>
                  </a:lnTo>
                  <a:lnTo>
                    <a:pt x="1679040" y="49074"/>
                  </a:lnTo>
                  <a:lnTo>
                    <a:pt x="1711366" y="46303"/>
                  </a:lnTo>
                  <a:lnTo>
                    <a:pt x="1742754" y="43613"/>
                  </a:lnTo>
                  <a:lnTo>
                    <a:pt x="1773259" y="40999"/>
                  </a:lnTo>
                  <a:lnTo>
                    <a:pt x="1802927" y="38457"/>
                  </a:lnTo>
                  <a:lnTo>
                    <a:pt x="1831805" y="35982"/>
                  </a:lnTo>
                  <a:lnTo>
                    <a:pt x="1859932" y="33572"/>
                  </a:lnTo>
                  <a:lnTo>
                    <a:pt x="1887347" y="31222"/>
                  </a:lnTo>
                  <a:lnTo>
                    <a:pt x="1914085" y="28931"/>
                  </a:lnTo>
                  <a:lnTo>
                    <a:pt x="1940178" y="26695"/>
                  </a:lnTo>
                  <a:lnTo>
                    <a:pt x="1965658" y="24511"/>
                  </a:lnTo>
                  <a:lnTo>
                    <a:pt x="1990552" y="22378"/>
                  </a:lnTo>
                  <a:lnTo>
                    <a:pt x="2014886" y="20293"/>
                  </a:lnTo>
                  <a:lnTo>
                    <a:pt x="2038686" y="18253"/>
                  </a:lnTo>
                  <a:lnTo>
                    <a:pt x="2061973" y="16258"/>
                  </a:lnTo>
                  <a:lnTo>
                    <a:pt x="2084771" y="14304"/>
                  </a:lnTo>
                  <a:lnTo>
                    <a:pt x="2107098" y="12391"/>
                  </a:lnTo>
                  <a:lnTo>
                    <a:pt x="2128974" y="10516"/>
                  </a:lnTo>
                  <a:lnTo>
                    <a:pt x="2150417" y="8678"/>
                  </a:lnTo>
                  <a:lnTo>
                    <a:pt x="2171444" y="6876"/>
                  </a:lnTo>
                  <a:lnTo>
                    <a:pt x="2192070" y="5109"/>
                  </a:lnTo>
                  <a:lnTo>
                    <a:pt x="2212310" y="3374"/>
                  </a:lnTo>
                  <a:lnTo>
                    <a:pt x="2232179" y="1672"/>
                  </a:lnTo>
                  <a:lnTo>
                    <a:pt x="225169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558454" y="5368472"/>
              <a:ext cx="2251690" cy="216688"/>
            </a:xfrm>
            <a:custGeom>
              <a:avLst/>
              <a:pathLst>
                <a:path w="2251690" h="216688">
                  <a:moveTo>
                    <a:pt x="0" y="0"/>
                  </a:moveTo>
                  <a:lnTo>
                    <a:pt x="144592" y="13914"/>
                  </a:lnTo>
                  <a:lnTo>
                    <a:pt x="272131" y="26188"/>
                  </a:lnTo>
                  <a:lnTo>
                    <a:pt x="386219" y="37167"/>
                  </a:lnTo>
                  <a:lnTo>
                    <a:pt x="489425" y="47099"/>
                  </a:lnTo>
                  <a:lnTo>
                    <a:pt x="583643" y="56166"/>
                  </a:lnTo>
                  <a:lnTo>
                    <a:pt x="670316" y="64506"/>
                  </a:lnTo>
                  <a:lnTo>
                    <a:pt x="750563" y="72229"/>
                  </a:lnTo>
                  <a:lnTo>
                    <a:pt x="825271" y="79418"/>
                  </a:lnTo>
                  <a:lnTo>
                    <a:pt x="895156" y="86144"/>
                  </a:lnTo>
                  <a:lnTo>
                    <a:pt x="960802" y="92461"/>
                  </a:lnTo>
                  <a:lnTo>
                    <a:pt x="1022695" y="98417"/>
                  </a:lnTo>
                  <a:lnTo>
                    <a:pt x="1081241" y="104051"/>
                  </a:lnTo>
                  <a:lnTo>
                    <a:pt x="1136783" y="109396"/>
                  </a:lnTo>
                  <a:lnTo>
                    <a:pt x="1189615" y="114480"/>
                  </a:lnTo>
                  <a:lnTo>
                    <a:pt x="1239988" y="119328"/>
                  </a:lnTo>
                  <a:lnTo>
                    <a:pt x="1288122" y="123960"/>
                  </a:lnTo>
                  <a:lnTo>
                    <a:pt x="1334207" y="128395"/>
                  </a:lnTo>
                  <a:lnTo>
                    <a:pt x="1378411" y="132649"/>
                  </a:lnTo>
                  <a:lnTo>
                    <a:pt x="1420880" y="136736"/>
                  </a:lnTo>
                  <a:lnTo>
                    <a:pt x="1461747" y="140669"/>
                  </a:lnTo>
                  <a:lnTo>
                    <a:pt x="1501127" y="144458"/>
                  </a:lnTo>
                  <a:lnTo>
                    <a:pt x="1539125" y="148115"/>
                  </a:lnTo>
                  <a:lnTo>
                    <a:pt x="1575835" y="151648"/>
                  </a:lnTo>
                  <a:lnTo>
                    <a:pt x="1611341" y="155065"/>
                  </a:lnTo>
                  <a:lnTo>
                    <a:pt x="1645719" y="158373"/>
                  </a:lnTo>
                  <a:lnTo>
                    <a:pt x="1679040" y="161580"/>
                  </a:lnTo>
                  <a:lnTo>
                    <a:pt x="1711366" y="164690"/>
                  </a:lnTo>
                  <a:lnTo>
                    <a:pt x="1742754" y="167711"/>
                  </a:lnTo>
                  <a:lnTo>
                    <a:pt x="1773259" y="170647"/>
                  </a:lnTo>
                  <a:lnTo>
                    <a:pt x="1802927" y="173502"/>
                  </a:lnTo>
                  <a:lnTo>
                    <a:pt x="1831805" y="176281"/>
                  </a:lnTo>
                  <a:lnTo>
                    <a:pt x="1859932" y="178987"/>
                  </a:lnTo>
                  <a:lnTo>
                    <a:pt x="1887347" y="181626"/>
                  </a:lnTo>
                  <a:lnTo>
                    <a:pt x="1914085" y="184199"/>
                  </a:lnTo>
                  <a:lnTo>
                    <a:pt x="1940178" y="186710"/>
                  </a:lnTo>
                  <a:lnTo>
                    <a:pt x="1965658" y="189162"/>
                  </a:lnTo>
                  <a:lnTo>
                    <a:pt x="1990552" y="191557"/>
                  </a:lnTo>
                  <a:lnTo>
                    <a:pt x="2014886" y="193899"/>
                  </a:lnTo>
                  <a:lnTo>
                    <a:pt x="2038686" y="196190"/>
                  </a:lnTo>
                  <a:lnTo>
                    <a:pt x="2061973" y="198431"/>
                  </a:lnTo>
                  <a:lnTo>
                    <a:pt x="2084771" y="200624"/>
                  </a:lnTo>
                  <a:lnTo>
                    <a:pt x="2107098" y="202773"/>
                  </a:lnTo>
                  <a:lnTo>
                    <a:pt x="2128974" y="204878"/>
                  </a:lnTo>
                  <a:lnTo>
                    <a:pt x="2150417" y="206942"/>
                  </a:lnTo>
                  <a:lnTo>
                    <a:pt x="2171444" y="208965"/>
                  </a:lnTo>
                  <a:lnTo>
                    <a:pt x="2192070" y="210950"/>
                  </a:lnTo>
                  <a:lnTo>
                    <a:pt x="2212310" y="212898"/>
                  </a:lnTo>
                  <a:lnTo>
                    <a:pt x="2232179" y="214810"/>
                  </a:lnTo>
                  <a:lnTo>
                    <a:pt x="2251690" y="216688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558454" y="5285117"/>
              <a:ext cx="2251690" cy="63608"/>
            </a:xfrm>
            <a:custGeom>
              <a:avLst/>
              <a:pathLst>
                <a:path w="2251690" h="63608">
                  <a:moveTo>
                    <a:pt x="0" y="63608"/>
                  </a:moveTo>
                  <a:lnTo>
                    <a:pt x="144592" y="59523"/>
                  </a:lnTo>
                  <a:lnTo>
                    <a:pt x="272131" y="55920"/>
                  </a:lnTo>
                  <a:lnTo>
                    <a:pt x="386219" y="52698"/>
                  </a:lnTo>
                  <a:lnTo>
                    <a:pt x="489425" y="49782"/>
                  </a:lnTo>
                  <a:lnTo>
                    <a:pt x="583643" y="47121"/>
                  </a:lnTo>
                  <a:lnTo>
                    <a:pt x="670316" y="44672"/>
                  </a:lnTo>
                  <a:lnTo>
                    <a:pt x="750563" y="42405"/>
                  </a:lnTo>
                  <a:lnTo>
                    <a:pt x="825271" y="40295"/>
                  </a:lnTo>
                  <a:lnTo>
                    <a:pt x="895156" y="38321"/>
                  </a:lnTo>
                  <a:lnTo>
                    <a:pt x="960802" y="36466"/>
                  </a:lnTo>
                  <a:lnTo>
                    <a:pt x="1022695" y="34718"/>
                  </a:lnTo>
                  <a:lnTo>
                    <a:pt x="1081241" y="33064"/>
                  </a:lnTo>
                  <a:lnTo>
                    <a:pt x="1136783" y="31495"/>
                  </a:lnTo>
                  <a:lnTo>
                    <a:pt x="1189615" y="30002"/>
                  </a:lnTo>
                  <a:lnTo>
                    <a:pt x="1239988" y="28579"/>
                  </a:lnTo>
                  <a:lnTo>
                    <a:pt x="1288122" y="27220"/>
                  </a:lnTo>
                  <a:lnTo>
                    <a:pt x="1334207" y="25918"/>
                  </a:lnTo>
                  <a:lnTo>
                    <a:pt x="1378411" y="24669"/>
                  </a:lnTo>
                  <a:lnTo>
                    <a:pt x="1420880" y="23469"/>
                  </a:lnTo>
                  <a:lnTo>
                    <a:pt x="1461747" y="22315"/>
                  </a:lnTo>
                  <a:lnTo>
                    <a:pt x="1501127" y="21202"/>
                  </a:lnTo>
                  <a:lnTo>
                    <a:pt x="1539125" y="20129"/>
                  </a:lnTo>
                  <a:lnTo>
                    <a:pt x="1575835" y="19092"/>
                  </a:lnTo>
                  <a:lnTo>
                    <a:pt x="1611341" y="18089"/>
                  </a:lnTo>
                  <a:lnTo>
                    <a:pt x="1645719" y="17118"/>
                  </a:lnTo>
                  <a:lnTo>
                    <a:pt x="1679040" y="16176"/>
                  </a:lnTo>
                  <a:lnTo>
                    <a:pt x="1711366" y="15263"/>
                  </a:lnTo>
                  <a:lnTo>
                    <a:pt x="1742754" y="14377"/>
                  </a:lnTo>
                  <a:lnTo>
                    <a:pt x="1773259" y="13515"/>
                  </a:lnTo>
                  <a:lnTo>
                    <a:pt x="1802927" y="12677"/>
                  </a:lnTo>
                  <a:lnTo>
                    <a:pt x="1831805" y="11861"/>
                  </a:lnTo>
                  <a:lnTo>
                    <a:pt x="1859932" y="11066"/>
                  </a:lnTo>
                  <a:lnTo>
                    <a:pt x="1887347" y="10292"/>
                  </a:lnTo>
                  <a:lnTo>
                    <a:pt x="1914085" y="9537"/>
                  </a:lnTo>
                  <a:lnTo>
                    <a:pt x="1940178" y="8799"/>
                  </a:lnTo>
                  <a:lnTo>
                    <a:pt x="1965658" y="8080"/>
                  </a:lnTo>
                  <a:lnTo>
                    <a:pt x="1990552" y="7376"/>
                  </a:lnTo>
                  <a:lnTo>
                    <a:pt x="2014886" y="6689"/>
                  </a:lnTo>
                  <a:lnTo>
                    <a:pt x="2038686" y="6017"/>
                  </a:lnTo>
                  <a:lnTo>
                    <a:pt x="2061973" y="5359"/>
                  </a:lnTo>
                  <a:lnTo>
                    <a:pt x="2084771" y="4715"/>
                  </a:lnTo>
                  <a:lnTo>
                    <a:pt x="2107098" y="4084"/>
                  </a:lnTo>
                  <a:lnTo>
                    <a:pt x="2128974" y="3466"/>
                  </a:lnTo>
                  <a:lnTo>
                    <a:pt x="2150417" y="2860"/>
                  </a:lnTo>
                  <a:lnTo>
                    <a:pt x="2171444" y="2266"/>
                  </a:lnTo>
                  <a:lnTo>
                    <a:pt x="2192070" y="1684"/>
                  </a:lnTo>
                  <a:lnTo>
                    <a:pt x="2212310" y="1112"/>
                  </a:lnTo>
                  <a:lnTo>
                    <a:pt x="2232179" y="551"/>
                  </a:lnTo>
                  <a:lnTo>
                    <a:pt x="225169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558454" y="5199955"/>
              <a:ext cx="2251690" cy="277647"/>
            </a:xfrm>
            <a:custGeom>
              <a:avLst/>
              <a:pathLst>
                <a:path w="2251690" h="277647">
                  <a:moveTo>
                    <a:pt x="0" y="277647"/>
                  </a:moveTo>
                  <a:lnTo>
                    <a:pt x="144592" y="259817"/>
                  </a:lnTo>
                  <a:lnTo>
                    <a:pt x="272131" y="244091"/>
                  </a:lnTo>
                  <a:lnTo>
                    <a:pt x="386219" y="230023"/>
                  </a:lnTo>
                  <a:lnTo>
                    <a:pt x="489425" y="217297"/>
                  </a:lnTo>
                  <a:lnTo>
                    <a:pt x="583643" y="205680"/>
                  </a:lnTo>
                  <a:lnTo>
                    <a:pt x="670316" y="194992"/>
                  </a:lnTo>
                  <a:lnTo>
                    <a:pt x="750563" y="185098"/>
                  </a:lnTo>
                  <a:lnTo>
                    <a:pt x="825271" y="175886"/>
                  </a:lnTo>
                  <a:lnTo>
                    <a:pt x="895156" y="167268"/>
                  </a:lnTo>
                  <a:lnTo>
                    <a:pt x="960802" y="159174"/>
                  </a:lnTo>
                  <a:lnTo>
                    <a:pt x="1022695" y="151542"/>
                  </a:lnTo>
                  <a:lnTo>
                    <a:pt x="1081241" y="144323"/>
                  </a:lnTo>
                  <a:lnTo>
                    <a:pt x="1136783" y="137474"/>
                  </a:lnTo>
                  <a:lnTo>
                    <a:pt x="1189615" y="130960"/>
                  </a:lnTo>
                  <a:lnTo>
                    <a:pt x="1239988" y="124748"/>
                  </a:lnTo>
                  <a:lnTo>
                    <a:pt x="1288122" y="118813"/>
                  </a:lnTo>
                  <a:lnTo>
                    <a:pt x="1334207" y="113131"/>
                  </a:lnTo>
                  <a:lnTo>
                    <a:pt x="1378411" y="107680"/>
                  </a:lnTo>
                  <a:lnTo>
                    <a:pt x="1420880" y="102443"/>
                  </a:lnTo>
                  <a:lnTo>
                    <a:pt x="1461747" y="97404"/>
                  </a:lnTo>
                  <a:lnTo>
                    <a:pt x="1501127" y="92549"/>
                  </a:lnTo>
                  <a:lnTo>
                    <a:pt x="1539125" y="87863"/>
                  </a:lnTo>
                  <a:lnTo>
                    <a:pt x="1575835" y="83337"/>
                  </a:lnTo>
                  <a:lnTo>
                    <a:pt x="1611341" y="78958"/>
                  </a:lnTo>
                  <a:lnTo>
                    <a:pt x="1645719" y="74719"/>
                  </a:lnTo>
                  <a:lnTo>
                    <a:pt x="1679040" y="70611"/>
                  </a:lnTo>
                  <a:lnTo>
                    <a:pt x="1711366" y="66625"/>
                  </a:lnTo>
                  <a:lnTo>
                    <a:pt x="1742754" y="62754"/>
                  </a:lnTo>
                  <a:lnTo>
                    <a:pt x="1773259" y="58993"/>
                  </a:lnTo>
                  <a:lnTo>
                    <a:pt x="1802927" y="55335"/>
                  </a:lnTo>
                  <a:lnTo>
                    <a:pt x="1831805" y="51774"/>
                  </a:lnTo>
                  <a:lnTo>
                    <a:pt x="1859932" y="48306"/>
                  </a:lnTo>
                  <a:lnTo>
                    <a:pt x="1887347" y="44925"/>
                  </a:lnTo>
                  <a:lnTo>
                    <a:pt x="1914085" y="41628"/>
                  </a:lnTo>
                  <a:lnTo>
                    <a:pt x="1940178" y="38411"/>
                  </a:lnTo>
                  <a:lnTo>
                    <a:pt x="1965658" y="35269"/>
                  </a:lnTo>
                  <a:lnTo>
                    <a:pt x="1990552" y="32199"/>
                  </a:lnTo>
                  <a:lnTo>
                    <a:pt x="2014886" y="29199"/>
                  </a:lnTo>
                  <a:lnTo>
                    <a:pt x="2038686" y="26264"/>
                  </a:lnTo>
                  <a:lnTo>
                    <a:pt x="2061973" y="23393"/>
                  </a:lnTo>
                  <a:lnTo>
                    <a:pt x="2084771" y="20582"/>
                  </a:lnTo>
                  <a:lnTo>
                    <a:pt x="2107098" y="17829"/>
                  </a:lnTo>
                  <a:lnTo>
                    <a:pt x="2128974" y="15131"/>
                  </a:lnTo>
                  <a:lnTo>
                    <a:pt x="2150417" y="12487"/>
                  </a:lnTo>
                  <a:lnTo>
                    <a:pt x="2171444" y="9894"/>
                  </a:lnTo>
                  <a:lnTo>
                    <a:pt x="2192070" y="7351"/>
                  </a:lnTo>
                  <a:lnTo>
                    <a:pt x="2212310" y="4855"/>
                  </a:lnTo>
                  <a:lnTo>
                    <a:pt x="2232179" y="2405"/>
                  </a:lnTo>
                  <a:lnTo>
                    <a:pt x="225169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558454" y="5093170"/>
              <a:ext cx="2251690" cy="24464"/>
            </a:xfrm>
            <a:custGeom>
              <a:avLst/>
              <a:pathLst>
                <a:path w="2251690" h="24464">
                  <a:moveTo>
                    <a:pt x="0" y="24464"/>
                  </a:moveTo>
                  <a:lnTo>
                    <a:pt x="144592" y="22893"/>
                  </a:lnTo>
                  <a:lnTo>
                    <a:pt x="272131" y="21508"/>
                  </a:lnTo>
                  <a:lnTo>
                    <a:pt x="386219" y="20268"/>
                  </a:lnTo>
                  <a:lnTo>
                    <a:pt x="489425" y="19147"/>
                  </a:lnTo>
                  <a:lnTo>
                    <a:pt x="583643" y="18123"/>
                  </a:lnTo>
                  <a:lnTo>
                    <a:pt x="670316" y="17181"/>
                  </a:lnTo>
                  <a:lnTo>
                    <a:pt x="750563" y="16309"/>
                  </a:lnTo>
                  <a:lnTo>
                    <a:pt x="825271" y="15498"/>
                  </a:lnTo>
                  <a:lnTo>
                    <a:pt x="895156" y="14738"/>
                  </a:lnTo>
                  <a:lnTo>
                    <a:pt x="960802" y="14025"/>
                  </a:lnTo>
                  <a:lnTo>
                    <a:pt x="1022695" y="13353"/>
                  </a:lnTo>
                  <a:lnTo>
                    <a:pt x="1081241" y="12717"/>
                  </a:lnTo>
                  <a:lnTo>
                    <a:pt x="1136783" y="12113"/>
                  </a:lnTo>
                  <a:lnTo>
                    <a:pt x="1189615" y="11539"/>
                  </a:lnTo>
                  <a:lnTo>
                    <a:pt x="1239988" y="10992"/>
                  </a:lnTo>
                  <a:lnTo>
                    <a:pt x="1288122" y="10469"/>
                  </a:lnTo>
                  <a:lnTo>
                    <a:pt x="1334207" y="9968"/>
                  </a:lnTo>
                  <a:lnTo>
                    <a:pt x="1378411" y="9488"/>
                  </a:lnTo>
                  <a:lnTo>
                    <a:pt x="1420880" y="9026"/>
                  </a:lnTo>
                  <a:lnTo>
                    <a:pt x="1461747" y="8582"/>
                  </a:lnTo>
                  <a:lnTo>
                    <a:pt x="1501127" y="8154"/>
                  </a:lnTo>
                  <a:lnTo>
                    <a:pt x="1539125" y="7742"/>
                  </a:lnTo>
                  <a:lnTo>
                    <a:pt x="1575835" y="7343"/>
                  </a:lnTo>
                  <a:lnTo>
                    <a:pt x="1611341" y="6957"/>
                  </a:lnTo>
                  <a:lnTo>
                    <a:pt x="1645719" y="6583"/>
                  </a:lnTo>
                  <a:lnTo>
                    <a:pt x="1679040" y="6221"/>
                  </a:lnTo>
                  <a:lnTo>
                    <a:pt x="1711366" y="5870"/>
                  </a:lnTo>
                  <a:lnTo>
                    <a:pt x="1742754" y="5529"/>
                  </a:lnTo>
                  <a:lnTo>
                    <a:pt x="1773259" y="5198"/>
                  </a:lnTo>
                  <a:lnTo>
                    <a:pt x="1802927" y="4875"/>
                  </a:lnTo>
                  <a:lnTo>
                    <a:pt x="1831805" y="4562"/>
                  </a:lnTo>
                  <a:lnTo>
                    <a:pt x="1859932" y="4256"/>
                  </a:lnTo>
                  <a:lnTo>
                    <a:pt x="1887347" y="3958"/>
                  </a:lnTo>
                  <a:lnTo>
                    <a:pt x="1914085" y="3668"/>
                  </a:lnTo>
                  <a:lnTo>
                    <a:pt x="1940178" y="3384"/>
                  </a:lnTo>
                  <a:lnTo>
                    <a:pt x="1965658" y="3107"/>
                  </a:lnTo>
                  <a:lnTo>
                    <a:pt x="1990552" y="2837"/>
                  </a:lnTo>
                  <a:lnTo>
                    <a:pt x="2014886" y="2572"/>
                  </a:lnTo>
                  <a:lnTo>
                    <a:pt x="2038686" y="2314"/>
                  </a:lnTo>
                  <a:lnTo>
                    <a:pt x="2061973" y="2061"/>
                  </a:lnTo>
                  <a:lnTo>
                    <a:pt x="2084771" y="1813"/>
                  </a:lnTo>
                  <a:lnTo>
                    <a:pt x="2107098" y="1571"/>
                  </a:lnTo>
                  <a:lnTo>
                    <a:pt x="2128974" y="1333"/>
                  </a:lnTo>
                  <a:lnTo>
                    <a:pt x="2150417" y="1100"/>
                  </a:lnTo>
                  <a:lnTo>
                    <a:pt x="2171444" y="871"/>
                  </a:lnTo>
                  <a:lnTo>
                    <a:pt x="2192070" y="647"/>
                  </a:lnTo>
                  <a:lnTo>
                    <a:pt x="2212310" y="427"/>
                  </a:lnTo>
                  <a:lnTo>
                    <a:pt x="2232179" y="211"/>
                  </a:lnTo>
                  <a:lnTo>
                    <a:pt x="225169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558454" y="5055963"/>
              <a:ext cx="2251690" cy="208562"/>
            </a:xfrm>
            <a:custGeom>
              <a:avLst/>
              <a:pathLst>
                <a:path w="2251690" h="208562">
                  <a:moveTo>
                    <a:pt x="0" y="208562"/>
                  </a:moveTo>
                  <a:lnTo>
                    <a:pt x="144592" y="195169"/>
                  </a:lnTo>
                  <a:lnTo>
                    <a:pt x="272131" y="183356"/>
                  </a:lnTo>
                  <a:lnTo>
                    <a:pt x="386219" y="172788"/>
                  </a:lnTo>
                  <a:lnTo>
                    <a:pt x="489425" y="163229"/>
                  </a:lnTo>
                  <a:lnTo>
                    <a:pt x="583643" y="154502"/>
                  </a:lnTo>
                  <a:lnTo>
                    <a:pt x="670316" y="146474"/>
                  </a:lnTo>
                  <a:lnTo>
                    <a:pt x="750563" y="139041"/>
                  </a:lnTo>
                  <a:lnTo>
                    <a:pt x="825271" y="132121"/>
                  </a:lnTo>
                  <a:lnTo>
                    <a:pt x="895156" y="125648"/>
                  </a:lnTo>
                  <a:lnTo>
                    <a:pt x="960802" y="119568"/>
                  </a:lnTo>
                  <a:lnTo>
                    <a:pt x="1022695" y="113835"/>
                  </a:lnTo>
                  <a:lnTo>
                    <a:pt x="1081241" y="108412"/>
                  </a:lnTo>
                  <a:lnTo>
                    <a:pt x="1136783" y="103268"/>
                  </a:lnTo>
                  <a:lnTo>
                    <a:pt x="1189615" y="98374"/>
                  </a:lnTo>
                  <a:lnTo>
                    <a:pt x="1239988" y="93708"/>
                  </a:lnTo>
                  <a:lnTo>
                    <a:pt x="1288122" y="89250"/>
                  </a:lnTo>
                  <a:lnTo>
                    <a:pt x="1334207" y="84981"/>
                  </a:lnTo>
                  <a:lnTo>
                    <a:pt x="1378411" y="80887"/>
                  </a:lnTo>
                  <a:lnTo>
                    <a:pt x="1420880" y="76953"/>
                  </a:lnTo>
                  <a:lnTo>
                    <a:pt x="1461747" y="73168"/>
                  </a:lnTo>
                  <a:lnTo>
                    <a:pt x="1501127" y="69520"/>
                  </a:lnTo>
                  <a:lnTo>
                    <a:pt x="1539125" y="66001"/>
                  </a:lnTo>
                  <a:lnTo>
                    <a:pt x="1575835" y="62601"/>
                  </a:lnTo>
                  <a:lnTo>
                    <a:pt x="1611341" y="59312"/>
                  </a:lnTo>
                  <a:lnTo>
                    <a:pt x="1645719" y="56127"/>
                  </a:lnTo>
                  <a:lnTo>
                    <a:pt x="1679040" y="53041"/>
                  </a:lnTo>
                  <a:lnTo>
                    <a:pt x="1711366" y="50047"/>
                  </a:lnTo>
                  <a:lnTo>
                    <a:pt x="1742754" y="47140"/>
                  </a:lnTo>
                  <a:lnTo>
                    <a:pt x="1773259" y="44314"/>
                  </a:lnTo>
                  <a:lnTo>
                    <a:pt x="1802927" y="41566"/>
                  </a:lnTo>
                  <a:lnTo>
                    <a:pt x="1831805" y="38891"/>
                  </a:lnTo>
                  <a:lnTo>
                    <a:pt x="1859932" y="36286"/>
                  </a:lnTo>
                  <a:lnTo>
                    <a:pt x="1887347" y="33747"/>
                  </a:lnTo>
                  <a:lnTo>
                    <a:pt x="1914085" y="31270"/>
                  </a:lnTo>
                  <a:lnTo>
                    <a:pt x="1940178" y="28853"/>
                  </a:lnTo>
                  <a:lnTo>
                    <a:pt x="1965658" y="26493"/>
                  </a:lnTo>
                  <a:lnTo>
                    <a:pt x="1990552" y="24187"/>
                  </a:lnTo>
                  <a:lnTo>
                    <a:pt x="2014886" y="21933"/>
                  </a:lnTo>
                  <a:lnTo>
                    <a:pt x="2038686" y="19729"/>
                  </a:lnTo>
                  <a:lnTo>
                    <a:pt x="2061973" y="17572"/>
                  </a:lnTo>
                  <a:lnTo>
                    <a:pt x="2084771" y="15460"/>
                  </a:lnTo>
                  <a:lnTo>
                    <a:pt x="2107098" y="13392"/>
                  </a:lnTo>
                  <a:lnTo>
                    <a:pt x="2128974" y="11366"/>
                  </a:lnTo>
                  <a:lnTo>
                    <a:pt x="2150417" y="9380"/>
                  </a:lnTo>
                  <a:lnTo>
                    <a:pt x="2171444" y="7432"/>
                  </a:lnTo>
                  <a:lnTo>
                    <a:pt x="2192070" y="5522"/>
                  </a:lnTo>
                  <a:lnTo>
                    <a:pt x="2212310" y="3647"/>
                  </a:lnTo>
                  <a:lnTo>
                    <a:pt x="2232179" y="1807"/>
                  </a:lnTo>
                  <a:lnTo>
                    <a:pt x="2251690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4" name="pl483"/>
            <p:cNvSpPr/>
            <p:nvPr/>
          </p:nvSpPr>
          <p:spPr>
            <a:xfrm>
              <a:off x="1558454" y="5087069"/>
              <a:ext cx="2251690" cy="206028"/>
            </a:xfrm>
            <a:custGeom>
              <a:avLst/>
              <a:pathLst>
                <a:path w="2251690" h="206028">
                  <a:moveTo>
                    <a:pt x="0" y="206028"/>
                  </a:moveTo>
                  <a:lnTo>
                    <a:pt x="144592" y="192798"/>
                  </a:lnTo>
                  <a:lnTo>
                    <a:pt x="272131" y="181128"/>
                  </a:lnTo>
                  <a:lnTo>
                    <a:pt x="386219" y="170689"/>
                  </a:lnTo>
                  <a:lnTo>
                    <a:pt x="489425" y="161246"/>
                  </a:lnTo>
                  <a:lnTo>
                    <a:pt x="583643" y="152625"/>
                  </a:lnTo>
                  <a:lnTo>
                    <a:pt x="670316" y="144694"/>
                  </a:lnTo>
                  <a:lnTo>
                    <a:pt x="750563" y="137352"/>
                  </a:lnTo>
                  <a:lnTo>
                    <a:pt x="825271" y="130516"/>
                  </a:lnTo>
                  <a:lnTo>
                    <a:pt x="895156" y="124122"/>
                  </a:lnTo>
                  <a:lnTo>
                    <a:pt x="960802" y="118115"/>
                  </a:lnTo>
                  <a:lnTo>
                    <a:pt x="1022695" y="112452"/>
                  </a:lnTo>
                  <a:lnTo>
                    <a:pt x="1081241" y="107095"/>
                  </a:lnTo>
                  <a:lnTo>
                    <a:pt x="1136783" y="102013"/>
                  </a:lnTo>
                  <a:lnTo>
                    <a:pt x="1189615" y="97179"/>
                  </a:lnTo>
                  <a:lnTo>
                    <a:pt x="1239988" y="92570"/>
                  </a:lnTo>
                  <a:lnTo>
                    <a:pt x="1288122" y="88166"/>
                  </a:lnTo>
                  <a:lnTo>
                    <a:pt x="1334207" y="83949"/>
                  </a:lnTo>
                  <a:lnTo>
                    <a:pt x="1378411" y="79904"/>
                  </a:lnTo>
                  <a:lnTo>
                    <a:pt x="1420880" y="76018"/>
                  </a:lnTo>
                  <a:lnTo>
                    <a:pt x="1461747" y="72279"/>
                  </a:lnTo>
                  <a:lnTo>
                    <a:pt x="1501127" y="68676"/>
                  </a:lnTo>
                  <a:lnTo>
                    <a:pt x="1539125" y="65199"/>
                  </a:lnTo>
                  <a:lnTo>
                    <a:pt x="1575835" y="61840"/>
                  </a:lnTo>
                  <a:lnTo>
                    <a:pt x="1611341" y="58591"/>
                  </a:lnTo>
                  <a:lnTo>
                    <a:pt x="1645719" y="55446"/>
                  </a:lnTo>
                  <a:lnTo>
                    <a:pt x="1679040" y="52397"/>
                  </a:lnTo>
                  <a:lnTo>
                    <a:pt x="1711366" y="49439"/>
                  </a:lnTo>
                  <a:lnTo>
                    <a:pt x="1742754" y="46567"/>
                  </a:lnTo>
                  <a:lnTo>
                    <a:pt x="1773259" y="43776"/>
                  </a:lnTo>
                  <a:lnTo>
                    <a:pt x="1802927" y="41061"/>
                  </a:lnTo>
                  <a:lnTo>
                    <a:pt x="1831805" y="38419"/>
                  </a:lnTo>
                  <a:lnTo>
                    <a:pt x="1859932" y="35845"/>
                  </a:lnTo>
                  <a:lnTo>
                    <a:pt x="1887347" y="33337"/>
                  </a:lnTo>
                  <a:lnTo>
                    <a:pt x="1914085" y="30890"/>
                  </a:lnTo>
                  <a:lnTo>
                    <a:pt x="1940178" y="28503"/>
                  </a:lnTo>
                  <a:lnTo>
                    <a:pt x="1965658" y="26171"/>
                  </a:lnTo>
                  <a:lnTo>
                    <a:pt x="1990552" y="23894"/>
                  </a:lnTo>
                  <a:lnTo>
                    <a:pt x="2014886" y="21667"/>
                  </a:lnTo>
                  <a:lnTo>
                    <a:pt x="2038686" y="19489"/>
                  </a:lnTo>
                  <a:lnTo>
                    <a:pt x="2061973" y="17359"/>
                  </a:lnTo>
                  <a:lnTo>
                    <a:pt x="2084771" y="15273"/>
                  </a:lnTo>
                  <a:lnTo>
                    <a:pt x="2107098" y="13230"/>
                  </a:lnTo>
                  <a:lnTo>
                    <a:pt x="2128974" y="11228"/>
                  </a:lnTo>
                  <a:lnTo>
                    <a:pt x="2150417" y="9266"/>
                  </a:lnTo>
                  <a:lnTo>
                    <a:pt x="2171444" y="7342"/>
                  </a:lnTo>
                  <a:lnTo>
                    <a:pt x="2192070" y="5455"/>
                  </a:lnTo>
                  <a:lnTo>
                    <a:pt x="2212310" y="3603"/>
                  </a:lnTo>
                  <a:lnTo>
                    <a:pt x="2232179" y="1785"/>
                  </a:lnTo>
                  <a:lnTo>
                    <a:pt x="2251690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5" name="pl484"/>
            <p:cNvSpPr/>
            <p:nvPr/>
          </p:nvSpPr>
          <p:spPr>
            <a:xfrm>
              <a:off x="1558454" y="5323997"/>
              <a:ext cx="2251690" cy="154703"/>
            </a:xfrm>
            <a:custGeom>
              <a:avLst/>
              <a:pathLst>
                <a:path w="2251690" h="154703">
                  <a:moveTo>
                    <a:pt x="0" y="0"/>
                  </a:moveTo>
                  <a:lnTo>
                    <a:pt x="144592" y="9934"/>
                  </a:lnTo>
                  <a:lnTo>
                    <a:pt x="272131" y="18697"/>
                  </a:lnTo>
                  <a:lnTo>
                    <a:pt x="386219" y="26535"/>
                  </a:lnTo>
                  <a:lnTo>
                    <a:pt x="489425" y="33626"/>
                  </a:lnTo>
                  <a:lnTo>
                    <a:pt x="583643" y="40099"/>
                  </a:lnTo>
                  <a:lnTo>
                    <a:pt x="670316" y="46054"/>
                  </a:lnTo>
                  <a:lnTo>
                    <a:pt x="750563" y="51567"/>
                  </a:lnTo>
                  <a:lnTo>
                    <a:pt x="825271" y="56700"/>
                  </a:lnTo>
                  <a:lnTo>
                    <a:pt x="895156" y="61502"/>
                  </a:lnTo>
                  <a:lnTo>
                    <a:pt x="960802" y="66012"/>
                  </a:lnTo>
                  <a:lnTo>
                    <a:pt x="1022695" y="70264"/>
                  </a:lnTo>
                  <a:lnTo>
                    <a:pt x="1081241" y="74287"/>
                  </a:lnTo>
                  <a:lnTo>
                    <a:pt x="1136783" y="78103"/>
                  </a:lnTo>
                  <a:lnTo>
                    <a:pt x="1189615" y="81733"/>
                  </a:lnTo>
                  <a:lnTo>
                    <a:pt x="1239988" y="85194"/>
                  </a:lnTo>
                  <a:lnTo>
                    <a:pt x="1288122" y="88501"/>
                  </a:lnTo>
                  <a:lnTo>
                    <a:pt x="1334207" y="91667"/>
                  </a:lnTo>
                  <a:lnTo>
                    <a:pt x="1378411" y="94704"/>
                  </a:lnTo>
                  <a:lnTo>
                    <a:pt x="1420880" y="97622"/>
                  </a:lnTo>
                  <a:lnTo>
                    <a:pt x="1461747" y="100430"/>
                  </a:lnTo>
                  <a:lnTo>
                    <a:pt x="1501127" y="103135"/>
                  </a:lnTo>
                  <a:lnTo>
                    <a:pt x="1539125" y="105746"/>
                  </a:lnTo>
                  <a:lnTo>
                    <a:pt x="1575835" y="108268"/>
                  </a:lnTo>
                  <a:lnTo>
                    <a:pt x="1611341" y="110708"/>
                  </a:lnTo>
                  <a:lnTo>
                    <a:pt x="1645719" y="113070"/>
                  </a:lnTo>
                  <a:lnTo>
                    <a:pt x="1679040" y="115359"/>
                  </a:lnTo>
                  <a:lnTo>
                    <a:pt x="1711366" y="117580"/>
                  </a:lnTo>
                  <a:lnTo>
                    <a:pt x="1742754" y="119737"/>
                  </a:lnTo>
                  <a:lnTo>
                    <a:pt x="1773259" y="121832"/>
                  </a:lnTo>
                  <a:lnTo>
                    <a:pt x="1802927" y="123871"/>
                  </a:lnTo>
                  <a:lnTo>
                    <a:pt x="1831805" y="125855"/>
                  </a:lnTo>
                  <a:lnTo>
                    <a:pt x="1859932" y="127787"/>
                  </a:lnTo>
                  <a:lnTo>
                    <a:pt x="1887347" y="129671"/>
                  </a:lnTo>
                  <a:lnTo>
                    <a:pt x="1914085" y="131508"/>
                  </a:lnTo>
                  <a:lnTo>
                    <a:pt x="1940178" y="133301"/>
                  </a:lnTo>
                  <a:lnTo>
                    <a:pt x="1965658" y="135051"/>
                  </a:lnTo>
                  <a:lnTo>
                    <a:pt x="1990552" y="136762"/>
                  </a:lnTo>
                  <a:lnTo>
                    <a:pt x="2014886" y="138434"/>
                  </a:lnTo>
                  <a:lnTo>
                    <a:pt x="2038686" y="140069"/>
                  </a:lnTo>
                  <a:lnTo>
                    <a:pt x="2061973" y="141669"/>
                  </a:lnTo>
                  <a:lnTo>
                    <a:pt x="2084771" y="143235"/>
                  </a:lnTo>
                  <a:lnTo>
                    <a:pt x="2107098" y="144769"/>
                  </a:lnTo>
                  <a:lnTo>
                    <a:pt x="2128974" y="146272"/>
                  </a:lnTo>
                  <a:lnTo>
                    <a:pt x="2150417" y="147745"/>
                  </a:lnTo>
                  <a:lnTo>
                    <a:pt x="2171444" y="149190"/>
                  </a:lnTo>
                  <a:lnTo>
                    <a:pt x="2192070" y="150607"/>
                  </a:lnTo>
                  <a:lnTo>
                    <a:pt x="2212310" y="151998"/>
                  </a:lnTo>
                  <a:lnTo>
                    <a:pt x="2232179" y="153363"/>
                  </a:lnTo>
                  <a:lnTo>
                    <a:pt x="2251690" y="154703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6" name="pl485"/>
            <p:cNvSpPr/>
            <p:nvPr/>
          </p:nvSpPr>
          <p:spPr>
            <a:xfrm>
              <a:off x="1558454" y="5284672"/>
              <a:ext cx="2251690" cy="86182"/>
            </a:xfrm>
            <a:custGeom>
              <a:avLst/>
              <a:pathLst>
                <a:path w="2251690" h="86182">
                  <a:moveTo>
                    <a:pt x="0" y="0"/>
                  </a:moveTo>
                  <a:lnTo>
                    <a:pt x="144592" y="5534"/>
                  </a:lnTo>
                  <a:lnTo>
                    <a:pt x="272131" y="10415"/>
                  </a:lnTo>
                  <a:lnTo>
                    <a:pt x="386219" y="14782"/>
                  </a:lnTo>
                  <a:lnTo>
                    <a:pt x="489425" y="18732"/>
                  </a:lnTo>
                  <a:lnTo>
                    <a:pt x="583643" y="22338"/>
                  </a:lnTo>
                  <a:lnTo>
                    <a:pt x="670316" y="25656"/>
                  </a:lnTo>
                  <a:lnTo>
                    <a:pt x="750563" y="28727"/>
                  </a:lnTo>
                  <a:lnTo>
                    <a:pt x="825271" y="31587"/>
                  </a:lnTo>
                  <a:lnTo>
                    <a:pt x="895156" y="34261"/>
                  </a:lnTo>
                  <a:lnTo>
                    <a:pt x="960802" y="36774"/>
                  </a:lnTo>
                  <a:lnTo>
                    <a:pt x="1022695" y="39143"/>
                  </a:lnTo>
                  <a:lnTo>
                    <a:pt x="1081241" y="41384"/>
                  </a:lnTo>
                  <a:lnTo>
                    <a:pt x="1136783" y="43510"/>
                  </a:lnTo>
                  <a:lnTo>
                    <a:pt x="1189615" y="45532"/>
                  </a:lnTo>
                  <a:lnTo>
                    <a:pt x="1239988" y="47460"/>
                  </a:lnTo>
                  <a:lnTo>
                    <a:pt x="1288122" y="49302"/>
                  </a:lnTo>
                  <a:lnTo>
                    <a:pt x="1334207" y="51066"/>
                  </a:lnTo>
                  <a:lnTo>
                    <a:pt x="1378411" y="52758"/>
                  </a:lnTo>
                  <a:lnTo>
                    <a:pt x="1420880" y="54383"/>
                  </a:lnTo>
                  <a:lnTo>
                    <a:pt x="1461747" y="55947"/>
                  </a:lnTo>
                  <a:lnTo>
                    <a:pt x="1501127" y="57455"/>
                  </a:lnTo>
                  <a:lnTo>
                    <a:pt x="1539125" y="58909"/>
                  </a:lnTo>
                  <a:lnTo>
                    <a:pt x="1575835" y="60314"/>
                  </a:lnTo>
                  <a:lnTo>
                    <a:pt x="1611341" y="61673"/>
                  </a:lnTo>
                  <a:lnTo>
                    <a:pt x="1645719" y="62989"/>
                  </a:lnTo>
                  <a:lnTo>
                    <a:pt x="1679040" y="64264"/>
                  </a:lnTo>
                  <a:lnTo>
                    <a:pt x="1711366" y="65502"/>
                  </a:lnTo>
                  <a:lnTo>
                    <a:pt x="1742754" y="66703"/>
                  </a:lnTo>
                  <a:lnTo>
                    <a:pt x="1773259" y="67870"/>
                  </a:lnTo>
                  <a:lnTo>
                    <a:pt x="1802927" y="69006"/>
                  </a:lnTo>
                  <a:lnTo>
                    <a:pt x="1831805" y="70111"/>
                  </a:lnTo>
                  <a:lnTo>
                    <a:pt x="1859932" y="71188"/>
                  </a:lnTo>
                  <a:lnTo>
                    <a:pt x="1887347" y="72237"/>
                  </a:lnTo>
                  <a:lnTo>
                    <a:pt x="1914085" y="73261"/>
                  </a:lnTo>
                  <a:lnTo>
                    <a:pt x="1940178" y="74259"/>
                  </a:lnTo>
                  <a:lnTo>
                    <a:pt x="1965658" y="75235"/>
                  </a:lnTo>
                  <a:lnTo>
                    <a:pt x="1990552" y="76187"/>
                  </a:lnTo>
                  <a:lnTo>
                    <a:pt x="2014886" y="77119"/>
                  </a:lnTo>
                  <a:lnTo>
                    <a:pt x="2038686" y="78030"/>
                  </a:lnTo>
                  <a:lnTo>
                    <a:pt x="2061973" y="78921"/>
                  </a:lnTo>
                  <a:lnTo>
                    <a:pt x="2084771" y="79794"/>
                  </a:lnTo>
                  <a:lnTo>
                    <a:pt x="2107098" y="80648"/>
                  </a:lnTo>
                  <a:lnTo>
                    <a:pt x="2128974" y="81485"/>
                  </a:lnTo>
                  <a:lnTo>
                    <a:pt x="2150417" y="82306"/>
                  </a:lnTo>
                  <a:lnTo>
                    <a:pt x="2171444" y="83111"/>
                  </a:lnTo>
                  <a:lnTo>
                    <a:pt x="2192070" y="83900"/>
                  </a:lnTo>
                  <a:lnTo>
                    <a:pt x="2212310" y="84675"/>
                  </a:lnTo>
                  <a:lnTo>
                    <a:pt x="2232179" y="85436"/>
                  </a:lnTo>
                  <a:lnTo>
                    <a:pt x="2251690" y="86182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7" name="rc486"/>
            <p:cNvSpPr/>
            <p:nvPr/>
          </p:nvSpPr>
          <p:spPr>
            <a:xfrm>
              <a:off x="1404926" y="4616522"/>
              <a:ext cx="2575919" cy="1206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8" name="pl487"/>
            <p:cNvSpPr/>
            <p:nvPr/>
          </p:nvSpPr>
          <p:spPr>
            <a:xfrm>
              <a:off x="1404926" y="4616522"/>
              <a:ext cx="0" cy="1206674"/>
            </a:xfrm>
            <a:custGeom>
              <a:avLst/>
              <a:pathLst>
                <a:path w="0" h="1206674">
                  <a:moveTo>
                    <a:pt x="0" y="1206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tx488"/>
            <p:cNvSpPr/>
            <p:nvPr/>
          </p:nvSpPr>
          <p:spPr>
            <a:xfrm rot="-5400000">
              <a:off x="1235360" y="570345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90" name="tx489"/>
            <p:cNvSpPr/>
            <p:nvPr/>
          </p:nvSpPr>
          <p:spPr>
            <a:xfrm rot="-5400000">
              <a:off x="1235360" y="536754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91" name="tx490"/>
            <p:cNvSpPr/>
            <p:nvPr/>
          </p:nvSpPr>
          <p:spPr>
            <a:xfrm rot="-5400000">
              <a:off x="1235360" y="503163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92" name="tx491"/>
            <p:cNvSpPr/>
            <p:nvPr/>
          </p:nvSpPr>
          <p:spPr>
            <a:xfrm rot="-5400000">
              <a:off x="1235360" y="469571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493" name="pl492"/>
            <p:cNvSpPr/>
            <p:nvPr/>
          </p:nvSpPr>
          <p:spPr>
            <a:xfrm>
              <a:off x="1376458" y="573989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376458" y="54039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376458" y="50680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376458" y="47321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1404926" y="5823197"/>
              <a:ext cx="2575919" cy="0"/>
            </a:xfrm>
            <a:custGeom>
              <a:avLst/>
              <a:pathLst>
                <a:path w="2575919" h="0">
                  <a:moveTo>
                    <a:pt x="0" y="0"/>
                  </a:moveTo>
                  <a:lnTo>
                    <a:pt x="257591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1558454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2309018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499"/>
            <p:cNvSpPr/>
            <p:nvPr/>
          </p:nvSpPr>
          <p:spPr>
            <a:xfrm>
              <a:off x="3059581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0"/>
            <p:cNvSpPr/>
            <p:nvPr/>
          </p:nvSpPr>
          <p:spPr>
            <a:xfrm>
              <a:off x="3810145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tx501"/>
            <p:cNvSpPr/>
            <p:nvPr/>
          </p:nvSpPr>
          <p:spPr>
            <a:xfrm>
              <a:off x="1530199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03" name="tx502"/>
            <p:cNvSpPr/>
            <p:nvPr/>
          </p:nvSpPr>
          <p:spPr>
            <a:xfrm>
              <a:off x="2280763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04" name="tx503"/>
            <p:cNvSpPr/>
            <p:nvPr/>
          </p:nvSpPr>
          <p:spPr>
            <a:xfrm>
              <a:off x="3031327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05" name="tx504"/>
            <p:cNvSpPr/>
            <p:nvPr/>
          </p:nvSpPr>
          <p:spPr>
            <a:xfrm>
              <a:off x="3781890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06" name="tx505"/>
            <p:cNvSpPr/>
            <p:nvPr/>
          </p:nvSpPr>
          <p:spPr>
            <a:xfrm>
              <a:off x="2431825" y="6032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07" name="tx506"/>
            <p:cNvSpPr/>
            <p:nvPr/>
          </p:nvSpPr>
          <p:spPr>
            <a:xfrm rot="-5400000">
              <a:off x="1029178" y="5174277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08" name="tx507"/>
            <p:cNvSpPr/>
            <p:nvPr/>
          </p:nvSpPr>
          <p:spPr>
            <a:xfrm>
              <a:off x="1404926" y="4439982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09" name="rc508"/>
            <p:cNvSpPr/>
            <p:nvPr/>
          </p:nvSpPr>
          <p:spPr>
            <a:xfrm>
              <a:off x="4262365" y="4616522"/>
              <a:ext cx="2575919" cy="1206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418023" y="529744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442677" y="523430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360021" y="528576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351380" y="554789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371812" y="551470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4451286" y="547674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440399" y="508297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4421829" y="531566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4446168" y="549694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4354575" y="521348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096671" y="574027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183874" y="542127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133057" y="52417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138352" y="56238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150740" y="535326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130754" y="502721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114606" y="538427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179946" y="544029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142128" y="522363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177169" y="551762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130750" y="517493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172919" y="548482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121359" y="515168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103251" y="485559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115584" y="508633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159928" y="512719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114215" y="522724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126090" y="546635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882180" y="527569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916034" y="532444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922028" y="549937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919566" y="512669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854811" y="532589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911437" y="514575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870446" y="476282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899820" y="537546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943316" y="522566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856397" y="464329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877960" y="523102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846232" y="53268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893716" y="512579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927880" y="506560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884154" y="495221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929065" y="54092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884830" y="543570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888706" y="560666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5872026" y="526821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863808" y="519901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669581" y="523947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606456" y="534658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669513" y="540889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676254" y="543984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661724" y="527456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601174" y="521929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651913" y="54075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693125" y="516284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643950" y="547137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637768" y="534110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641595" y="527814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606963" y="534995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616799" y="531504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635707" y="557157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675056" y="533244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671154" y="534840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615421" y="525076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644223" y="527368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626687" y="558457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677051" y="524482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640101" y="514880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6593945" y="517348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6690682" y="543145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6661389" y="549103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425763" y="5334349"/>
              <a:ext cx="2244568" cy="4102"/>
            </a:xfrm>
            <a:custGeom>
              <a:avLst/>
              <a:pathLst>
                <a:path w="2244568" h="4102">
                  <a:moveTo>
                    <a:pt x="0" y="0"/>
                  </a:moveTo>
                  <a:lnTo>
                    <a:pt x="144135" y="263"/>
                  </a:lnTo>
                  <a:lnTo>
                    <a:pt x="271271" y="495"/>
                  </a:lnTo>
                  <a:lnTo>
                    <a:pt x="384998" y="703"/>
                  </a:lnTo>
                  <a:lnTo>
                    <a:pt x="487877" y="891"/>
                  </a:lnTo>
                  <a:lnTo>
                    <a:pt x="581797" y="1063"/>
                  </a:lnTo>
                  <a:lnTo>
                    <a:pt x="668196" y="1221"/>
                  </a:lnTo>
                  <a:lnTo>
                    <a:pt x="748189" y="1367"/>
                  </a:lnTo>
                  <a:lnTo>
                    <a:pt x="822661" y="1503"/>
                  </a:lnTo>
                  <a:lnTo>
                    <a:pt x="892324" y="1630"/>
                  </a:lnTo>
                  <a:lnTo>
                    <a:pt x="957763" y="1750"/>
                  </a:lnTo>
                  <a:lnTo>
                    <a:pt x="1019460" y="1863"/>
                  </a:lnTo>
                  <a:lnTo>
                    <a:pt x="1077821" y="1969"/>
                  </a:lnTo>
                  <a:lnTo>
                    <a:pt x="1133187" y="2071"/>
                  </a:lnTo>
                  <a:lnTo>
                    <a:pt x="1185852" y="2167"/>
                  </a:lnTo>
                  <a:lnTo>
                    <a:pt x="1236066" y="2259"/>
                  </a:lnTo>
                  <a:lnTo>
                    <a:pt x="1284048" y="2346"/>
                  </a:lnTo>
                  <a:lnTo>
                    <a:pt x="1329987" y="2430"/>
                  </a:lnTo>
                  <a:lnTo>
                    <a:pt x="1374051" y="2511"/>
                  </a:lnTo>
                  <a:lnTo>
                    <a:pt x="1416386" y="2588"/>
                  </a:lnTo>
                  <a:lnTo>
                    <a:pt x="1457123" y="2663"/>
                  </a:lnTo>
                  <a:lnTo>
                    <a:pt x="1496379" y="2735"/>
                  </a:lnTo>
                  <a:lnTo>
                    <a:pt x="1534257" y="2804"/>
                  </a:lnTo>
                  <a:lnTo>
                    <a:pt x="1570850" y="2871"/>
                  </a:lnTo>
                  <a:lnTo>
                    <a:pt x="1606244" y="2935"/>
                  </a:lnTo>
                  <a:lnTo>
                    <a:pt x="1640514" y="2998"/>
                  </a:lnTo>
                  <a:lnTo>
                    <a:pt x="1673729" y="3059"/>
                  </a:lnTo>
                  <a:lnTo>
                    <a:pt x="1705953" y="3118"/>
                  </a:lnTo>
                  <a:lnTo>
                    <a:pt x="1737242" y="3175"/>
                  </a:lnTo>
                  <a:lnTo>
                    <a:pt x="1767650" y="3230"/>
                  </a:lnTo>
                  <a:lnTo>
                    <a:pt x="1797225" y="3284"/>
                  </a:lnTo>
                  <a:lnTo>
                    <a:pt x="1826011" y="3337"/>
                  </a:lnTo>
                  <a:lnTo>
                    <a:pt x="1854049" y="3388"/>
                  </a:lnTo>
                  <a:lnTo>
                    <a:pt x="1881377" y="3438"/>
                  </a:lnTo>
                  <a:lnTo>
                    <a:pt x="1908030" y="3487"/>
                  </a:lnTo>
                  <a:lnTo>
                    <a:pt x="1934042" y="3534"/>
                  </a:lnTo>
                  <a:lnTo>
                    <a:pt x="1959441" y="3581"/>
                  </a:lnTo>
                  <a:lnTo>
                    <a:pt x="1984256" y="3626"/>
                  </a:lnTo>
                  <a:lnTo>
                    <a:pt x="2008513" y="3671"/>
                  </a:lnTo>
                  <a:lnTo>
                    <a:pt x="2032237" y="3714"/>
                  </a:lnTo>
                  <a:lnTo>
                    <a:pt x="2055451" y="3756"/>
                  </a:lnTo>
                  <a:lnTo>
                    <a:pt x="2078177" y="3798"/>
                  </a:lnTo>
                  <a:lnTo>
                    <a:pt x="2100433" y="3839"/>
                  </a:lnTo>
                  <a:lnTo>
                    <a:pt x="2122240" y="3878"/>
                  </a:lnTo>
                  <a:lnTo>
                    <a:pt x="2143615" y="3918"/>
                  </a:lnTo>
                  <a:lnTo>
                    <a:pt x="2164575" y="3956"/>
                  </a:lnTo>
                  <a:lnTo>
                    <a:pt x="2185136" y="3993"/>
                  </a:lnTo>
                  <a:lnTo>
                    <a:pt x="2205313" y="4030"/>
                  </a:lnTo>
                  <a:lnTo>
                    <a:pt x="2225119" y="4066"/>
                  </a:lnTo>
                  <a:lnTo>
                    <a:pt x="2244568" y="4102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4425763" y="5148206"/>
              <a:ext cx="2244568" cy="86904"/>
            </a:xfrm>
            <a:custGeom>
              <a:avLst/>
              <a:pathLst>
                <a:path w="2244568" h="86904">
                  <a:moveTo>
                    <a:pt x="0" y="0"/>
                  </a:moveTo>
                  <a:lnTo>
                    <a:pt x="144135" y="5580"/>
                  </a:lnTo>
                  <a:lnTo>
                    <a:pt x="271271" y="10502"/>
                  </a:lnTo>
                  <a:lnTo>
                    <a:pt x="384998" y="14906"/>
                  </a:lnTo>
                  <a:lnTo>
                    <a:pt x="487877" y="18889"/>
                  </a:lnTo>
                  <a:lnTo>
                    <a:pt x="581797" y="22525"/>
                  </a:lnTo>
                  <a:lnTo>
                    <a:pt x="668196" y="25870"/>
                  </a:lnTo>
                  <a:lnTo>
                    <a:pt x="748189" y="28968"/>
                  </a:lnTo>
                  <a:lnTo>
                    <a:pt x="822661" y="31851"/>
                  </a:lnTo>
                  <a:lnTo>
                    <a:pt x="892324" y="34548"/>
                  </a:lnTo>
                  <a:lnTo>
                    <a:pt x="957763" y="37082"/>
                  </a:lnTo>
                  <a:lnTo>
                    <a:pt x="1019460" y="39470"/>
                  </a:lnTo>
                  <a:lnTo>
                    <a:pt x="1077821" y="41730"/>
                  </a:lnTo>
                  <a:lnTo>
                    <a:pt x="1133187" y="43874"/>
                  </a:lnTo>
                  <a:lnTo>
                    <a:pt x="1185852" y="45913"/>
                  </a:lnTo>
                  <a:lnTo>
                    <a:pt x="1236066" y="47857"/>
                  </a:lnTo>
                  <a:lnTo>
                    <a:pt x="1284048" y="49715"/>
                  </a:lnTo>
                  <a:lnTo>
                    <a:pt x="1329987" y="51493"/>
                  </a:lnTo>
                  <a:lnTo>
                    <a:pt x="1374051" y="53199"/>
                  </a:lnTo>
                  <a:lnTo>
                    <a:pt x="1416386" y="54838"/>
                  </a:lnTo>
                  <a:lnTo>
                    <a:pt x="1457123" y="56416"/>
                  </a:lnTo>
                  <a:lnTo>
                    <a:pt x="1496379" y="57936"/>
                  </a:lnTo>
                  <a:lnTo>
                    <a:pt x="1534257" y="59402"/>
                  </a:lnTo>
                  <a:lnTo>
                    <a:pt x="1570850" y="60819"/>
                  </a:lnTo>
                  <a:lnTo>
                    <a:pt x="1606244" y="62189"/>
                  </a:lnTo>
                  <a:lnTo>
                    <a:pt x="1640514" y="63516"/>
                  </a:lnTo>
                  <a:lnTo>
                    <a:pt x="1673729" y="64802"/>
                  </a:lnTo>
                  <a:lnTo>
                    <a:pt x="1705953" y="66050"/>
                  </a:lnTo>
                  <a:lnTo>
                    <a:pt x="1737242" y="67261"/>
                  </a:lnTo>
                  <a:lnTo>
                    <a:pt x="1767650" y="68438"/>
                  </a:lnTo>
                  <a:lnTo>
                    <a:pt x="1797225" y="69584"/>
                  </a:lnTo>
                  <a:lnTo>
                    <a:pt x="1826011" y="70698"/>
                  </a:lnTo>
                  <a:lnTo>
                    <a:pt x="1854049" y="71784"/>
                  </a:lnTo>
                  <a:lnTo>
                    <a:pt x="1881377" y="72842"/>
                  </a:lnTo>
                  <a:lnTo>
                    <a:pt x="1908030" y="73874"/>
                  </a:lnTo>
                  <a:lnTo>
                    <a:pt x="1934042" y="74881"/>
                  </a:lnTo>
                  <a:lnTo>
                    <a:pt x="1959441" y="75864"/>
                  </a:lnTo>
                  <a:lnTo>
                    <a:pt x="1984256" y="76825"/>
                  </a:lnTo>
                  <a:lnTo>
                    <a:pt x="2008513" y="77764"/>
                  </a:lnTo>
                  <a:lnTo>
                    <a:pt x="2032237" y="78683"/>
                  </a:lnTo>
                  <a:lnTo>
                    <a:pt x="2055451" y="79581"/>
                  </a:lnTo>
                  <a:lnTo>
                    <a:pt x="2078177" y="80461"/>
                  </a:lnTo>
                  <a:lnTo>
                    <a:pt x="2100433" y="81323"/>
                  </a:lnTo>
                  <a:lnTo>
                    <a:pt x="2122240" y="82167"/>
                  </a:lnTo>
                  <a:lnTo>
                    <a:pt x="2143615" y="82995"/>
                  </a:lnTo>
                  <a:lnTo>
                    <a:pt x="2164575" y="83806"/>
                  </a:lnTo>
                  <a:lnTo>
                    <a:pt x="2185136" y="84602"/>
                  </a:lnTo>
                  <a:lnTo>
                    <a:pt x="2205313" y="85384"/>
                  </a:lnTo>
                  <a:lnTo>
                    <a:pt x="2225119" y="86151"/>
                  </a:lnTo>
                  <a:lnTo>
                    <a:pt x="2244568" y="86904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4425763" y="5293324"/>
              <a:ext cx="2244568" cy="105024"/>
            </a:xfrm>
            <a:custGeom>
              <a:avLst/>
              <a:pathLst>
                <a:path w="2244568" h="105024">
                  <a:moveTo>
                    <a:pt x="0" y="0"/>
                  </a:moveTo>
                  <a:lnTo>
                    <a:pt x="144135" y="6744"/>
                  </a:lnTo>
                  <a:lnTo>
                    <a:pt x="271271" y="12692"/>
                  </a:lnTo>
                  <a:lnTo>
                    <a:pt x="384998" y="18014"/>
                  </a:lnTo>
                  <a:lnTo>
                    <a:pt x="487877" y="22828"/>
                  </a:lnTo>
                  <a:lnTo>
                    <a:pt x="581797" y="27222"/>
                  </a:lnTo>
                  <a:lnTo>
                    <a:pt x="668196" y="31265"/>
                  </a:lnTo>
                  <a:lnTo>
                    <a:pt x="748189" y="35008"/>
                  </a:lnTo>
                  <a:lnTo>
                    <a:pt x="822661" y="38492"/>
                  </a:lnTo>
                  <a:lnTo>
                    <a:pt x="892324" y="41752"/>
                  </a:lnTo>
                  <a:lnTo>
                    <a:pt x="957763" y="44814"/>
                  </a:lnTo>
                  <a:lnTo>
                    <a:pt x="1019460" y="47701"/>
                  </a:lnTo>
                  <a:lnTo>
                    <a:pt x="1077821" y="50431"/>
                  </a:lnTo>
                  <a:lnTo>
                    <a:pt x="1133187" y="53022"/>
                  </a:lnTo>
                  <a:lnTo>
                    <a:pt x="1185852" y="55486"/>
                  </a:lnTo>
                  <a:lnTo>
                    <a:pt x="1236066" y="57836"/>
                  </a:lnTo>
                  <a:lnTo>
                    <a:pt x="1284048" y="60081"/>
                  </a:lnTo>
                  <a:lnTo>
                    <a:pt x="1329987" y="62230"/>
                  </a:lnTo>
                  <a:lnTo>
                    <a:pt x="1374051" y="64292"/>
                  </a:lnTo>
                  <a:lnTo>
                    <a:pt x="1416386" y="66273"/>
                  </a:lnTo>
                  <a:lnTo>
                    <a:pt x="1457123" y="68179"/>
                  </a:lnTo>
                  <a:lnTo>
                    <a:pt x="1496379" y="70016"/>
                  </a:lnTo>
                  <a:lnTo>
                    <a:pt x="1534257" y="71788"/>
                  </a:lnTo>
                  <a:lnTo>
                    <a:pt x="1570850" y="73500"/>
                  </a:lnTo>
                  <a:lnTo>
                    <a:pt x="1606244" y="75156"/>
                  </a:lnTo>
                  <a:lnTo>
                    <a:pt x="1640514" y="76760"/>
                  </a:lnTo>
                  <a:lnTo>
                    <a:pt x="1673729" y="78314"/>
                  </a:lnTo>
                  <a:lnTo>
                    <a:pt x="1705953" y="79822"/>
                  </a:lnTo>
                  <a:lnTo>
                    <a:pt x="1737242" y="81286"/>
                  </a:lnTo>
                  <a:lnTo>
                    <a:pt x="1767650" y="82709"/>
                  </a:lnTo>
                  <a:lnTo>
                    <a:pt x="1797225" y="84093"/>
                  </a:lnTo>
                  <a:lnTo>
                    <a:pt x="1826011" y="85439"/>
                  </a:lnTo>
                  <a:lnTo>
                    <a:pt x="1854049" y="86751"/>
                  </a:lnTo>
                  <a:lnTo>
                    <a:pt x="1881377" y="88030"/>
                  </a:lnTo>
                  <a:lnTo>
                    <a:pt x="1908030" y="89277"/>
                  </a:lnTo>
                  <a:lnTo>
                    <a:pt x="1934042" y="90494"/>
                  </a:lnTo>
                  <a:lnTo>
                    <a:pt x="1959441" y="91683"/>
                  </a:lnTo>
                  <a:lnTo>
                    <a:pt x="1984256" y="92844"/>
                  </a:lnTo>
                  <a:lnTo>
                    <a:pt x="2008513" y="93979"/>
                  </a:lnTo>
                  <a:lnTo>
                    <a:pt x="2032237" y="95089"/>
                  </a:lnTo>
                  <a:lnTo>
                    <a:pt x="2055451" y="96175"/>
                  </a:lnTo>
                  <a:lnTo>
                    <a:pt x="2078177" y="97238"/>
                  </a:lnTo>
                  <a:lnTo>
                    <a:pt x="2100433" y="98280"/>
                  </a:lnTo>
                  <a:lnTo>
                    <a:pt x="2122240" y="99300"/>
                  </a:lnTo>
                  <a:lnTo>
                    <a:pt x="2143615" y="100300"/>
                  </a:lnTo>
                  <a:lnTo>
                    <a:pt x="2164575" y="101281"/>
                  </a:lnTo>
                  <a:lnTo>
                    <a:pt x="2185136" y="102243"/>
                  </a:lnTo>
                  <a:lnTo>
                    <a:pt x="2205313" y="103187"/>
                  </a:lnTo>
                  <a:lnTo>
                    <a:pt x="2225119" y="104114"/>
                  </a:lnTo>
                  <a:lnTo>
                    <a:pt x="2244568" y="105024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5" name="pl584"/>
            <p:cNvSpPr/>
            <p:nvPr/>
          </p:nvSpPr>
          <p:spPr>
            <a:xfrm>
              <a:off x="4425763" y="5429199"/>
              <a:ext cx="2244568" cy="95834"/>
            </a:xfrm>
            <a:custGeom>
              <a:avLst/>
              <a:pathLst>
                <a:path w="2244568" h="95834">
                  <a:moveTo>
                    <a:pt x="0" y="0"/>
                  </a:moveTo>
                  <a:lnTo>
                    <a:pt x="144135" y="6154"/>
                  </a:lnTo>
                  <a:lnTo>
                    <a:pt x="271271" y="11582"/>
                  </a:lnTo>
                  <a:lnTo>
                    <a:pt x="384998" y="16438"/>
                  </a:lnTo>
                  <a:lnTo>
                    <a:pt x="487877" y="20830"/>
                  </a:lnTo>
                  <a:lnTo>
                    <a:pt x="581797" y="24840"/>
                  </a:lnTo>
                  <a:lnTo>
                    <a:pt x="668196" y="28529"/>
                  </a:lnTo>
                  <a:lnTo>
                    <a:pt x="748189" y="31944"/>
                  </a:lnTo>
                  <a:lnTo>
                    <a:pt x="822661" y="35124"/>
                  </a:lnTo>
                  <a:lnTo>
                    <a:pt x="892324" y="38098"/>
                  </a:lnTo>
                  <a:lnTo>
                    <a:pt x="957763" y="40892"/>
                  </a:lnTo>
                  <a:lnTo>
                    <a:pt x="1019460" y="43527"/>
                  </a:lnTo>
                  <a:lnTo>
                    <a:pt x="1077821" y="46019"/>
                  </a:lnTo>
                  <a:lnTo>
                    <a:pt x="1133187" y="48382"/>
                  </a:lnTo>
                  <a:lnTo>
                    <a:pt x="1185852" y="50631"/>
                  </a:lnTo>
                  <a:lnTo>
                    <a:pt x="1236066" y="52775"/>
                  </a:lnTo>
                  <a:lnTo>
                    <a:pt x="1284048" y="54824"/>
                  </a:lnTo>
                  <a:lnTo>
                    <a:pt x="1329987" y="56785"/>
                  </a:lnTo>
                  <a:lnTo>
                    <a:pt x="1374051" y="58666"/>
                  </a:lnTo>
                  <a:lnTo>
                    <a:pt x="1416386" y="60474"/>
                  </a:lnTo>
                  <a:lnTo>
                    <a:pt x="1457123" y="62213"/>
                  </a:lnTo>
                  <a:lnTo>
                    <a:pt x="1496379" y="63889"/>
                  </a:lnTo>
                  <a:lnTo>
                    <a:pt x="1534257" y="65507"/>
                  </a:lnTo>
                  <a:lnTo>
                    <a:pt x="1570850" y="67069"/>
                  </a:lnTo>
                  <a:lnTo>
                    <a:pt x="1606244" y="68580"/>
                  </a:lnTo>
                  <a:lnTo>
                    <a:pt x="1640514" y="70043"/>
                  </a:lnTo>
                  <a:lnTo>
                    <a:pt x="1673729" y="71462"/>
                  </a:lnTo>
                  <a:lnTo>
                    <a:pt x="1705953" y="72837"/>
                  </a:lnTo>
                  <a:lnTo>
                    <a:pt x="1737242" y="74173"/>
                  </a:lnTo>
                  <a:lnTo>
                    <a:pt x="1767650" y="75472"/>
                  </a:lnTo>
                  <a:lnTo>
                    <a:pt x="1797225" y="76734"/>
                  </a:lnTo>
                  <a:lnTo>
                    <a:pt x="1826011" y="77963"/>
                  </a:lnTo>
                  <a:lnTo>
                    <a:pt x="1854049" y="79161"/>
                  </a:lnTo>
                  <a:lnTo>
                    <a:pt x="1881377" y="80327"/>
                  </a:lnTo>
                  <a:lnTo>
                    <a:pt x="1908030" y="81465"/>
                  </a:lnTo>
                  <a:lnTo>
                    <a:pt x="1934042" y="82576"/>
                  </a:lnTo>
                  <a:lnTo>
                    <a:pt x="1959441" y="83660"/>
                  </a:lnTo>
                  <a:lnTo>
                    <a:pt x="1984256" y="84720"/>
                  </a:lnTo>
                  <a:lnTo>
                    <a:pt x="2008513" y="85756"/>
                  </a:lnTo>
                  <a:lnTo>
                    <a:pt x="2032237" y="86769"/>
                  </a:lnTo>
                  <a:lnTo>
                    <a:pt x="2055451" y="87760"/>
                  </a:lnTo>
                  <a:lnTo>
                    <a:pt x="2078177" y="88730"/>
                  </a:lnTo>
                  <a:lnTo>
                    <a:pt x="2100433" y="89680"/>
                  </a:lnTo>
                  <a:lnTo>
                    <a:pt x="2122240" y="90611"/>
                  </a:lnTo>
                  <a:lnTo>
                    <a:pt x="2143615" y="91524"/>
                  </a:lnTo>
                  <a:lnTo>
                    <a:pt x="2164575" y="92419"/>
                  </a:lnTo>
                  <a:lnTo>
                    <a:pt x="2185136" y="93297"/>
                  </a:lnTo>
                  <a:lnTo>
                    <a:pt x="2205313" y="94158"/>
                  </a:lnTo>
                  <a:lnTo>
                    <a:pt x="2225119" y="95004"/>
                  </a:lnTo>
                  <a:lnTo>
                    <a:pt x="2244568" y="95834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4425763" y="5300040"/>
              <a:ext cx="2244568" cy="32972"/>
            </a:xfrm>
            <a:custGeom>
              <a:avLst/>
              <a:pathLst>
                <a:path w="2244568" h="32972">
                  <a:moveTo>
                    <a:pt x="0" y="0"/>
                  </a:moveTo>
                  <a:lnTo>
                    <a:pt x="144135" y="2117"/>
                  </a:lnTo>
                  <a:lnTo>
                    <a:pt x="271271" y="3984"/>
                  </a:lnTo>
                  <a:lnTo>
                    <a:pt x="384998" y="5655"/>
                  </a:lnTo>
                  <a:lnTo>
                    <a:pt x="487877" y="7166"/>
                  </a:lnTo>
                  <a:lnTo>
                    <a:pt x="581797" y="8546"/>
                  </a:lnTo>
                  <a:lnTo>
                    <a:pt x="668196" y="9815"/>
                  </a:lnTo>
                  <a:lnTo>
                    <a:pt x="748189" y="10990"/>
                  </a:lnTo>
                  <a:lnTo>
                    <a:pt x="822661" y="12084"/>
                  </a:lnTo>
                  <a:lnTo>
                    <a:pt x="892324" y="13108"/>
                  </a:lnTo>
                  <a:lnTo>
                    <a:pt x="957763" y="14069"/>
                  </a:lnTo>
                  <a:lnTo>
                    <a:pt x="1019460" y="14975"/>
                  </a:lnTo>
                  <a:lnTo>
                    <a:pt x="1077821" y="15833"/>
                  </a:lnTo>
                  <a:lnTo>
                    <a:pt x="1133187" y="16646"/>
                  </a:lnTo>
                  <a:lnTo>
                    <a:pt x="1185852" y="17420"/>
                  </a:lnTo>
                  <a:lnTo>
                    <a:pt x="1236066" y="18157"/>
                  </a:lnTo>
                  <a:lnTo>
                    <a:pt x="1284048" y="18862"/>
                  </a:lnTo>
                  <a:lnTo>
                    <a:pt x="1329987" y="19537"/>
                  </a:lnTo>
                  <a:lnTo>
                    <a:pt x="1374051" y="20184"/>
                  </a:lnTo>
                  <a:lnTo>
                    <a:pt x="1416386" y="20806"/>
                  </a:lnTo>
                  <a:lnTo>
                    <a:pt x="1457123" y="21405"/>
                  </a:lnTo>
                  <a:lnTo>
                    <a:pt x="1496379" y="21981"/>
                  </a:lnTo>
                  <a:lnTo>
                    <a:pt x="1534257" y="22538"/>
                  </a:lnTo>
                  <a:lnTo>
                    <a:pt x="1570850" y="23075"/>
                  </a:lnTo>
                  <a:lnTo>
                    <a:pt x="1606244" y="23595"/>
                  </a:lnTo>
                  <a:lnTo>
                    <a:pt x="1640514" y="24099"/>
                  </a:lnTo>
                  <a:lnTo>
                    <a:pt x="1673729" y="24587"/>
                  </a:lnTo>
                  <a:lnTo>
                    <a:pt x="1705953" y="25060"/>
                  </a:lnTo>
                  <a:lnTo>
                    <a:pt x="1737242" y="25520"/>
                  </a:lnTo>
                  <a:lnTo>
                    <a:pt x="1767650" y="25966"/>
                  </a:lnTo>
                  <a:lnTo>
                    <a:pt x="1797225" y="26401"/>
                  </a:lnTo>
                  <a:lnTo>
                    <a:pt x="1826011" y="26824"/>
                  </a:lnTo>
                  <a:lnTo>
                    <a:pt x="1854049" y="27236"/>
                  </a:lnTo>
                  <a:lnTo>
                    <a:pt x="1881377" y="27637"/>
                  </a:lnTo>
                  <a:lnTo>
                    <a:pt x="1908030" y="28029"/>
                  </a:lnTo>
                  <a:lnTo>
                    <a:pt x="1934042" y="28411"/>
                  </a:lnTo>
                  <a:lnTo>
                    <a:pt x="1959441" y="28784"/>
                  </a:lnTo>
                  <a:lnTo>
                    <a:pt x="1984256" y="29148"/>
                  </a:lnTo>
                  <a:lnTo>
                    <a:pt x="2008513" y="29505"/>
                  </a:lnTo>
                  <a:lnTo>
                    <a:pt x="2032237" y="29853"/>
                  </a:lnTo>
                  <a:lnTo>
                    <a:pt x="2055451" y="30194"/>
                  </a:lnTo>
                  <a:lnTo>
                    <a:pt x="2078177" y="30528"/>
                  </a:lnTo>
                  <a:lnTo>
                    <a:pt x="2100433" y="30855"/>
                  </a:lnTo>
                  <a:lnTo>
                    <a:pt x="2122240" y="31175"/>
                  </a:lnTo>
                  <a:lnTo>
                    <a:pt x="2143615" y="31489"/>
                  </a:lnTo>
                  <a:lnTo>
                    <a:pt x="2164575" y="31797"/>
                  </a:lnTo>
                  <a:lnTo>
                    <a:pt x="2185136" y="32099"/>
                  </a:lnTo>
                  <a:lnTo>
                    <a:pt x="2205313" y="32396"/>
                  </a:lnTo>
                  <a:lnTo>
                    <a:pt x="2225119" y="32687"/>
                  </a:lnTo>
                  <a:lnTo>
                    <a:pt x="2244568" y="32972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4425763" y="5232333"/>
              <a:ext cx="2244568" cy="151793"/>
            </a:xfrm>
            <a:custGeom>
              <a:avLst/>
              <a:pathLst>
                <a:path w="2244568" h="151793">
                  <a:moveTo>
                    <a:pt x="0" y="151793"/>
                  </a:moveTo>
                  <a:lnTo>
                    <a:pt x="144135" y="142045"/>
                  </a:lnTo>
                  <a:lnTo>
                    <a:pt x="271271" y="133447"/>
                  </a:lnTo>
                  <a:lnTo>
                    <a:pt x="384998" y="125756"/>
                  </a:lnTo>
                  <a:lnTo>
                    <a:pt x="487877" y="118799"/>
                  </a:lnTo>
                  <a:lnTo>
                    <a:pt x="581797" y="112447"/>
                  </a:lnTo>
                  <a:lnTo>
                    <a:pt x="668196" y="106605"/>
                  </a:lnTo>
                  <a:lnTo>
                    <a:pt x="748189" y="101195"/>
                  </a:lnTo>
                  <a:lnTo>
                    <a:pt x="822661" y="96159"/>
                  </a:lnTo>
                  <a:lnTo>
                    <a:pt x="892324" y="91448"/>
                  </a:lnTo>
                  <a:lnTo>
                    <a:pt x="957763" y="87022"/>
                  </a:lnTo>
                  <a:lnTo>
                    <a:pt x="1019460" y="82850"/>
                  </a:lnTo>
                  <a:lnTo>
                    <a:pt x="1077821" y="78903"/>
                  </a:lnTo>
                  <a:lnTo>
                    <a:pt x="1133187" y="75159"/>
                  </a:lnTo>
                  <a:lnTo>
                    <a:pt x="1185852" y="71597"/>
                  </a:lnTo>
                  <a:lnTo>
                    <a:pt x="1236066" y="68201"/>
                  </a:lnTo>
                  <a:lnTo>
                    <a:pt x="1284048" y="64957"/>
                  </a:lnTo>
                  <a:lnTo>
                    <a:pt x="1329987" y="61850"/>
                  </a:lnTo>
                  <a:lnTo>
                    <a:pt x="1374051" y="58870"/>
                  </a:lnTo>
                  <a:lnTo>
                    <a:pt x="1416386" y="56007"/>
                  </a:lnTo>
                  <a:lnTo>
                    <a:pt x="1457123" y="53252"/>
                  </a:lnTo>
                  <a:lnTo>
                    <a:pt x="1496379" y="50597"/>
                  </a:lnTo>
                  <a:lnTo>
                    <a:pt x="1534257" y="48036"/>
                  </a:lnTo>
                  <a:lnTo>
                    <a:pt x="1570850" y="45561"/>
                  </a:lnTo>
                  <a:lnTo>
                    <a:pt x="1606244" y="43167"/>
                  </a:lnTo>
                  <a:lnTo>
                    <a:pt x="1640514" y="40850"/>
                  </a:lnTo>
                  <a:lnTo>
                    <a:pt x="1673729" y="38604"/>
                  </a:lnTo>
                  <a:lnTo>
                    <a:pt x="1705953" y="36424"/>
                  </a:lnTo>
                  <a:lnTo>
                    <a:pt x="1737242" y="34308"/>
                  </a:lnTo>
                  <a:lnTo>
                    <a:pt x="1767650" y="32252"/>
                  </a:lnTo>
                  <a:lnTo>
                    <a:pt x="1797225" y="30252"/>
                  </a:lnTo>
                  <a:lnTo>
                    <a:pt x="1826011" y="28305"/>
                  </a:lnTo>
                  <a:lnTo>
                    <a:pt x="1854049" y="26409"/>
                  </a:lnTo>
                  <a:lnTo>
                    <a:pt x="1881377" y="24561"/>
                  </a:lnTo>
                  <a:lnTo>
                    <a:pt x="1908030" y="22759"/>
                  </a:lnTo>
                  <a:lnTo>
                    <a:pt x="1934042" y="20999"/>
                  </a:lnTo>
                  <a:lnTo>
                    <a:pt x="1959441" y="19282"/>
                  </a:lnTo>
                  <a:lnTo>
                    <a:pt x="1984256" y="17604"/>
                  </a:lnTo>
                  <a:lnTo>
                    <a:pt x="2008513" y="15963"/>
                  </a:lnTo>
                  <a:lnTo>
                    <a:pt x="2032237" y="14359"/>
                  </a:lnTo>
                  <a:lnTo>
                    <a:pt x="2055451" y="12789"/>
                  </a:lnTo>
                  <a:lnTo>
                    <a:pt x="2078177" y="11252"/>
                  </a:lnTo>
                  <a:lnTo>
                    <a:pt x="2100433" y="9747"/>
                  </a:lnTo>
                  <a:lnTo>
                    <a:pt x="2122240" y="8272"/>
                  </a:lnTo>
                  <a:lnTo>
                    <a:pt x="2143615" y="6827"/>
                  </a:lnTo>
                  <a:lnTo>
                    <a:pt x="2164575" y="5409"/>
                  </a:lnTo>
                  <a:lnTo>
                    <a:pt x="2185136" y="4019"/>
                  </a:lnTo>
                  <a:lnTo>
                    <a:pt x="2205313" y="2654"/>
                  </a:lnTo>
                  <a:lnTo>
                    <a:pt x="2225119" y="1315"/>
                  </a:lnTo>
                  <a:lnTo>
                    <a:pt x="2244568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425763" y="5014981"/>
              <a:ext cx="2244568" cy="184531"/>
            </a:xfrm>
            <a:custGeom>
              <a:avLst/>
              <a:pathLst>
                <a:path w="2244568" h="184531">
                  <a:moveTo>
                    <a:pt x="0" y="0"/>
                  </a:moveTo>
                  <a:lnTo>
                    <a:pt x="144135" y="11849"/>
                  </a:lnTo>
                  <a:lnTo>
                    <a:pt x="271271" y="22301"/>
                  </a:lnTo>
                  <a:lnTo>
                    <a:pt x="384998" y="31651"/>
                  </a:lnTo>
                  <a:lnTo>
                    <a:pt x="487877" y="40109"/>
                  </a:lnTo>
                  <a:lnTo>
                    <a:pt x="581797" y="47830"/>
                  </a:lnTo>
                  <a:lnTo>
                    <a:pt x="668196" y="54934"/>
                  </a:lnTo>
                  <a:lnTo>
                    <a:pt x="748189" y="61510"/>
                  </a:lnTo>
                  <a:lnTo>
                    <a:pt x="822661" y="67632"/>
                  </a:lnTo>
                  <a:lnTo>
                    <a:pt x="892324" y="73360"/>
                  </a:lnTo>
                  <a:lnTo>
                    <a:pt x="957763" y="78739"/>
                  </a:lnTo>
                  <a:lnTo>
                    <a:pt x="1019460" y="83812"/>
                  </a:lnTo>
                  <a:lnTo>
                    <a:pt x="1077821" y="88610"/>
                  </a:lnTo>
                  <a:lnTo>
                    <a:pt x="1133187" y="93162"/>
                  </a:lnTo>
                  <a:lnTo>
                    <a:pt x="1185852" y="97491"/>
                  </a:lnTo>
                  <a:lnTo>
                    <a:pt x="1236066" y="101619"/>
                  </a:lnTo>
                  <a:lnTo>
                    <a:pt x="1284048" y="105564"/>
                  </a:lnTo>
                  <a:lnTo>
                    <a:pt x="1329987" y="109341"/>
                  </a:lnTo>
                  <a:lnTo>
                    <a:pt x="1374051" y="112963"/>
                  </a:lnTo>
                  <a:lnTo>
                    <a:pt x="1416386" y="116444"/>
                  </a:lnTo>
                  <a:lnTo>
                    <a:pt x="1457123" y="119793"/>
                  </a:lnTo>
                  <a:lnTo>
                    <a:pt x="1496379" y="123020"/>
                  </a:lnTo>
                  <a:lnTo>
                    <a:pt x="1534257" y="126134"/>
                  </a:lnTo>
                  <a:lnTo>
                    <a:pt x="1570850" y="129143"/>
                  </a:lnTo>
                  <a:lnTo>
                    <a:pt x="1606244" y="132053"/>
                  </a:lnTo>
                  <a:lnTo>
                    <a:pt x="1640514" y="134870"/>
                  </a:lnTo>
                  <a:lnTo>
                    <a:pt x="1673729" y="137601"/>
                  </a:lnTo>
                  <a:lnTo>
                    <a:pt x="1705953" y="140250"/>
                  </a:lnTo>
                  <a:lnTo>
                    <a:pt x="1737242" y="142822"/>
                  </a:lnTo>
                  <a:lnTo>
                    <a:pt x="1767650" y="145322"/>
                  </a:lnTo>
                  <a:lnTo>
                    <a:pt x="1797225" y="147754"/>
                  </a:lnTo>
                  <a:lnTo>
                    <a:pt x="1826011" y="150120"/>
                  </a:lnTo>
                  <a:lnTo>
                    <a:pt x="1854049" y="152425"/>
                  </a:lnTo>
                  <a:lnTo>
                    <a:pt x="1881377" y="154672"/>
                  </a:lnTo>
                  <a:lnTo>
                    <a:pt x="1908030" y="156863"/>
                  </a:lnTo>
                  <a:lnTo>
                    <a:pt x="1934042" y="159002"/>
                  </a:lnTo>
                  <a:lnTo>
                    <a:pt x="1959441" y="161090"/>
                  </a:lnTo>
                  <a:lnTo>
                    <a:pt x="1984256" y="163130"/>
                  </a:lnTo>
                  <a:lnTo>
                    <a:pt x="2008513" y="165124"/>
                  </a:lnTo>
                  <a:lnTo>
                    <a:pt x="2032237" y="167075"/>
                  </a:lnTo>
                  <a:lnTo>
                    <a:pt x="2055451" y="168983"/>
                  </a:lnTo>
                  <a:lnTo>
                    <a:pt x="2078177" y="170851"/>
                  </a:lnTo>
                  <a:lnTo>
                    <a:pt x="2100433" y="172681"/>
                  </a:lnTo>
                  <a:lnTo>
                    <a:pt x="2122240" y="174474"/>
                  </a:lnTo>
                  <a:lnTo>
                    <a:pt x="2143615" y="176231"/>
                  </a:lnTo>
                  <a:lnTo>
                    <a:pt x="2164575" y="177954"/>
                  </a:lnTo>
                  <a:lnTo>
                    <a:pt x="2185136" y="179645"/>
                  </a:lnTo>
                  <a:lnTo>
                    <a:pt x="2205313" y="181303"/>
                  </a:lnTo>
                  <a:lnTo>
                    <a:pt x="2225119" y="182932"/>
                  </a:lnTo>
                  <a:lnTo>
                    <a:pt x="2244568" y="184531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425763" y="5483977"/>
              <a:ext cx="2244568" cy="37930"/>
            </a:xfrm>
            <a:custGeom>
              <a:avLst/>
              <a:pathLst>
                <a:path w="2244568" h="37930">
                  <a:moveTo>
                    <a:pt x="0" y="37930"/>
                  </a:moveTo>
                  <a:lnTo>
                    <a:pt x="144135" y="35494"/>
                  </a:lnTo>
                  <a:lnTo>
                    <a:pt x="271271" y="33346"/>
                  </a:lnTo>
                  <a:lnTo>
                    <a:pt x="384998" y="31424"/>
                  </a:lnTo>
                  <a:lnTo>
                    <a:pt x="487877" y="29686"/>
                  </a:lnTo>
                  <a:lnTo>
                    <a:pt x="581797" y="28098"/>
                  </a:lnTo>
                  <a:lnTo>
                    <a:pt x="668196" y="26638"/>
                  </a:lnTo>
                  <a:lnTo>
                    <a:pt x="748189" y="25287"/>
                  </a:lnTo>
                  <a:lnTo>
                    <a:pt x="822661" y="24028"/>
                  </a:lnTo>
                  <a:lnTo>
                    <a:pt x="892324" y="22851"/>
                  </a:lnTo>
                  <a:lnTo>
                    <a:pt x="957763" y="21745"/>
                  </a:lnTo>
                  <a:lnTo>
                    <a:pt x="1019460" y="20702"/>
                  </a:lnTo>
                  <a:lnTo>
                    <a:pt x="1077821" y="19716"/>
                  </a:lnTo>
                  <a:lnTo>
                    <a:pt x="1133187" y="18781"/>
                  </a:lnTo>
                  <a:lnTo>
                    <a:pt x="1185852" y="17891"/>
                  </a:lnTo>
                  <a:lnTo>
                    <a:pt x="1236066" y="17042"/>
                  </a:lnTo>
                  <a:lnTo>
                    <a:pt x="1284048" y="16231"/>
                  </a:lnTo>
                  <a:lnTo>
                    <a:pt x="1329987" y="15455"/>
                  </a:lnTo>
                  <a:lnTo>
                    <a:pt x="1374051" y="14710"/>
                  </a:lnTo>
                  <a:lnTo>
                    <a:pt x="1416386" y="13995"/>
                  </a:lnTo>
                  <a:lnTo>
                    <a:pt x="1457123" y="13306"/>
                  </a:lnTo>
                  <a:lnTo>
                    <a:pt x="1496379" y="12643"/>
                  </a:lnTo>
                  <a:lnTo>
                    <a:pt x="1534257" y="12003"/>
                  </a:lnTo>
                  <a:lnTo>
                    <a:pt x="1570850" y="11385"/>
                  </a:lnTo>
                  <a:lnTo>
                    <a:pt x="1606244" y="10786"/>
                  </a:lnTo>
                  <a:lnTo>
                    <a:pt x="1640514" y="10207"/>
                  </a:lnTo>
                  <a:lnTo>
                    <a:pt x="1673729" y="9646"/>
                  </a:lnTo>
                  <a:lnTo>
                    <a:pt x="1705953" y="9102"/>
                  </a:lnTo>
                  <a:lnTo>
                    <a:pt x="1737242" y="8573"/>
                  </a:lnTo>
                  <a:lnTo>
                    <a:pt x="1767650" y="8059"/>
                  </a:lnTo>
                  <a:lnTo>
                    <a:pt x="1797225" y="7559"/>
                  </a:lnTo>
                  <a:lnTo>
                    <a:pt x="1826011" y="7073"/>
                  </a:lnTo>
                  <a:lnTo>
                    <a:pt x="1854049" y="6599"/>
                  </a:lnTo>
                  <a:lnTo>
                    <a:pt x="1881377" y="6137"/>
                  </a:lnTo>
                  <a:lnTo>
                    <a:pt x="1908030" y="5687"/>
                  </a:lnTo>
                  <a:lnTo>
                    <a:pt x="1934042" y="5247"/>
                  </a:lnTo>
                  <a:lnTo>
                    <a:pt x="1959441" y="4818"/>
                  </a:lnTo>
                  <a:lnTo>
                    <a:pt x="1984256" y="4398"/>
                  </a:lnTo>
                  <a:lnTo>
                    <a:pt x="2008513" y="3989"/>
                  </a:lnTo>
                  <a:lnTo>
                    <a:pt x="2032237" y="3588"/>
                  </a:lnTo>
                  <a:lnTo>
                    <a:pt x="2055451" y="3195"/>
                  </a:lnTo>
                  <a:lnTo>
                    <a:pt x="2078177" y="2811"/>
                  </a:lnTo>
                  <a:lnTo>
                    <a:pt x="2100433" y="2435"/>
                  </a:lnTo>
                  <a:lnTo>
                    <a:pt x="2122240" y="2067"/>
                  </a:lnTo>
                  <a:lnTo>
                    <a:pt x="2143615" y="1705"/>
                  </a:lnTo>
                  <a:lnTo>
                    <a:pt x="2164575" y="1351"/>
                  </a:lnTo>
                  <a:lnTo>
                    <a:pt x="2185136" y="1004"/>
                  </a:lnTo>
                  <a:lnTo>
                    <a:pt x="2205313" y="663"/>
                  </a:lnTo>
                  <a:lnTo>
                    <a:pt x="2225119" y="328"/>
                  </a:lnTo>
                  <a:lnTo>
                    <a:pt x="2244568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4425763" y="5228327"/>
              <a:ext cx="2244568" cy="269704"/>
            </a:xfrm>
            <a:custGeom>
              <a:avLst/>
              <a:pathLst>
                <a:path w="2244568" h="269704">
                  <a:moveTo>
                    <a:pt x="0" y="269704"/>
                  </a:moveTo>
                  <a:lnTo>
                    <a:pt x="144135" y="252385"/>
                  </a:lnTo>
                  <a:lnTo>
                    <a:pt x="271271" y="237108"/>
                  </a:lnTo>
                  <a:lnTo>
                    <a:pt x="384998" y="223443"/>
                  </a:lnTo>
                  <a:lnTo>
                    <a:pt x="487877" y="211081"/>
                  </a:lnTo>
                  <a:lnTo>
                    <a:pt x="581797" y="199796"/>
                  </a:lnTo>
                  <a:lnTo>
                    <a:pt x="668196" y="189414"/>
                  </a:lnTo>
                  <a:lnTo>
                    <a:pt x="748189" y="179802"/>
                  </a:lnTo>
                  <a:lnTo>
                    <a:pt x="822661" y="170854"/>
                  </a:lnTo>
                  <a:lnTo>
                    <a:pt x="892324" y="162483"/>
                  </a:lnTo>
                  <a:lnTo>
                    <a:pt x="957763" y="154620"/>
                  </a:lnTo>
                  <a:lnTo>
                    <a:pt x="1019460" y="147207"/>
                  </a:lnTo>
                  <a:lnTo>
                    <a:pt x="1077821" y="140194"/>
                  </a:lnTo>
                  <a:lnTo>
                    <a:pt x="1133187" y="133542"/>
                  </a:lnTo>
                  <a:lnTo>
                    <a:pt x="1185852" y="127213"/>
                  </a:lnTo>
                  <a:lnTo>
                    <a:pt x="1236066" y="121180"/>
                  </a:lnTo>
                  <a:lnTo>
                    <a:pt x="1284048" y="115414"/>
                  </a:lnTo>
                  <a:lnTo>
                    <a:pt x="1329987" y="109894"/>
                  </a:lnTo>
                  <a:lnTo>
                    <a:pt x="1374051" y="104600"/>
                  </a:lnTo>
                  <a:lnTo>
                    <a:pt x="1416386" y="99513"/>
                  </a:lnTo>
                  <a:lnTo>
                    <a:pt x="1457123" y="94618"/>
                  </a:lnTo>
                  <a:lnTo>
                    <a:pt x="1496379" y="89901"/>
                  </a:lnTo>
                  <a:lnTo>
                    <a:pt x="1534257" y="85350"/>
                  </a:lnTo>
                  <a:lnTo>
                    <a:pt x="1570850" y="80953"/>
                  </a:lnTo>
                  <a:lnTo>
                    <a:pt x="1606244" y="76700"/>
                  </a:lnTo>
                  <a:lnTo>
                    <a:pt x="1640514" y="72582"/>
                  </a:lnTo>
                  <a:lnTo>
                    <a:pt x="1673729" y="68591"/>
                  </a:lnTo>
                  <a:lnTo>
                    <a:pt x="1705953" y="64719"/>
                  </a:lnTo>
                  <a:lnTo>
                    <a:pt x="1737242" y="60959"/>
                  </a:lnTo>
                  <a:lnTo>
                    <a:pt x="1767650" y="57305"/>
                  </a:lnTo>
                  <a:lnTo>
                    <a:pt x="1797225" y="53752"/>
                  </a:lnTo>
                  <a:lnTo>
                    <a:pt x="1826011" y="50293"/>
                  </a:lnTo>
                  <a:lnTo>
                    <a:pt x="1854049" y="46924"/>
                  </a:lnTo>
                  <a:lnTo>
                    <a:pt x="1881377" y="43640"/>
                  </a:lnTo>
                  <a:lnTo>
                    <a:pt x="1908030" y="40437"/>
                  </a:lnTo>
                  <a:lnTo>
                    <a:pt x="1934042" y="37312"/>
                  </a:lnTo>
                  <a:lnTo>
                    <a:pt x="1959441" y="34260"/>
                  </a:lnTo>
                  <a:lnTo>
                    <a:pt x="1984256" y="31278"/>
                  </a:lnTo>
                  <a:lnTo>
                    <a:pt x="2008513" y="28364"/>
                  </a:lnTo>
                  <a:lnTo>
                    <a:pt x="2032237" y="25513"/>
                  </a:lnTo>
                  <a:lnTo>
                    <a:pt x="2055451" y="22724"/>
                  </a:lnTo>
                  <a:lnTo>
                    <a:pt x="2078177" y="19993"/>
                  </a:lnTo>
                  <a:lnTo>
                    <a:pt x="2100433" y="17319"/>
                  </a:lnTo>
                  <a:lnTo>
                    <a:pt x="2122240" y="14698"/>
                  </a:lnTo>
                  <a:lnTo>
                    <a:pt x="2143615" y="12130"/>
                  </a:lnTo>
                  <a:lnTo>
                    <a:pt x="2164575" y="9611"/>
                  </a:lnTo>
                  <a:lnTo>
                    <a:pt x="2185136" y="7141"/>
                  </a:lnTo>
                  <a:lnTo>
                    <a:pt x="2205313" y="4716"/>
                  </a:lnTo>
                  <a:lnTo>
                    <a:pt x="2225119" y="2337"/>
                  </a:lnTo>
                  <a:lnTo>
                    <a:pt x="2244568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4425763" y="5236833"/>
              <a:ext cx="2244568" cy="177825"/>
            </a:xfrm>
            <a:custGeom>
              <a:avLst/>
              <a:pathLst>
                <a:path w="2244568" h="177825">
                  <a:moveTo>
                    <a:pt x="0" y="0"/>
                  </a:moveTo>
                  <a:lnTo>
                    <a:pt x="144135" y="11419"/>
                  </a:lnTo>
                  <a:lnTo>
                    <a:pt x="271271" y="21491"/>
                  </a:lnTo>
                  <a:lnTo>
                    <a:pt x="384998" y="30501"/>
                  </a:lnTo>
                  <a:lnTo>
                    <a:pt x="487877" y="38651"/>
                  </a:lnTo>
                  <a:lnTo>
                    <a:pt x="581797" y="46092"/>
                  </a:lnTo>
                  <a:lnTo>
                    <a:pt x="668196" y="52937"/>
                  </a:lnTo>
                  <a:lnTo>
                    <a:pt x="748189" y="59275"/>
                  </a:lnTo>
                  <a:lnTo>
                    <a:pt x="822661" y="65175"/>
                  </a:lnTo>
                  <a:lnTo>
                    <a:pt x="892324" y="70694"/>
                  </a:lnTo>
                  <a:lnTo>
                    <a:pt x="957763" y="75878"/>
                  </a:lnTo>
                  <a:lnTo>
                    <a:pt x="1019460" y="80766"/>
                  </a:lnTo>
                  <a:lnTo>
                    <a:pt x="1077821" y="85390"/>
                  </a:lnTo>
                  <a:lnTo>
                    <a:pt x="1133187" y="89776"/>
                  </a:lnTo>
                  <a:lnTo>
                    <a:pt x="1185852" y="93948"/>
                  </a:lnTo>
                  <a:lnTo>
                    <a:pt x="1236066" y="97927"/>
                  </a:lnTo>
                  <a:lnTo>
                    <a:pt x="1284048" y="101728"/>
                  </a:lnTo>
                  <a:lnTo>
                    <a:pt x="1329987" y="105367"/>
                  </a:lnTo>
                  <a:lnTo>
                    <a:pt x="1374051" y="108858"/>
                  </a:lnTo>
                  <a:lnTo>
                    <a:pt x="1416386" y="112212"/>
                  </a:lnTo>
                  <a:lnTo>
                    <a:pt x="1457123" y="115440"/>
                  </a:lnTo>
                  <a:lnTo>
                    <a:pt x="1496379" y="118550"/>
                  </a:lnTo>
                  <a:lnTo>
                    <a:pt x="1534257" y="121551"/>
                  </a:lnTo>
                  <a:lnTo>
                    <a:pt x="1570850" y="124450"/>
                  </a:lnTo>
                  <a:lnTo>
                    <a:pt x="1606244" y="127254"/>
                  </a:lnTo>
                  <a:lnTo>
                    <a:pt x="1640514" y="129969"/>
                  </a:lnTo>
                  <a:lnTo>
                    <a:pt x="1673729" y="132600"/>
                  </a:lnTo>
                  <a:lnTo>
                    <a:pt x="1705953" y="135153"/>
                  </a:lnTo>
                  <a:lnTo>
                    <a:pt x="1737242" y="137632"/>
                  </a:lnTo>
                  <a:lnTo>
                    <a:pt x="1767650" y="140041"/>
                  </a:lnTo>
                  <a:lnTo>
                    <a:pt x="1797225" y="142384"/>
                  </a:lnTo>
                  <a:lnTo>
                    <a:pt x="1826011" y="144665"/>
                  </a:lnTo>
                  <a:lnTo>
                    <a:pt x="1854049" y="146886"/>
                  </a:lnTo>
                  <a:lnTo>
                    <a:pt x="1881377" y="149051"/>
                  </a:lnTo>
                  <a:lnTo>
                    <a:pt x="1908030" y="151163"/>
                  </a:lnTo>
                  <a:lnTo>
                    <a:pt x="1934042" y="153224"/>
                  </a:lnTo>
                  <a:lnTo>
                    <a:pt x="1959441" y="155236"/>
                  </a:lnTo>
                  <a:lnTo>
                    <a:pt x="1984256" y="157202"/>
                  </a:lnTo>
                  <a:lnTo>
                    <a:pt x="2008513" y="159124"/>
                  </a:lnTo>
                  <a:lnTo>
                    <a:pt x="2032237" y="161003"/>
                  </a:lnTo>
                  <a:lnTo>
                    <a:pt x="2055451" y="162842"/>
                  </a:lnTo>
                  <a:lnTo>
                    <a:pt x="2078177" y="164643"/>
                  </a:lnTo>
                  <a:lnTo>
                    <a:pt x="2100433" y="166406"/>
                  </a:lnTo>
                  <a:lnTo>
                    <a:pt x="2122240" y="168134"/>
                  </a:lnTo>
                  <a:lnTo>
                    <a:pt x="2143615" y="169827"/>
                  </a:lnTo>
                  <a:lnTo>
                    <a:pt x="2164575" y="171488"/>
                  </a:lnTo>
                  <a:lnTo>
                    <a:pt x="2185136" y="173117"/>
                  </a:lnTo>
                  <a:lnTo>
                    <a:pt x="2205313" y="174715"/>
                  </a:lnTo>
                  <a:lnTo>
                    <a:pt x="2225119" y="176284"/>
                  </a:lnTo>
                  <a:lnTo>
                    <a:pt x="2244568" y="177825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2" name="rc591"/>
            <p:cNvSpPr/>
            <p:nvPr/>
          </p:nvSpPr>
          <p:spPr>
            <a:xfrm>
              <a:off x="4262365" y="4616522"/>
              <a:ext cx="2575919" cy="1206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4262365" y="4616522"/>
              <a:ext cx="0" cy="1206674"/>
            </a:xfrm>
            <a:custGeom>
              <a:avLst/>
              <a:pathLst>
                <a:path w="0" h="1206674">
                  <a:moveTo>
                    <a:pt x="0" y="1206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4233897" y="574979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4233897" y="55097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5"/>
            <p:cNvSpPr/>
            <p:nvPr/>
          </p:nvSpPr>
          <p:spPr>
            <a:xfrm>
              <a:off x="4233897" y="526979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6"/>
            <p:cNvSpPr/>
            <p:nvPr/>
          </p:nvSpPr>
          <p:spPr>
            <a:xfrm>
              <a:off x="4233897" y="502980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7"/>
            <p:cNvSpPr/>
            <p:nvPr/>
          </p:nvSpPr>
          <p:spPr>
            <a:xfrm>
              <a:off x="4233897" y="478980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8"/>
            <p:cNvSpPr/>
            <p:nvPr/>
          </p:nvSpPr>
          <p:spPr>
            <a:xfrm>
              <a:off x="4262365" y="5823197"/>
              <a:ext cx="2575919" cy="0"/>
            </a:xfrm>
            <a:custGeom>
              <a:avLst/>
              <a:pathLst>
                <a:path w="2575919" h="0">
                  <a:moveTo>
                    <a:pt x="0" y="0"/>
                  </a:moveTo>
                  <a:lnTo>
                    <a:pt x="257591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599"/>
            <p:cNvSpPr/>
            <p:nvPr/>
          </p:nvSpPr>
          <p:spPr>
            <a:xfrm>
              <a:off x="4425763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0"/>
            <p:cNvSpPr/>
            <p:nvPr/>
          </p:nvSpPr>
          <p:spPr>
            <a:xfrm>
              <a:off x="5173952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1"/>
            <p:cNvSpPr/>
            <p:nvPr/>
          </p:nvSpPr>
          <p:spPr>
            <a:xfrm>
              <a:off x="5922142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2"/>
            <p:cNvSpPr/>
            <p:nvPr/>
          </p:nvSpPr>
          <p:spPr>
            <a:xfrm>
              <a:off x="6670332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tx603"/>
            <p:cNvSpPr/>
            <p:nvPr/>
          </p:nvSpPr>
          <p:spPr>
            <a:xfrm>
              <a:off x="4397508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605" name="tx604"/>
            <p:cNvSpPr/>
            <p:nvPr/>
          </p:nvSpPr>
          <p:spPr>
            <a:xfrm>
              <a:off x="5145697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06" name="tx605"/>
            <p:cNvSpPr/>
            <p:nvPr/>
          </p:nvSpPr>
          <p:spPr>
            <a:xfrm>
              <a:off x="5893887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07" name="tx606"/>
            <p:cNvSpPr/>
            <p:nvPr/>
          </p:nvSpPr>
          <p:spPr>
            <a:xfrm>
              <a:off x="6642077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608" name="tx607"/>
            <p:cNvSpPr/>
            <p:nvPr/>
          </p:nvSpPr>
          <p:spPr>
            <a:xfrm>
              <a:off x="5289264" y="6032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609" name="tx608"/>
            <p:cNvSpPr/>
            <p:nvPr/>
          </p:nvSpPr>
          <p:spPr>
            <a:xfrm>
              <a:off x="4262365" y="4439982"/>
              <a:ext cx="85404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10" name="rc609"/>
            <p:cNvSpPr/>
            <p:nvPr/>
          </p:nvSpPr>
          <p:spPr>
            <a:xfrm>
              <a:off x="3040122" y="6256787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tx610"/>
            <p:cNvSpPr/>
            <p:nvPr/>
          </p:nvSpPr>
          <p:spPr>
            <a:xfrm>
              <a:off x="3905579" y="6269452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12" name="rc611"/>
            <p:cNvSpPr/>
            <p:nvPr/>
          </p:nvSpPr>
          <p:spPr>
            <a:xfrm>
              <a:off x="3040122" y="6421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3102049" y="64832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4" name="pl613"/>
            <p:cNvSpPr/>
            <p:nvPr/>
          </p:nvSpPr>
          <p:spPr>
            <a:xfrm>
              <a:off x="3058122" y="6511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rc614"/>
            <p:cNvSpPr/>
            <p:nvPr/>
          </p:nvSpPr>
          <p:spPr>
            <a:xfrm>
              <a:off x="3040122" y="6658285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3102049" y="672021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7" name="pl616"/>
            <p:cNvSpPr/>
            <p:nvPr/>
          </p:nvSpPr>
          <p:spPr>
            <a:xfrm>
              <a:off x="3058122" y="6748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rc617"/>
            <p:cNvSpPr/>
            <p:nvPr/>
          </p:nvSpPr>
          <p:spPr>
            <a:xfrm>
              <a:off x="3492003" y="6421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3553930" y="648327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0" name="pl619"/>
            <p:cNvSpPr/>
            <p:nvPr/>
          </p:nvSpPr>
          <p:spPr>
            <a:xfrm>
              <a:off x="3510003" y="6511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rc620"/>
            <p:cNvSpPr/>
            <p:nvPr/>
          </p:nvSpPr>
          <p:spPr>
            <a:xfrm>
              <a:off x="3492003" y="6658285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3553930" y="672021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3" name="pl622"/>
            <p:cNvSpPr/>
            <p:nvPr/>
          </p:nvSpPr>
          <p:spPr>
            <a:xfrm>
              <a:off x="3510003" y="6748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rc623"/>
            <p:cNvSpPr/>
            <p:nvPr/>
          </p:nvSpPr>
          <p:spPr>
            <a:xfrm>
              <a:off x="3938215" y="6421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4000142" y="648327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6" name="pl625"/>
            <p:cNvSpPr/>
            <p:nvPr/>
          </p:nvSpPr>
          <p:spPr>
            <a:xfrm>
              <a:off x="3956215" y="6511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rc626"/>
            <p:cNvSpPr/>
            <p:nvPr/>
          </p:nvSpPr>
          <p:spPr>
            <a:xfrm>
              <a:off x="3938215" y="6658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4000142" y="672021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9" name="pl628"/>
            <p:cNvSpPr/>
            <p:nvPr/>
          </p:nvSpPr>
          <p:spPr>
            <a:xfrm>
              <a:off x="3956215" y="6748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rc629"/>
            <p:cNvSpPr/>
            <p:nvPr/>
          </p:nvSpPr>
          <p:spPr>
            <a:xfrm>
              <a:off x="4373180" y="6421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4435107" y="64832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2" name="pl631"/>
            <p:cNvSpPr/>
            <p:nvPr/>
          </p:nvSpPr>
          <p:spPr>
            <a:xfrm>
              <a:off x="4391180" y="6511348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rc632"/>
            <p:cNvSpPr/>
            <p:nvPr/>
          </p:nvSpPr>
          <p:spPr>
            <a:xfrm>
              <a:off x="4373180" y="6658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4435107" y="67202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5" name="pl634"/>
            <p:cNvSpPr/>
            <p:nvPr/>
          </p:nvSpPr>
          <p:spPr>
            <a:xfrm>
              <a:off x="4391180" y="67482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rc635"/>
            <p:cNvSpPr/>
            <p:nvPr/>
          </p:nvSpPr>
          <p:spPr>
            <a:xfrm>
              <a:off x="4819392" y="6421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4881319" y="648327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8" name="pl637"/>
            <p:cNvSpPr/>
            <p:nvPr/>
          </p:nvSpPr>
          <p:spPr>
            <a:xfrm>
              <a:off x="4837392" y="6511348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rc638"/>
            <p:cNvSpPr/>
            <p:nvPr/>
          </p:nvSpPr>
          <p:spPr>
            <a:xfrm>
              <a:off x="4819392" y="6658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4881319" y="672021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1" name="pl640"/>
            <p:cNvSpPr/>
            <p:nvPr/>
          </p:nvSpPr>
          <p:spPr>
            <a:xfrm>
              <a:off x="4837392" y="67482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tx641"/>
            <p:cNvSpPr/>
            <p:nvPr/>
          </p:nvSpPr>
          <p:spPr>
            <a:xfrm>
              <a:off x="3277058" y="647491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43" name="tx642"/>
            <p:cNvSpPr/>
            <p:nvPr/>
          </p:nvSpPr>
          <p:spPr>
            <a:xfrm>
              <a:off x="3277058" y="6711846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44" name="tx643"/>
            <p:cNvSpPr/>
            <p:nvPr/>
          </p:nvSpPr>
          <p:spPr>
            <a:xfrm>
              <a:off x="3728939" y="6474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45" name="tx644"/>
            <p:cNvSpPr/>
            <p:nvPr/>
          </p:nvSpPr>
          <p:spPr>
            <a:xfrm>
              <a:off x="3728939" y="6711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46" name="tx645"/>
            <p:cNvSpPr/>
            <p:nvPr/>
          </p:nvSpPr>
          <p:spPr>
            <a:xfrm>
              <a:off x="4175151" y="6474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47" name="tx646"/>
            <p:cNvSpPr/>
            <p:nvPr/>
          </p:nvSpPr>
          <p:spPr>
            <a:xfrm>
              <a:off x="4175151" y="6711846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48" name="tx647"/>
            <p:cNvSpPr/>
            <p:nvPr/>
          </p:nvSpPr>
          <p:spPr>
            <a:xfrm>
              <a:off x="4610116" y="6474910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49" name="tx648"/>
            <p:cNvSpPr/>
            <p:nvPr/>
          </p:nvSpPr>
          <p:spPr>
            <a:xfrm>
              <a:off x="4610116" y="6711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50" name="tx649"/>
            <p:cNvSpPr/>
            <p:nvPr/>
          </p:nvSpPr>
          <p:spPr>
            <a:xfrm>
              <a:off x="5056328" y="6474910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51" name="tx650"/>
            <p:cNvSpPr/>
            <p:nvPr/>
          </p:nvSpPr>
          <p:spPr>
            <a:xfrm>
              <a:off x="5056328" y="6711846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2026-07-20T11:39:44Z</dcterms:modified>
  <cp:category/>
</cp:coreProperties>
</file>