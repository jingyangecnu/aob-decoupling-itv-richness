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/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914400" y="914400"/>
            <a:ext cx="6120000" cy="6120000"/>
            <a:chOff x="914400" y="914400"/>
            <a:chExt cx="6120000" cy="6120000"/>
          </a:xfrm>
        </p:grpSpPr>
        <p:sp>
          <p:nvSpPr>
            <p:cNvPr id="4" name="rc3"/>
            <p:cNvSpPr/>
            <p:nvPr/>
          </p:nvSpPr>
          <p:spPr>
            <a:xfrm>
              <a:off x="914400" y="914400"/>
              <a:ext cx="6120000" cy="612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914400" y="914400"/>
              <a:ext cx="6120000" cy="612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983989" y="983989"/>
              <a:ext cx="3123382" cy="166473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4107371" y="983989"/>
              <a:ext cx="2857438" cy="166473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7"/>
            <p:cNvSpPr/>
            <p:nvPr/>
          </p:nvSpPr>
          <p:spPr>
            <a:xfrm>
              <a:off x="983989" y="2648723"/>
              <a:ext cx="3123382" cy="166473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8"/>
            <p:cNvSpPr/>
            <p:nvPr/>
          </p:nvSpPr>
          <p:spPr>
            <a:xfrm>
              <a:off x="4107371" y="2648723"/>
              <a:ext cx="2857438" cy="166473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9"/>
            <p:cNvSpPr/>
            <p:nvPr/>
          </p:nvSpPr>
          <p:spPr>
            <a:xfrm>
              <a:off x="983989" y="4313457"/>
              <a:ext cx="3123382" cy="265135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0"/>
            <p:cNvSpPr/>
            <p:nvPr/>
          </p:nvSpPr>
          <p:spPr>
            <a:xfrm>
              <a:off x="4107371" y="4313457"/>
              <a:ext cx="2857438" cy="265135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1"/>
            <p:cNvSpPr/>
            <p:nvPr/>
          </p:nvSpPr>
          <p:spPr>
            <a:xfrm>
              <a:off x="1404926" y="1287054"/>
              <a:ext cx="2575919" cy="120667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pt12"/>
            <p:cNvSpPr/>
            <p:nvPr/>
          </p:nvSpPr>
          <p:spPr>
            <a:xfrm>
              <a:off x="1578905" y="2275598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" name="pt13"/>
            <p:cNvSpPr/>
            <p:nvPr/>
          </p:nvSpPr>
          <p:spPr>
            <a:xfrm>
              <a:off x="1521387" y="2215827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" name="pt14"/>
            <p:cNvSpPr/>
            <p:nvPr/>
          </p:nvSpPr>
          <p:spPr>
            <a:xfrm>
              <a:off x="1521334" y="2305920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" name="pt15"/>
            <p:cNvSpPr/>
            <p:nvPr/>
          </p:nvSpPr>
          <p:spPr>
            <a:xfrm>
              <a:off x="1502007" y="2303375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" name="pt16"/>
            <p:cNvSpPr/>
            <p:nvPr/>
          </p:nvSpPr>
          <p:spPr>
            <a:xfrm>
              <a:off x="1493941" y="2325497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1526814" y="2199323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1548423" y="2128929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1540442" y="2289566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1588621" y="2350823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1507624" y="2181933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2286141" y="2357919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2257574" y="2303982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2290896" y="1790783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2339437" y="2235453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2251692" y="2298713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2278821" y="2353201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2280657" y="2375133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2332143" y="2228455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2243207" y="1684076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2260762" y="1842752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2242048" y="2367114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2239496" y="2194553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2245226" y="2146857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2244985" y="2155145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2266289" y="2292759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2255382" y="2241819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2296342" y="1835943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2344830" y="1952106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3041938" y="2323386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3039604" y="2138623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3006221" y="2334073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3060895" y="2410807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3032379" y="2194478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3022771" y="2314454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3041294" y="1537301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3048181" y="2353309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3076810" y="2061670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3091892" y="1778530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3018316" y="1313830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3010982" y="1976638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3038401" y="2117318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3058326" y="1998404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2992592" y="2095399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3080126" y="2224579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3016618" y="2150711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t57"/>
            <p:cNvSpPr/>
            <p:nvPr/>
          </p:nvSpPr>
          <p:spPr>
            <a:xfrm>
              <a:off x="3077390" y="2138387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t58"/>
            <p:cNvSpPr/>
            <p:nvPr/>
          </p:nvSpPr>
          <p:spPr>
            <a:xfrm>
              <a:off x="2994488" y="2223412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t59"/>
            <p:cNvSpPr/>
            <p:nvPr/>
          </p:nvSpPr>
          <p:spPr>
            <a:xfrm>
              <a:off x="3007794" y="2214403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t60"/>
            <p:cNvSpPr/>
            <p:nvPr/>
          </p:nvSpPr>
          <p:spPr>
            <a:xfrm>
              <a:off x="3816472" y="2229173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" name="pt61"/>
            <p:cNvSpPr/>
            <p:nvPr/>
          </p:nvSpPr>
          <p:spPr>
            <a:xfrm>
              <a:off x="3732362" y="2227268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" name="pt62"/>
            <p:cNvSpPr/>
            <p:nvPr/>
          </p:nvSpPr>
          <p:spPr>
            <a:xfrm>
              <a:off x="3737013" y="2190398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4" name="pt63"/>
            <p:cNvSpPr/>
            <p:nvPr/>
          </p:nvSpPr>
          <p:spPr>
            <a:xfrm>
              <a:off x="3760490" y="2307069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5" name="pt64"/>
            <p:cNvSpPr/>
            <p:nvPr/>
          </p:nvSpPr>
          <p:spPr>
            <a:xfrm>
              <a:off x="3829467" y="1992629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6" name="pt65"/>
            <p:cNvSpPr/>
            <p:nvPr/>
          </p:nvSpPr>
          <p:spPr>
            <a:xfrm>
              <a:off x="3751220" y="2007918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7" name="pt66"/>
            <p:cNvSpPr/>
            <p:nvPr/>
          </p:nvSpPr>
          <p:spPr>
            <a:xfrm>
              <a:off x="3762214" y="2192250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8" name="pt67"/>
            <p:cNvSpPr/>
            <p:nvPr/>
          </p:nvSpPr>
          <p:spPr>
            <a:xfrm>
              <a:off x="3786165" y="2128257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9" name="pt68"/>
            <p:cNvSpPr/>
            <p:nvPr/>
          </p:nvSpPr>
          <p:spPr>
            <a:xfrm>
              <a:off x="3762111" y="2052660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0" name="pt69"/>
            <p:cNvSpPr/>
            <p:nvPr/>
          </p:nvSpPr>
          <p:spPr>
            <a:xfrm>
              <a:off x="3824838" y="1862222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1" name="pt70"/>
            <p:cNvSpPr/>
            <p:nvPr/>
          </p:nvSpPr>
          <p:spPr>
            <a:xfrm>
              <a:off x="3832318" y="1918640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2" name="pt71"/>
            <p:cNvSpPr/>
            <p:nvPr/>
          </p:nvSpPr>
          <p:spPr>
            <a:xfrm>
              <a:off x="3789369" y="1802975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3" name="pt72"/>
            <p:cNvSpPr/>
            <p:nvPr/>
          </p:nvSpPr>
          <p:spPr>
            <a:xfrm>
              <a:off x="3743154" y="1999180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4" name="pt73"/>
            <p:cNvSpPr/>
            <p:nvPr/>
          </p:nvSpPr>
          <p:spPr>
            <a:xfrm>
              <a:off x="3835686" y="1943939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5" name="pt74"/>
            <p:cNvSpPr/>
            <p:nvPr/>
          </p:nvSpPr>
          <p:spPr>
            <a:xfrm>
              <a:off x="3757811" y="2280267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6" name="pt75"/>
            <p:cNvSpPr/>
            <p:nvPr/>
          </p:nvSpPr>
          <p:spPr>
            <a:xfrm>
              <a:off x="3752456" y="2142533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7" name="pt76"/>
            <p:cNvSpPr/>
            <p:nvPr/>
          </p:nvSpPr>
          <p:spPr>
            <a:xfrm>
              <a:off x="3801436" y="2064463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8" name="pt77"/>
            <p:cNvSpPr/>
            <p:nvPr/>
          </p:nvSpPr>
          <p:spPr>
            <a:xfrm>
              <a:off x="3808144" y="2115868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9" name="pt78"/>
            <p:cNvSpPr/>
            <p:nvPr/>
          </p:nvSpPr>
          <p:spPr>
            <a:xfrm>
              <a:off x="3744329" y="1898377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0" name="pt79"/>
            <p:cNvSpPr/>
            <p:nvPr/>
          </p:nvSpPr>
          <p:spPr>
            <a:xfrm>
              <a:off x="3808192" y="2091496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1" name="pt80"/>
            <p:cNvSpPr/>
            <p:nvPr/>
          </p:nvSpPr>
          <p:spPr>
            <a:xfrm>
              <a:off x="3749037" y="1978207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2" name="pt81"/>
            <p:cNvSpPr/>
            <p:nvPr/>
          </p:nvSpPr>
          <p:spPr>
            <a:xfrm>
              <a:off x="3834269" y="1884812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3" name="pt82"/>
            <p:cNvSpPr/>
            <p:nvPr/>
          </p:nvSpPr>
          <p:spPr>
            <a:xfrm>
              <a:off x="3809901" y="2025148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4" name="pt83"/>
            <p:cNvSpPr/>
            <p:nvPr/>
          </p:nvSpPr>
          <p:spPr>
            <a:xfrm>
              <a:off x="3809205" y="1999774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5" name="pl84"/>
            <p:cNvSpPr/>
            <p:nvPr/>
          </p:nvSpPr>
          <p:spPr>
            <a:xfrm>
              <a:off x="1572091" y="2133238"/>
              <a:ext cx="2241796" cy="188817"/>
            </a:xfrm>
            <a:custGeom>
              <a:avLst/>
              <a:pathLst>
                <a:path w="2241796" h="188817">
                  <a:moveTo>
                    <a:pt x="0" y="188817"/>
                  </a:moveTo>
                  <a:lnTo>
                    <a:pt x="143956" y="176692"/>
                  </a:lnTo>
                  <a:lnTo>
                    <a:pt x="270936" y="165997"/>
                  </a:lnTo>
                  <a:lnTo>
                    <a:pt x="384522" y="156430"/>
                  </a:lnTo>
                  <a:lnTo>
                    <a:pt x="487274" y="147776"/>
                  </a:lnTo>
                  <a:lnTo>
                    <a:pt x="581079" y="139875"/>
                  </a:lnTo>
                  <a:lnTo>
                    <a:pt x="667371" y="132607"/>
                  </a:lnTo>
                  <a:lnTo>
                    <a:pt x="747265" y="125878"/>
                  </a:lnTo>
                  <a:lnTo>
                    <a:pt x="821644" y="119613"/>
                  </a:lnTo>
                  <a:lnTo>
                    <a:pt x="891222" y="113753"/>
                  </a:lnTo>
                  <a:lnTo>
                    <a:pt x="956580" y="108248"/>
                  </a:lnTo>
                  <a:lnTo>
                    <a:pt x="1018201" y="103058"/>
                  </a:lnTo>
                  <a:lnTo>
                    <a:pt x="1076490" y="98148"/>
                  </a:lnTo>
                  <a:lnTo>
                    <a:pt x="1131788" y="93491"/>
                  </a:lnTo>
                  <a:lnTo>
                    <a:pt x="1184387" y="89061"/>
                  </a:lnTo>
                  <a:lnTo>
                    <a:pt x="1234539" y="84837"/>
                  </a:lnTo>
                  <a:lnTo>
                    <a:pt x="1282462" y="80800"/>
                  </a:lnTo>
                  <a:lnTo>
                    <a:pt x="1328344" y="76936"/>
                  </a:lnTo>
                  <a:lnTo>
                    <a:pt x="1372353" y="73229"/>
                  </a:lnTo>
                  <a:lnTo>
                    <a:pt x="1414636" y="69668"/>
                  </a:lnTo>
                  <a:lnTo>
                    <a:pt x="1455323" y="66241"/>
                  </a:lnTo>
                  <a:lnTo>
                    <a:pt x="1494530" y="62939"/>
                  </a:lnTo>
                  <a:lnTo>
                    <a:pt x="1532361" y="59752"/>
                  </a:lnTo>
                  <a:lnTo>
                    <a:pt x="1568910" y="56674"/>
                  </a:lnTo>
                  <a:lnTo>
                    <a:pt x="1604260" y="53697"/>
                  </a:lnTo>
                  <a:lnTo>
                    <a:pt x="1638487" y="50814"/>
                  </a:lnTo>
                  <a:lnTo>
                    <a:pt x="1671661" y="48020"/>
                  </a:lnTo>
                  <a:lnTo>
                    <a:pt x="1703845" y="45309"/>
                  </a:lnTo>
                  <a:lnTo>
                    <a:pt x="1735096" y="42677"/>
                  </a:lnTo>
                  <a:lnTo>
                    <a:pt x="1765466" y="40119"/>
                  </a:lnTo>
                  <a:lnTo>
                    <a:pt x="1795004" y="37631"/>
                  </a:lnTo>
                  <a:lnTo>
                    <a:pt x="1823755" y="35209"/>
                  </a:lnTo>
                  <a:lnTo>
                    <a:pt x="1851758" y="32851"/>
                  </a:lnTo>
                  <a:lnTo>
                    <a:pt x="1879053" y="30552"/>
                  </a:lnTo>
                  <a:lnTo>
                    <a:pt x="1905673" y="28310"/>
                  </a:lnTo>
                  <a:lnTo>
                    <a:pt x="1931652" y="26122"/>
                  </a:lnTo>
                  <a:lnTo>
                    <a:pt x="1957020" y="23985"/>
                  </a:lnTo>
                  <a:lnTo>
                    <a:pt x="1981805" y="21897"/>
                  </a:lnTo>
                  <a:lnTo>
                    <a:pt x="2006032" y="19857"/>
                  </a:lnTo>
                  <a:lnTo>
                    <a:pt x="2029727" y="17861"/>
                  </a:lnTo>
                  <a:lnTo>
                    <a:pt x="2052912" y="15908"/>
                  </a:lnTo>
                  <a:lnTo>
                    <a:pt x="2075609" y="13997"/>
                  </a:lnTo>
                  <a:lnTo>
                    <a:pt x="2097839" y="12124"/>
                  </a:lnTo>
                  <a:lnTo>
                    <a:pt x="2119619" y="10290"/>
                  </a:lnTo>
                  <a:lnTo>
                    <a:pt x="2140967" y="8492"/>
                  </a:lnTo>
                  <a:lnTo>
                    <a:pt x="2161902" y="6729"/>
                  </a:lnTo>
                  <a:lnTo>
                    <a:pt x="2182437" y="4999"/>
                  </a:lnTo>
                  <a:lnTo>
                    <a:pt x="2202589" y="3302"/>
                  </a:lnTo>
                  <a:lnTo>
                    <a:pt x="2222370" y="1636"/>
                  </a:lnTo>
                  <a:lnTo>
                    <a:pt x="2241796" y="0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l85"/>
            <p:cNvSpPr/>
            <p:nvPr/>
          </p:nvSpPr>
          <p:spPr>
            <a:xfrm>
              <a:off x="1572091" y="2082085"/>
              <a:ext cx="2241796" cy="270138"/>
            </a:xfrm>
            <a:custGeom>
              <a:avLst/>
              <a:pathLst>
                <a:path w="2241796" h="270138">
                  <a:moveTo>
                    <a:pt x="0" y="270138"/>
                  </a:moveTo>
                  <a:lnTo>
                    <a:pt x="143956" y="252791"/>
                  </a:lnTo>
                  <a:lnTo>
                    <a:pt x="270936" y="237490"/>
                  </a:lnTo>
                  <a:lnTo>
                    <a:pt x="384522" y="223803"/>
                  </a:lnTo>
                  <a:lnTo>
                    <a:pt x="487274" y="211421"/>
                  </a:lnTo>
                  <a:lnTo>
                    <a:pt x="581079" y="200118"/>
                  </a:lnTo>
                  <a:lnTo>
                    <a:pt x="667371" y="189719"/>
                  </a:lnTo>
                  <a:lnTo>
                    <a:pt x="747265" y="180092"/>
                  </a:lnTo>
                  <a:lnTo>
                    <a:pt x="821644" y="171129"/>
                  </a:lnTo>
                  <a:lnTo>
                    <a:pt x="891222" y="162745"/>
                  </a:lnTo>
                  <a:lnTo>
                    <a:pt x="956580" y="154869"/>
                  </a:lnTo>
                  <a:lnTo>
                    <a:pt x="1018201" y="147444"/>
                  </a:lnTo>
                  <a:lnTo>
                    <a:pt x="1076490" y="140420"/>
                  </a:lnTo>
                  <a:lnTo>
                    <a:pt x="1131788" y="133757"/>
                  </a:lnTo>
                  <a:lnTo>
                    <a:pt x="1184387" y="127418"/>
                  </a:lnTo>
                  <a:lnTo>
                    <a:pt x="1234539" y="121375"/>
                  </a:lnTo>
                  <a:lnTo>
                    <a:pt x="1282462" y="115600"/>
                  </a:lnTo>
                  <a:lnTo>
                    <a:pt x="1328344" y="110071"/>
                  </a:lnTo>
                  <a:lnTo>
                    <a:pt x="1372353" y="104768"/>
                  </a:lnTo>
                  <a:lnTo>
                    <a:pt x="1414636" y="99673"/>
                  </a:lnTo>
                  <a:lnTo>
                    <a:pt x="1455323" y="94770"/>
                  </a:lnTo>
                  <a:lnTo>
                    <a:pt x="1494530" y="90046"/>
                  </a:lnTo>
                  <a:lnTo>
                    <a:pt x="1532361" y="85487"/>
                  </a:lnTo>
                  <a:lnTo>
                    <a:pt x="1568910" y="81083"/>
                  </a:lnTo>
                  <a:lnTo>
                    <a:pt x="1604260" y="76823"/>
                  </a:lnTo>
                  <a:lnTo>
                    <a:pt x="1638487" y="72699"/>
                  </a:lnTo>
                  <a:lnTo>
                    <a:pt x="1671661" y="68701"/>
                  </a:lnTo>
                  <a:lnTo>
                    <a:pt x="1703845" y="64823"/>
                  </a:lnTo>
                  <a:lnTo>
                    <a:pt x="1735096" y="61057"/>
                  </a:lnTo>
                  <a:lnTo>
                    <a:pt x="1765466" y="57398"/>
                  </a:lnTo>
                  <a:lnTo>
                    <a:pt x="1795004" y="53838"/>
                  </a:lnTo>
                  <a:lnTo>
                    <a:pt x="1823755" y="50374"/>
                  </a:lnTo>
                  <a:lnTo>
                    <a:pt x="1851758" y="46999"/>
                  </a:lnTo>
                  <a:lnTo>
                    <a:pt x="1879053" y="43710"/>
                  </a:lnTo>
                  <a:lnTo>
                    <a:pt x="1905673" y="40503"/>
                  </a:lnTo>
                  <a:lnTo>
                    <a:pt x="1931652" y="37372"/>
                  </a:lnTo>
                  <a:lnTo>
                    <a:pt x="1957020" y="34315"/>
                  </a:lnTo>
                  <a:lnTo>
                    <a:pt x="1981805" y="31329"/>
                  </a:lnTo>
                  <a:lnTo>
                    <a:pt x="2006032" y="28409"/>
                  </a:lnTo>
                  <a:lnTo>
                    <a:pt x="2029727" y="25554"/>
                  </a:lnTo>
                  <a:lnTo>
                    <a:pt x="2052912" y="22760"/>
                  </a:lnTo>
                  <a:lnTo>
                    <a:pt x="2075609" y="20025"/>
                  </a:lnTo>
                  <a:lnTo>
                    <a:pt x="2097839" y="17346"/>
                  </a:lnTo>
                  <a:lnTo>
                    <a:pt x="2119619" y="14722"/>
                  </a:lnTo>
                  <a:lnTo>
                    <a:pt x="2140967" y="12149"/>
                  </a:lnTo>
                  <a:lnTo>
                    <a:pt x="2161902" y="9627"/>
                  </a:lnTo>
                  <a:lnTo>
                    <a:pt x="2182437" y="7152"/>
                  </a:lnTo>
                  <a:lnTo>
                    <a:pt x="2202589" y="4724"/>
                  </a:lnTo>
                  <a:lnTo>
                    <a:pt x="2222370" y="2340"/>
                  </a:lnTo>
                  <a:lnTo>
                    <a:pt x="2241796" y="0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7" name="pl86"/>
            <p:cNvSpPr/>
            <p:nvPr/>
          </p:nvSpPr>
          <p:spPr>
            <a:xfrm>
              <a:off x="1572091" y="2258954"/>
              <a:ext cx="2241796" cy="95248"/>
            </a:xfrm>
            <a:custGeom>
              <a:avLst/>
              <a:pathLst>
                <a:path w="2241796" h="95248">
                  <a:moveTo>
                    <a:pt x="0" y="95248"/>
                  </a:moveTo>
                  <a:lnTo>
                    <a:pt x="143956" y="89132"/>
                  </a:lnTo>
                  <a:lnTo>
                    <a:pt x="270936" y="83737"/>
                  </a:lnTo>
                  <a:lnTo>
                    <a:pt x="384522" y="78911"/>
                  </a:lnTo>
                  <a:lnTo>
                    <a:pt x="487274" y="74545"/>
                  </a:lnTo>
                  <a:lnTo>
                    <a:pt x="581079" y="70560"/>
                  </a:lnTo>
                  <a:lnTo>
                    <a:pt x="667371" y="66893"/>
                  </a:lnTo>
                  <a:lnTo>
                    <a:pt x="747265" y="63499"/>
                  </a:lnTo>
                  <a:lnTo>
                    <a:pt x="821644" y="60338"/>
                  </a:lnTo>
                  <a:lnTo>
                    <a:pt x="891222" y="57382"/>
                  </a:lnTo>
                  <a:lnTo>
                    <a:pt x="956580" y="54605"/>
                  </a:lnTo>
                  <a:lnTo>
                    <a:pt x="1018201" y="51987"/>
                  </a:lnTo>
                  <a:lnTo>
                    <a:pt x="1076490" y="49511"/>
                  </a:lnTo>
                  <a:lnTo>
                    <a:pt x="1131788" y="47161"/>
                  </a:lnTo>
                  <a:lnTo>
                    <a:pt x="1184387" y="44926"/>
                  </a:lnTo>
                  <a:lnTo>
                    <a:pt x="1234539" y="42796"/>
                  </a:lnTo>
                  <a:lnTo>
                    <a:pt x="1282462" y="40759"/>
                  </a:lnTo>
                  <a:lnTo>
                    <a:pt x="1328344" y="38810"/>
                  </a:lnTo>
                  <a:lnTo>
                    <a:pt x="1372353" y="36940"/>
                  </a:lnTo>
                  <a:lnTo>
                    <a:pt x="1414636" y="35144"/>
                  </a:lnTo>
                  <a:lnTo>
                    <a:pt x="1455323" y="33415"/>
                  </a:lnTo>
                  <a:lnTo>
                    <a:pt x="1494530" y="31749"/>
                  </a:lnTo>
                  <a:lnTo>
                    <a:pt x="1532361" y="30142"/>
                  </a:lnTo>
                  <a:lnTo>
                    <a:pt x="1568910" y="28589"/>
                  </a:lnTo>
                  <a:lnTo>
                    <a:pt x="1604260" y="27087"/>
                  </a:lnTo>
                  <a:lnTo>
                    <a:pt x="1638487" y="25633"/>
                  </a:lnTo>
                  <a:lnTo>
                    <a:pt x="1671661" y="24223"/>
                  </a:lnTo>
                  <a:lnTo>
                    <a:pt x="1703845" y="22856"/>
                  </a:lnTo>
                  <a:lnTo>
                    <a:pt x="1735096" y="21528"/>
                  </a:lnTo>
                  <a:lnTo>
                    <a:pt x="1765466" y="20238"/>
                  </a:lnTo>
                  <a:lnTo>
                    <a:pt x="1795004" y="18983"/>
                  </a:lnTo>
                  <a:lnTo>
                    <a:pt x="1823755" y="17761"/>
                  </a:lnTo>
                  <a:lnTo>
                    <a:pt x="1851758" y="16571"/>
                  </a:lnTo>
                  <a:lnTo>
                    <a:pt x="1879053" y="15412"/>
                  </a:lnTo>
                  <a:lnTo>
                    <a:pt x="1905673" y="14281"/>
                  </a:lnTo>
                  <a:lnTo>
                    <a:pt x="1931652" y="13177"/>
                  </a:lnTo>
                  <a:lnTo>
                    <a:pt x="1957020" y="12099"/>
                  </a:lnTo>
                  <a:lnTo>
                    <a:pt x="1981805" y="11046"/>
                  </a:lnTo>
                  <a:lnTo>
                    <a:pt x="2006032" y="10017"/>
                  </a:lnTo>
                  <a:lnTo>
                    <a:pt x="2029727" y="9010"/>
                  </a:lnTo>
                  <a:lnTo>
                    <a:pt x="2052912" y="8025"/>
                  </a:lnTo>
                  <a:lnTo>
                    <a:pt x="2075609" y="7060"/>
                  </a:lnTo>
                  <a:lnTo>
                    <a:pt x="2097839" y="6116"/>
                  </a:lnTo>
                  <a:lnTo>
                    <a:pt x="2119619" y="5191"/>
                  </a:lnTo>
                  <a:lnTo>
                    <a:pt x="2140967" y="4283"/>
                  </a:lnTo>
                  <a:lnTo>
                    <a:pt x="2161902" y="3394"/>
                  </a:lnTo>
                  <a:lnTo>
                    <a:pt x="2182437" y="2522"/>
                  </a:lnTo>
                  <a:lnTo>
                    <a:pt x="2202589" y="1665"/>
                  </a:lnTo>
                  <a:lnTo>
                    <a:pt x="2222370" y="825"/>
                  </a:lnTo>
                  <a:lnTo>
                    <a:pt x="2241796" y="0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8" name="pl87"/>
            <p:cNvSpPr/>
            <p:nvPr/>
          </p:nvSpPr>
          <p:spPr>
            <a:xfrm>
              <a:off x="1572091" y="1940142"/>
              <a:ext cx="2241796" cy="270041"/>
            </a:xfrm>
            <a:custGeom>
              <a:avLst/>
              <a:pathLst>
                <a:path w="2241796" h="270041">
                  <a:moveTo>
                    <a:pt x="0" y="270041"/>
                  </a:moveTo>
                  <a:lnTo>
                    <a:pt x="143956" y="252700"/>
                  </a:lnTo>
                  <a:lnTo>
                    <a:pt x="270936" y="237405"/>
                  </a:lnTo>
                  <a:lnTo>
                    <a:pt x="384522" y="223722"/>
                  </a:lnTo>
                  <a:lnTo>
                    <a:pt x="487274" y="211345"/>
                  </a:lnTo>
                  <a:lnTo>
                    <a:pt x="581079" y="200046"/>
                  </a:lnTo>
                  <a:lnTo>
                    <a:pt x="667371" y="189651"/>
                  </a:lnTo>
                  <a:lnTo>
                    <a:pt x="747265" y="180027"/>
                  </a:lnTo>
                  <a:lnTo>
                    <a:pt x="821644" y="171068"/>
                  </a:lnTo>
                  <a:lnTo>
                    <a:pt x="891222" y="162686"/>
                  </a:lnTo>
                  <a:lnTo>
                    <a:pt x="956580" y="154814"/>
                  </a:lnTo>
                  <a:lnTo>
                    <a:pt x="1018201" y="147391"/>
                  </a:lnTo>
                  <a:lnTo>
                    <a:pt x="1076490" y="140370"/>
                  </a:lnTo>
                  <a:lnTo>
                    <a:pt x="1131788" y="133708"/>
                  </a:lnTo>
                  <a:lnTo>
                    <a:pt x="1184387" y="127372"/>
                  </a:lnTo>
                  <a:lnTo>
                    <a:pt x="1234539" y="121331"/>
                  </a:lnTo>
                  <a:lnTo>
                    <a:pt x="1282462" y="115559"/>
                  </a:lnTo>
                  <a:lnTo>
                    <a:pt x="1328344" y="110032"/>
                  </a:lnTo>
                  <a:lnTo>
                    <a:pt x="1372353" y="104730"/>
                  </a:lnTo>
                  <a:lnTo>
                    <a:pt x="1414636" y="99637"/>
                  </a:lnTo>
                  <a:lnTo>
                    <a:pt x="1455323" y="94736"/>
                  </a:lnTo>
                  <a:lnTo>
                    <a:pt x="1494530" y="90013"/>
                  </a:lnTo>
                  <a:lnTo>
                    <a:pt x="1532361" y="85456"/>
                  </a:lnTo>
                  <a:lnTo>
                    <a:pt x="1568910" y="81054"/>
                  </a:lnTo>
                  <a:lnTo>
                    <a:pt x="1604260" y="76796"/>
                  </a:lnTo>
                  <a:lnTo>
                    <a:pt x="1638487" y="72673"/>
                  </a:lnTo>
                  <a:lnTo>
                    <a:pt x="1671661" y="68677"/>
                  </a:lnTo>
                  <a:lnTo>
                    <a:pt x="1703845" y="64800"/>
                  </a:lnTo>
                  <a:lnTo>
                    <a:pt x="1735096" y="61035"/>
                  </a:lnTo>
                  <a:lnTo>
                    <a:pt x="1765466" y="57377"/>
                  </a:lnTo>
                  <a:lnTo>
                    <a:pt x="1795004" y="53819"/>
                  </a:lnTo>
                  <a:lnTo>
                    <a:pt x="1823755" y="50356"/>
                  </a:lnTo>
                  <a:lnTo>
                    <a:pt x="1851758" y="46982"/>
                  </a:lnTo>
                  <a:lnTo>
                    <a:pt x="1879053" y="43695"/>
                  </a:lnTo>
                  <a:lnTo>
                    <a:pt x="1905673" y="40488"/>
                  </a:lnTo>
                  <a:lnTo>
                    <a:pt x="1931652" y="37359"/>
                  </a:lnTo>
                  <a:lnTo>
                    <a:pt x="1957020" y="34303"/>
                  </a:lnTo>
                  <a:lnTo>
                    <a:pt x="1981805" y="31317"/>
                  </a:lnTo>
                  <a:lnTo>
                    <a:pt x="2006032" y="28399"/>
                  </a:lnTo>
                  <a:lnTo>
                    <a:pt x="2029727" y="25545"/>
                  </a:lnTo>
                  <a:lnTo>
                    <a:pt x="2052912" y="22752"/>
                  </a:lnTo>
                  <a:lnTo>
                    <a:pt x="2075609" y="20018"/>
                  </a:lnTo>
                  <a:lnTo>
                    <a:pt x="2097839" y="17340"/>
                  </a:lnTo>
                  <a:lnTo>
                    <a:pt x="2119619" y="14717"/>
                  </a:lnTo>
                  <a:lnTo>
                    <a:pt x="2140967" y="12145"/>
                  </a:lnTo>
                  <a:lnTo>
                    <a:pt x="2161902" y="9623"/>
                  </a:lnTo>
                  <a:lnTo>
                    <a:pt x="2182437" y="7150"/>
                  </a:lnTo>
                  <a:lnTo>
                    <a:pt x="2202589" y="4722"/>
                  </a:lnTo>
                  <a:lnTo>
                    <a:pt x="2222370" y="2339"/>
                  </a:lnTo>
                  <a:lnTo>
                    <a:pt x="2241796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9" name="pl88"/>
            <p:cNvSpPr/>
            <p:nvPr/>
          </p:nvSpPr>
          <p:spPr>
            <a:xfrm>
              <a:off x="1572091" y="2120109"/>
              <a:ext cx="2241796" cy="239113"/>
            </a:xfrm>
            <a:custGeom>
              <a:avLst/>
              <a:pathLst>
                <a:path w="2241796" h="239113">
                  <a:moveTo>
                    <a:pt x="0" y="239113"/>
                  </a:moveTo>
                  <a:lnTo>
                    <a:pt x="143956" y="223758"/>
                  </a:lnTo>
                  <a:lnTo>
                    <a:pt x="270936" y="210214"/>
                  </a:lnTo>
                  <a:lnTo>
                    <a:pt x="384522" y="198099"/>
                  </a:lnTo>
                  <a:lnTo>
                    <a:pt x="487274" y="187139"/>
                  </a:lnTo>
                  <a:lnTo>
                    <a:pt x="581079" y="177134"/>
                  </a:lnTo>
                  <a:lnTo>
                    <a:pt x="667371" y="167930"/>
                  </a:lnTo>
                  <a:lnTo>
                    <a:pt x="747265" y="159408"/>
                  </a:lnTo>
                  <a:lnTo>
                    <a:pt x="821644" y="151475"/>
                  </a:lnTo>
                  <a:lnTo>
                    <a:pt x="891222" y="144054"/>
                  </a:lnTo>
                  <a:lnTo>
                    <a:pt x="956580" y="137082"/>
                  </a:lnTo>
                  <a:lnTo>
                    <a:pt x="1018201" y="130510"/>
                  </a:lnTo>
                  <a:lnTo>
                    <a:pt x="1076490" y="124293"/>
                  </a:lnTo>
                  <a:lnTo>
                    <a:pt x="1131788" y="118395"/>
                  </a:lnTo>
                  <a:lnTo>
                    <a:pt x="1184387" y="112784"/>
                  </a:lnTo>
                  <a:lnTo>
                    <a:pt x="1234539" y="107435"/>
                  </a:lnTo>
                  <a:lnTo>
                    <a:pt x="1282462" y="102323"/>
                  </a:lnTo>
                  <a:lnTo>
                    <a:pt x="1328344" y="97430"/>
                  </a:lnTo>
                  <a:lnTo>
                    <a:pt x="1372353" y="92735"/>
                  </a:lnTo>
                  <a:lnTo>
                    <a:pt x="1414636" y="88226"/>
                  </a:lnTo>
                  <a:lnTo>
                    <a:pt x="1455323" y="83886"/>
                  </a:lnTo>
                  <a:lnTo>
                    <a:pt x="1494530" y="79704"/>
                  </a:lnTo>
                  <a:lnTo>
                    <a:pt x="1532361" y="75669"/>
                  </a:lnTo>
                  <a:lnTo>
                    <a:pt x="1568910" y="71770"/>
                  </a:lnTo>
                  <a:lnTo>
                    <a:pt x="1604260" y="68000"/>
                  </a:lnTo>
                  <a:lnTo>
                    <a:pt x="1638487" y="64349"/>
                  </a:lnTo>
                  <a:lnTo>
                    <a:pt x="1671661" y="60811"/>
                  </a:lnTo>
                  <a:lnTo>
                    <a:pt x="1703845" y="57378"/>
                  </a:lnTo>
                  <a:lnTo>
                    <a:pt x="1735096" y="54045"/>
                  </a:lnTo>
                  <a:lnTo>
                    <a:pt x="1765466" y="50805"/>
                  </a:lnTo>
                  <a:lnTo>
                    <a:pt x="1795004" y="47655"/>
                  </a:lnTo>
                  <a:lnTo>
                    <a:pt x="1823755" y="44588"/>
                  </a:lnTo>
                  <a:lnTo>
                    <a:pt x="1851758" y="41601"/>
                  </a:lnTo>
                  <a:lnTo>
                    <a:pt x="1879053" y="38690"/>
                  </a:lnTo>
                  <a:lnTo>
                    <a:pt x="1905673" y="35851"/>
                  </a:lnTo>
                  <a:lnTo>
                    <a:pt x="1931652" y="33080"/>
                  </a:lnTo>
                  <a:lnTo>
                    <a:pt x="1957020" y="30374"/>
                  </a:lnTo>
                  <a:lnTo>
                    <a:pt x="1981805" y="27731"/>
                  </a:lnTo>
                  <a:lnTo>
                    <a:pt x="2006032" y="25146"/>
                  </a:lnTo>
                  <a:lnTo>
                    <a:pt x="2029727" y="22619"/>
                  </a:lnTo>
                  <a:lnTo>
                    <a:pt x="2052912" y="20146"/>
                  </a:lnTo>
                  <a:lnTo>
                    <a:pt x="2075609" y="17725"/>
                  </a:lnTo>
                  <a:lnTo>
                    <a:pt x="2097839" y="15354"/>
                  </a:lnTo>
                  <a:lnTo>
                    <a:pt x="2119619" y="13031"/>
                  </a:lnTo>
                  <a:lnTo>
                    <a:pt x="2140967" y="10754"/>
                  </a:lnTo>
                  <a:lnTo>
                    <a:pt x="2161902" y="8521"/>
                  </a:lnTo>
                  <a:lnTo>
                    <a:pt x="2182437" y="6331"/>
                  </a:lnTo>
                  <a:lnTo>
                    <a:pt x="2202589" y="4181"/>
                  </a:lnTo>
                  <a:lnTo>
                    <a:pt x="2222370" y="2071"/>
                  </a:lnTo>
                  <a:lnTo>
                    <a:pt x="2241796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l89"/>
            <p:cNvSpPr/>
            <p:nvPr/>
          </p:nvSpPr>
          <p:spPr>
            <a:xfrm>
              <a:off x="1572091" y="1888575"/>
              <a:ext cx="2241796" cy="115787"/>
            </a:xfrm>
            <a:custGeom>
              <a:avLst/>
              <a:pathLst>
                <a:path w="2241796" h="115787">
                  <a:moveTo>
                    <a:pt x="0" y="115787"/>
                  </a:moveTo>
                  <a:lnTo>
                    <a:pt x="143956" y="108352"/>
                  </a:lnTo>
                  <a:lnTo>
                    <a:pt x="270936" y="101794"/>
                  </a:lnTo>
                  <a:lnTo>
                    <a:pt x="384522" y="95927"/>
                  </a:lnTo>
                  <a:lnTo>
                    <a:pt x="487274" y="90620"/>
                  </a:lnTo>
                  <a:lnTo>
                    <a:pt x="581079" y="85775"/>
                  </a:lnTo>
                  <a:lnTo>
                    <a:pt x="667371" y="81318"/>
                  </a:lnTo>
                  <a:lnTo>
                    <a:pt x="747265" y="77191"/>
                  </a:lnTo>
                  <a:lnTo>
                    <a:pt x="821644" y="73350"/>
                  </a:lnTo>
                  <a:lnTo>
                    <a:pt x="891222" y="69756"/>
                  </a:lnTo>
                  <a:lnTo>
                    <a:pt x="956580" y="66380"/>
                  </a:lnTo>
                  <a:lnTo>
                    <a:pt x="1018201" y="63198"/>
                  </a:lnTo>
                  <a:lnTo>
                    <a:pt x="1076490" y="60187"/>
                  </a:lnTo>
                  <a:lnTo>
                    <a:pt x="1131788" y="57331"/>
                  </a:lnTo>
                  <a:lnTo>
                    <a:pt x="1184387" y="54614"/>
                  </a:lnTo>
                  <a:lnTo>
                    <a:pt x="1234539" y="52024"/>
                  </a:lnTo>
                  <a:lnTo>
                    <a:pt x="1282462" y="49549"/>
                  </a:lnTo>
                  <a:lnTo>
                    <a:pt x="1328344" y="47179"/>
                  </a:lnTo>
                  <a:lnTo>
                    <a:pt x="1372353" y="44906"/>
                  </a:lnTo>
                  <a:lnTo>
                    <a:pt x="1414636" y="42722"/>
                  </a:lnTo>
                  <a:lnTo>
                    <a:pt x="1455323" y="40620"/>
                  </a:lnTo>
                  <a:lnTo>
                    <a:pt x="1494530" y="38595"/>
                  </a:lnTo>
                  <a:lnTo>
                    <a:pt x="1532361" y="36641"/>
                  </a:lnTo>
                  <a:lnTo>
                    <a:pt x="1568910" y="34754"/>
                  </a:lnTo>
                  <a:lnTo>
                    <a:pt x="1604260" y="32928"/>
                  </a:lnTo>
                  <a:lnTo>
                    <a:pt x="1638487" y="31160"/>
                  </a:lnTo>
                  <a:lnTo>
                    <a:pt x="1671661" y="29447"/>
                  </a:lnTo>
                  <a:lnTo>
                    <a:pt x="1703845" y="27784"/>
                  </a:lnTo>
                  <a:lnTo>
                    <a:pt x="1735096" y="26170"/>
                  </a:lnTo>
                  <a:lnTo>
                    <a:pt x="1765466" y="24602"/>
                  </a:lnTo>
                  <a:lnTo>
                    <a:pt x="1795004" y="23076"/>
                  </a:lnTo>
                  <a:lnTo>
                    <a:pt x="1823755" y="21591"/>
                  </a:lnTo>
                  <a:lnTo>
                    <a:pt x="1851758" y="20145"/>
                  </a:lnTo>
                  <a:lnTo>
                    <a:pt x="1879053" y="18735"/>
                  </a:lnTo>
                  <a:lnTo>
                    <a:pt x="1905673" y="17360"/>
                  </a:lnTo>
                  <a:lnTo>
                    <a:pt x="1931652" y="16018"/>
                  </a:lnTo>
                  <a:lnTo>
                    <a:pt x="1957020" y="14708"/>
                  </a:lnTo>
                  <a:lnTo>
                    <a:pt x="1981805" y="13428"/>
                  </a:lnTo>
                  <a:lnTo>
                    <a:pt x="2006032" y="12177"/>
                  </a:lnTo>
                  <a:lnTo>
                    <a:pt x="2029727" y="10953"/>
                  </a:lnTo>
                  <a:lnTo>
                    <a:pt x="2052912" y="9755"/>
                  </a:lnTo>
                  <a:lnTo>
                    <a:pt x="2075609" y="8583"/>
                  </a:lnTo>
                  <a:lnTo>
                    <a:pt x="2097839" y="7435"/>
                  </a:lnTo>
                  <a:lnTo>
                    <a:pt x="2119619" y="6310"/>
                  </a:lnTo>
                  <a:lnTo>
                    <a:pt x="2140967" y="5207"/>
                  </a:lnTo>
                  <a:lnTo>
                    <a:pt x="2161902" y="4126"/>
                  </a:lnTo>
                  <a:lnTo>
                    <a:pt x="2182437" y="3065"/>
                  </a:lnTo>
                  <a:lnTo>
                    <a:pt x="2202589" y="2025"/>
                  </a:lnTo>
                  <a:lnTo>
                    <a:pt x="2222370" y="1003"/>
                  </a:lnTo>
                  <a:lnTo>
                    <a:pt x="2241796" y="0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1" name="pl90"/>
            <p:cNvSpPr/>
            <p:nvPr/>
          </p:nvSpPr>
          <p:spPr>
            <a:xfrm>
              <a:off x="1572091" y="1956364"/>
              <a:ext cx="2241796" cy="115057"/>
            </a:xfrm>
            <a:custGeom>
              <a:avLst/>
              <a:pathLst>
                <a:path w="2241796" h="115057">
                  <a:moveTo>
                    <a:pt x="0" y="115057"/>
                  </a:moveTo>
                  <a:lnTo>
                    <a:pt x="143956" y="107669"/>
                  </a:lnTo>
                  <a:lnTo>
                    <a:pt x="270936" y="101152"/>
                  </a:lnTo>
                  <a:lnTo>
                    <a:pt x="384522" y="95322"/>
                  </a:lnTo>
                  <a:lnTo>
                    <a:pt x="487274" y="90048"/>
                  </a:lnTo>
                  <a:lnTo>
                    <a:pt x="581079" y="85234"/>
                  </a:lnTo>
                  <a:lnTo>
                    <a:pt x="667371" y="80805"/>
                  </a:lnTo>
                  <a:lnTo>
                    <a:pt x="747265" y="76705"/>
                  </a:lnTo>
                  <a:lnTo>
                    <a:pt x="821644" y="72887"/>
                  </a:lnTo>
                  <a:lnTo>
                    <a:pt x="891222" y="69316"/>
                  </a:lnTo>
                  <a:lnTo>
                    <a:pt x="956580" y="65962"/>
                  </a:lnTo>
                  <a:lnTo>
                    <a:pt x="1018201" y="62799"/>
                  </a:lnTo>
                  <a:lnTo>
                    <a:pt x="1076490" y="59807"/>
                  </a:lnTo>
                  <a:lnTo>
                    <a:pt x="1131788" y="56969"/>
                  </a:lnTo>
                  <a:lnTo>
                    <a:pt x="1184387" y="54270"/>
                  </a:lnTo>
                  <a:lnTo>
                    <a:pt x="1234539" y="51696"/>
                  </a:lnTo>
                  <a:lnTo>
                    <a:pt x="1282462" y="49236"/>
                  </a:lnTo>
                  <a:lnTo>
                    <a:pt x="1328344" y="46881"/>
                  </a:lnTo>
                  <a:lnTo>
                    <a:pt x="1372353" y="44623"/>
                  </a:lnTo>
                  <a:lnTo>
                    <a:pt x="1414636" y="42452"/>
                  </a:lnTo>
                  <a:lnTo>
                    <a:pt x="1455323" y="40364"/>
                  </a:lnTo>
                  <a:lnTo>
                    <a:pt x="1494530" y="38352"/>
                  </a:lnTo>
                  <a:lnTo>
                    <a:pt x="1532361" y="36410"/>
                  </a:lnTo>
                  <a:lnTo>
                    <a:pt x="1568910" y="34535"/>
                  </a:lnTo>
                  <a:lnTo>
                    <a:pt x="1604260" y="32720"/>
                  </a:lnTo>
                  <a:lnTo>
                    <a:pt x="1638487" y="30964"/>
                  </a:lnTo>
                  <a:lnTo>
                    <a:pt x="1671661" y="29261"/>
                  </a:lnTo>
                  <a:lnTo>
                    <a:pt x="1703845" y="27609"/>
                  </a:lnTo>
                  <a:lnTo>
                    <a:pt x="1735096" y="26005"/>
                  </a:lnTo>
                  <a:lnTo>
                    <a:pt x="1765466" y="24447"/>
                  </a:lnTo>
                  <a:lnTo>
                    <a:pt x="1795004" y="22931"/>
                  </a:lnTo>
                  <a:lnTo>
                    <a:pt x="1823755" y="21455"/>
                  </a:lnTo>
                  <a:lnTo>
                    <a:pt x="1851758" y="20018"/>
                  </a:lnTo>
                  <a:lnTo>
                    <a:pt x="1879053" y="18617"/>
                  </a:lnTo>
                  <a:lnTo>
                    <a:pt x="1905673" y="17251"/>
                  </a:lnTo>
                  <a:lnTo>
                    <a:pt x="1931652" y="15917"/>
                  </a:lnTo>
                  <a:lnTo>
                    <a:pt x="1957020" y="14615"/>
                  </a:lnTo>
                  <a:lnTo>
                    <a:pt x="1981805" y="13343"/>
                  </a:lnTo>
                  <a:lnTo>
                    <a:pt x="2006032" y="12100"/>
                  </a:lnTo>
                  <a:lnTo>
                    <a:pt x="2029727" y="10884"/>
                  </a:lnTo>
                  <a:lnTo>
                    <a:pt x="2052912" y="9694"/>
                  </a:lnTo>
                  <a:lnTo>
                    <a:pt x="2075609" y="8529"/>
                  </a:lnTo>
                  <a:lnTo>
                    <a:pt x="2097839" y="7388"/>
                  </a:lnTo>
                  <a:lnTo>
                    <a:pt x="2119619" y="6270"/>
                  </a:lnTo>
                  <a:lnTo>
                    <a:pt x="2140967" y="5174"/>
                  </a:lnTo>
                  <a:lnTo>
                    <a:pt x="2161902" y="4100"/>
                  </a:lnTo>
                  <a:lnTo>
                    <a:pt x="2182437" y="3046"/>
                  </a:lnTo>
                  <a:lnTo>
                    <a:pt x="2202589" y="2012"/>
                  </a:lnTo>
                  <a:lnTo>
                    <a:pt x="2222370" y="996"/>
                  </a:lnTo>
                  <a:lnTo>
                    <a:pt x="2241796" y="0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2" name="pl91"/>
            <p:cNvSpPr/>
            <p:nvPr/>
          </p:nvSpPr>
          <p:spPr>
            <a:xfrm>
              <a:off x="1572091" y="2124300"/>
              <a:ext cx="2241796" cy="167211"/>
            </a:xfrm>
            <a:custGeom>
              <a:avLst/>
              <a:pathLst>
                <a:path w="2241796" h="167211">
                  <a:moveTo>
                    <a:pt x="0" y="167211"/>
                  </a:moveTo>
                  <a:lnTo>
                    <a:pt x="143956" y="156473"/>
                  </a:lnTo>
                  <a:lnTo>
                    <a:pt x="270936" y="147002"/>
                  </a:lnTo>
                  <a:lnTo>
                    <a:pt x="384522" y="138530"/>
                  </a:lnTo>
                  <a:lnTo>
                    <a:pt x="487274" y="130866"/>
                  </a:lnTo>
                  <a:lnTo>
                    <a:pt x="581079" y="123869"/>
                  </a:lnTo>
                  <a:lnTo>
                    <a:pt x="667371" y="117433"/>
                  </a:lnTo>
                  <a:lnTo>
                    <a:pt x="747265" y="111474"/>
                  </a:lnTo>
                  <a:lnTo>
                    <a:pt x="821644" y="105926"/>
                  </a:lnTo>
                  <a:lnTo>
                    <a:pt x="891222" y="100736"/>
                  </a:lnTo>
                  <a:lnTo>
                    <a:pt x="956580" y="95861"/>
                  </a:lnTo>
                  <a:lnTo>
                    <a:pt x="1018201" y="91265"/>
                  </a:lnTo>
                  <a:lnTo>
                    <a:pt x="1076490" y="86917"/>
                  </a:lnTo>
                  <a:lnTo>
                    <a:pt x="1131788" y="82793"/>
                  </a:lnTo>
                  <a:lnTo>
                    <a:pt x="1184387" y="78869"/>
                  </a:lnTo>
                  <a:lnTo>
                    <a:pt x="1234539" y="75129"/>
                  </a:lnTo>
                  <a:lnTo>
                    <a:pt x="1282462" y="71554"/>
                  </a:lnTo>
                  <a:lnTo>
                    <a:pt x="1328344" y="68132"/>
                  </a:lnTo>
                  <a:lnTo>
                    <a:pt x="1372353" y="64849"/>
                  </a:lnTo>
                  <a:lnTo>
                    <a:pt x="1414636" y="61696"/>
                  </a:lnTo>
                  <a:lnTo>
                    <a:pt x="1455323" y="58661"/>
                  </a:lnTo>
                  <a:lnTo>
                    <a:pt x="1494530" y="55737"/>
                  </a:lnTo>
                  <a:lnTo>
                    <a:pt x="1532361" y="52915"/>
                  </a:lnTo>
                  <a:lnTo>
                    <a:pt x="1568910" y="50189"/>
                  </a:lnTo>
                  <a:lnTo>
                    <a:pt x="1604260" y="47552"/>
                  </a:lnTo>
                  <a:lnTo>
                    <a:pt x="1638487" y="44999"/>
                  </a:lnTo>
                  <a:lnTo>
                    <a:pt x="1671661" y="42525"/>
                  </a:lnTo>
                  <a:lnTo>
                    <a:pt x="1703845" y="40124"/>
                  </a:lnTo>
                  <a:lnTo>
                    <a:pt x="1735096" y="37793"/>
                  </a:lnTo>
                  <a:lnTo>
                    <a:pt x="1765466" y="35528"/>
                  </a:lnTo>
                  <a:lnTo>
                    <a:pt x="1795004" y="33325"/>
                  </a:lnTo>
                  <a:lnTo>
                    <a:pt x="1823755" y="31180"/>
                  </a:lnTo>
                  <a:lnTo>
                    <a:pt x="1851758" y="29092"/>
                  </a:lnTo>
                  <a:lnTo>
                    <a:pt x="1879053" y="27056"/>
                  </a:lnTo>
                  <a:lnTo>
                    <a:pt x="1905673" y="25070"/>
                  </a:lnTo>
                  <a:lnTo>
                    <a:pt x="1931652" y="23132"/>
                  </a:lnTo>
                  <a:lnTo>
                    <a:pt x="1957020" y="21240"/>
                  </a:lnTo>
                  <a:lnTo>
                    <a:pt x="1981805" y="19392"/>
                  </a:lnTo>
                  <a:lnTo>
                    <a:pt x="2006032" y="17585"/>
                  </a:lnTo>
                  <a:lnTo>
                    <a:pt x="2029727" y="15817"/>
                  </a:lnTo>
                  <a:lnTo>
                    <a:pt x="2052912" y="14088"/>
                  </a:lnTo>
                  <a:lnTo>
                    <a:pt x="2075609" y="12395"/>
                  </a:lnTo>
                  <a:lnTo>
                    <a:pt x="2097839" y="10737"/>
                  </a:lnTo>
                  <a:lnTo>
                    <a:pt x="2119619" y="9112"/>
                  </a:lnTo>
                  <a:lnTo>
                    <a:pt x="2140967" y="7520"/>
                  </a:lnTo>
                  <a:lnTo>
                    <a:pt x="2161902" y="5959"/>
                  </a:lnTo>
                  <a:lnTo>
                    <a:pt x="2182437" y="4427"/>
                  </a:lnTo>
                  <a:lnTo>
                    <a:pt x="2202589" y="2924"/>
                  </a:lnTo>
                  <a:lnTo>
                    <a:pt x="2222370" y="1448"/>
                  </a:lnTo>
                  <a:lnTo>
                    <a:pt x="2241796" y="0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3" name="pl92"/>
            <p:cNvSpPr/>
            <p:nvPr/>
          </p:nvSpPr>
          <p:spPr>
            <a:xfrm>
              <a:off x="1572091" y="2269564"/>
              <a:ext cx="2241796" cy="133295"/>
            </a:xfrm>
            <a:custGeom>
              <a:avLst/>
              <a:pathLst>
                <a:path w="2241796" h="133295">
                  <a:moveTo>
                    <a:pt x="0" y="133295"/>
                  </a:moveTo>
                  <a:lnTo>
                    <a:pt x="143956" y="124736"/>
                  </a:lnTo>
                  <a:lnTo>
                    <a:pt x="270936" y="117186"/>
                  </a:lnTo>
                  <a:lnTo>
                    <a:pt x="384522" y="110432"/>
                  </a:lnTo>
                  <a:lnTo>
                    <a:pt x="487274" y="104322"/>
                  </a:lnTo>
                  <a:lnTo>
                    <a:pt x="581079" y="98745"/>
                  </a:lnTo>
                  <a:lnTo>
                    <a:pt x="667371" y="93614"/>
                  </a:lnTo>
                  <a:lnTo>
                    <a:pt x="747265" y="88863"/>
                  </a:lnTo>
                  <a:lnTo>
                    <a:pt x="821644" y="84441"/>
                  </a:lnTo>
                  <a:lnTo>
                    <a:pt x="891222" y="80304"/>
                  </a:lnTo>
                  <a:lnTo>
                    <a:pt x="956580" y="76418"/>
                  </a:lnTo>
                  <a:lnTo>
                    <a:pt x="1018201" y="72754"/>
                  </a:lnTo>
                  <a:lnTo>
                    <a:pt x="1076490" y="69288"/>
                  </a:lnTo>
                  <a:lnTo>
                    <a:pt x="1131788" y="66000"/>
                  </a:lnTo>
                  <a:lnTo>
                    <a:pt x="1184387" y="62872"/>
                  </a:lnTo>
                  <a:lnTo>
                    <a:pt x="1234539" y="59890"/>
                  </a:lnTo>
                  <a:lnTo>
                    <a:pt x="1282462" y="57041"/>
                  </a:lnTo>
                  <a:lnTo>
                    <a:pt x="1328344" y="54313"/>
                  </a:lnTo>
                  <a:lnTo>
                    <a:pt x="1372353" y="51696"/>
                  </a:lnTo>
                  <a:lnTo>
                    <a:pt x="1414636" y="49182"/>
                  </a:lnTo>
                  <a:lnTo>
                    <a:pt x="1455323" y="46763"/>
                  </a:lnTo>
                  <a:lnTo>
                    <a:pt x="1494530" y="44431"/>
                  </a:lnTo>
                  <a:lnTo>
                    <a:pt x="1532361" y="42182"/>
                  </a:lnTo>
                  <a:lnTo>
                    <a:pt x="1568910" y="40009"/>
                  </a:lnTo>
                  <a:lnTo>
                    <a:pt x="1604260" y="37907"/>
                  </a:lnTo>
                  <a:lnTo>
                    <a:pt x="1638487" y="35872"/>
                  </a:lnTo>
                  <a:lnTo>
                    <a:pt x="1671661" y="33899"/>
                  </a:lnTo>
                  <a:lnTo>
                    <a:pt x="1703845" y="31986"/>
                  </a:lnTo>
                  <a:lnTo>
                    <a:pt x="1735096" y="30128"/>
                  </a:lnTo>
                  <a:lnTo>
                    <a:pt x="1765466" y="28322"/>
                  </a:lnTo>
                  <a:lnTo>
                    <a:pt x="1795004" y="26565"/>
                  </a:lnTo>
                  <a:lnTo>
                    <a:pt x="1823755" y="24856"/>
                  </a:lnTo>
                  <a:lnTo>
                    <a:pt x="1851758" y="23191"/>
                  </a:lnTo>
                  <a:lnTo>
                    <a:pt x="1879053" y="21568"/>
                  </a:lnTo>
                  <a:lnTo>
                    <a:pt x="1905673" y="19985"/>
                  </a:lnTo>
                  <a:lnTo>
                    <a:pt x="1931652" y="18440"/>
                  </a:lnTo>
                  <a:lnTo>
                    <a:pt x="1957020" y="16932"/>
                  </a:lnTo>
                  <a:lnTo>
                    <a:pt x="1981805" y="15458"/>
                  </a:lnTo>
                  <a:lnTo>
                    <a:pt x="2006032" y="14018"/>
                  </a:lnTo>
                  <a:lnTo>
                    <a:pt x="2029727" y="12609"/>
                  </a:lnTo>
                  <a:lnTo>
                    <a:pt x="2052912" y="11230"/>
                  </a:lnTo>
                  <a:lnTo>
                    <a:pt x="2075609" y="9881"/>
                  </a:lnTo>
                  <a:lnTo>
                    <a:pt x="2097839" y="8559"/>
                  </a:lnTo>
                  <a:lnTo>
                    <a:pt x="2119619" y="7264"/>
                  </a:lnTo>
                  <a:lnTo>
                    <a:pt x="2140967" y="5995"/>
                  </a:lnTo>
                  <a:lnTo>
                    <a:pt x="2161902" y="4750"/>
                  </a:lnTo>
                  <a:lnTo>
                    <a:pt x="2182437" y="3529"/>
                  </a:lnTo>
                  <a:lnTo>
                    <a:pt x="2202589" y="2331"/>
                  </a:lnTo>
                  <a:lnTo>
                    <a:pt x="2222370" y="1155"/>
                  </a:lnTo>
                  <a:lnTo>
                    <a:pt x="2241796" y="0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4" name="pl93"/>
            <p:cNvSpPr/>
            <p:nvPr/>
          </p:nvSpPr>
          <p:spPr>
            <a:xfrm>
              <a:off x="1572091" y="2119021"/>
              <a:ext cx="2241796" cy="70039"/>
            </a:xfrm>
            <a:custGeom>
              <a:avLst/>
              <a:pathLst>
                <a:path w="2241796" h="70039">
                  <a:moveTo>
                    <a:pt x="0" y="70039"/>
                  </a:moveTo>
                  <a:lnTo>
                    <a:pt x="143956" y="65541"/>
                  </a:lnTo>
                  <a:lnTo>
                    <a:pt x="270936" y="61574"/>
                  </a:lnTo>
                  <a:lnTo>
                    <a:pt x="384522" y="58025"/>
                  </a:lnTo>
                  <a:lnTo>
                    <a:pt x="487274" y="54815"/>
                  </a:lnTo>
                  <a:lnTo>
                    <a:pt x="581079" y="51884"/>
                  </a:lnTo>
                  <a:lnTo>
                    <a:pt x="667371" y="49188"/>
                  </a:lnTo>
                  <a:lnTo>
                    <a:pt x="747265" y="46692"/>
                  </a:lnTo>
                  <a:lnTo>
                    <a:pt x="821644" y="44369"/>
                  </a:lnTo>
                  <a:lnTo>
                    <a:pt x="891222" y="42195"/>
                  </a:lnTo>
                  <a:lnTo>
                    <a:pt x="956580" y="40153"/>
                  </a:lnTo>
                  <a:lnTo>
                    <a:pt x="1018201" y="38228"/>
                  </a:lnTo>
                  <a:lnTo>
                    <a:pt x="1076490" y="36407"/>
                  </a:lnTo>
                  <a:lnTo>
                    <a:pt x="1131788" y="34679"/>
                  </a:lnTo>
                  <a:lnTo>
                    <a:pt x="1184387" y="33036"/>
                  </a:lnTo>
                  <a:lnTo>
                    <a:pt x="1234539" y="31469"/>
                  </a:lnTo>
                  <a:lnTo>
                    <a:pt x="1282462" y="29971"/>
                  </a:lnTo>
                  <a:lnTo>
                    <a:pt x="1328344" y="28538"/>
                  </a:lnTo>
                  <a:lnTo>
                    <a:pt x="1372353" y="27163"/>
                  </a:lnTo>
                  <a:lnTo>
                    <a:pt x="1414636" y="25842"/>
                  </a:lnTo>
                  <a:lnTo>
                    <a:pt x="1455323" y="24571"/>
                  </a:lnTo>
                  <a:lnTo>
                    <a:pt x="1494530" y="23346"/>
                  </a:lnTo>
                  <a:lnTo>
                    <a:pt x="1532361" y="22164"/>
                  </a:lnTo>
                  <a:lnTo>
                    <a:pt x="1568910" y="21022"/>
                  </a:lnTo>
                  <a:lnTo>
                    <a:pt x="1604260" y="19918"/>
                  </a:lnTo>
                  <a:lnTo>
                    <a:pt x="1638487" y="18848"/>
                  </a:lnTo>
                  <a:lnTo>
                    <a:pt x="1671661" y="17812"/>
                  </a:lnTo>
                  <a:lnTo>
                    <a:pt x="1703845" y="16806"/>
                  </a:lnTo>
                  <a:lnTo>
                    <a:pt x="1735096" y="15830"/>
                  </a:lnTo>
                  <a:lnTo>
                    <a:pt x="1765466" y="14881"/>
                  </a:lnTo>
                  <a:lnTo>
                    <a:pt x="1795004" y="13958"/>
                  </a:lnTo>
                  <a:lnTo>
                    <a:pt x="1823755" y="13060"/>
                  </a:lnTo>
                  <a:lnTo>
                    <a:pt x="1851758" y="12185"/>
                  </a:lnTo>
                  <a:lnTo>
                    <a:pt x="1879053" y="11332"/>
                  </a:lnTo>
                  <a:lnTo>
                    <a:pt x="1905673" y="10501"/>
                  </a:lnTo>
                  <a:lnTo>
                    <a:pt x="1931652" y="9689"/>
                  </a:lnTo>
                  <a:lnTo>
                    <a:pt x="1957020" y="8897"/>
                  </a:lnTo>
                  <a:lnTo>
                    <a:pt x="1981805" y="8122"/>
                  </a:lnTo>
                  <a:lnTo>
                    <a:pt x="2006032" y="7365"/>
                  </a:lnTo>
                  <a:lnTo>
                    <a:pt x="2029727" y="6625"/>
                  </a:lnTo>
                  <a:lnTo>
                    <a:pt x="2052912" y="5901"/>
                  </a:lnTo>
                  <a:lnTo>
                    <a:pt x="2075609" y="5192"/>
                  </a:lnTo>
                  <a:lnTo>
                    <a:pt x="2097839" y="4497"/>
                  </a:lnTo>
                  <a:lnTo>
                    <a:pt x="2119619" y="3817"/>
                  </a:lnTo>
                  <a:lnTo>
                    <a:pt x="2140967" y="3150"/>
                  </a:lnTo>
                  <a:lnTo>
                    <a:pt x="2161902" y="2496"/>
                  </a:lnTo>
                  <a:lnTo>
                    <a:pt x="2182437" y="1854"/>
                  </a:lnTo>
                  <a:lnTo>
                    <a:pt x="2202589" y="1224"/>
                  </a:lnTo>
                  <a:lnTo>
                    <a:pt x="2222370" y="606"/>
                  </a:lnTo>
                  <a:lnTo>
                    <a:pt x="2241796" y="0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5" name="rc94"/>
            <p:cNvSpPr/>
            <p:nvPr/>
          </p:nvSpPr>
          <p:spPr>
            <a:xfrm>
              <a:off x="1404926" y="1287054"/>
              <a:ext cx="2575919" cy="120667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96" name="pl95"/>
            <p:cNvSpPr/>
            <p:nvPr/>
          </p:nvSpPr>
          <p:spPr>
            <a:xfrm>
              <a:off x="1404926" y="1287054"/>
              <a:ext cx="0" cy="1206674"/>
            </a:xfrm>
            <a:custGeom>
              <a:avLst/>
              <a:pathLst>
                <a:path w="0" h="1206674">
                  <a:moveTo>
                    <a:pt x="0" y="1206674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tx96"/>
            <p:cNvSpPr/>
            <p:nvPr/>
          </p:nvSpPr>
          <p:spPr>
            <a:xfrm rot="-5400000">
              <a:off x="1235360" y="2233951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2.5</a:t>
              </a:r>
            </a:p>
          </p:txBody>
        </p:sp>
        <p:sp>
          <p:nvSpPr>
            <p:cNvPr id="98" name="tx97"/>
            <p:cNvSpPr/>
            <p:nvPr/>
          </p:nvSpPr>
          <p:spPr>
            <a:xfrm rot="-5400000">
              <a:off x="1235360" y="1906229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5.0</a:t>
              </a:r>
            </a:p>
          </p:txBody>
        </p:sp>
        <p:sp>
          <p:nvSpPr>
            <p:cNvPr id="99" name="tx98"/>
            <p:cNvSpPr/>
            <p:nvPr/>
          </p:nvSpPr>
          <p:spPr>
            <a:xfrm rot="-5400000">
              <a:off x="1235360" y="1578507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7.5</a:t>
              </a:r>
            </a:p>
          </p:txBody>
        </p:sp>
        <p:sp>
          <p:nvSpPr>
            <p:cNvPr id="100" name="tx99"/>
            <p:cNvSpPr/>
            <p:nvPr/>
          </p:nvSpPr>
          <p:spPr>
            <a:xfrm rot="-5400000">
              <a:off x="1207105" y="1250784"/>
              <a:ext cx="19778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10.0</a:t>
              </a:r>
            </a:p>
          </p:txBody>
        </p:sp>
        <p:sp>
          <p:nvSpPr>
            <p:cNvPr id="101" name="pl100"/>
            <p:cNvSpPr/>
            <p:nvPr/>
          </p:nvSpPr>
          <p:spPr>
            <a:xfrm>
              <a:off x="1376458" y="2270390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l101"/>
            <p:cNvSpPr/>
            <p:nvPr/>
          </p:nvSpPr>
          <p:spPr>
            <a:xfrm>
              <a:off x="1376458" y="1942668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l102"/>
            <p:cNvSpPr/>
            <p:nvPr/>
          </p:nvSpPr>
          <p:spPr>
            <a:xfrm>
              <a:off x="1376458" y="1614946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l103"/>
            <p:cNvSpPr/>
            <p:nvPr/>
          </p:nvSpPr>
          <p:spPr>
            <a:xfrm>
              <a:off x="1376458" y="1287223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l104"/>
            <p:cNvSpPr/>
            <p:nvPr/>
          </p:nvSpPr>
          <p:spPr>
            <a:xfrm>
              <a:off x="1404926" y="2493729"/>
              <a:ext cx="2575919" cy="0"/>
            </a:xfrm>
            <a:custGeom>
              <a:avLst/>
              <a:pathLst>
                <a:path w="2575919" h="0">
                  <a:moveTo>
                    <a:pt x="0" y="0"/>
                  </a:moveTo>
                  <a:lnTo>
                    <a:pt x="2575919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l105"/>
            <p:cNvSpPr/>
            <p:nvPr/>
          </p:nvSpPr>
          <p:spPr>
            <a:xfrm>
              <a:off x="1572091" y="2493729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l106"/>
            <p:cNvSpPr/>
            <p:nvPr/>
          </p:nvSpPr>
          <p:spPr>
            <a:xfrm>
              <a:off x="2319356" y="2493729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l107"/>
            <p:cNvSpPr/>
            <p:nvPr/>
          </p:nvSpPr>
          <p:spPr>
            <a:xfrm>
              <a:off x="3066621" y="2493729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l108"/>
            <p:cNvSpPr/>
            <p:nvPr/>
          </p:nvSpPr>
          <p:spPr>
            <a:xfrm>
              <a:off x="3813887" y="2493729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tx109"/>
            <p:cNvSpPr/>
            <p:nvPr/>
          </p:nvSpPr>
          <p:spPr>
            <a:xfrm rot="-5400000">
              <a:off x="1029178" y="1844809"/>
              <a:ext cx="197510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ITV</a:t>
              </a:r>
            </a:p>
          </p:txBody>
        </p:sp>
        <p:sp>
          <p:nvSpPr>
            <p:cNvPr id="111" name="tx110"/>
            <p:cNvSpPr/>
            <p:nvPr/>
          </p:nvSpPr>
          <p:spPr>
            <a:xfrm>
              <a:off x="1404926" y="1110514"/>
              <a:ext cx="1015989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(a) Aboveground</a:t>
              </a:r>
            </a:p>
          </p:txBody>
        </p:sp>
        <p:sp>
          <p:nvSpPr>
            <p:cNvPr id="112" name="rc111"/>
            <p:cNvSpPr/>
            <p:nvPr/>
          </p:nvSpPr>
          <p:spPr>
            <a:xfrm>
              <a:off x="4262365" y="1287054"/>
              <a:ext cx="2575919" cy="120667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3" name="pt112"/>
            <p:cNvSpPr/>
            <p:nvPr/>
          </p:nvSpPr>
          <p:spPr>
            <a:xfrm>
              <a:off x="4360263" y="2159748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14" name="pt113"/>
            <p:cNvSpPr/>
            <p:nvPr/>
          </p:nvSpPr>
          <p:spPr>
            <a:xfrm>
              <a:off x="4426757" y="1498359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15" name="pt114"/>
            <p:cNvSpPr/>
            <p:nvPr/>
          </p:nvSpPr>
          <p:spPr>
            <a:xfrm>
              <a:off x="4422306" y="2153577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16" name="pt115"/>
            <p:cNvSpPr/>
            <p:nvPr/>
          </p:nvSpPr>
          <p:spPr>
            <a:xfrm>
              <a:off x="4351380" y="2075823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17" name="pt116"/>
            <p:cNvSpPr/>
            <p:nvPr/>
          </p:nvSpPr>
          <p:spPr>
            <a:xfrm>
              <a:off x="4396165" y="2218895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18" name="pt117"/>
            <p:cNvSpPr/>
            <p:nvPr/>
          </p:nvSpPr>
          <p:spPr>
            <a:xfrm>
              <a:off x="4431385" y="1698326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19" name="pt118"/>
            <p:cNvSpPr/>
            <p:nvPr/>
          </p:nvSpPr>
          <p:spPr>
            <a:xfrm>
              <a:off x="4427237" y="1361079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0" name="pt119"/>
            <p:cNvSpPr/>
            <p:nvPr/>
          </p:nvSpPr>
          <p:spPr>
            <a:xfrm>
              <a:off x="4424774" y="1971821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1" name="pt120"/>
            <p:cNvSpPr/>
            <p:nvPr/>
          </p:nvSpPr>
          <p:spPr>
            <a:xfrm>
              <a:off x="4422773" y="2379948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2" name="pt121"/>
            <p:cNvSpPr/>
            <p:nvPr/>
          </p:nvSpPr>
          <p:spPr>
            <a:xfrm>
              <a:off x="4420799" y="1940897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3" name="pt122"/>
            <p:cNvSpPr/>
            <p:nvPr/>
          </p:nvSpPr>
          <p:spPr>
            <a:xfrm>
              <a:off x="5138570" y="2396265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4" name="pt123"/>
            <p:cNvSpPr/>
            <p:nvPr/>
          </p:nvSpPr>
          <p:spPr>
            <a:xfrm>
              <a:off x="5130833" y="1698723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5" name="pt124"/>
            <p:cNvSpPr/>
            <p:nvPr/>
          </p:nvSpPr>
          <p:spPr>
            <a:xfrm>
              <a:off x="5125893" y="2087447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6" name="pt125"/>
            <p:cNvSpPr/>
            <p:nvPr/>
          </p:nvSpPr>
          <p:spPr>
            <a:xfrm>
              <a:off x="5102747" y="2410807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7" name="pt126"/>
            <p:cNvSpPr/>
            <p:nvPr/>
          </p:nvSpPr>
          <p:spPr>
            <a:xfrm>
              <a:off x="5162741" y="1841153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8" name="pt127"/>
            <p:cNvSpPr/>
            <p:nvPr/>
          </p:nvSpPr>
          <p:spPr>
            <a:xfrm>
              <a:off x="5165296" y="1313830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9" name="pt128"/>
            <p:cNvSpPr/>
            <p:nvPr/>
          </p:nvSpPr>
          <p:spPr>
            <a:xfrm>
              <a:off x="5099232" y="2385239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0" name="pt129"/>
            <p:cNvSpPr/>
            <p:nvPr/>
          </p:nvSpPr>
          <p:spPr>
            <a:xfrm>
              <a:off x="5150783" y="2340089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1" name="pt130"/>
            <p:cNvSpPr/>
            <p:nvPr/>
          </p:nvSpPr>
          <p:spPr>
            <a:xfrm>
              <a:off x="5109914" y="2105773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2" name="pt131"/>
            <p:cNvSpPr/>
            <p:nvPr/>
          </p:nvSpPr>
          <p:spPr>
            <a:xfrm>
              <a:off x="5128790" y="2390393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3" name="pt132"/>
            <p:cNvSpPr/>
            <p:nvPr/>
          </p:nvSpPr>
          <p:spPr>
            <a:xfrm>
              <a:off x="5151983" y="2230061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4" name="pt133"/>
            <p:cNvSpPr/>
            <p:nvPr/>
          </p:nvSpPr>
          <p:spPr>
            <a:xfrm>
              <a:off x="5152112" y="2387749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5" name="pt134"/>
            <p:cNvSpPr/>
            <p:nvPr/>
          </p:nvSpPr>
          <p:spPr>
            <a:xfrm>
              <a:off x="5195104" y="2017526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6" name="pt135"/>
            <p:cNvSpPr/>
            <p:nvPr/>
          </p:nvSpPr>
          <p:spPr>
            <a:xfrm>
              <a:off x="5189330" y="1914825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7" name="pt136"/>
            <p:cNvSpPr/>
            <p:nvPr/>
          </p:nvSpPr>
          <p:spPr>
            <a:xfrm>
              <a:off x="5130757" y="1960680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8" name="pt137"/>
            <p:cNvSpPr/>
            <p:nvPr/>
          </p:nvSpPr>
          <p:spPr>
            <a:xfrm>
              <a:off x="5124306" y="1810082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9" name="pt138"/>
            <p:cNvSpPr/>
            <p:nvPr/>
          </p:nvSpPr>
          <p:spPr>
            <a:xfrm>
              <a:off x="5185440" y="2205062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0" name="pt139"/>
            <p:cNvSpPr/>
            <p:nvPr/>
          </p:nvSpPr>
          <p:spPr>
            <a:xfrm>
              <a:off x="5169146" y="2382503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1" name="pt140"/>
            <p:cNvSpPr/>
            <p:nvPr/>
          </p:nvSpPr>
          <p:spPr>
            <a:xfrm>
              <a:off x="5837607" y="2188481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2" name="pt141"/>
            <p:cNvSpPr/>
            <p:nvPr/>
          </p:nvSpPr>
          <p:spPr>
            <a:xfrm>
              <a:off x="5911109" y="2260769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3" name="pt142"/>
            <p:cNvSpPr/>
            <p:nvPr/>
          </p:nvSpPr>
          <p:spPr>
            <a:xfrm>
              <a:off x="5896033" y="2338844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4" name="pt143"/>
            <p:cNvSpPr/>
            <p:nvPr/>
          </p:nvSpPr>
          <p:spPr>
            <a:xfrm>
              <a:off x="5884288" y="2152555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5" name="pt144"/>
            <p:cNvSpPr/>
            <p:nvPr/>
          </p:nvSpPr>
          <p:spPr>
            <a:xfrm>
              <a:off x="5897535" y="1749026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6" name="pt145"/>
            <p:cNvSpPr/>
            <p:nvPr/>
          </p:nvSpPr>
          <p:spPr>
            <a:xfrm>
              <a:off x="5845644" y="1479571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7" name="pt146"/>
            <p:cNvSpPr/>
            <p:nvPr/>
          </p:nvSpPr>
          <p:spPr>
            <a:xfrm>
              <a:off x="5905742" y="1661515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8" name="pt147"/>
            <p:cNvSpPr/>
            <p:nvPr/>
          </p:nvSpPr>
          <p:spPr>
            <a:xfrm>
              <a:off x="5863491" y="2212725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9" name="pt148"/>
            <p:cNvSpPr/>
            <p:nvPr/>
          </p:nvSpPr>
          <p:spPr>
            <a:xfrm>
              <a:off x="5926683" y="2167700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0" name="pt149"/>
            <p:cNvSpPr/>
            <p:nvPr/>
          </p:nvSpPr>
          <p:spPr>
            <a:xfrm>
              <a:off x="5894798" y="1719549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1" name="pt150"/>
            <p:cNvSpPr/>
            <p:nvPr/>
          </p:nvSpPr>
          <p:spPr>
            <a:xfrm>
              <a:off x="5911349" y="1879637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2" name="pt151"/>
            <p:cNvSpPr/>
            <p:nvPr/>
          </p:nvSpPr>
          <p:spPr>
            <a:xfrm>
              <a:off x="5850498" y="2319302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3" name="pt152"/>
            <p:cNvSpPr/>
            <p:nvPr/>
          </p:nvSpPr>
          <p:spPr>
            <a:xfrm>
              <a:off x="5892988" y="1680285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4" name="pt153"/>
            <p:cNvSpPr/>
            <p:nvPr/>
          </p:nvSpPr>
          <p:spPr>
            <a:xfrm>
              <a:off x="5866327" y="1832589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5" name="pt154"/>
            <p:cNvSpPr/>
            <p:nvPr/>
          </p:nvSpPr>
          <p:spPr>
            <a:xfrm>
              <a:off x="5859652" y="1981404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6" name="pt155"/>
            <p:cNvSpPr/>
            <p:nvPr/>
          </p:nvSpPr>
          <p:spPr>
            <a:xfrm>
              <a:off x="5867333" y="2296863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7" name="pt156"/>
            <p:cNvSpPr/>
            <p:nvPr/>
          </p:nvSpPr>
          <p:spPr>
            <a:xfrm>
              <a:off x="5863357" y="1974600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8" name="pt157"/>
            <p:cNvSpPr/>
            <p:nvPr/>
          </p:nvSpPr>
          <p:spPr>
            <a:xfrm>
              <a:off x="5871833" y="2275491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9" name="pt158"/>
            <p:cNvSpPr/>
            <p:nvPr/>
          </p:nvSpPr>
          <p:spPr>
            <a:xfrm>
              <a:off x="5861360" y="1816759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0" name="pt159"/>
            <p:cNvSpPr/>
            <p:nvPr/>
          </p:nvSpPr>
          <p:spPr>
            <a:xfrm>
              <a:off x="5888866" y="1985679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1" name="pt160"/>
            <p:cNvSpPr/>
            <p:nvPr/>
          </p:nvSpPr>
          <p:spPr>
            <a:xfrm>
              <a:off x="6682847" y="2071344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2" name="pt161"/>
            <p:cNvSpPr/>
            <p:nvPr/>
          </p:nvSpPr>
          <p:spPr>
            <a:xfrm>
              <a:off x="6624134" y="2185109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3" name="pt162"/>
            <p:cNvSpPr/>
            <p:nvPr/>
          </p:nvSpPr>
          <p:spPr>
            <a:xfrm>
              <a:off x="6678367" y="2229426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4" name="pt163"/>
            <p:cNvSpPr/>
            <p:nvPr/>
          </p:nvSpPr>
          <p:spPr>
            <a:xfrm>
              <a:off x="6633933" y="2057489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5" name="pt164"/>
            <p:cNvSpPr/>
            <p:nvPr/>
          </p:nvSpPr>
          <p:spPr>
            <a:xfrm>
              <a:off x="6643247" y="1962828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6" name="pt165"/>
            <p:cNvSpPr/>
            <p:nvPr/>
          </p:nvSpPr>
          <p:spPr>
            <a:xfrm>
              <a:off x="6672886" y="2003691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7" name="pt166"/>
            <p:cNvSpPr/>
            <p:nvPr/>
          </p:nvSpPr>
          <p:spPr>
            <a:xfrm>
              <a:off x="6674713" y="2183811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8" name="pt167"/>
            <p:cNvSpPr/>
            <p:nvPr/>
          </p:nvSpPr>
          <p:spPr>
            <a:xfrm>
              <a:off x="6633606" y="2022519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9" name="pt168"/>
            <p:cNvSpPr/>
            <p:nvPr/>
          </p:nvSpPr>
          <p:spPr>
            <a:xfrm>
              <a:off x="6622290" y="2212290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0" name="pt169"/>
            <p:cNvSpPr/>
            <p:nvPr/>
          </p:nvSpPr>
          <p:spPr>
            <a:xfrm>
              <a:off x="6675600" y="2122064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1" name="pt170"/>
            <p:cNvSpPr/>
            <p:nvPr/>
          </p:nvSpPr>
          <p:spPr>
            <a:xfrm>
              <a:off x="6631150" y="1990098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2" name="pt171"/>
            <p:cNvSpPr/>
            <p:nvPr/>
          </p:nvSpPr>
          <p:spPr>
            <a:xfrm>
              <a:off x="6644047" y="1744006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3" name="pt172"/>
            <p:cNvSpPr/>
            <p:nvPr/>
          </p:nvSpPr>
          <p:spPr>
            <a:xfrm>
              <a:off x="6610674" y="2202426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4" name="pt173"/>
            <p:cNvSpPr/>
            <p:nvPr/>
          </p:nvSpPr>
          <p:spPr>
            <a:xfrm>
              <a:off x="6655161" y="2364790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5" name="pt174"/>
            <p:cNvSpPr/>
            <p:nvPr/>
          </p:nvSpPr>
          <p:spPr>
            <a:xfrm>
              <a:off x="6688959" y="2253209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6" name="pt175"/>
            <p:cNvSpPr/>
            <p:nvPr/>
          </p:nvSpPr>
          <p:spPr>
            <a:xfrm>
              <a:off x="6604162" y="2077610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7" name="pt176"/>
            <p:cNvSpPr/>
            <p:nvPr/>
          </p:nvSpPr>
          <p:spPr>
            <a:xfrm>
              <a:off x="6661460" y="2178773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8" name="pt177"/>
            <p:cNvSpPr/>
            <p:nvPr/>
          </p:nvSpPr>
          <p:spPr>
            <a:xfrm>
              <a:off x="6679917" y="2058469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9" name="pt178"/>
            <p:cNvSpPr/>
            <p:nvPr/>
          </p:nvSpPr>
          <p:spPr>
            <a:xfrm>
              <a:off x="6672813" y="2040108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0" name="pt179"/>
            <p:cNvSpPr/>
            <p:nvPr/>
          </p:nvSpPr>
          <p:spPr>
            <a:xfrm>
              <a:off x="6686406" y="1904672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1" name="pt180"/>
            <p:cNvSpPr/>
            <p:nvPr/>
          </p:nvSpPr>
          <p:spPr>
            <a:xfrm>
              <a:off x="6590673" y="1939540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2" name="pt181"/>
            <p:cNvSpPr/>
            <p:nvPr/>
          </p:nvSpPr>
          <p:spPr>
            <a:xfrm>
              <a:off x="6669709" y="1992883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3" name="pt182"/>
            <p:cNvSpPr/>
            <p:nvPr/>
          </p:nvSpPr>
          <p:spPr>
            <a:xfrm>
              <a:off x="6657224" y="2283072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4" name="pt183"/>
            <p:cNvSpPr/>
            <p:nvPr/>
          </p:nvSpPr>
          <p:spPr>
            <a:xfrm>
              <a:off x="6693125" y="2052176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5" name="pl184"/>
            <p:cNvSpPr/>
            <p:nvPr/>
          </p:nvSpPr>
          <p:spPr>
            <a:xfrm>
              <a:off x="4419604" y="2006890"/>
              <a:ext cx="2248741" cy="113217"/>
            </a:xfrm>
            <a:custGeom>
              <a:avLst/>
              <a:pathLst>
                <a:path w="2248741" h="113217">
                  <a:moveTo>
                    <a:pt x="0" y="0"/>
                  </a:moveTo>
                  <a:lnTo>
                    <a:pt x="144402" y="7270"/>
                  </a:lnTo>
                  <a:lnTo>
                    <a:pt x="271775" y="13683"/>
                  </a:lnTo>
                  <a:lnTo>
                    <a:pt x="385713" y="19419"/>
                  </a:lnTo>
                  <a:lnTo>
                    <a:pt x="488783" y="24608"/>
                  </a:lnTo>
                  <a:lnTo>
                    <a:pt x="582879" y="29346"/>
                  </a:lnTo>
                  <a:lnTo>
                    <a:pt x="669438" y="33704"/>
                  </a:lnTo>
                  <a:lnTo>
                    <a:pt x="749580" y="37739"/>
                  </a:lnTo>
                  <a:lnTo>
                    <a:pt x="824190" y="41495"/>
                  </a:lnTo>
                  <a:lnTo>
                    <a:pt x="893983" y="45009"/>
                  </a:lnTo>
                  <a:lnTo>
                    <a:pt x="959543" y="48310"/>
                  </a:lnTo>
                  <a:lnTo>
                    <a:pt x="1021355" y="51422"/>
                  </a:lnTo>
                  <a:lnTo>
                    <a:pt x="1079824" y="54365"/>
                  </a:lnTo>
                  <a:lnTo>
                    <a:pt x="1135294" y="57158"/>
                  </a:lnTo>
                  <a:lnTo>
                    <a:pt x="1188056" y="59814"/>
                  </a:lnTo>
                  <a:lnTo>
                    <a:pt x="1238364" y="62347"/>
                  </a:lnTo>
                  <a:lnTo>
                    <a:pt x="1286435" y="64767"/>
                  </a:lnTo>
                  <a:lnTo>
                    <a:pt x="1332459" y="67085"/>
                  </a:lnTo>
                  <a:lnTo>
                    <a:pt x="1376605" y="69307"/>
                  </a:lnTo>
                  <a:lnTo>
                    <a:pt x="1419019" y="71443"/>
                  </a:lnTo>
                  <a:lnTo>
                    <a:pt x="1459832" y="73497"/>
                  </a:lnTo>
                  <a:lnTo>
                    <a:pt x="1499160" y="75478"/>
                  </a:lnTo>
                  <a:lnTo>
                    <a:pt x="1537109" y="77388"/>
                  </a:lnTo>
                  <a:lnTo>
                    <a:pt x="1573770" y="79234"/>
                  </a:lnTo>
                  <a:lnTo>
                    <a:pt x="1609230" y="81019"/>
                  </a:lnTo>
                  <a:lnTo>
                    <a:pt x="1643563" y="82748"/>
                  </a:lnTo>
                  <a:lnTo>
                    <a:pt x="1676840" y="84423"/>
                  </a:lnTo>
                  <a:lnTo>
                    <a:pt x="1709124" y="86049"/>
                  </a:lnTo>
                  <a:lnTo>
                    <a:pt x="1740471" y="87627"/>
                  </a:lnTo>
                  <a:lnTo>
                    <a:pt x="1770936" y="89161"/>
                  </a:lnTo>
                  <a:lnTo>
                    <a:pt x="1800565" y="90652"/>
                  </a:lnTo>
                  <a:lnTo>
                    <a:pt x="1829405" y="92104"/>
                  </a:lnTo>
                  <a:lnTo>
                    <a:pt x="1857495" y="93519"/>
                  </a:lnTo>
                  <a:lnTo>
                    <a:pt x="1884874" y="94897"/>
                  </a:lnTo>
                  <a:lnTo>
                    <a:pt x="1911577" y="96241"/>
                  </a:lnTo>
                  <a:lnTo>
                    <a:pt x="1937637" y="97553"/>
                  </a:lnTo>
                  <a:lnTo>
                    <a:pt x="1963083" y="98835"/>
                  </a:lnTo>
                  <a:lnTo>
                    <a:pt x="1987944" y="100086"/>
                  </a:lnTo>
                  <a:lnTo>
                    <a:pt x="2012247" y="101310"/>
                  </a:lnTo>
                  <a:lnTo>
                    <a:pt x="2036015" y="102506"/>
                  </a:lnTo>
                  <a:lnTo>
                    <a:pt x="2059272" y="103677"/>
                  </a:lnTo>
                  <a:lnTo>
                    <a:pt x="2082040" y="104824"/>
                  </a:lnTo>
                  <a:lnTo>
                    <a:pt x="2104338" y="105946"/>
                  </a:lnTo>
                  <a:lnTo>
                    <a:pt x="2126185" y="107046"/>
                  </a:lnTo>
                  <a:lnTo>
                    <a:pt x="2147600" y="108124"/>
                  </a:lnTo>
                  <a:lnTo>
                    <a:pt x="2168599" y="109182"/>
                  </a:lnTo>
                  <a:lnTo>
                    <a:pt x="2189198" y="110219"/>
                  </a:lnTo>
                  <a:lnTo>
                    <a:pt x="2209412" y="111236"/>
                  </a:lnTo>
                  <a:lnTo>
                    <a:pt x="2229255" y="112236"/>
                  </a:lnTo>
                  <a:lnTo>
                    <a:pt x="2248741" y="113217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86" name="pl185"/>
            <p:cNvSpPr/>
            <p:nvPr/>
          </p:nvSpPr>
          <p:spPr>
            <a:xfrm>
              <a:off x="4419604" y="1553298"/>
              <a:ext cx="2248741" cy="512033"/>
            </a:xfrm>
            <a:custGeom>
              <a:avLst/>
              <a:pathLst>
                <a:path w="2248741" h="512033">
                  <a:moveTo>
                    <a:pt x="0" y="0"/>
                  </a:moveTo>
                  <a:lnTo>
                    <a:pt x="144402" y="32880"/>
                  </a:lnTo>
                  <a:lnTo>
                    <a:pt x="271775" y="61882"/>
                  </a:lnTo>
                  <a:lnTo>
                    <a:pt x="385713" y="87826"/>
                  </a:lnTo>
                  <a:lnTo>
                    <a:pt x="488783" y="111294"/>
                  </a:lnTo>
                  <a:lnTo>
                    <a:pt x="582879" y="132720"/>
                  </a:lnTo>
                  <a:lnTo>
                    <a:pt x="669438" y="152429"/>
                  </a:lnTo>
                  <a:lnTo>
                    <a:pt x="749580" y="170677"/>
                  </a:lnTo>
                  <a:lnTo>
                    <a:pt x="824190" y="187666"/>
                  </a:lnTo>
                  <a:lnTo>
                    <a:pt x="893983" y="203557"/>
                  </a:lnTo>
                  <a:lnTo>
                    <a:pt x="959543" y="218485"/>
                  </a:lnTo>
                  <a:lnTo>
                    <a:pt x="1021355" y="232560"/>
                  </a:lnTo>
                  <a:lnTo>
                    <a:pt x="1079824" y="245873"/>
                  </a:lnTo>
                  <a:lnTo>
                    <a:pt x="1135294" y="258503"/>
                  </a:lnTo>
                  <a:lnTo>
                    <a:pt x="1188056" y="270517"/>
                  </a:lnTo>
                  <a:lnTo>
                    <a:pt x="1238364" y="281972"/>
                  </a:lnTo>
                  <a:lnTo>
                    <a:pt x="1286435" y="292918"/>
                  </a:lnTo>
                  <a:lnTo>
                    <a:pt x="1332459" y="303397"/>
                  </a:lnTo>
                  <a:lnTo>
                    <a:pt x="1376605" y="313449"/>
                  </a:lnTo>
                  <a:lnTo>
                    <a:pt x="1419019" y="323107"/>
                  </a:lnTo>
                  <a:lnTo>
                    <a:pt x="1459832" y="332400"/>
                  </a:lnTo>
                  <a:lnTo>
                    <a:pt x="1499160" y="341355"/>
                  </a:lnTo>
                  <a:lnTo>
                    <a:pt x="1537109" y="349996"/>
                  </a:lnTo>
                  <a:lnTo>
                    <a:pt x="1573770" y="358343"/>
                  </a:lnTo>
                  <a:lnTo>
                    <a:pt x="1609230" y="366417"/>
                  </a:lnTo>
                  <a:lnTo>
                    <a:pt x="1643563" y="374235"/>
                  </a:lnTo>
                  <a:lnTo>
                    <a:pt x="1676840" y="381812"/>
                  </a:lnTo>
                  <a:lnTo>
                    <a:pt x="1709124" y="389163"/>
                  </a:lnTo>
                  <a:lnTo>
                    <a:pt x="1740471" y="396301"/>
                  </a:lnTo>
                  <a:lnTo>
                    <a:pt x="1770936" y="403237"/>
                  </a:lnTo>
                  <a:lnTo>
                    <a:pt x="1800565" y="409984"/>
                  </a:lnTo>
                  <a:lnTo>
                    <a:pt x="1829405" y="416551"/>
                  </a:lnTo>
                  <a:lnTo>
                    <a:pt x="1857495" y="422947"/>
                  </a:lnTo>
                  <a:lnTo>
                    <a:pt x="1884874" y="429181"/>
                  </a:lnTo>
                  <a:lnTo>
                    <a:pt x="1911577" y="435261"/>
                  </a:lnTo>
                  <a:lnTo>
                    <a:pt x="1937637" y="441195"/>
                  </a:lnTo>
                  <a:lnTo>
                    <a:pt x="1963083" y="446989"/>
                  </a:lnTo>
                  <a:lnTo>
                    <a:pt x="1987944" y="452650"/>
                  </a:lnTo>
                  <a:lnTo>
                    <a:pt x="2012247" y="458183"/>
                  </a:lnTo>
                  <a:lnTo>
                    <a:pt x="2036015" y="463595"/>
                  </a:lnTo>
                  <a:lnTo>
                    <a:pt x="2059272" y="468891"/>
                  </a:lnTo>
                  <a:lnTo>
                    <a:pt x="2082040" y="474075"/>
                  </a:lnTo>
                  <a:lnTo>
                    <a:pt x="2104338" y="479152"/>
                  </a:lnTo>
                  <a:lnTo>
                    <a:pt x="2126185" y="484127"/>
                  </a:lnTo>
                  <a:lnTo>
                    <a:pt x="2147600" y="489003"/>
                  </a:lnTo>
                  <a:lnTo>
                    <a:pt x="2168599" y="493785"/>
                  </a:lnTo>
                  <a:lnTo>
                    <a:pt x="2189198" y="498475"/>
                  </a:lnTo>
                  <a:lnTo>
                    <a:pt x="2209412" y="503078"/>
                  </a:lnTo>
                  <a:lnTo>
                    <a:pt x="2229255" y="507596"/>
                  </a:lnTo>
                  <a:lnTo>
                    <a:pt x="2248741" y="512033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87" name="pl186"/>
            <p:cNvSpPr/>
            <p:nvPr/>
          </p:nvSpPr>
          <p:spPr>
            <a:xfrm>
              <a:off x="4419604" y="2178249"/>
              <a:ext cx="2248741" cy="72625"/>
            </a:xfrm>
            <a:custGeom>
              <a:avLst/>
              <a:pathLst>
                <a:path w="2248741" h="72625">
                  <a:moveTo>
                    <a:pt x="0" y="0"/>
                  </a:moveTo>
                  <a:lnTo>
                    <a:pt x="144402" y="4663"/>
                  </a:lnTo>
                  <a:lnTo>
                    <a:pt x="271775" y="8777"/>
                  </a:lnTo>
                  <a:lnTo>
                    <a:pt x="385713" y="12456"/>
                  </a:lnTo>
                  <a:lnTo>
                    <a:pt x="488783" y="15785"/>
                  </a:lnTo>
                  <a:lnTo>
                    <a:pt x="582879" y="18824"/>
                  </a:lnTo>
                  <a:lnTo>
                    <a:pt x="669438" y="21620"/>
                  </a:lnTo>
                  <a:lnTo>
                    <a:pt x="749580" y="24208"/>
                  </a:lnTo>
                  <a:lnTo>
                    <a:pt x="824190" y="26617"/>
                  </a:lnTo>
                  <a:lnTo>
                    <a:pt x="893983" y="28872"/>
                  </a:lnTo>
                  <a:lnTo>
                    <a:pt x="959543" y="30989"/>
                  </a:lnTo>
                  <a:lnTo>
                    <a:pt x="1021355" y="32985"/>
                  </a:lnTo>
                  <a:lnTo>
                    <a:pt x="1079824" y="34873"/>
                  </a:lnTo>
                  <a:lnTo>
                    <a:pt x="1135294" y="36665"/>
                  </a:lnTo>
                  <a:lnTo>
                    <a:pt x="1188056" y="38369"/>
                  </a:lnTo>
                  <a:lnTo>
                    <a:pt x="1238364" y="39994"/>
                  </a:lnTo>
                  <a:lnTo>
                    <a:pt x="1286435" y="41546"/>
                  </a:lnTo>
                  <a:lnTo>
                    <a:pt x="1332459" y="43032"/>
                  </a:lnTo>
                  <a:lnTo>
                    <a:pt x="1376605" y="44458"/>
                  </a:lnTo>
                  <a:lnTo>
                    <a:pt x="1419019" y="45828"/>
                  </a:lnTo>
                  <a:lnTo>
                    <a:pt x="1459832" y="47146"/>
                  </a:lnTo>
                  <a:lnTo>
                    <a:pt x="1499160" y="48416"/>
                  </a:lnTo>
                  <a:lnTo>
                    <a:pt x="1537109" y="49642"/>
                  </a:lnTo>
                  <a:lnTo>
                    <a:pt x="1573770" y="50826"/>
                  </a:lnTo>
                  <a:lnTo>
                    <a:pt x="1609230" y="51971"/>
                  </a:lnTo>
                  <a:lnTo>
                    <a:pt x="1643563" y="53080"/>
                  </a:lnTo>
                  <a:lnTo>
                    <a:pt x="1676840" y="54155"/>
                  </a:lnTo>
                  <a:lnTo>
                    <a:pt x="1709124" y="55197"/>
                  </a:lnTo>
                  <a:lnTo>
                    <a:pt x="1740471" y="56210"/>
                  </a:lnTo>
                  <a:lnTo>
                    <a:pt x="1770936" y="57193"/>
                  </a:lnTo>
                  <a:lnTo>
                    <a:pt x="1800565" y="58150"/>
                  </a:lnTo>
                  <a:lnTo>
                    <a:pt x="1829405" y="59082"/>
                  </a:lnTo>
                  <a:lnTo>
                    <a:pt x="1857495" y="59989"/>
                  </a:lnTo>
                  <a:lnTo>
                    <a:pt x="1884874" y="60873"/>
                  </a:lnTo>
                  <a:lnTo>
                    <a:pt x="1911577" y="61736"/>
                  </a:lnTo>
                  <a:lnTo>
                    <a:pt x="1937637" y="62577"/>
                  </a:lnTo>
                  <a:lnTo>
                    <a:pt x="1963083" y="63399"/>
                  </a:lnTo>
                  <a:lnTo>
                    <a:pt x="1987944" y="64202"/>
                  </a:lnTo>
                  <a:lnTo>
                    <a:pt x="2012247" y="64987"/>
                  </a:lnTo>
                  <a:lnTo>
                    <a:pt x="2036015" y="65754"/>
                  </a:lnTo>
                  <a:lnTo>
                    <a:pt x="2059272" y="66506"/>
                  </a:lnTo>
                  <a:lnTo>
                    <a:pt x="2082040" y="67241"/>
                  </a:lnTo>
                  <a:lnTo>
                    <a:pt x="2104338" y="67961"/>
                  </a:lnTo>
                  <a:lnTo>
                    <a:pt x="2126185" y="68667"/>
                  </a:lnTo>
                  <a:lnTo>
                    <a:pt x="2147600" y="69358"/>
                  </a:lnTo>
                  <a:lnTo>
                    <a:pt x="2168599" y="70036"/>
                  </a:lnTo>
                  <a:lnTo>
                    <a:pt x="2189198" y="70702"/>
                  </a:lnTo>
                  <a:lnTo>
                    <a:pt x="2209412" y="71354"/>
                  </a:lnTo>
                  <a:lnTo>
                    <a:pt x="2229255" y="71995"/>
                  </a:lnTo>
                  <a:lnTo>
                    <a:pt x="2248741" y="72625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88" name="pl187"/>
            <p:cNvSpPr/>
            <p:nvPr/>
          </p:nvSpPr>
          <p:spPr>
            <a:xfrm>
              <a:off x="4419604" y="2051237"/>
              <a:ext cx="2248741" cy="101301"/>
            </a:xfrm>
            <a:custGeom>
              <a:avLst/>
              <a:pathLst>
                <a:path w="2248741" h="101301">
                  <a:moveTo>
                    <a:pt x="0" y="101301"/>
                  </a:moveTo>
                  <a:lnTo>
                    <a:pt x="144402" y="94796"/>
                  </a:lnTo>
                  <a:lnTo>
                    <a:pt x="271775" y="89058"/>
                  </a:lnTo>
                  <a:lnTo>
                    <a:pt x="385713" y="83925"/>
                  </a:lnTo>
                  <a:lnTo>
                    <a:pt x="488783" y="79282"/>
                  </a:lnTo>
                  <a:lnTo>
                    <a:pt x="582879" y="75043"/>
                  </a:lnTo>
                  <a:lnTo>
                    <a:pt x="669438" y="71144"/>
                  </a:lnTo>
                  <a:lnTo>
                    <a:pt x="749580" y="67534"/>
                  </a:lnTo>
                  <a:lnTo>
                    <a:pt x="824190" y="64173"/>
                  </a:lnTo>
                  <a:lnTo>
                    <a:pt x="893983" y="61029"/>
                  </a:lnTo>
                  <a:lnTo>
                    <a:pt x="959543" y="58075"/>
                  </a:lnTo>
                  <a:lnTo>
                    <a:pt x="1021355" y="55291"/>
                  </a:lnTo>
                  <a:lnTo>
                    <a:pt x="1079824" y="52657"/>
                  </a:lnTo>
                  <a:lnTo>
                    <a:pt x="1135294" y="50158"/>
                  </a:lnTo>
                  <a:lnTo>
                    <a:pt x="1188056" y="47781"/>
                  </a:lnTo>
                  <a:lnTo>
                    <a:pt x="1238364" y="45515"/>
                  </a:lnTo>
                  <a:lnTo>
                    <a:pt x="1286435" y="43350"/>
                  </a:lnTo>
                  <a:lnTo>
                    <a:pt x="1332459" y="41276"/>
                  </a:lnTo>
                  <a:lnTo>
                    <a:pt x="1376605" y="39288"/>
                  </a:lnTo>
                  <a:lnTo>
                    <a:pt x="1419019" y="37377"/>
                  </a:lnTo>
                  <a:lnTo>
                    <a:pt x="1459832" y="35538"/>
                  </a:lnTo>
                  <a:lnTo>
                    <a:pt x="1499160" y="33767"/>
                  </a:lnTo>
                  <a:lnTo>
                    <a:pt x="1537109" y="32057"/>
                  </a:lnTo>
                  <a:lnTo>
                    <a:pt x="1573770" y="30406"/>
                  </a:lnTo>
                  <a:lnTo>
                    <a:pt x="1609230" y="28808"/>
                  </a:lnTo>
                  <a:lnTo>
                    <a:pt x="1643563" y="27262"/>
                  </a:lnTo>
                  <a:lnTo>
                    <a:pt x="1676840" y="25763"/>
                  </a:lnTo>
                  <a:lnTo>
                    <a:pt x="1709124" y="24308"/>
                  </a:lnTo>
                  <a:lnTo>
                    <a:pt x="1740471" y="22896"/>
                  </a:lnTo>
                  <a:lnTo>
                    <a:pt x="1770936" y="21524"/>
                  </a:lnTo>
                  <a:lnTo>
                    <a:pt x="1800565" y="20189"/>
                  </a:lnTo>
                  <a:lnTo>
                    <a:pt x="1829405" y="18890"/>
                  </a:lnTo>
                  <a:lnTo>
                    <a:pt x="1857495" y="17624"/>
                  </a:lnTo>
                  <a:lnTo>
                    <a:pt x="1884874" y="16391"/>
                  </a:lnTo>
                  <a:lnTo>
                    <a:pt x="1911577" y="15188"/>
                  </a:lnTo>
                  <a:lnTo>
                    <a:pt x="1937637" y="14014"/>
                  </a:lnTo>
                  <a:lnTo>
                    <a:pt x="1963083" y="12868"/>
                  </a:lnTo>
                  <a:lnTo>
                    <a:pt x="1987944" y="11748"/>
                  </a:lnTo>
                  <a:lnTo>
                    <a:pt x="2012247" y="10653"/>
                  </a:lnTo>
                  <a:lnTo>
                    <a:pt x="2036015" y="9582"/>
                  </a:lnTo>
                  <a:lnTo>
                    <a:pt x="2059272" y="8535"/>
                  </a:lnTo>
                  <a:lnTo>
                    <a:pt x="2082040" y="7509"/>
                  </a:lnTo>
                  <a:lnTo>
                    <a:pt x="2104338" y="6505"/>
                  </a:lnTo>
                  <a:lnTo>
                    <a:pt x="2126185" y="5520"/>
                  </a:lnTo>
                  <a:lnTo>
                    <a:pt x="2147600" y="4556"/>
                  </a:lnTo>
                  <a:lnTo>
                    <a:pt x="2168599" y="3610"/>
                  </a:lnTo>
                  <a:lnTo>
                    <a:pt x="2189198" y="2682"/>
                  </a:lnTo>
                  <a:lnTo>
                    <a:pt x="2209412" y="1771"/>
                  </a:lnTo>
                  <a:lnTo>
                    <a:pt x="2229255" y="877"/>
                  </a:lnTo>
                  <a:lnTo>
                    <a:pt x="2248741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89" name="pl188"/>
            <p:cNvSpPr/>
            <p:nvPr/>
          </p:nvSpPr>
          <p:spPr>
            <a:xfrm>
              <a:off x="4419604" y="1986104"/>
              <a:ext cx="2248741" cy="194481"/>
            </a:xfrm>
            <a:custGeom>
              <a:avLst/>
              <a:pathLst>
                <a:path w="2248741" h="194481">
                  <a:moveTo>
                    <a:pt x="0" y="194481"/>
                  </a:moveTo>
                  <a:lnTo>
                    <a:pt x="144402" y="181993"/>
                  </a:lnTo>
                  <a:lnTo>
                    <a:pt x="271775" y="170977"/>
                  </a:lnTo>
                  <a:lnTo>
                    <a:pt x="385713" y="161123"/>
                  </a:lnTo>
                  <a:lnTo>
                    <a:pt x="488783" y="152209"/>
                  </a:lnTo>
                  <a:lnTo>
                    <a:pt x="582879" y="144071"/>
                  </a:lnTo>
                  <a:lnTo>
                    <a:pt x="669438" y="136585"/>
                  </a:lnTo>
                  <a:lnTo>
                    <a:pt x="749580" y="129654"/>
                  </a:lnTo>
                  <a:lnTo>
                    <a:pt x="824190" y="123201"/>
                  </a:lnTo>
                  <a:lnTo>
                    <a:pt x="893983" y="117165"/>
                  </a:lnTo>
                  <a:lnTo>
                    <a:pt x="959543" y="111495"/>
                  </a:lnTo>
                  <a:lnTo>
                    <a:pt x="1021355" y="106150"/>
                  </a:lnTo>
                  <a:lnTo>
                    <a:pt x="1079824" y="101093"/>
                  </a:lnTo>
                  <a:lnTo>
                    <a:pt x="1135294" y="96296"/>
                  </a:lnTo>
                  <a:lnTo>
                    <a:pt x="1188056" y="91733"/>
                  </a:lnTo>
                  <a:lnTo>
                    <a:pt x="1238364" y="87382"/>
                  </a:lnTo>
                  <a:lnTo>
                    <a:pt x="1286435" y="83224"/>
                  </a:lnTo>
                  <a:lnTo>
                    <a:pt x="1332459" y="79244"/>
                  </a:lnTo>
                  <a:lnTo>
                    <a:pt x="1376605" y="75426"/>
                  </a:lnTo>
                  <a:lnTo>
                    <a:pt x="1419019" y="71758"/>
                  </a:lnTo>
                  <a:lnTo>
                    <a:pt x="1459832" y="68228"/>
                  </a:lnTo>
                  <a:lnTo>
                    <a:pt x="1499160" y="64827"/>
                  </a:lnTo>
                  <a:lnTo>
                    <a:pt x="1537109" y="61545"/>
                  </a:lnTo>
                  <a:lnTo>
                    <a:pt x="1573770" y="58374"/>
                  </a:lnTo>
                  <a:lnTo>
                    <a:pt x="1609230" y="55307"/>
                  </a:lnTo>
                  <a:lnTo>
                    <a:pt x="1643563" y="52338"/>
                  </a:lnTo>
                  <a:lnTo>
                    <a:pt x="1676840" y="49460"/>
                  </a:lnTo>
                  <a:lnTo>
                    <a:pt x="1709124" y="46668"/>
                  </a:lnTo>
                  <a:lnTo>
                    <a:pt x="1740471" y="43957"/>
                  </a:lnTo>
                  <a:lnTo>
                    <a:pt x="1770936" y="41322"/>
                  </a:lnTo>
                  <a:lnTo>
                    <a:pt x="1800565" y="38760"/>
                  </a:lnTo>
                  <a:lnTo>
                    <a:pt x="1829405" y="36266"/>
                  </a:lnTo>
                  <a:lnTo>
                    <a:pt x="1857495" y="33836"/>
                  </a:lnTo>
                  <a:lnTo>
                    <a:pt x="1884874" y="31468"/>
                  </a:lnTo>
                  <a:lnTo>
                    <a:pt x="1911577" y="29159"/>
                  </a:lnTo>
                  <a:lnTo>
                    <a:pt x="1937637" y="26905"/>
                  </a:lnTo>
                  <a:lnTo>
                    <a:pt x="1963083" y="24705"/>
                  </a:lnTo>
                  <a:lnTo>
                    <a:pt x="1987944" y="22554"/>
                  </a:lnTo>
                  <a:lnTo>
                    <a:pt x="2012247" y="20453"/>
                  </a:lnTo>
                  <a:lnTo>
                    <a:pt x="2036015" y="18397"/>
                  </a:lnTo>
                  <a:lnTo>
                    <a:pt x="2059272" y="16386"/>
                  </a:lnTo>
                  <a:lnTo>
                    <a:pt x="2082040" y="14417"/>
                  </a:lnTo>
                  <a:lnTo>
                    <a:pt x="2104338" y="12488"/>
                  </a:lnTo>
                  <a:lnTo>
                    <a:pt x="2126185" y="10599"/>
                  </a:lnTo>
                  <a:lnTo>
                    <a:pt x="2147600" y="8747"/>
                  </a:lnTo>
                  <a:lnTo>
                    <a:pt x="2168599" y="6931"/>
                  </a:lnTo>
                  <a:lnTo>
                    <a:pt x="2189198" y="5149"/>
                  </a:lnTo>
                  <a:lnTo>
                    <a:pt x="2209412" y="3401"/>
                  </a:lnTo>
                  <a:lnTo>
                    <a:pt x="2229255" y="1685"/>
                  </a:lnTo>
                  <a:lnTo>
                    <a:pt x="2248741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0" name="pl189"/>
            <p:cNvSpPr/>
            <p:nvPr/>
          </p:nvSpPr>
          <p:spPr>
            <a:xfrm>
              <a:off x="4419604" y="1864623"/>
              <a:ext cx="2248741" cy="53839"/>
            </a:xfrm>
            <a:custGeom>
              <a:avLst/>
              <a:pathLst>
                <a:path w="2248741" h="53839">
                  <a:moveTo>
                    <a:pt x="0" y="0"/>
                  </a:moveTo>
                  <a:lnTo>
                    <a:pt x="144402" y="3457"/>
                  </a:lnTo>
                  <a:lnTo>
                    <a:pt x="271775" y="6506"/>
                  </a:lnTo>
                  <a:lnTo>
                    <a:pt x="385713" y="9234"/>
                  </a:lnTo>
                  <a:lnTo>
                    <a:pt x="488783" y="11702"/>
                  </a:lnTo>
                  <a:lnTo>
                    <a:pt x="582879" y="13955"/>
                  </a:lnTo>
                  <a:lnTo>
                    <a:pt x="669438" y="16027"/>
                  </a:lnTo>
                  <a:lnTo>
                    <a:pt x="749580" y="17946"/>
                  </a:lnTo>
                  <a:lnTo>
                    <a:pt x="824190" y="19732"/>
                  </a:lnTo>
                  <a:lnTo>
                    <a:pt x="893983" y="21403"/>
                  </a:lnTo>
                  <a:lnTo>
                    <a:pt x="959543" y="22973"/>
                  </a:lnTo>
                  <a:lnTo>
                    <a:pt x="1021355" y="24453"/>
                  </a:lnTo>
                  <a:lnTo>
                    <a:pt x="1079824" y="25853"/>
                  </a:lnTo>
                  <a:lnTo>
                    <a:pt x="1135294" y="27181"/>
                  </a:lnTo>
                  <a:lnTo>
                    <a:pt x="1188056" y="28444"/>
                  </a:lnTo>
                  <a:lnTo>
                    <a:pt x="1238364" y="29649"/>
                  </a:lnTo>
                  <a:lnTo>
                    <a:pt x="1286435" y="30800"/>
                  </a:lnTo>
                  <a:lnTo>
                    <a:pt x="1332459" y="31902"/>
                  </a:lnTo>
                  <a:lnTo>
                    <a:pt x="1376605" y="32958"/>
                  </a:lnTo>
                  <a:lnTo>
                    <a:pt x="1419019" y="33974"/>
                  </a:lnTo>
                  <a:lnTo>
                    <a:pt x="1459832" y="34951"/>
                  </a:lnTo>
                  <a:lnTo>
                    <a:pt x="1499160" y="35893"/>
                  </a:lnTo>
                  <a:lnTo>
                    <a:pt x="1537109" y="36801"/>
                  </a:lnTo>
                  <a:lnTo>
                    <a:pt x="1573770" y="37679"/>
                  </a:lnTo>
                  <a:lnTo>
                    <a:pt x="1609230" y="38528"/>
                  </a:lnTo>
                  <a:lnTo>
                    <a:pt x="1643563" y="39350"/>
                  </a:lnTo>
                  <a:lnTo>
                    <a:pt x="1676840" y="40147"/>
                  </a:lnTo>
                  <a:lnTo>
                    <a:pt x="1709124" y="40920"/>
                  </a:lnTo>
                  <a:lnTo>
                    <a:pt x="1740471" y="41670"/>
                  </a:lnTo>
                  <a:lnTo>
                    <a:pt x="1770936" y="42400"/>
                  </a:lnTo>
                  <a:lnTo>
                    <a:pt x="1800565" y="43109"/>
                  </a:lnTo>
                  <a:lnTo>
                    <a:pt x="1829405" y="43799"/>
                  </a:lnTo>
                  <a:lnTo>
                    <a:pt x="1857495" y="44472"/>
                  </a:lnTo>
                  <a:lnTo>
                    <a:pt x="1884874" y="45128"/>
                  </a:lnTo>
                  <a:lnTo>
                    <a:pt x="1911577" y="45767"/>
                  </a:lnTo>
                  <a:lnTo>
                    <a:pt x="1937637" y="46391"/>
                  </a:lnTo>
                  <a:lnTo>
                    <a:pt x="1963083" y="47000"/>
                  </a:lnTo>
                  <a:lnTo>
                    <a:pt x="1987944" y="47595"/>
                  </a:lnTo>
                  <a:lnTo>
                    <a:pt x="2012247" y="48177"/>
                  </a:lnTo>
                  <a:lnTo>
                    <a:pt x="2036015" y="48746"/>
                  </a:lnTo>
                  <a:lnTo>
                    <a:pt x="2059272" y="49303"/>
                  </a:lnTo>
                  <a:lnTo>
                    <a:pt x="2082040" y="49848"/>
                  </a:lnTo>
                  <a:lnTo>
                    <a:pt x="2104338" y="50382"/>
                  </a:lnTo>
                  <a:lnTo>
                    <a:pt x="2126185" y="50905"/>
                  </a:lnTo>
                  <a:lnTo>
                    <a:pt x="2147600" y="51418"/>
                  </a:lnTo>
                  <a:lnTo>
                    <a:pt x="2168599" y="51921"/>
                  </a:lnTo>
                  <a:lnTo>
                    <a:pt x="2189198" y="52414"/>
                  </a:lnTo>
                  <a:lnTo>
                    <a:pt x="2209412" y="52898"/>
                  </a:lnTo>
                  <a:lnTo>
                    <a:pt x="2229255" y="53373"/>
                  </a:lnTo>
                  <a:lnTo>
                    <a:pt x="2248741" y="53839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1" name="pl190"/>
            <p:cNvSpPr/>
            <p:nvPr/>
          </p:nvSpPr>
          <p:spPr>
            <a:xfrm>
              <a:off x="4419604" y="1667982"/>
              <a:ext cx="2248741" cy="477693"/>
            </a:xfrm>
            <a:custGeom>
              <a:avLst/>
              <a:pathLst>
                <a:path w="2248741" h="477693">
                  <a:moveTo>
                    <a:pt x="0" y="0"/>
                  </a:moveTo>
                  <a:lnTo>
                    <a:pt x="144402" y="30675"/>
                  </a:lnTo>
                  <a:lnTo>
                    <a:pt x="271775" y="57732"/>
                  </a:lnTo>
                  <a:lnTo>
                    <a:pt x="385713" y="81936"/>
                  </a:lnTo>
                  <a:lnTo>
                    <a:pt x="488783" y="103830"/>
                  </a:lnTo>
                  <a:lnTo>
                    <a:pt x="582879" y="123819"/>
                  </a:lnTo>
                  <a:lnTo>
                    <a:pt x="669438" y="142206"/>
                  </a:lnTo>
                  <a:lnTo>
                    <a:pt x="749580" y="159231"/>
                  </a:lnTo>
                  <a:lnTo>
                    <a:pt x="824190" y="175080"/>
                  </a:lnTo>
                  <a:lnTo>
                    <a:pt x="893983" y="189906"/>
                  </a:lnTo>
                  <a:lnTo>
                    <a:pt x="959543" y="203832"/>
                  </a:lnTo>
                  <a:lnTo>
                    <a:pt x="1021355" y="216963"/>
                  </a:lnTo>
                  <a:lnTo>
                    <a:pt x="1079824" y="229383"/>
                  </a:lnTo>
                  <a:lnTo>
                    <a:pt x="1135294" y="241167"/>
                  </a:lnTo>
                  <a:lnTo>
                    <a:pt x="1188056" y="252375"/>
                  </a:lnTo>
                  <a:lnTo>
                    <a:pt x="1238364" y="263061"/>
                  </a:lnTo>
                  <a:lnTo>
                    <a:pt x="1286435" y="273273"/>
                  </a:lnTo>
                  <a:lnTo>
                    <a:pt x="1332459" y="283050"/>
                  </a:lnTo>
                  <a:lnTo>
                    <a:pt x="1376605" y="292428"/>
                  </a:lnTo>
                  <a:lnTo>
                    <a:pt x="1419019" y="301437"/>
                  </a:lnTo>
                  <a:lnTo>
                    <a:pt x="1459832" y="310107"/>
                  </a:lnTo>
                  <a:lnTo>
                    <a:pt x="1499160" y="318462"/>
                  </a:lnTo>
                  <a:lnTo>
                    <a:pt x="1537109" y="326523"/>
                  </a:lnTo>
                  <a:lnTo>
                    <a:pt x="1573770" y="334311"/>
                  </a:lnTo>
                  <a:lnTo>
                    <a:pt x="1609230" y="341843"/>
                  </a:lnTo>
                  <a:lnTo>
                    <a:pt x="1643563" y="349137"/>
                  </a:lnTo>
                  <a:lnTo>
                    <a:pt x="1676840" y="356206"/>
                  </a:lnTo>
                  <a:lnTo>
                    <a:pt x="1709124" y="363064"/>
                  </a:lnTo>
                  <a:lnTo>
                    <a:pt x="1740471" y="369723"/>
                  </a:lnTo>
                  <a:lnTo>
                    <a:pt x="1770936" y="376194"/>
                  </a:lnTo>
                  <a:lnTo>
                    <a:pt x="1800565" y="382488"/>
                  </a:lnTo>
                  <a:lnTo>
                    <a:pt x="1829405" y="388614"/>
                  </a:lnTo>
                  <a:lnTo>
                    <a:pt x="1857495" y="394582"/>
                  </a:lnTo>
                  <a:lnTo>
                    <a:pt x="1884874" y="400398"/>
                  </a:lnTo>
                  <a:lnTo>
                    <a:pt x="1911577" y="406070"/>
                  </a:lnTo>
                  <a:lnTo>
                    <a:pt x="1937637" y="411606"/>
                  </a:lnTo>
                  <a:lnTo>
                    <a:pt x="1963083" y="417011"/>
                  </a:lnTo>
                  <a:lnTo>
                    <a:pt x="1987944" y="422293"/>
                  </a:lnTo>
                  <a:lnTo>
                    <a:pt x="2012247" y="427455"/>
                  </a:lnTo>
                  <a:lnTo>
                    <a:pt x="2036015" y="432504"/>
                  </a:lnTo>
                  <a:lnTo>
                    <a:pt x="2059272" y="437444"/>
                  </a:lnTo>
                  <a:lnTo>
                    <a:pt x="2082040" y="442281"/>
                  </a:lnTo>
                  <a:lnTo>
                    <a:pt x="2104338" y="447018"/>
                  </a:lnTo>
                  <a:lnTo>
                    <a:pt x="2126185" y="451659"/>
                  </a:lnTo>
                  <a:lnTo>
                    <a:pt x="2147600" y="456208"/>
                  </a:lnTo>
                  <a:lnTo>
                    <a:pt x="2168599" y="460668"/>
                  </a:lnTo>
                  <a:lnTo>
                    <a:pt x="2189198" y="465044"/>
                  </a:lnTo>
                  <a:lnTo>
                    <a:pt x="2209412" y="469338"/>
                  </a:lnTo>
                  <a:lnTo>
                    <a:pt x="2229255" y="473553"/>
                  </a:lnTo>
                  <a:lnTo>
                    <a:pt x="2248741" y="477693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l191"/>
            <p:cNvSpPr/>
            <p:nvPr/>
          </p:nvSpPr>
          <p:spPr>
            <a:xfrm>
              <a:off x="4419604" y="2302414"/>
              <a:ext cx="2248741" cy="45035"/>
            </a:xfrm>
            <a:custGeom>
              <a:avLst/>
              <a:pathLst>
                <a:path w="2248741" h="45035">
                  <a:moveTo>
                    <a:pt x="0" y="0"/>
                  </a:moveTo>
                  <a:lnTo>
                    <a:pt x="144402" y="2891"/>
                  </a:lnTo>
                  <a:lnTo>
                    <a:pt x="271775" y="5442"/>
                  </a:lnTo>
                  <a:lnTo>
                    <a:pt x="385713" y="7724"/>
                  </a:lnTo>
                  <a:lnTo>
                    <a:pt x="488783" y="9788"/>
                  </a:lnTo>
                  <a:lnTo>
                    <a:pt x="582879" y="11673"/>
                  </a:lnTo>
                  <a:lnTo>
                    <a:pt x="669438" y="13406"/>
                  </a:lnTo>
                  <a:lnTo>
                    <a:pt x="749580" y="15011"/>
                  </a:lnTo>
                  <a:lnTo>
                    <a:pt x="824190" y="16505"/>
                  </a:lnTo>
                  <a:lnTo>
                    <a:pt x="893983" y="17903"/>
                  </a:lnTo>
                  <a:lnTo>
                    <a:pt x="959543" y="19216"/>
                  </a:lnTo>
                  <a:lnTo>
                    <a:pt x="1021355" y="20454"/>
                  </a:lnTo>
                  <a:lnTo>
                    <a:pt x="1079824" y="21625"/>
                  </a:lnTo>
                  <a:lnTo>
                    <a:pt x="1135294" y="22736"/>
                  </a:lnTo>
                  <a:lnTo>
                    <a:pt x="1188056" y="23793"/>
                  </a:lnTo>
                  <a:lnTo>
                    <a:pt x="1238364" y="24800"/>
                  </a:lnTo>
                  <a:lnTo>
                    <a:pt x="1286435" y="25763"/>
                  </a:lnTo>
                  <a:lnTo>
                    <a:pt x="1332459" y="26684"/>
                  </a:lnTo>
                  <a:lnTo>
                    <a:pt x="1376605" y="27569"/>
                  </a:lnTo>
                  <a:lnTo>
                    <a:pt x="1419019" y="28418"/>
                  </a:lnTo>
                  <a:lnTo>
                    <a:pt x="1459832" y="29235"/>
                  </a:lnTo>
                  <a:lnTo>
                    <a:pt x="1499160" y="30023"/>
                  </a:lnTo>
                  <a:lnTo>
                    <a:pt x="1537109" y="30783"/>
                  </a:lnTo>
                  <a:lnTo>
                    <a:pt x="1573770" y="31517"/>
                  </a:lnTo>
                  <a:lnTo>
                    <a:pt x="1609230" y="32227"/>
                  </a:lnTo>
                  <a:lnTo>
                    <a:pt x="1643563" y="32915"/>
                  </a:lnTo>
                  <a:lnTo>
                    <a:pt x="1676840" y="33581"/>
                  </a:lnTo>
                  <a:lnTo>
                    <a:pt x="1709124" y="34228"/>
                  </a:lnTo>
                  <a:lnTo>
                    <a:pt x="1740471" y="34856"/>
                  </a:lnTo>
                  <a:lnTo>
                    <a:pt x="1770936" y="35466"/>
                  </a:lnTo>
                  <a:lnTo>
                    <a:pt x="1800565" y="36059"/>
                  </a:lnTo>
                  <a:lnTo>
                    <a:pt x="1829405" y="36637"/>
                  </a:lnTo>
                  <a:lnTo>
                    <a:pt x="1857495" y="37199"/>
                  </a:lnTo>
                  <a:lnTo>
                    <a:pt x="1884874" y="37748"/>
                  </a:lnTo>
                  <a:lnTo>
                    <a:pt x="1911577" y="38282"/>
                  </a:lnTo>
                  <a:lnTo>
                    <a:pt x="1937637" y="38804"/>
                  </a:lnTo>
                  <a:lnTo>
                    <a:pt x="1963083" y="39314"/>
                  </a:lnTo>
                  <a:lnTo>
                    <a:pt x="1987944" y="39812"/>
                  </a:lnTo>
                  <a:lnTo>
                    <a:pt x="2012247" y="40298"/>
                  </a:lnTo>
                  <a:lnTo>
                    <a:pt x="2036015" y="40774"/>
                  </a:lnTo>
                  <a:lnTo>
                    <a:pt x="2059272" y="41240"/>
                  </a:lnTo>
                  <a:lnTo>
                    <a:pt x="2082040" y="41696"/>
                  </a:lnTo>
                  <a:lnTo>
                    <a:pt x="2104338" y="42143"/>
                  </a:lnTo>
                  <a:lnTo>
                    <a:pt x="2126185" y="42580"/>
                  </a:lnTo>
                  <a:lnTo>
                    <a:pt x="2147600" y="43009"/>
                  </a:lnTo>
                  <a:lnTo>
                    <a:pt x="2168599" y="43430"/>
                  </a:lnTo>
                  <a:lnTo>
                    <a:pt x="2189198" y="43842"/>
                  </a:lnTo>
                  <a:lnTo>
                    <a:pt x="2209412" y="44247"/>
                  </a:lnTo>
                  <a:lnTo>
                    <a:pt x="2229255" y="44644"/>
                  </a:lnTo>
                  <a:lnTo>
                    <a:pt x="2248741" y="45035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3" name="pl192"/>
            <p:cNvSpPr/>
            <p:nvPr/>
          </p:nvSpPr>
          <p:spPr>
            <a:xfrm>
              <a:off x="4419604" y="2115053"/>
              <a:ext cx="2248741" cy="36026"/>
            </a:xfrm>
            <a:custGeom>
              <a:avLst/>
              <a:pathLst>
                <a:path w="2248741" h="36026">
                  <a:moveTo>
                    <a:pt x="0" y="36026"/>
                  </a:moveTo>
                  <a:lnTo>
                    <a:pt x="144402" y="33713"/>
                  </a:lnTo>
                  <a:lnTo>
                    <a:pt x="271775" y="31672"/>
                  </a:lnTo>
                  <a:lnTo>
                    <a:pt x="385713" y="29847"/>
                  </a:lnTo>
                  <a:lnTo>
                    <a:pt x="488783" y="28195"/>
                  </a:lnTo>
                  <a:lnTo>
                    <a:pt x="582879" y="26688"/>
                  </a:lnTo>
                  <a:lnTo>
                    <a:pt x="669438" y="25301"/>
                  </a:lnTo>
                  <a:lnTo>
                    <a:pt x="749580" y="24017"/>
                  </a:lnTo>
                  <a:lnTo>
                    <a:pt x="824190" y="22822"/>
                  </a:lnTo>
                  <a:lnTo>
                    <a:pt x="893983" y="21704"/>
                  </a:lnTo>
                  <a:lnTo>
                    <a:pt x="959543" y="20653"/>
                  </a:lnTo>
                  <a:lnTo>
                    <a:pt x="1021355" y="19663"/>
                  </a:lnTo>
                  <a:lnTo>
                    <a:pt x="1079824" y="18726"/>
                  </a:lnTo>
                  <a:lnTo>
                    <a:pt x="1135294" y="17838"/>
                  </a:lnTo>
                  <a:lnTo>
                    <a:pt x="1188056" y="16993"/>
                  </a:lnTo>
                  <a:lnTo>
                    <a:pt x="1238364" y="16187"/>
                  </a:lnTo>
                  <a:lnTo>
                    <a:pt x="1286435" y="15416"/>
                  </a:lnTo>
                  <a:lnTo>
                    <a:pt x="1332459" y="14679"/>
                  </a:lnTo>
                  <a:lnTo>
                    <a:pt x="1376605" y="13972"/>
                  </a:lnTo>
                  <a:lnTo>
                    <a:pt x="1419019" y="13292"/>
                  </a:lnTo>
                  <a:lnTo>
                    <a:pt x="1459832" y="12638"/>
                  </a:lnTo>
                  <a:lnTo>
                    <a:pt x="1499160" y="12008"/>
                  </a:lnTo>
                  <a:lnTo>
                    <a:pt x="1537109" y="11400"/>
                  </a:lnTo>
                  <a:lnTo>
                    <a:pt x="1573770" y="10813"/>
                  </a:lnTo>
                  <a:lnTo>
                    <a:pt x="1609230" y="10245"/>
                  </a:lnTo>
                  <a:lnTo>
                    <a:pt x="1643563" y="9695"/>
                  </a:lnTo>
                  <a:lnTo>
                    <a:pt x="1676840" y="9162"/>
                  </a:lnTo>
                  <a:lnTo>
                    <a:pt x="1709124" y="8645"/>
                  </a:lnTo>
                  <a:lnTo>
                    <a:pt x="1740471" y="8142"/>
                  </a:lnTo>
                  <a:lnTo>
                    <a:pt x="1770936" y="7654"/>
                  </a:lnTo>
                  <a:lnTo>
                    <a:pt x="1800565" y="7180"/>
                  </a:lnTo>
                  <a:lnTo>
                    <a:pt x="1829405" y="6718"/>
                  </a:lnTo>
                  <a:lnTo>
                    <a:pt x="1857495" y="6268"/>
                  </a:lnTo>
                  <a:lnTo>
                    <a:pt x="1884874" y="5829"/>
                  </a:lnTo>
                  <a:lnTo>
                    <a:pt x="1911577" y="5401"/>
                  </a:lnTo>
                  <a:lnTo>
                    <a:pt x="1937637" y="4984"/>
                  </a:lnTo>
                  <a:lnTo>
                    <a:pt x="1963083" y="4576"/>
                  </a:lnTo>
                  <a:lnTo>
                    <a:pt x="1987944" y="4178"/>
                  </a:lnTo>
                  <a:lnTo>
                    <a:pt x="2012247" y="3788"/>
                  </a:lnTo>
                  <a:lnTo>
                    <a:pt x="2036015" y="3408"/>
                  </a:lnTo>
                  <a:lnTo>
                    <a:pt x="2059272" y="3035"/>
                  </a:lnTo>
                  <a:lnTo>
                    <a:pt x="2082040" y="2670"/>
                  </a:lnTo>
                  <a:lnTo>
                    <a:pt x="2104338" y="2313"/>
                  </a:lnTo>
                  <a:lnTo>
                    <a:pt x="2126185" y="1963"/>
                  </a:lnTo>
                  <a:lnTo>
                    <a:pt x="2147600" y="1620"/>
                  </a:lnTo>
                  <a:lnTo>
                    <a:pt x="2168599" y="1283"/>
                  </a:lnTo>
                  <a:lnTo>
                    <a:pt x="2189198" y="953"/>
                  </a:lnTo>
                  <a:lnTo>
                    <a:pt x="2209412" y="630"/>
                  </a:lnTo>
                  <a:lnTo>
                    <a:pt x="2229255" y="312"/>
                  </a:lnTo>
                  <a:lnTo>
                    <a:pt x="2248741" y="0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4" name="pl193"/>
            <p:cNvSpPr/>
            <p:nvPr/>
          </p:nvSpPr>
          <p:spPr>
            <a:xfrm>
              <a:off x="4419604" y="2038091"/>
              <a:ext cx="2248741" cy="56550"/>
            </a:xfrm>
            <a:custGeom>
              <a:avLst/>
              <a:pathLst>
                <a:path w="2248741" h="56550">
                  <a:moveTo>
                    <a:pt x="0" y="0"/>
                  </a:moveTo>
                  <a:lnTo>
                    <a:pt x="144402" y="3631"/>
                  </a:lnTo>
                  <a:lnTo>
                    <a:pt x="271775" y="6834"/>
                  </a:lnTo>
                  <a:lnTo>
                    <a:pt x="385713" y="9699"/>
                  </a:lnTo>
                  <a:lnTo>
                    <a:pt x="488783" y="12291"/>
                  </a:lnTo>
                  <a:lnTo>
                    <a:pt x="582879" y="14658"/>
                  </a:lnTo>
                  <a:lnTo>
                    <a:pt x="669438" y="16834"/>
                  </a:lnTo>
                  <a:lnTo>
                    <a:pt x="749580" y="18850"/>
                  </a:lnTo>
                  <a:lnTo>
                    <a:pt x="824190" y="20726"/>
                  </a:lnTo>
                  <a:lnTo>
                    <a:pt x="893983" y="22481"/>
                  </a:lnTo>
                  <a:lnTo>
                    <a:pt x="959543" y="24130"/>
                  </a:lnTo>
                  <a:lnTo>
                    <a:pt x="1021355" y="25684"/>
                  </a:lnTo>
                  <a:lnTo>
                    <a:pt x="1079824" y="27155"/>
                  </a:lnTo>
                  <a:lnTo>
                    <a:pt x="1135294" y="28550"/>
                  </a:lnTo>
                  <a:lnTo>
                    <a:pt x="1188056" y="29877"/>
                  </a:lnTo>
                  <a:lnTo>
                    <a:pt x="1238364" y="31142"/>
                  </a:lnTo>
                  <a:lnTo>
                    <a:pt x="1286435" y="32351"/>
                  </a:lnTo>
                  <a:lnTo>
                    <a:pt x="1332459" y="33508"/>
                  </a:lnTo>
                  <a:lnTo>
                    <a:pt x="1376605" y="34618"/>
                  </a:lnTo>
                  <a:lnTo>
                    <a:pt x="1419019" y="35685"/>
                  </a:lnTo>
                  <a:lnTo>
                    <a:pt x="1459832" y="36711"/>
                  </a:lnTo>
                  <a:lnTo>
                    <a:pt x="1499160" y="37700"/>
                  </a:lnTo>
                  <a:lnTo>
                    <a:pt x="1537109" y="38654"/>
                  </a:lnTo>
                  <a:lnTo>
                    <a:pt x="1573770" y="39576"/>
                  </a:lnTo>
                  <a:lnTo>
                    <a:pt x="1609230" y="40468"/>
                  </a:lnTo>
                  <a:lnTo>
                    <a:pt x="1643563" y="41332"/>
                  </a:lnTo>
                  <a:lnTo>
                    <a:pt x="1676840" y="42168"/>
                  </a:lnTo>
                  <a:lnTo>
                    <a:pt x="1709124" y="42980"/>
                  </a:lnTo>
                  <a:lnTo>
                    <a:pt x="1740471" y="43769"/>
                  </a:lnTo>
                  <a:lnTo>
                    <a:pt x="1770936" y="44535"/>
                  </a:lnTo>
                  <a:lnTo>
                    <a:pt x="1800565" y="45280"/>
                  </a:lnTo>
                  <a:lnTo>
                    <a:pt x="1829405" y="46005"/>
                  </a:lnTo>
                  <a:lnTo>
                    <a:pt x="1857495" y="46711"/>
                  </a:lnTo>
                  <a:lnTo>
                    <a:pt x="1884874" y="47400"/>
                  </a:lnTo>
                  <a:lnTo>
                    <a:pt x="1911577" y="48071"/>
                  </a:lnTo>
                  <a:lnTo>
                    <a:pt x="1937637" y="48727"/>
                  </a:lnTo>
                  <a:lnTo>
                    <a:pt x="1963083" y="49367"/>
                  </a:lnTo>
                  <a:lnTo>
                    <a:pt x="1987944" y="49992"/>
                  </a:lnTo>
                  <a:lnTo>
                    <a:pt x="2012247" y="50603"/>
                  </a:lnTo>
                  <a:lnTo>
                    <a:pt x="2036015" y="51201"/>
                  </a:lnTo>
                  <a:lnTo>
                    <a:pt x="2059272" y="51786"/>
                  </a:lnTo>
                  <a:lnTo>
                    <a:pt x="2082040" y="52358"/>
                  </a:lnTo>
                  <a:lnTo>
                    <a:pt x="2104338" y="52919"/>
                  </a:lnTo>
                  <a:lnTo>
                    <a:pt x="2126185" y="53468"/>
                  </a:lnTo>
                  <a:lnTo>
                    <a:pt x="2147600" y="54007"/>
                  </a:lnTo>
                  <a:lnTo>
                    <a:pt x="2168599" y="54535"/>
                  </a:lnTo>
                  <a:lnTo>
                    <a:pt x="2189198" y="55053"/>
                  </a:lnTo>
                  <a:lnTo>
                    <a:pt x="2209412" y="55561"/>
                  </a:lnTo>
                  <a:lnTo>
                    <a:pt x="2229255" y="56060"/>
                  </a:lnTo>
                  <a:lnTo>
                    <a:pt x="2248741" y="56550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5" name="rc194"/>
            <p:cNvSpPr/>
            <p:nvPr/>
          </p:nvSpPr>
          <p:spPr>
            <a:xfrm>
              <a:off x="4262365" y="1287054"/>
              <a:ext cx="2575919" cy="120667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196" name="pl195"/>
            <p:cNvSpPr/>
            <p:nvPr/>
          </p:nvSpPr>
          <p:spPr>
            <a:xfrm>
              <a:off x="4262365" y="1287054"/>
              <a:ext cx="0" cy="1206674"/>
            </a:xfrm>
            <a:custGeom>
              <a:avLst/>
              <a:pathLst>
                <a:path w="0" h="1206674">
                  <a:moveTo>
                    <a:pt x="0" y="1206674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l196"/>
            <p:cNvSpPr/>
            <p:nvPr/>
          </p:nvSpPr>
          <p:spPr>
            <a:xfrm>
              <a:off x="4233897" y="2259169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l197"/>
            <p:cNvSpPr/>
            <p:nvPr/>
          </p:nvSpPr>
          <p:spPr>
            <a:xfrm>
              <a:off x="4233897" y="1860483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l198"/>
            <p:cNvSpPr/>
            <p:nvPr/>
          </p:nvSpPr>
          <p:spPr>
            <a:xfrm>
              <a:off x="4233897" y="1461798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l199"/>
            <p:cNvSpPr/>
            <p:nvPr/>
          </p:nvSpPr>
          <p:spPr>
            <a:xfrm>
              <a:off x="4262365" y="2493729"/>
              <a:ext cx="2575919" cy="0"/>
            </a:xfrm>
            <a:custGeom>
              <a:avLst/>
              <a:pathLst>
                <a:path w="2575919" h="0">
                  <a:moveTo>
                    <a:pt x="0" y="0"/>
                  </a:moveTo>
                  <a:lnTo>
                    <a:pt x="2575919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l200"/>
            <p:cNvSpPr/>
            <p:nvPr/>
          </p:nvSpPr>
          <p:spPr>
            <a:xfrm>
              <a:off x="4419604" y="2493729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l201"/>
            <p:cNvSpPr/>
            <p:nvPr/>
          </p:nvSpPr>
          <p:spPr>
            <a:xfrm>
              <a:off x="5169185" y="2493729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l202"/>
            <p:cNvSpPr/>
            <p:nvPr/>
          </p:nvSpPr>
          <p:spPr>
            <a:xfrm>
              <a:off x="5918765" y="2493729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l203"/>
            <p:cNvSpPr/>
            <p:nvPr/>
          </p:nvSpPr>
          <p:spPr>
            <a:xfrm>
              <a:off x="6668345" y="2493729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tx204"/>
            <p:cNvSpPr/>
            <p:nvPr/>
          </p:nvSpPr>
          <p:spPr>
            <a:xfrm>
              <a:off x="4262365" y="1110514"/>
              <a:ext cx="1008674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(b) Belowground</a:t>
              </a:r>
            </a:p>
          </p:txBody>
        </p:sp>
        <p:sp>
          <p:nvSpPr>
            <p:cNvPr id="206" name="rc205"/>
            <p:cNvSpPr/>
            <p:nvPr/>
          </p:nvSpPr>
          <p:spPr>
            <a:xfrm>
              <a:off x="1404926" y="2951788"/>
              <a:ext cx="2575919" cy="120667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7" name="pt206"/>
            <p:cNvSpPr/>
            <p:nvPr/>
          </p:nvSpPr>
          <p:spPr>
            <a:xfrm>
              <a:off x="1503170" y="3960107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08" name="pt207"/>
            <p:cNvSpPr/>
            <p:nvPr/>
          </p:nvSpPr>
          <p:spPr>
            <a:xfrm>
              <a:off x="1493941" y="3830843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09" name="pt208"/>
            <p:cNvSpPr/>
            <p:nvPr/>
          </p:nvSpPr>
          <p:spPr>
            <a:xfrm>
              <a:off x="1545925" y="4017423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0" name="pt209"/>
            <p:cNvSpPr/>
            <p:nvPr/>
          </p:nvSpPr>
          <p:spPr>
            <a:xfrm>
              <a:off x="1512994" y="3902208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1" name="pt210"/>
            <p:cNvSpPr/>
            <p:nvPr/>
          </p:nvSpPr>
          <p:spPr>
            <a:xfrm>
              <a:off x="1555383" y="3926355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2" name="pt211"/>
            <p:cNvSpPr/>
            <p:nvPr/>
          </p:nvSpPr>
          <p:spPr>
            <a:xfrm>
              <a:off x="1559145" y="3815463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3" name="pt212"/>
            <p:cNvSpPr/>
            <p:nvPr/>
          </p:nvSpPr>
          <p:spPr>
            <a:xfrm>
              <a:off x="1544938" y="3530398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4" name="pt213"/>
            <p:cNvSpPr/>
            <p:nvPr/>
          </p:nvSpPr>
          <p:spPr>
            <a:xfrm>
              <a:off x="1512084" y="3903176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5" name="pt214"/>
            <p:cNvSpPr/>
            <p:nvPr/>
          </p:nvSpPr>
          <p:spPr>
            <a:xfrm>
              <a:off x="1539197" y="3861149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6" name="pt215"/>
            <p:cNvSpPr/>
            <p:nvPr/>
          </p:nvSpPr>
          <p:spPr>
            <a:xfrm>
              <a:off x="1555517" y="3815814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7" name="pt216"/>
            <p:cNvSpPr/>
            <p:nvPr/>
          </p:nvSpPr>
          <p:spPr>
            <a:xfrm>
              <a:off x="2309660" y="4024740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8" name="pt217"/>
            <p:cNvSpPr/>
            <p:nvPr/>
          </p:nvSpPr>
          <p:spPr>
            <a:xfrm>
              <a:off x="2284150" y="4068795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9" name="pt218"/>
            <p:cNvSpPr/>
            <p:nvPr/>
          </p:nvSpPr>
          <p:spPr>
            <a:xfrm>
              <a:off x="2269085" y="3056538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0" name="pt219"/>
            <p:cNvSpPr/>
            <p:nvPr/>
          </p:nvSpPr>
          <p:spPr>
            <a:xfrm>
              <a:off x="2303747" y="3955422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1" name="pt220"/>
            <p:cNvSpPr/>
            <p:nvPr/>
          </p:nvSpPr>
          <p:spPr>
            <a:xfrm>
              <a:off x="2238634" y="3976464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2" name="pt221"/>
            <p:cNvSpPr/>
            <p:nvPr/>
          </p:nvSpPr>
          <p:spPr>
            <a:xfrm>
              <a:off x="2262233" y="3837721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3" name="pt222"/>
            <p:cNvSpPr/>
            <p:nvPr/>
          </p:nvSpPr>
          <p:spPr>
            <a:xfrm>
              <a:off x="2319469" y="3977172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4" name="pt223"/>
            <p:cNvSpPr/>
            <p:nvPr/>
          </p:nvSpPr>
          <p:spPr>
            <a:xfrm>
              <a:off x="2229537" y="3981308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5" name="pt224"/>
            <p:cNvSpPr/>
            <p:nvPr/>
          </p:nvSpPr>
          <p:spPr>
            <a:xfrm>
              <a:off x="2288767" y="3451468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6" name="pt225"/>
            <p:cNvSpPr/>
            <p:nvPr/>
          </p:nvSpPr>
          <p:spPr>
            <a:xfrm>
              <a:off x="2225195" y="3571108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7" name="pt226"/>
            <p:cNvSpPr/>
            <p:nvPr/>
          </p:nvSpPr>
          <p:spPr>
            <a:xfrm>
              <a:off x="2279911" y="3760528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8" name="pt227"/>
            <p:cNvSpPr/>
            <p:nvPr/>
          </p:nvSpPr>
          <p:spPr>
            <a:xfrm>
              <a:off x="2226281" y="3832808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9" name="pt228"/>
            <p:cNvSpPr/>
            <p:nvPr/>
          </p:nvSpPr>
          <p:spPr>
            <a:xfrm>
              <a:off x="2269834" y="3700732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0" name="pt229"/>
            <p:cNvSpPr/>
            <p:nvPr/>
          </p:nvSpPr>
          <p:spPr>
            <a:xfrm>
              <a:off x="2254919" y="3885119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1" name="pt230"/>
            <p:cNvSpPr/>
            <p:nvPr/>
          </p:nvSpPr>
          <p:spPr>
            <a:xfrm>
              <a:off x="2233518" y="3905133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2" name="pt231"/>
            <p:cNvSpPr/>
            <p:nvPr/>
          </p:nvSpPr>
          <p:spPr>
            <a:xfrm>
              <a:off x="2292873" y="3793537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3" name="pt232"/>
            <p:cNvSpPr/>
            <p:nvPr/>
          </p:nvSpPr>
          <p:spPr>
            <a:xfrm>
              <a:off x="2281791" y="3326173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4" name="pt233"/>
            <p:cNvSpPr/>
            <p:nvPr/>
          </p:nvSpPr>
          <p:spPr>
            <a:xfrm>
              <a:off x="2248181" y="3542193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5" name="pt234"/>
            <p:cNvSpPr/>
            <p:nvPr/>
          </p:nvSpPr>
          <p:spPr>
            <a:xfrm>
              <a:off x="2970254" y="3782596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6" name="pt235"/>
            <p:cNvSpPr/>
            <p:nvPr/>
          </p:nvSpPr>
          <p:spPr>
            <a:xfrm>
              <a:off x="2992864" y="3689012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7" name="pt236"/>
            <p:cNvSpPr/>
            <p:nvPr/>
          </p:nvSpPr>
          <p:spPr>
            <a:xfrm>
              <a:off x="3076078" y="4056197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8" name="pt237"/>
            <p:cNvSpPr/>
            <p:nvPr/>
          </p:nvSpPr>
          <p:spPr>
            <a:xfrm>
              <a:off x="3006953" y="4048413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9" name="pt238"/>
            <p:cNvSpPr/>
            <p:nvPr/>
          </p:nvSpPr>
          <p:spPr>
            <a:xfrm>
              <a:off x="2998921" y="3871867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0" name="pt239"/>
            <p:cNvSpPr/>
            <p:nvPr/>
          </p:nvSpPr>
          <p:spPr>
            <a:xfrm>
              <a:off x="2998378" y="4059240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1" name="pt240"/>
            <p:cNvSpPr/>
            <p:nvPr/>
          </p:nvSpPr>
          <p:spPr>
            <a:xfrm>
              <a:off x="2994800" y="3235124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2" name="pt241"/>
            <p:cNvSpPr/>
            <p:nvPr/>
          </p:nvSpPr>
          <p:spPr>
            <a:xfrm>
              <a:off x="2998051" y="4075541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3" name="pt242"/>
            <p:cNvSpPr/>
            <p:nvPr/>
          </p:nvSpPr>
          <p:spPr>
            <a:xfrm>
              <a:off x="3066864" y="3642117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4" name="pt243"/>
            <p:cNvSpPr/>
            <p:nvPr/>
          </p:nvSpPr>
          <p:spPr>
            <a:xfrm>
              <a:off x="3005471" y="3077507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5" name="pt244"/>
            <p:cNvSpPr/>
            <p:nvPr/>
          </p:nvSpPr>
          <p:spPr>
            <a:xfrm>
              <a:off x="2990943" y="2978564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6" name="pt245"/>
            <p:cNvSpPr/>
            <p:nvPr/>
          </p:nvSpPr>
          <p:spPr>
            <a:xfrm>
              <a:off x="3048724" y="3627081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7" name="pt246"/>
            <p:cNvSpPr/>
            <p:nvPr/>
          </p:nvSpPr>
          <p:spPr>
            <a:xfrm>
              <a:off x="3006762" y="3513031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8" name="pt247"/>
            <p:cNvSpPr/>
            <p:nvPr/>
          </p:nvSpPr>
          <p:spPr>
            <a:xfrm>
              <a:off x="2974928" y="3473422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9" name="pt248"/>
            <p:cNvSpPr/>
            <p:nvPr/>
          </p:nvSpPr>
          <p:spPr>
            <a:xfrm>
              <a:off x="2992334" y="3505588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0" name="pt249"/>
            <p:cNvSpPr/>
            <p:nvPr/>
          </p:nvSpPr>
          <p:spPr>
            <a:xfrm>
              <a:off x="3069884" y="3991556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1" name="pt250"/>
            <p:cNvSpPr/>
            <p:nvPr/>
          </p:nvSpPr>
          <p:spPr>
            <a:xfrm>
              <a:off x="2978443" y="3461320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2" name="pt251"/>
            <p:cNvSpPr/>
            <p:nvPr/>
          </p:nvSpPr>
          <p:spPr>
            <a:xfrm>
              <a:off x="3074841" y="3829613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3" name="pt252"/>
            <p:cNvSpPr/>
            <p:nvPr/>
          </p:nvSpPr>
          <p:spPr>
            <a:xfrm>
              <a:off x="3002850" y="3849077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4" name="pt253"/>
            <p:cNvSpPr/>
            <p:nvPr/>
          </p:nvSpPr>
          <p:spPr>
            <a:xfrm>
              <a:off x="3020813" y="3671187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5" name="pt254"/>
            <p:cNvSpPr/>
            <p:nvPr/>
          </p:nvSpPr>
          <p:spPr>
            <a:xfrm>
              <a:off x="3812474" y="3660505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6" name="pt255"/>
            <p:cNvSpPr/>
            <p:nvPr/>
          </p:nvSpPr>
          <p:spPr>
            <a:xfrm>
              <a:off x="3793363" y="3753328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7" name="pt256"/>
            <p:cNvSpPr/>
            <p:nvPr/>
          </p:nvSpPr>
          <p:spPr>
            <a:xfrm>
              <a:off x="3766307" y="3689797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8" name="pt257"/>
            <p:cNvSpPr/>
            <p:nvPr/>
          </p:nvSpPr>
          <p:spPr>
            <a:xfrm>
              <a:off x="3755453" y="3944153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9" name="pt258"/>
            <p:cNvSpPr/>
            <p:nvPr/>
          </p:nvSpPr>
          <p:spPr>
            <a:xfrm>
              <a:off x="3757289" y="3466652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0" name="pt259"/>
            <p:cNvSpPr/>
            <p:nvPr/>
          </p:nvSpPr>
          <p:spPr>
            <a:xfrm>
              <a:off x="3824782" y="3770887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1" name="pt260"/>
            <p:cNvSpPr/>
            <p:nvPr/>
          </p:nvSpPr>
          <p:spPr>
            <a:xfrm>
              <a:off x="3743183" y="3877018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2" name="pt261"/>
            <p:cNvSpPr/>
            <p:nvPr/>
          </p:nvSpPr>
          <p:spPr>
            <a:xfrm>
              <a:off x="3738348" y="3613607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3" name="pt262"/>
            <p:cNvSpPr/>
            <p:nvPr/>
          </p:nvSpPr>
          <p:spPr>
            <a:xfrm>
              <a:off x="3786564" y="3553681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4" name="pt263"/>
            <p:cNvSpPr/>
            <p:nvPr/>
          </p:nvSpPr>
          <p:spPr>
            <a:xfrm>
              <a:off x="3814725" y="3297622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5" name="pt264"/>
            <p:cNvSpPr/>
            <p:nvPr/>
          </p:nvSpPr>
          <p:spPr>
            <a:xfrm>
              <a:off x="3812761" y="3317239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6" name="pt265"/>
            <p:cNvSpPr/>
            <p:nvPr/>
          </p:nvSpPr>
          <p:spPr>
            <a:xfrm>
              <a:off x="3795835" y="3300734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7" name="pt266"/>
            <p:cNvSpPr/>
            <p:nvPr/>
          </p:nvSpPr>
          <p:spPr>
            <a:xfrm>
              <a:off x="3829687" y="3393571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8" name="pt267"/>
            <p:cNvSpPr/>
            <p:nvPr/>
          </p:nvSpPr>
          <p:spPr>
            <a:xfrm>
              <a:off x="3770697" y="3621319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9" name="pt268"/>
            <p:cNvSpPr/>
            <p:nvPr/>
          </p:nvSpPr>
          <p:spPr>
            <a:xfrm>
              <a:off x="3800776" y="3647149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0" name="pt269"/>
            <p:cNvSpPr/>
            <p:nvPr/>
          </p:nvSpPr>
          <p:spPr>
            <a:xfrm>
              <a:off x="3821636" y="3554718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1" name="pt270"/>
            <p:cNvSpPr/>
            <p:nvPr/>
          </p:nvSpPr>
          <p:spPr>
            <a:xfrm>
              <a:off x="3796532" y="3520947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2" name="pt271"/>
            <p:cNvSpPr/>
            <p:nvPr/>
          </p:nvSpPr>
          <p:spPr>
            <a:xfrm>
              <a:off x="3833834" y="3510668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3" name="pt272"/>
            <p:cNvSpPr/>
            <p:nvPr/>
          </p:nvSpPr>
          <p:spPr>
            <a:xfrm>
              <a:off x="3760983" y="3342791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4" name="pt273"/>
            <p:cNvSpPr/>
            <p:nvPr/>
          </p:nvSpPr>
          <p:spPr>
            <a:xfrm>
              <a:off x="3754293" y="3451694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5" name="pt274"/>
            <p:cNvSpPr/>
            <p:nvPr/>
          </p:nvSpPr>
          <p:spPr>
            <a:xfrm>
              <a:off x="3830116" y="3492202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6" name="pt275"/>
            <p:cNvSpPr/>
            <p:nvPr/>
          </p:nvSpPr>
          <p:spPr>
            <a:xfrm>
              <a:off x="3781910" y="3319570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7" name="pt276"/>
            <p:cNvSpPr/>
            <p:nvPr/>
          </p:nvSpPr>
          <p:spPr>
            <a:xfrm>
              <a:off x="3835686" y="3520037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8" name="pt277"/>
            <p:cNvSpPr/>
            <p:nvPr/>
          </p:nvSpPr>
          <p:spPr>
            <a:xfrm>
              <a:off x="3779904" y="3366429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9" name="pl278"/>
            <p:cNvSpPr/>
            <p:nvPr/>
          </p:nvSpPr>
          <p:spPr>
            <a:xfrm>
              <a:off x="1537139" y="3623478"/>
              <a:ext cx="2272496" cy="436460"/>
            </a:xfrm>
            <a:custGeom>
              <a:avLst/>
              <a:pathLst>
                <a:path w="2272496" h="436460">
                  <a:moveTo>
                    <a:pt x="0" y="436460"/>
                  </a:moveTo>
                  <a:lnTo>
                    <a:pt x="145928" y="408433"/>
                  </a:lnTo>
                  <a:lnTo>
                    <a:pt x="274646" y="383711"/>
                  </a:lnTo>
                  <a:lnTo>
                    <a:pt x="389788" y="361596"/>
                  </a:lnTo>
                  <a:lnTo>
                    <a:pt x="493947" y="341591"/>
                  </a:lnTo>
                  <a:lnTo>
                    <a:pt x="589036" y="323328"/>
                  </a:lnTo>
                  <a:lnTo>
                    <a:pt x="676510" y="306528"/>
                  </a:lnTo>
                  <a:lnTo>
                    <a:pt x="757498" y="290973"/>
                  </a:lnTo>
                  <a:lnTo>
                    <a:pt x="832896" y="276492"/>
                  </a:lnTo>
                  <a:lnTo>
                    <a:pt x="903427" y="262946"/>
                  </a:lnTo>
                  <a:lnTo>
                    <a:pt x="969680" y="250221"/>
                  </a:lnTo>
                  <a:lnTo>
                    <a:pt x="1032145" y="238224"/>
                  </a:lnTo>
                  <a:lnTo>
                    <a:pt x="1091231" y="226876"/>
                  </a:lnTo>
                  <a:lnTo>
                    <a:pt x="1147287" y="216110"/>
                  </a:lnTo>
                  <a:lnTo>
                    <a:pt x="1200606" y="205869"/>
                  </a:lnTo>
                  <a:lnTo>
                    <a:pt x="1251445" y="196105"/>
                  </a:lnTo>
                  <a:lnTo>
                    <a:pt x="1300024" y="186775"/>
                  </a:lnTo>
                  <a:lnTo>
                    <a:pt x="1346535" y="177842"/>
                  </a:lnTo>
                  <a:lnTo>
                    <a:pt x="1391147" y="169273"/>
                  </a:lnTo>
                  <a:lnTo>
                    <a:pt x="1434009" y="161041"/>
                  </a:lnTo>
                  <a:lnTo>
                    <a:pt x="1475253" y="153120"/>
                  </a:lnTo>
                  <a:lnTo>
                    <a:pt x="1514997" y="145486"/>
                  </a:lnTo>
                  <a:lnTo>
                    <a:pt x="1553346" y="138121"/>
                  </a:lnTo>
                  <a:lnTo>
                    <a:pt x="1590395" y="131005"/>
                  </a:lnTo>
                  <a:lnTo>
                    <a:pt x="1626229" y="124123"/>
                  </a:lnTo>
                  <a:lnTo>
                    <a:pt x="1660925" y="117459"/>
                  </a:lnTo>
                  <a:lnTo>
                    <a:pt x="1694554" y="111000"/>
                  </a:lnTo>
                  <a:lnTo>
                    <a:pt x="1727178" y="104734"/>
                  </a:lnTo>
                  <a:lnTo>
                    <a:pt x="1758857" y="98650"/>
                  </a:lnTo>
                  <a:lnTo>
                    <a:pt x="1789643" y="92737"/>
                  </a:lnTo>
                  <a:lnTo>
                    <a:pt x="1819586" y="86986"/>
                  </a:lnTo>
                  <a:lnTo>
                    <a:pt x="1848730" y="81389"/>
                  </a:lnTo>
                  <a:lnTo>
                    <a:pt x="1877117" y="75937"/>
                  </a:lnTo>
                  <a:lnTo>
                    <a:pt x="1904785" y="70623"/>
                  </a:lnTo>
                  <a:lnTo>
                    <a:pt x="1931770" y="65440"/>
                  </a:lnTo>
                  <a:lnTo>
                    <a:pt x="1958105" y="60382"/>
                  </a:lnTo>
                  <a:lnTo>
                    <a:pt x="1983820" y="55443"/>
                  </a:lnTo>
                  <a:lnTo>
                    <a:pt x="2008944" y="50618"/>
                  </a:lnTo>
                  <a:lnTo>
                    <a:pt x="2033503" y="45901"/>
                  </a:lnTo>
                  <a:lnTo>
                    <a:pt x="2057523" y="41288"/>
                  </a:lnTo>
                  <a:lnTo>
                    <a:pt x="2081026" y="36774"/>
                  </a:lnTo>
                  <a:lnTo>
                    <a:pt x="2104034" y="32355"/>
                  </a:lnTo>
                  <a:lnTo>
                    <a:pt x="2126567" y="28027"/>
                  </a:lnTo>
                  <a:lnTo>
                    <a:pt x="2148645" y="23786"/>
                  </a:lnTo>
                  <a:lnTo>
                    <a:pt x="2170287" y="19630"/>
                  </a:lnTo>
                  <a:lnTo>
                    <a:pt x="2191507" y="15554"/>
                  </a:lnTo>
                  <a:lnTo>
                    <a:pt x="2212324" y="11556"/>
                  </a:lnTo>
                  <a:lnTo>
                    <a:pt x="2232752" y="7633"/>
                  </a:lnTo>
                  <a:lnTo>
                    <a:pt x="2252804" y="3781"/>
                  </a:lnTo>
                  <a:lnTo>
                    <a:pt x="2272496" y="0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l279"/>
            <p:cNvSpPr/>
            <p:nvPr/>
          </p:nvSpPr>
          <p:spPr>
            <a:xfrm>
              <a:off x="1537139" y="3537826"/>
              <a:ext cx="2272496" cy="421444"/>
            </a:xfrm>
            <a:custGeom>
              <a:avLst/>
              <a:pathLst>
                <a:path w="2272496" h="421444">
                  <a:moveTo>
                    <a:pt x="0" y="421444"/>
                  </a:moveTo>
                  <a:lnTo>
                    <a:pt x="145928" y="394381"/>
                  </a:lnTo>
                  <a:lnTo>
                    <a:pt x="274646" y="370509"/>
                  </a:lnTo>
                  <a:lnTo>
                    <a:pt x="389788" y="349156"/>
                  </a:lnTo>
                  <a:lnTo>
                    <a:pt x="493947" y="329839"/>
                  </a:lnTo>
                  <a:lnTo>
                    <a:pt x="589036" y="312204"/>
                  </a:lnTo>
                  <a:lnTo>
                    <a:pt x="676510" y="295982"/>
                  </a:lnTo>
                  <a:lnTo>
                    <a:pt x="757498" y="280962"/>
                  </a:lnTo>
                  <a:lnTo>
                    <a:pt x="832896" y="266979"/>
                  </a:lnTo>
                  <a:lnTo>
                    <a:pt x="903427" y="253899"/>
                  </a:lnTo>
                  <a:lnTo>
                    <a:pt x="969680" y="241612"/>
                  </a:lnTo>
                  <a:lnTo>
                    <a:pt x="1032145" y="230028"/>
                  </a:lnTo>
                  <a:lnTo>
                    <a:pt x="1091231" y="219070"/>
                  </a:lnTo>
                  <a:lnTo>
                    <a:pt x="1147287" y="208674"/>
                  </a:lnTo>
                  <a:lnTo>
                    <a:pt x="1200606" y="198786"/>
                  </a:lnTo>
                  <a:lnTo>
                    <a:pt x="1251445" y="189358"/>
                  </a:lnTo>
                  <a:lnTo>
                    <a:pt x="1300024" y="180349"/>
                  </a:lnTo>
                  <a:lnTo>
                    <a:pt x="1346535" y="171723"/>
                  </a:lnTo>
                  <a:lnTo>
                    <a:pt x="1391147" y="163449"/>
                  </a:lnTo>
                  <a:lnTo>
                    <a:pt x="1434009" y="155501"/>
                  </a:lnTo>
                  <a:lnTo>
                    <a:pt x="1475253" y="147852"/>
                  </a:lnTo>
                  <a:lnTo>
                    <a:pt x="1514997" y="140481"/>
                  </a:lnTo>
                  <a:lnTo>
                    <a:pt x="1553346" y="133369"/>
                  </a:lnTo>
                  <a:lnTo>
                    <a:pt x="1590395" y="126498"/>
                  </a:lnTo>
                  <a:lnTo>
                    <a:pt x="1626229" y="119852"/>
                  </a:lnTo>
                  <a:lnTo>
                    <a:pt x="1660925" y="113418"/>
                  </a:lnTo>
                  <a:lnTo>
                    <a:pt x="1694554" y="107181"/>
                  </a:lnTo>
                  <a:lnTo>
                    <a:pt x="1727178" y="101131"/>
                  </a:lnTo>
                  <a:lnTo>
                    <a:pt x="1758857" y="95256"/>
                  </a:lnTo>
                  <a:lnTo>
                    <a:pt x="1789643" y="89547"/>
                  </a:lnTo>
                  <a:lnTo>
                    <a:pt x="1819586" y="83994"/>
                  </a:lnTo>
                  <a:lnTo>
                    <a:pt x="1848730" y="78589"/>
                  </a:lnTo>
                  <a:lnTo>
                    <a:pt x="1877117" y="73324"/>
                  </a:lnTo>
                  <a:lnTo>
                    <a:pt x="1904785" y="68193"/>
                  </a:lnTo>
                  <a:lnTo>
                    <a:pt x="1931770" y="63188"/>
                  </a:lnTo>
                  <a:lnTo>
                    <a:pt x="1958105" y="58305"/>
                  </a:lnTo>
                  <a:lnTo>
                    <a:pt x="1983820" y="53536"/>
                  </a:lnTo>
                  <a:lnTo>
                    <a:pt x="2008944" y="48876"/>
                  </a:lnTo>
                  <a:lnTo>
                    <a:pt x="2033503" y="44322"/>
                  </a:lnTo>
                  <a:lnTo>
                    <a:pt x="2057523" y="39867"/>
                  </a:lnTo>
                  <a:lnTo>
                    <a:pt x="2081026" y="35508"/>
                  </a:lnTo>
                  <a:lnTo>
                    <a:pt x="2104034" y="31242"/>
                  </a:lnTo>
                  <a:lnTo>
                    <a:pt x="2126567" y="27063"/>
                  </a:lnTo>
                  <a:lnTo>
                    <a:pt x="2148645" y="22968"/>
                  </a:lnTo>
                  <a:lnTo>
                    <a:pt x="2170287" y="18955"/>
                  </a:lnTo>
                  <a:lnTo>
                    <a:pt x="2191507" y="15019"/>
                  </a:lnTo>
                  <a:lnTo>
                    <a:pt x="2212324" y="11159"/>
                  </a:lnTo>
                  <a:lnTo>
                    <a:pt x="2232752" y="7370"/>
                  </a:lnTo>
                  <a:lnTo>
                    <a:pt x="2252804" y="3651"/>
                  </a:lnTo>
                  <a:lnTo>
                    <a:pt x="2272496" y="0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1" name="pl280"/>
            <p:cNvSpPr/>
            <p:nvPr/>
          </p:nvSpPr>
          <p:spPr>
            <a:xfrm>
              <a:off x="1537139" y="3710796"/>
              <a:ext cx="2272496" cy="331254"/>
            </a:xfrm>
            <a:custGeom>
              <a:avLst/>
              <a:pathLst>
                <a:path w="2272496" h="331254">
                  <a:moveTo>
                    <a:pt x="0" y="331254"/>
                  </a:moveTo>
                  <a:lnTo>
                    <a:pt x="145928" y="309982"/>
                  </a:lnTo>
                  <a:lnTo>
                    <a:pt x="274646" y="291220"/>
                  </a:lnTo>
                  <a:lnTo>
                    <a:pt x="389788" y="274436"/>
                  </a:lnTo>
                  <a:lnTo>
                    <a:pt x="493947" y="259253"/>
                  </a:lnTo>
                  <a:lnTo>
                    <a:pt x="589036" y="245392"/>
                  </a:lnTo>
                  <a:lnTo>
                    <a:pt x="676510" y="232641"/>
                  </a:lnTo>
                  <a:lnTo>
                    <a:pt x="757498" y="220836"/>
                  </a:lnTo>
                  <a:lnTo>
                    <a:pt x="832896" y="209845"/>
                  </a:lnTo>
                  <a:lnTo>
                    <a:pt x="903427" y="199564"/>
                  </a:lnTo>
                  <a:lnTo>
                    <a:pt x="969680" y="189907"/>
                  </a:lnTo>
                  <a:lnTo>
                    <a:pt x="1032145" y="180801"/>
                  </a:lnTo>
                  <a:lnTo>
                    <a:pt x="1091231" y="172189"/>
                  </a:lnTo>
                  <a:lnTo>
                    <a:pt x="1147287" y="164018"/>
                  </a:lnTo>
                  <a:lnTo>
                    <a:pt x="1200606" y="156245"/>
                  </a:lnTo>
                  <a:lnTo>
                    <a:pt x="1251445" y="148835"/>
                  </a:lnTo>
                  <a:lnTo>
                    <a:pt x="1300024" y="141754"/>
                  </a:lnTo>
                  <a:lnTo>
                    <a:pt x="1346535" y="134974"/>
                  </a:lnTo>
                  <a:lnTo>
                    <a:pt x="1391147" y="128471"/>
                  </a:lnTo>
                  <a:lnTo>
                    <a:pt x="1434009" y="122223"/>
                  </a:lnTo>
                  <a:lnTo>
                    <a:pt x="1475253" y="116211"/>
                  </a:lnTo>
                  <a:lnTo>
                    <a:pt x="1514997" y="110418"/>
                  </a:lnTo>
                  <a:lnTo>
                    <a:pt x="1553346" y="104828"/>
                  </a:lnTo>
                  <a:lnTo>
                    <a:pt x="1590395" y="99427"/>
                  </a:lnTo>
                  <a:lnTo>
                    <a:pt x="1626229" y="94204"/>
                  </a:lnTo>
                  <a:lnTo>
                    <a:pt x="1660925" y="89146"/>
                  </a:lnTo>
                  <a:lnTo>
                    <a:pt x="1694554" y="84244"/>
                  </a:lnTo>
                  <a:lnTo>
                    <a:pt x="1727178" y="79489"/>
                  </a:lnTo>
                  <a:lnTo>
                    <a:pt x="1758857" y="74871"/>
                  </a:lnTo>
                  <a:lnTo>
                    <a:pt x="1789643" y="70383"/>
                  </a:lnTo>
                  <a:lnTo>
                    <a:pt x="1819586" y="66019"/>
                  </a:lnTo>
                  <a:lnTo>
                    <a:pt x="1848730" y="61770"/>
                  </a:lnTo>
                  <a:lnTo>
                    <a:pt x="1877117" y="57633"/>
                  </a:lnTo>
                  <a:lnTo>
                    <a:pt x="1904785" y="53599"/>
                  </a:lnTo>
                  <a:lnTo>
                    <a:pt x="1931770" y="49666"/>
                  </a:lnTo>
                  <a:lnTo>
                    <a:pt x="1958105" y="45827"/>
                  </a:lnTo>
                  <a:lnTo>
                    <a:pt x="1983820" y="42079"/>
                  </a:lnTo>
                  <a:lnTo>
                    <a:pt x="2008944" y="38417"/>
                  </a:lnTo>
                  <a:lnTo>
                    <a:pt x="2033503" y="34837"/>
                  </a:lnTo>
                  <a:lnTo>
                    <a:pt x="2057523" y="31335"/>
                  </a:lnTo>
                  <a:lnTo>
                    <a:pt x="2081026" y="27909"/>
                  </a:lnTo>
                  <a:lnTo>
                    <a:pt x="2104034" y="24556"/>
                  </a:lnTo>
                  <a:lnTo>
                    <a:pt x="2126567" y="21271"/>
                  </a:lnTo>
                  <a:lnTo>
                    <a:pt x="2148645" y="18053"/>
                  </a:lnTo>
                  <a:lnTo>
                    <a:pt x="2170287" y="14898"/>
                  </a:lnTo>
                  <a:lnTo>
                    <a:pt x="2191507" y="11805"/>
                  </a:lnTo>
                  <a:lnTo>
                    <a:pt x="2212324" y="8771"/>
                  </a:lnTo>
                  <a:lnTo>
                    <a:pt x="2232752" y="5793"/>
                  </a:lnTo>
                  <a:lnTo>
                    <a:pt x="2252804" y="2870"/>
                  </a:lnTo>
                  <a:lnTo>
                    <a:pt x="2272496" y="0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l281"/>
            <p:cNvSpPr/>
            <p:nvPr/>
          </p:nvSpPr>
          <p:spPr>
            <a:xfrm>
              <a:off x="1537139" y="3305620"/>
              <a:ext cx="2272496" cy="461594"/>
            </a:xfrm>
            <a:custGeom>
              <a:avLst/>
              <a:pathLst>
                <a:path w="2272496" h="461594">
                  <a:moveTo>
                    <a:pt x="0" y="461594"/>
                  </a:moveTo>
                  <a:lnTo>
                    <a:pt x="145928" y="431952"/>
                  </a:lnTo>
                  <a:lnTo>
                    <a:pt x="274646" y="405807"/>
                  </a:lnTo>
                  <a:lnTo>
                    <a:pt x="389788" y="382419"/>
                  </a:lnTo>
                  <a:lnTo>
                    <a:pt x="493947" y="361262"/>
                  </a:lnTo>
                  <a:lnTo>
                    <a:pt x="589036" y="341947"/>
                  </a:lnTo>
                  <a:lnTo>
                    <a:pt x="676510" y="324179"/>
                  </a:lnTo>
                  <a:lnTo>
                    <a:pt x="757498" y="307729"/>
                  </a:lnTo>
                  <a:lnTo>
                    <a:pt x="832896" y="292414"/>
                  </a:lnTo>
                  <a:lnTo>
                    <a:pt x="903427" y="278088"/>
                  </a:lnTo>
                  <a:lnTo>
                    <a:pt x="969680" y="264630"/>
                  </a:lnTo>
                  <a:lnTo>
                    <a:pt x="1032145" y="251942"/>
                  </a:lnTo>
                  <a:lnTo>
                    <a:pt x="1091231" y="239940"/>
                  </a:lnTo>
                  <a:lnTo>
                    <a:pt x="1147287" y="228554"/>
                  </a:lnTo>
                  <a:lnTo>
                    <a:pt x="1200606" y="217724"/>
                  </a:lnTo>
                  <a:lnTo>
                    <a:pt x="1251445" y="207397"/>
                  </a:lnTo>
                  <a:lnTo>
                    <a:pt x="1300024" y="197530"/>
                  </a:lnTo>
                  <a:lnTo>
                    <a:pt x="1346535" y="188083"/>
                  </a:lnTo>
                  <a:lnTo>
                    <a:pt x="1391147" y="179021"/>
                  </a:lnTo>
                  <a:lnTo>
                    <a:pt x="1434009" y="170315"/>
                  </a:lnTo>
                  <a:lnTo>
                    <a:pt x="1475253" y="161937"/>
                  </a:lnTo>
                  <a:lnTo>
                    <a:pt x="1514997" y="153864"/>
                  </a:lnTo>
                  <a:lnTo>
                    <a:pt x="1553346" y="146075"/>
                  </a:lnTo>
                  <a:lnTo>
                    <a:pt x="1590395" y="138549"/>
                  </a:lnTo>
                  <a:lnTo>
                    <a:pt x="1626229" y="131271"/>
                  </a:lnTo>
                  <a:lnTo>
                    <a:pt x="1660925" y="124223"/>
                  </a:lnTo>
                  <a:lnTo>
                    <a:pt x="1694554" y="117392"/>
                  </a:lnTo>
                  <a:lnTo>
                    <a:pt x="1727178" y="110766"/>
                  </a:lnTo>
                  <a:lnTo>
                    <a:pt x="1758857" y="104331"/>
                  </a:lnTo>
                  <a:lnTo>
                    <a:pt x="1789643" y="98077"/>
                  </a:lnTo>
                  <a:lnTo>
                    <a:pt x="1819586" y="91995"/>
                  </a:lnTo>
                  <a:lnTo>
                    <a:pt x="1848730" y="86076"/>
                  </a:lnTo>
                  <a:lnTo>
                    <a:pt x="1877117" y="80310"/>
                  </a:lnTo>
                  <a:lnTo>
                    <a:pt x="1904785" y="74690"/>
                  </a:lnTo>
                  <a:lnTo>
                    <a:pt x="1931770" y="69208"/>
                  </a:lnTo>
                  <a:lnTo>
                    <a:pt x="1958105" y="63859"/>
                  </a:lnTo>
                  <a:lnTo>
                    <a:pt x="1983820" y="58636"/>
                  </a:lnTo>
                  <a:lnTo>
                    <a:pt x="2008944" y="53533"/>
                  </a:lnTo>
                  <a:lnTo>
                    <a:pt x="2033503" y="48544"/>
                  </a:lnTo>
                  <a:lnTo>
                    <a:pt x="2057523" y="43665"/>
                  </a:lnTo>
                  <a:lnTo>
                    <a:pt x="2081026" y="38891"/>
                  </a:lnTo>
                  <a:lnTo>
                    <a:pt x="2104034" y="34218"/>
                  </a:lnTo>
                  <a:lnTo>
                    <a:pt x="2126567" y="29641"/>
                  </a:lnTo>
                  <a:lnTo>
                    <a:pt x="2148645" y="25156"/>
                  </a:lnTo>
                  <a:lnTo>
                    <a:pt x="2170287" y="20760"/>
                  </a:lnTo>
                  <a:lnTo>
                    <a:pt x="2191507" y="16450"/>
                  </a:lnTo>
                  <a:lnTo>
                    <a:pt x="2212324" y="12222"/>
                  </a:lnTo>
                  <a:lnTo>
                    <a:pt x="2232752" y="8072"/>
                  </a:lnTo>
                  <a:lnTo>
                    <a:pt x="2252804" y="3999"/>
                  </a:lnTo>
                  <a:lnTo>
                    <a:pt x="2272496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3" name="pl282"/>
            <p:cNvSpPr/>
            <p:nvPr/>
          </p:nvSpPr>
          <p:spPr>
            <a:xfrm>
              <a:off x="1537139" y="3593841"/>
              <a:ext cx="2272496" cy="343788"/>
            </a:xfrm>
            <a:custGeom>
              <a:avLst/>
              <a:pathLst>
                <a:path w="2272496" h="343788">
                  <a:moveTo>
                    <a:pt x="0" y="343788"/>
                  </a:moveTo>
                  <a:lnTo>
                    <a:pt x="145928" y="321712"/>
                  </a:lnTo>
                  <a:lnTo>
                    <a:pt x="274646" y="302239"/>
                  </a:lnTo>
                  <a:lnTo>
                    <a:pt x="389788" y="284820"/>
                  </a:lnTo>
                  <a:lnTo>
                    <a:pt x="493947" y="269063"/>
                  </a:lnTo>
                  <a:lnTo>
                    <a:pt x="589036" y="254677"/>
                  </a:lnTo>
                  <a:lnTo>
                    <a:pt x="676510" y="241444"/>
                  </a:lnTo>
                  <a:lnTo>
                    <a:pt x="757498" y="229192"/>
                  </a:lnTo>
                  <a:lnTo>
                    <a:pt x="832896" y="217785"/>
                  </a:lnTo>
                  <a:lnTo>
                    <a:pt x="903427" y="207115"/>
                  </a:lnTo>
                  <a:lnTo>
                    <a:pt x="969680" y="197093"/>
                  </a:lnTo>
                  <a:lnTo>
                    <a:pt x="1032145" y="187643"/>
                  </a:lnTo>
                  <a:lnTo>
                    <a:pt x="1091231" y="178704"/>
                  </a:lnTo>
                  <a:lnTo>
                    <a:pt x="1147287" y="170224"/>
                  </a:lnTo>
                  <a:lnTo>
                    <a:pt x="1200606" y="162157"/>
                  </a:lnTo>
                  <a:lnTo>
                    <a:pt x="1251445" y="154466"/>
                  </a:lnTo>
                  <a:lnTo>
                    <a:pt x="1300024" y="147117"/>
                  </a:lnTo>
                  <a:lnTo>
                    <a:pt x="1346535" y="140081"/>
                  </a:lnTo>
                  <a:lnTo>
                    <a:pt x="1391147" y="133332"/>
                  </a:lnTo>
                  <a:lnTo>
                    <a:pt x="1434009" y="126848"/>
                  </a:lnTo>
                  <a:lnTo>
                    <a:pt x="1475253" y="120608"/>
                  </a:lnTo>
                  <a:lnTo>
                    <a:pt x="1514997" y="114596"/>
                  </a:lnTo>
                  <a:lnTo>
                    <a:pt x="1553346" y="108794"/>
                  </a:lnTo>
                  <a:lnTo>
                    <a:pt x="1590395" y="103189"/>
                  </a:lnTo>
                  <a:lnTo>
                    <a:pt x="1626229" y="97768"/>
                  </a:lnTo>
                  <a:lnTo>
                    <a:pt x="1660925" y="92519"/>
                  </a:lnTo>
                  <a:lnTo>
                    <a:pt x="1694554" y="87432"/>
                  </a:lnTo>
                  <a:lnTo>
                    <a:pt x="1727178" y="82496"/>
                  </a:lnTo>
                  <a:lnTo>
                    <a:pt x="1758857" y="77704"/>
                  </a:lnTo>
                  <a:lnTo>
                    <a:pt x="1789643" y="73047"/>
                  </a:lnTo>
                  <a:lnTo>
                    <a:pt x="1819586" y="68517"/>
                  </a:lnTo>
                  <a:lnTo>
                    <a:pt x="1848730" y="64108"/>
                  </a:lnTo>
                  <a:lnTo>
                    <a:pt x="1877117" y="59813"/>
                  </a:lnTo>
                  <a:lnTo>
                    <a:pt x="1904785" y="55628"/>
                  </a:lnTo>
                  <a:lnTo>
                    <a:pt x="1931770" y="51545"/>
                  </a:lnTo>
                  <a:lnTo>
                    <a:pt x="1958105" y="47561"/>
                  </a:lnTo>
                  <a:lnTo>
                    <a:pt x="1983820" y="43671"/>
                  </a:lnTo>
                  <a:lnTo>
                    <a:pt x="2008944" y="39870"/>
                  </a:lnTo>
                  <a:lnTo>
                    <a:pt x="2033503" y="36155"/>
                  </a:lnTo>
                  <a:lnTo>
                    <a:pt x="2057523" y="32521"/>
                  </a:lnTo>
                  <a:lnTo>
                    <a:pt x="2081026" y="28966"/>
                  </a:lnTo>
                  <a:lnTo>
                    <a:pt x="2104034" y="25485"/>
                  </a:lnTo>
                  <a:lnTo>
                    <a:pt x="2126567" y="22076"/>
                  </a:lnTo>
                  <a:lnTo>
                    <a:pt x="2148645" y="18736"/>
                  </a:lnTo>
                  <a:lnTo>
                    <a:pt x="2170287" y="15462"/>
                  </a:lnTo>
                  <a:lnTo>
                    <a:pt x="2191507" y="12252"/>
                  </a:lnTo>
                  <a:lnTo>
                    <a:pt x="2212324" y="9102"/>
                  </a:lnTo>
                  <a:lnTo>
                    <a:pt x="2232752" y="6012"/>
                  </a:lnTo>
                  <a:lnTo>
                    <a:pt x="2252804" y="2978"/>
                  </a:lnTo>
                  <a:lnTo>
                    <a:pt x="2272496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4" name="pl283"/>
            <p:cNvSpPr/>
            <p:nvPr/>
          </p:nvSpPr>
          <p:spPr>
            <a:xfrm>
              <a:off x="1537139" y="3403092"/>
              <a:ext cx="2272496" cy="309441"/>
            </a:xfrm>
            <a:custGeom>
              <a:avLst/>
              <a:pathLst>
                <a:path w="2272496" h="309441">
                  <a:moveTo>
                    <a:pt x="0" y="309441"/>
                  </a:moveTo>
                  <a:lnTo>
                    <a:pt x="145928" y="289570"/>
                  </a:lnTo>
                  <a:lnTo>
                    <a:pt x="274646" y="272043"/>
                  </a:lnTo>
                  <a:lnTo>
                    <a:pt x="389788" y="256364"/>
                  </a:lnTo>
                  <a:lnTo>
                    <a:pt x="493947" y="242181"/>
                  </a:lnTo>
                  <a:lnTo>
                    <a:pt x="589036" y="229233"/>
                  </a:lnTo>
                  <a:lnTo>
                    <a:pt x="676510" y="217322"/>
                  </a:lnTo>
                  <a:lnTo>
                    <a:pt x="757498" y="206294"/>
                  </a:lnTo>
                  <a:lnTo>
                    <a:pt x="832896" y="196027"/>
                  </a:lnTo>
                  <a:lnTo>
                    <a:pt x="903427" y="186423"/>
                  </a:lnTo>
                  <a:lnTo>
                    <a:pt x="969680" y="177401"/>
                  </a:lnTo>
                  <a:lnTo>
                    <a:pt x="1032145" y="168896"/>
                  </a:lnTo>
                  <a:lnTo>
                    <a:pt x="1091231" y="160850"/>
                  </a:lnTo>
                  <a:lnTo>
                    <a:pt x="1147287" y="153217"/>
                  </a:lnTo>
                  <a:lnTo>
                    <a:pt x="1200606" y="145956"/>
                  </a:lnTo>
                  <a:lnTo>
                    <a:pt x="1251445" y="139034"/>
                  </a:lnTo>
                  <a:lnTo>
                    <a:pt x="1300024" y="132419"/>
                  </a:lnTo>
                  <a:lnTo>
                    <a:pt x="1346535" y="126086"/>
                  </a:lnTo>
                  <a:lnTo>
                    <a:pt x="1391147" y="120011"/>
                  </a:lnTo>
                  <a:lnTo>
                    <a:pt x="1434009" y="114175"/>
                  </a:lnTo>
                  <a:lnTo>
                    <a:pt x="1475253" y="108558"/>
                  </a:lnTo>
                  <a:lnTo>
                    <a:pt x="1514997" y="103147"/>
                  </a:lnTo>
                  <a:lnTo>
                    <a:pt x="1553346" y="97925"/>
                  </a:lnTo>
                  <a:lnTo>
                    <a:pt x="1590395" y="92880"/>
                  </a:lnTo>
                  <a:lnTo>
                    <a:pt x="1626229" y="88000"/>
                  </a:lnTo>
                  <a:lnTo>
                    <a:pt x="1660925" y="83276"/>
                  </a:lnTo>
                  <a:lnTo>
                    <a:pt x="1694554" y="78697"/>
                  </a:lnTo>
                  <a:lnTo>
                    <a:pt x="1727178" y="74254"/>
                  </a:lnTo>
                  <a:lnTo>
                    <a:pt x="1758857" y="69941"/>
                  </a:lnTo>
                  <a:lnTo>
                    <a:pt x="1789643" y="65749"/>
                  </a:lnTo>
                  <a:lnTo>
                    <a:pt x="1819586" y="61671"/>
                  </a:lnTo>
                  <a:lnTo>
                    <a:pt x="1848730" y="57703"/>
                  </a:lnTo>
                  <a:lnTo>
                    <a:pt x="1877117" y="53837"/>
                  </a:lnTo>
                  <a:lnTo>
                    <a:pt x="1904785" y="50070"/>
                  </a:lnTo>
                  <a:lnTo>
                    <a:pt x="1931770" y="46395"/>
                  </a:lnTo>
                  <a:lnTo>
                    <a:pt x="1958105" y="42809"/>
                  </a:lnTo>
                  <a:lnTo>
                    <a:pt x="1983820" y="39308"/>
                  </a:lnTo>
                  <a:lnTo>
                    <a:pt x="2008944" y="35887"/>
                  </a:lnTo>
                  <a:lnTo>
                    <a:pt x="2033503" y="32543"/>
                  </a:lnTo>
                  <a:lnTo>
                    <a:pt x="2057523" y="29272"/>
                  </a:lnTo>
                  <a:lnTo>
                    <a:pt x="2081026" y="26072"/>
                  </a:lnTo>
                  <a:lnTo>
                    <a:pt x="2104034" y="22939"/>
                  </a:lnTo>
                  <a:lnTo>
                    <a:pt x="2126567" y="19870"/>
                  </a:lnTo>
                  <a:lnTo>
                    <a:pt x="2148645" y="16864"/>
                  </a:lnTo>
                  <a:lnTo>
                    <a:pt x="2170287" y="13917"/>
                  </a:lnTo>
                  <a:lnTo>
                    <a:pt x="2191507" y="11027"/>
                  </a:lnTo>
                  <a:lnTo>
                    <a:pt x="2212324" y="8193"/>
                  </a:lnTo>
                  <a:lnTo>
                    <a:pt x="2232752" y="5411"/>
                  </a:lnTo>
                  <a:lnTo>
                    <a:pt x="2252804" y="2681"/>
                  </a:lnTo>
                  <a:lnTo>
                    <a:pt x="2272496" y="0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5" name="pl284"/>
            <p:cNvSpPr/>
            <p:nvPr/>
          </p:nvSpPr>
          <p:spPr>
            <a:xfrm>
              <a:off x="1537139" y="3511644"/>
              <a:ext cx="2272496" cy="9864"/>
            </a:xfrm>
            <a:custGeom>
              <a:avLst/>
              <a:pathLst>
                <a:path w="2272496" h="9864">
                  <a:moveTo>
                    <a:pt x="0" y="9864"/>
                  </a:moveTo>
                  <a:lnTo>
                    <a:pt x="145928" y="9230"/>
                  </a:lnTo>
                  <a:lnTo>
                    <a:pt x="274646" y="8672"/>
                  </a:lnTo>
                  <a:lnTo>
                    <a:pt x="389788" y="8172"/>
                  </a:lnTo>
                  <a:lnTo>
                    <a:pt x="493947" y="7720"/>
                  </a:lnTo>
                  <a:lnTo>
                    <a:pt x="589036" y="7307"/>
                  </a:lnTo>
                  <a:lnTo>
                    <a:pt x="676510" y="6927"/>
                  </a:lnTo>
                  <a:lnTo>
                    <a:pt x="757498" y="6576"/>
                  </a:lnTo>
                  <a:lnTo>
                    <a:pt x="832896" y="6248"/>
                  </a:lnTo>
                  <a:lnTo>
                    <a:pt x="903427" y="5942"/>
                  </a:lnTo>
                  <a:lnTo>
                    <a:pt x="969680" y="5655"/>
                  </a:lnTo>
                  <a:lnTo>
                    <a:pt x="1032145" y="5384"/>
                  </a:lnTo>
                  <a:lnTo>
                    <a:pt x="1091231" y="5127"/>
                  </a:lnTo>
                  <a:lnTo>
                    <a:pt x="1147287" y="4884"/>
                  </a:lnTo>
                  <a:lnTo>
                    <a:pt x="1200606" y="4652"/>
                  </a:lnTo>
                  <a:lnTo>
                    <a:pt x="1251445" y="4432"/>
                  </a:lnTo>
                  <a:lnTo>
                    <a:pt x="1300024" y="4221"/>
                  </a:lnTo>
                  <a:lnTo>
                    <a:pt x="1346535" y="4019"/>
                  </a:lnTo>
                  <a:lnTo>
                    <a:pt x="1391147" y="3825"/>
                  </a:lnTo>
                  <a:lnTo>
                    <a:pt x="1434009" y="3639"/>
                  </a:lnTo>
                  <a:lnTo>
                    <a:pt x="1475253" y="3460"/>
                  </a:lnTo>
                  <a:lnTo>
                    <a:pt x="1514997" y="3288"/>
                  </a:lnTo>
                  <a:lnTo>
                    <a:pt x="1553346" y="3121"/>
                  </a:lnTo>
                  <a:lnTo>
                    <a:pt x="1590395" y="2960"/>
                  </a:lnTo>
                  <a:lnTo>
                    <a:pt x="1626229" y="2805"/>
                  </a:lnTo>
                  <a:lnTo>
                    <a:pt x="1660925" y="2654"/>
                  </a:lnTo>
                  <a:lnTo>
                    <a:pt x="1694554" y="2508"/>
                  </a:lnTo>
                  <a:lnTo>
                    <a:pt x="1727178" y="2367"/>
                  </a:lnTo>
                  <a:lnTo>
                    <a:pt x="1758857" y="2229"/>
                  </a:lnTo>
                  <a:lnTo>
                    <a:pt x="1789643" y="2095"/>
                  </a:lnTo>
                  <a:lnTo>
                    <a:pt x="1819586" y="1965"/>
                  </a:lnTo>
                  <a:lnTo>
                    <a:pt x="1848730" y="1839"/>
                  </a:lnTo>
                  <a:lnTo>
                    <a:pt x="1877117" y="1716"/>
                  </a:lnTo>
                  <a:lnTo>
                    <a:pt x="1904785" y="1596"/>
                  </a:lnTo>
                  <a:lnTo>
                    <a:pt x="1931770" y="1478"/>
                  </a:lnTo>
                  <a:lnTo>
                    <a:pt x="1958105" y="1364"/>
                  </a:lnTo>
                  <a:lnTo>
                    <a:pt x="1983820" y="1253"/>
                  </a:lnTo>
                  <a:lnTo>
                    <a:pt x="2008944" y="1144"/>
                  </a:lnTo>
                  <a:lnTo>
                    <a:pt x="2033503" y="1037"/>
                  </a:lnTo>
                  <a:lnTo>
                    <a:pt x="2057523" y="933"/>
                  </a:lnTo>
                  <a:lnTo>
                    <a:pt x="2081026" y="831"/>
                  </a:lnTo>
                  <a:lnTo>
                    <a:pt x="2104034" y="731"/>
                  </a:lnTo>
                  <a:lnTo>
                    <a:pt x="2126567" y="633"/>
                  </a:lnTo>
                  <a:lnTo>
                    <a:pt x="2148645" y="537"/>
                  </a:lnTo>
                  <a:lnTo>
                    <a:pt x="2170287" y="443"/>
                  </a:lnTo>
                  <a:lnTo>
                    <a:pt x="2191507" y="351"/>
                  </a:lnTo>
                  <a:lnTo>
                    <a:pt x="2212324" y="261"/>
                  </a:lnTo>
                  <a:lnTo>
                    <a:pt x="2232752" y="172"/>
                  </a:lnTo>
                  <a:lnTo>
                    <a:pt x="2252804" y="85"/>
                  </a:lnTo>
                  <a:lnTo>
                    <a:pt x="2272496" y="0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6" name="pl285"/>
            <p:cNvSpPr/>
            <p:nvPr/>
          </p:nvSpPr>
          <p:spPr>
            <a:xfrm>
              <a:off x="1537139" y="3785360"/>
              <a:ext cx="2272496" cy="210566"/>
            </a:xfrm>
            <a:custGeom>
              <a:avLst/>
              <a:pathLst>
                <a:path w="2272496" h="210566">
                  <a:moveTo>
                    <a:pt x="0" y="210566"/>
                  </a:moveTo>
                  <a:lnTo>
                    <a:pt x="145928" y="197045"/>
                  </a:lnTo>
                  <a:lnTo>
                    <a:pt x="274646" y="185118"/>
                  </a:lnTo>
                  <a:lnTo>
                    <a:pt x="389788" y="174449"/>
                  </a:lnTo>
                  <a:lnTo>
                    <a:pt x="493947" y="164798"/>
                  </a:lnTo>
                  <a:lnTo>
                    <a:pt x="589036" y="155987"/>
                  </a:lnTo>
                  <a:lnTo>
                    <a:pt x="676510" y="147882"/>
                  </a:lnTo>
                  <a:lnTo>
                    <a:pt x="757498" y="140377"/>
                  </a:lnTo>
                  <a:lnTo>
                    <a:pt x="832896" y="133391"/>
                  </a:lnTo>
                  <a:lnTo>
                    <a:pt x="903427" y="126856"/>
                  </a:lnTo>
                  <a:lnTo>
                    <a:pt x="969680" y="120717"/>
                  </a:lnTo>
                  <a:lnTo>
                    <a:pt x="1032145" y="114929"/>
                  </a:lnTo>
                  <a:lnTo>
                    <a:pt x="1091231" y="109454"/>
                  </a:lnTo>
                  <a:lnTo>
                    <a:pt x="1147287" y="104260"/>
                  </a:lnTo>
                  <a:lnTo>
                    <a:pt x="1200606" y="99319"/>
                  </a:lnTo>
                  <a:lnTo>
                    <a:pt x="1251445" y="94609"/>
                  </a:lnTo>
                  <a:lnTo>
                    <a:pt x="1300024" y="90107"/>
                  </a:lnTo>
                  <a:lnTo>
                    <a:pt x="1346535" y="85798"/>
                  </a:lnTo>
                  <a:lnTo>
                    <a:pt x="1391147" y="81664"/>
                  </a:lnTo>
                  <a:lnTo>
                    <a:pt x="1434009" y="77693"/>
                  </a:lnTo>
                  <a:lnTo>
                    <a:pt x="1475253" y="73871"/>
                  </a:lnTo>
                  <a:lnTo>
                    <a:pt x="1514997" y="70188"/>
                  </a:lnTo>
                  <a:lnTo>
                    <a:pt x="1553346" y="66635"/>
                  </a:lnTo>
                  <a:lnTo>
                    <a:pt x="1590395" y="63202"/>
                  </a:lnTo>
                  <a:lnTo>
                    <a:pt x="1626229" y="59882"/>
                  </a:lnTo>
                  <a:lnTo>
                    <a:pt x="1660925" y="56667"/>
                  </a:lnTo>
                  <a:lnTo>
                    <a:pt x="1694554" y="53551"/>
                  </a:lnTo>
                  <a:lnTo>
                    <a:pt x="1727178" y="50528"/>
                  </a:lnTo>
                  <a:lnTo>
                    <a:pt x="1758857" y="47593"/>
                  </a:lnTo>
                  <a:lnTo>
                    <a:pt x="1789643" y="44740"/>
                  </a:lnTo>
                  <a:lnTo>
                    <a:pt x="1819586" y="41966"/>
                  </a:lnTo>
                  <a:lnTo>
                    <a:pt x="1848730" y="39265"/>
                  </a:lnTo>
                  <a:lnTo>
                    <a:pt x="1877117" y="36635"/>
                  </a:lnTo>
                  <a:lnTo>
                    <a:pt x="1904785" y="34071"/>
                  </a:lnTo>
                  <a:lnTo>
                    <a:pt x="1931770" y="31571"/>
                  </a:lnTo>
                  <a:lnTo>
                    <a:pt x="1958105" y="29131"/>
                  </a:lnTo>
                  <a:lnTo>
                    <a:pt x="1983820" y="26748"/>
                  </a:lnTo>
                  <a:lnTo>
                    <a:pt x="2008944" y="24420"/>
                  </a:lnTo>
                  <a:lnTo>
                    <a:pt x="2033503" y="22144"/>
                  </a:lnTo>
                  <a:lnTo>
                    <a:pt x="2057523" y="19919"/>
                  </a:lnTo>
                  <a:lnTo>
                    <a:pt x="2081026" y="17741"/>
                  </a:lnTo>
                  <a:lnTo>
                    <a:pt x="2104034" y="15609"/>
                  </a:lnTo>
                  <a:lnTo>
                    <a:pt x="2126567" y="13521"/>
                  </a:lnTo>
                  <a:lnTo>
                    <a:pt x="2148645" y="11475"/>
                  </a:lnTo>
                  <a:lnTo>
                    <a:pt x="2170287" y="9470"/>
                  </a:lnTo>
                  <a:lnTo>
                    <a:pt x="2191507" y="7504"/>
                  </a:lnTo>
                  <a:lnTo>
                    <a:pt x="2212324" y="5575"/>
                  </a:lnTo>
                  <a:lnTo>
                    <a:pt x="2232752" y="3682"/>
                  </a:lnTo>
                  <a:lnTo>
                    <a:pt x="2252804" y="1824"/>
                  </a:lnTo>
                  <a:lnTo>
                    <a:pt x="2272496" y="0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7" name="pl286"/>
            <p:cNvSpPr/>
            <p:nvPr/>
          </p:nvSpPr>
          <p:spPr>
            <a:xfrm>
              <a:off x="1537139" y="3755217"/>
              <a:ext cx="2272496" cy="302048"/>
            </a:xfrm>
            <a:custGeom>
              <a:avLst/>
              <a:pathLst>
                <a:path w="2272496" h="302048">
                  <a:moveTo>
                    <a:pt x="0" y="302048"/>
                  </a:moveTo>
                  <a:lnTo>
                    <a:pt x="145928" y="282652"/>
                  </a:lnTo>
                  <a:lnTo>
                    <a:pt x="274646" y="265544"/>
                  </a:lnTo>
                  <a:lnTo>
                    <a:pt x="389788" y="250240"/>
                  </a:lnTo>
                  <a:lnTo>
                    <a:pt x="493947" y="236395"/>
                  </a:lnTo>
                  <a:lnTo>
                    <a:pt x="589036" y="223757"/>
                  </a:lnTo>
                  <a:lnTo>
                    <a:pt x="676510" y="212130"/>
                  </a:lnTo>
                  <a:lnTo>
                    <a:pt x="757498" y="201365"/>
                  </a:lnTo>
                  <a:lnTo>
                    <a:pt x="832896" y="191344"/>
                  </a:lnTo>
                  <a:lnTo>
                    <a:pt x="903427" y="181969"/>
                  </a:lnTo>
                  <a:lnTo>
                    <a:pt x="969680" y="173163"/>
                  </a:lnTo>
                  <a:lnTo>
                    <a:pt x="1032145" y="164861"/>
                  </a:lnTo>
                  <a:lnTo>
                    <a:pt x="1091231" y="157007"/>
                  </a:lnTo>
                  <a:lnTo>
                    <a:pt x="1147287" y="149557"/>
                  </a:lnTo>
                  <a:lnTo>
                    <a:pt x="1200606" y="142470"/>
                  </a:lnTo>
                  <a:lnTo>
                    <a:pt x="1251445" y="135712"/>
                  </a:lnTo>
                  <a:lnTo>
                    <a:pt x="1300024" y="129256"/>
                  </a:lnTo>
                  <a:lnTo>
                    <a:pt x="1346535" y="123074"/>
                  </a:lnTo>
                  <a:lnTo>
                    <a:pt x="1391147" y="117144"/>
                  </a:lnTo>
                  <a:lnTo>
                    <a:pt x="1434009" y="111447"/>
                  </a:lnTo>
                  <a:lnTo>
                    <a:pt x="1475253" y="105965"/>
                  </a:lnTo>
                  <a:lnTo>
                    <a:pt x="1514997" y="100682"/>
                  </a:lnTo>
                  <a:lnTo>
                    <a:pt x="1553346" y="95585"/>
                  </a:lnTo>
                  <a:lnTo>
                    <a:pt x="1590395" y="90661"/>
                  </a:lnTo>
                  <a:lnTo>
                    <a:pt x="1626229" y="85898"/>
                  </a:lnTo>
                  <a:lnTo>
                    <a:pt x="1660925" y="81286"/>
                  </a:lnTo>
                  <a:lnTo>
                    <a:pt x="1694554" y="76817"/>
                  </a:lnTo>
                  <a:lnTo>
                    <a:pt x="1727178" y="72480"/>
                  </a:lnTo>
                  <a:lnTo>
                    <a:pt x="1758857" y="68270"/>
                  </a:lnTo>
                  <a:lnTo>
                    <a:pt x="1789643" y="64178"/>
                  </a:lnTo>
                  <a:lnTo>
                    <a:pt x="1819586" y="60198"/>
                  </a:lnTo>
                  <a:lnTo>
                    <a:pt x="1848730" y="56324"/>
                  </a:lnTo>
                  <a:lnTo>
                    <a:pt x="1877117" y="52551"/>
                  </a:lnTo>
                  <a:lnTo>
                    <a:pt x="1904785" y="48874"/>
                  </a:lnTo>
                  <a:lnTo>
                    <a:pt x="1931770" y="45287"/>
                  </a:lnTo>
                  <a:lnTo>
                    <a:pt x="1958105" y="41787"/>
                  </a:lnTo>
                  <a:lnTo>
                    <a:pt x="1983820" y="38369"/>
                  </a:lnTo>
                  <a:lnTo>
                    <a:pt x="2008944" y="35029"/>
                  </a:lnTo>
                  <a:lnTo>
                    <a:pt x="2033503" y="31765"/>
                  </a:lnTo>
                  <a:lnTo>
                    <a:pt x="2057523" y="28573"/>
                  </a:lnTo>
                  <a:lnTo>
                    <a:pt x="2081026" y="25449"/>
                  </a:lnTo>
                  <a:lnTo>
                    <a:pt x="2104034" y="22391"/>
                  </a:lnTo>
                  <a:lnTo>
                    <a:pt x="2126567" y="19396"/>
                  </a:lnTo>
                  <a:lnTo>
                    <a:pt x="2148645" y="16461"/>
                  </a:lnTo>
                  <a:lnTo>
                    <a:pt x="2170287" y="13585"/>
                  </a:lnTo>
                  <a:lnTo>
                    <a:pt x="2191507" y="10764"/>
                  </a:lnTo>
                  <a:lnTo>
                    <a:pt x="2212324" y="7997"/>
                  </a:lnTo>
                  <a:lnTo>
                    <a:pt x="2232752" y="5282"/>
                  </a:lnTo>
                  <a:lnTo>
                    <a:pt x="2252804" y="2617"/>
                  </a:lnTo>
                  <a:lnTo>
                    <a:pt x="2272496" y="0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8" name="pl287"/>
            <p:cNvSpPr/>
            <p:nvPr/>
          </p:nvSpPr>
          <p:spPr>
            <a:xfrm>
              <a:off x="1537139" y="3507017"/>
              <a:ext cx="2272496" cy="326270"/>
            </a:xfrm>
            <a:custGeom>
              <a:avLst/>
              <a:pathLst>
                <a:path w="2272496" h="326270">
                  <a:moveTo>
                    <a:pt x="0" y="326270"/>
                  </a:moveTo>
                  <a:lnTo>
                    <a:pt x="145928" y="305319"/>
                  </a:lnTo>
                  <a:lnTo>
                    <a:pt x="274646" y="286838"/>
                  </a:lnTo>
                  <a:lnTo>
                    <a:pt x="389788" y="270307"/>
                  </a:lnTo>
                  <a:lnTo>
                    <a:pt x="493947" y="255352"/>
                  </a:lnTo>
                  <a:lnTo>
                    <a:pt x="589036" y="241700"/>
                  </a:lnTo>
                  <a:lnTo>
                    <a:pt x="676510" y="229141"/>
                  </a:lnTo>
                  <a:lnTo>
                    <a:pt x="757498" y="217513"/>
                  </a:lnTo>
                  <a:lnTo>
                    <a:pt x="832896" y="206688"/>
                  </a:lnTo>
                  <a:lnTo>
                    <a:pt x="903427" y="196562"/>
                  </a:lnTo>
                  <a:lnTo>
                    <a:pt x="969680" y="187050"/>
                  </a:lnTo>
                  <a:lnTo>
                    <a:pt x="1032145" y="178081"/>
                  </a:lnTo>
                  <a:lnTo>
                    <a:pt x="1091231" y="169598"/>
                  </a:lnTo>
                  <a:lnTo>
                    <a:pt x="1147287" y="161550"/>
                  </a:lnTo>
                  <a:lnTo>
                    <a:pt x="1200606" y="153895"/>
                  </a:lnTo>
                  <a:lnTo>
                    <a:pt x="1251445" y="146595"/>
                  </a:lnTo>
                  <a:lnTo>
                    <a:pt x="1300024" y="139621"/>
                  </a:lnTo>
                  <a:lnTo>
                    <a:pt x="1346535" y="132943"/>
                  </a:lnTo>
                  <a:lnTo>
                    <a:pt x="1391147" y="126538"/>
                  </a:lnTo>
                  <a:lnTo>
                    <a:pt x="1434009" y="120384"/>
                  </a:lnTo>
                  <a:lnTo>
                    <a:pt x="1475253" y="114463"/>
                  </a:lnTo>
                  <a:lnTo>
                    <a:pt x="1514997" y="108756"/>
                  </a:lnTo>
                  <a:lnTo>
                    <a:pt x="1553346" y="103250"/>
                  </a:lnTo>
                  <a:lnTo>
                    <a:pt x="1590395" y="97931"/>
                  </a:lnTo>
                  <a:lnTo>
                    <a:pt x="1626229" y="92786"/>
                  </a:lnTo>
                  <a:lnTo>
                    <a:pt x="1660925" y="87805"/>
                  </a:lnTo>
                  <a:lnTo>
                    <a:pt x="1694554" y="82977"/>
                  </a:lnTo>
                  <a:lnTo>
                    <a:pt x="1727178" y="78293"/>
                  </a:lnTo>
                  <a:lnTo>
                    <a:pt x="1758857" y="73744"/>
                  </a:lnTo>
                  <a:lnTo>
                    <a:pt x="1789643" y="69324"/>
                  </a:lnTo>
                  <a:lnTo>
                    <a:pt x="1819586" y="65025"/>
                  </a:lnTo>
                  <a:lnTo>
                    <a:pt x="1848730" y="60841"/>
                  </a:lnTo>
                  <a:lnTo>
                    <a:pt x="1877117" y="56765"/>
                  </a:lnTo>
                  <a:lnTo>
                    <a:pt x="1904785" y="52793"/>
                  </a:lnTo>
                  <a:lnTo>
                    <a:pt x="1931770" y="48919"/>
                  </a:lnTo>
                  <a:lnTo>
                    <a:pt x="1958105" y="45138"/>
                  </a:lnTo>
                  <a:lnTo>
                    <a:pt x="1983820" y="41446"/>
                  </a:lnTo>
                  <a:lnTo>
                    <a:pt x="2008944" y="37839"/>
                  </a:lnTo>
                  <a:lnTo>
                    <a:pt x="2033503" y="34312"/>
                  </a:lnTo>
                  <a:lnTo>
                    <a:pt x="2057523" y="30864"/>
                  </a:lnTo>
                  <a:lnTo>
                    <a:pt x="2081026" y="27490"/>
                  </a:lnTo>
                  <a:lnTo>
                    <a:pt x="2104034" y="24186"/>
                  </a:lnTo>
                  <a:lnTo>
                    <a:pt x="2126567" y="20951"/>
                  </a:lnTo>
                  <a:lnTo>
                    <a:pt x="2148645" y="17781"/>
                  </a:lnTo>
                  <a:lnTo>
                    <a:pt x="2170287" y="14674"/>
                  </a:lnTo>
                  <a:lnTo>
                    <a:pt x="2191507" y="11627"/>
                  </a:lnTo>
                  <a:lnTo>
                    <a:pt x="2212324" y="8639"/>
                  </a:lnTo>
                  <a:lnTo>
                    <a:pt x="2232752" y="5706"/>
                  </a:lnTo>
                  <a:lnTo>
                    <a:pt x="2252804" y="2827"/>
                  </a:lnTo>
                  <a:lnTo>
                    <a:pt x="2272496" y="0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rc288"/>
            <p:cNvSpPr/>
            <p:nvPr/>
          </p:nvSpPr>
          <p:spPr>
            <a:xfrm>
              <a:off x="1404926" y="2951788"/>
              <a:ext cx="2575919" cy="120667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290" name="pl289"/>
            <p:cNvSpPr/>
            <p:nvPr/>
          </p:nvSpPr>
          <p:spPr>
            <a:xfrm>
              <a:off x="1404926" y="2951788"/>
              <a:ext cx="0" cy="1206674"/>
            </a:xfrm>
            <a:custGeom>
              <a:avLst/>
              <a:pathLst>
                <a:path w="0" h="1206674">
                  <a:moveTo>
                    <a:pt x="0" y="1206674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tx290"/>
            <p:cNvSpPr/>
            <p:nvPr/>
          </p:nvSpPr>
          <p:spPr>
            <a:xfrm rot="-5400000">
              <a:off x="1235360" y="4074271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292" name="tx291"/>
            <p:cNvSpPr/>
            <p:nvPr/>
          </p:nvSpPr>
          <p:spPr>
            <a:xfrm rot="-5400000">
              <a:off x="1235360" y="3831268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1.5</a:t>
              </a:r>
            </a:p>
          </p:txBody>
        </p:sp>
        <p:sp>
          <p:nvSpPr>
            <p:cNvPr id="293" name="tx292"/>
            <p:cNvSpPr/>
            <p:nvPr/>
          </p:nvSpPr>
          <p:spPr>
            <a:xfrm rot="-5400000">
              <a:off x="1235360" y="3588266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2.0</a:t>
              </a:r>
            </a:p>
          </p:txBody>
        </p:sp>
        <p:sp>
          <p:nvSpPr>
            <p:cNvPr id="294" name="tx293"/>
            <p:cNvSpPr/>
            <p:nvPr/>
          </p:nvSpPr>
          <p:spPr>
            <a:xfrm rot="-5400000">
              <a:off x="1235360" y="3345263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2.5</a:t>
              </a:r>
            </a:p>
          </p:txBody>
        </p:sp>
        <p:sp>
          <p:nvSpPr>
            <p:cNvPr id="295" name="tx294"/>
            <p:cNvSpPr/>
            <p:nvPr/>
          </p:nvSpPr>
          <p:spPr>
            <a:xfrm rot="-5400000">
              <a:off x="1235360" y="3102261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3.0</a:t>
              </a:r>
            </a:p>
          </p:txBody>
        </p:sp>
        <p:sp>
          <p:nvSpPr>
            <p:cNvPr id="296" name="pl295"/>
            <p:cNvSpPr/>
            <p:nvPr/>
          </p:nvSpPr>
          <p:spPr>
            <a:xfrm>
              <a:off x="1376458" y="4110710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l296"/>
            <p:cNvSpPr/>
            <p:nvPr/>
          </p:nvSpPr>
          <p:spPr>
            <a:xfrm>
              <a:off x="1376458" y="3867707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l297"/>
            <p:cNvSpPr/>
            <p:nvPr/>
          </p:nvSpPr>
          <p:spPr>
            <a:xfrm>
              <a:off x="1376458" y="3624705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l298"/>
            <p:cNvSpPr/>
            <p:nvPr/>
          </p:nvSpPr>
          <p:spPr>
            <a:xfrm>
              <a:off x="1376458" y="3381702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l299"/>
            <p:cNvSpPr/>
            <p:nvPr/>
          </p:nvSpPr>
          <p:spPr>
            <a:xfrm>
              <a:off x="1376458" y="3138700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l300"/>
            <p:cNvSpPr/>
            <p:nvPr/>
          </p:nvSpPr>
          <p:spPr>
            <a:xfrm>
              <a:off x="1404926" y="4158463"/>
              <a:ext cx="2575919" cy="0"/>
            </a:xfrm>
            <a:custGeom>
              <a:avLst/>
              <a:pathLst>
                <a:path w="2575919" h="0">
                  <a:moveTo>
                    <a:pt x="0" y="0"/>
                  </a:moveTo>
                  <a:lnTo>
                    <a:pt x="2575919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l301"/>
            <p:cNvSpPr/>
            <p:nvPr/>
          </p:nvSpPr>
          <p:spPr>
            <a:xfrm>
              <a:off x="1537139" y="4158463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l302"/>
            <p:cNvSpPr/>
            <p:nvPr/>
          </p:nvSpPr>
          <p:spPr>
            <a:xfrm>
              <a:off x="2294638" y="4158463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l303"/>
            <p:cNvSpPr/>
            <p:nvPr/>
          </p:nvSpPr>
          <p:spPr>
            <a:xfrm>
              <a:off x="3052137" y="4158463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l304"/>
            <p:cNvSpPr/>
            <p:nvPr/>
          </p:nvSpPr>
          <p:spPr>
            <a:xfrm>
              <a:off x="3809635" y="4158463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tx305"/>
            <p:cNvSpPr/>
            <p:nvPr/>
          </p:nvSpPr>
          <p:spPr>
            <a:xfrm rot="-5400000">
              <a:off x="1029178" y="3509543"/>
              <a:ext cx="197510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ITV</a:t>
              </a:r>
            </a:p>
          </p:txBody>
        </p:sp>
        <p:sp>
          <p:nvSpPr>
            <p:cNvPr id="307" name="tx306"/>
            <p:cNvSpPr/>
            <p:nvPr/>
          </p:nvSpPr>
          <p:spPr>
            <a:xfrm>
              <a:off x="1404926" y="2775248"/>
              <a:ext cx="896569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(c) Above_PC1</a:t>
              </a:r>
            </a:p>
          </p:txBody>
        </p:sp>
        <p:sp>
          <p:nvSpPr>
            <p:cNvPr id="308" name="rc307"/>
            <p:cNvSpPr/>
            <p:nvPr/>
          </p:nvSpPr>
          <p:spPr>
            <a:xfrm>
              <a:off x="4262365" y="2951788"/>
              <a:ext cx="2575919" cy="120667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9" name="pt308"/>
            <p:cNvSpPr/>
            <p:nvPr/>
          </p:nvSpPr>
          <p:spPr>
            <a:xfrm>
              <a:off x="4409264" y="3683303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0" name="pt309"/>
            <p:cNvSpPr/>
            <p:nvPr/>
          </p:nvSpPr>
          <p:spPr>
            <a:xfrm>
              <a:off x="4372007" y="3091599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1" name="pt310"/>
            <p:cNvSpPr/>
            <p:nvPr/>
          </p:nvSpPr>
          <p:spPr>
            <a:xfrm>
              <a:off x="4351380" y="3742822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2" name="pt311"/>
            <p:cNvSpPr/>
            <p:nvPr/>
          </p:nvSpPr>
          <p:spPr>
            <a:xfrm>
              <a:off x="4443603" y="3535905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3" name="pt312"/>
            <p:cNvSpPr/>
            <p:nvPr/>
          </p:nvSpPr>
          <p:spPr>
            <a:xfrm>
              <a:off x="4436464" y="3786587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4" name="pt313"/>
            <p:cNvSpPr/>
            <p:nvPr/>
          </p:nvSpPr>
          <p:spPr>
            <a:xfrm>
              <a:off x="4382210" y="3014222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5" name="pt314"/>
            <p:cNvSpPr/>
            <p:nvPr/>
          </p:nvSpPr>
          <p:spPr>
            <a:xfrm>
              <a:off x="4411402" y="2978564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6" name="pt315"/>
            <p:cNvSpPr/>
            <p:nvPr/>
          </p:nvSpPr>
          <p:spPr>
            <a:xfrm>
              <a:off x="4394575" y="3298877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7" name="pt316"/>
            <p:cNvSpPr/>
            <p:nvPr/>
          </p:nvSpPr>
          <p:spPr>
            <a:xfrm>
              <a:off x="4364692" y="3917657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8" name="pt317"/>
            <p:cNvSpPr/>
            <p:nvPr/>
          </p:nvSpPr>
          <p:spPr>
            <a:xfrm>
              <a:off x="4387478" y="3588212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9" name="pt318"/>
            <p:cNvSpPr/>
            <p:nvPr/>
          </p:nvSpPr>
          <p:spPr>
            <a:xfrm>
              <a:off x="5190139" y="3826305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0" name="pt319"/>
            <p:cNvSpPr/>
            <p:nvPr/>
          </p:nvSpPr>
          <p:spPr>
            <a:xfrm>
              <a:off x="5159054" y="3380107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1" name="pt320"/>
            <p:cNvSpPr/>
            <p:nvPr/>
          </p:nvSpPr>
          <p:spPr>
            <a:xfrm>
              <a:off x="5121399" y="3750472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2" name="pt321"/>
            <p:cNvSpPr/>
            <p:nvPr/>
          </p:nvSpPr>
          <p:spPr>
            <a:xfrm>
              <a:off x="5132452" y="3956477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3" name="pt322"/>
            <p:cNvSpPr/>
            <p:nvPr/>
          </p:nvSpPr>
          <p:spPr>
            <a:xfrm>
              <a:off x="5173490" y="3650133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4" name="pt323"/>
            <p:cNvSpPr/>
            <p:nvPr/>
          </p:nvSpPr>
          <p:spPr>
            <a:xfrm>
              <a:off x="5179212" y="3357684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5" name="pt324"/>
            <p:cNvSpPr/>
            <p:nvPr/>
          </p:nvSpPr>
          <p:spPr>
            <a:xfrm>
              <a:off x="5170802" y="4028756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6" name="pt325"/>
            <p:cNvSpPr/>
            <p:nvPr/>
          </p:nvSpPr>
          <p:spPr>
            <a:xfrm>
              <a:off x="5141653" y="3931335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7" name="pt326"/>
            <p:cNvSpPr/>
            <p:nvPr/>
          </p:nvSpPr>
          <p:spPr>
            <a:xfrm>
              <a:off x="5133655" y="3813885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8" name="pt327"/>
            <p:cNvSpPr/>
            <p:nvPr/>
          </p:nvSpPr>
          <p:spPr>
            <a:xfrm>
              <a:off x="5174258" y="4021820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9" name="pt328"/>
            <p:cNvSpPr/>
            <p:nvPr/>
          </p:nvSpPr>
          <p:spPr>
            <a:xfrm>
              <a:off x="5187866" y="3923449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0" name="pt329"/>
            <p:cNvSpPr/>
            <p:nvPr/>
          </p:nvSpPr>
          <p:spPr>
            <a:xfrm>
              <a:off x="5104650" y="4021247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1" name="pt330"/>
            <p:cNvSpPr/>
            <p:nvPr/>
          </p:nvSpPr>
          <p:spPr>
            <a:xfrm>
              <a:off x="5118837" y="3779074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2" name="pt331"/>
            <p:cNvSpPr/>
            <p:nvPr/>
          </p:nvSpPr>
          <p:spPr>
            <a:xfrm>
              <a:off x="5131104" y="3731209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3" name="pt332"/>
            <p:cNvSpPr/>
            <p:nvPr/>
          </p:nvSpPr>
          <p:spPr>
            <a:xfrm>
              <a:off x="5104524" y="3512191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4" name="pt333"/>
            <p:cNvSpPr/>
            <p:nvPr/>
          </p:nvSpPr>
          <p:spPr>
            <a:xfrm>
              <a:off x="5099355" y="3547052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5" name="pt334"/>
            <p:cNvSpPr/>
            <p:nvPr/>
          </p:nvSpPr>
          <p:spPr>
            <a:xfrm>
              <a:off x="5172908" y="3826561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6" name="pt335"/>
            <p:cNvSpPr/>
            <p:nvPr/>
          </p:nvSpPr>
          <p:spPr>
            <a:xfrm>
              <a:off x="5187885" y="4075541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7" name="pt336"/>
            <p:cNvSpPr/>
            <p:nvPr/>
          </p:nvSpPr>
          <p:spPr>
            <a:xfrm>
              <a:off x="5918745" y="3819350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8" name="pt337"/>
            <p:cNvSpPr/>
            <p:nvPr/>
          </p:nvSpPr>
          <p:spPr>
            <a:xfrm>
              <a:off x="5885751" y="3874470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9" name="pt338"/>
            <p:cNvSpPr/>
            <p:nvPr/>
          </p:nvSpPr>
          <p:spPr>
            <a:xfrm>
              <a:off x="5882366" y="3854085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0" name="pt339"/>
            <p:cNvSpPr/>
            <p:nvPr/>
          </p:nvSpPr>
          <p:spPr>
            <a:xfrm>
              <a:off x="5885656" y="3901722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1" name="pt340"/>
            <p:cNvSpPr/>
            <p:nvPr/>
          </p:nvSpPr>
          <p:spPr>
            <a:xfrm>
              <a:off x="5939508" y="3148913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2" name="pt341"/>
            <p:cNvSpPr/>
            <p:nvPr/>
          </p:nvSpPr>
          <p:spPr>
            <a:xfrm>
              <a:off x="5935396" y="3185724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3" name="pt342"/>
            <p:cNvSpPr/>
            <p:nvPr/>
          </p:nvSpPr>
          <p:spPr>
            <a:xfrm>
              <a:off x="5844619" y="3666037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4" name="pt343"/>
            <p:cNvSpPr/>
            <p:nvPr/>
          </p:nvSpPr>
          <p:spPr>
            <a:xfrm>
              <a:off x="5844642" y="3811078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5" name="pt344"/>
            <p:cNvSpPr/>
            <p:nvPr/>
          </p:nvSpPr>
          <p:spPr>
            <a:xfrm>
              <a:off x="5930053" y="3915350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6" name="pt345"/>
            <p:cNvSpPr/>
            <p:nvPr/>
          </p:nvSpPr>
          <p:spPr>
            <a:xfrm>
              <a:off x="5869495" y="3635077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7" name="pt346"/>
            <p:cNvSpPr/>
            <p:nvPr/>
          </p:nvSpPr>
          <p:spPr>
            <a:xfrm>
              <a:off x="5864148" y="3447128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8" name="pt347"/>
            <p:cNvSpPr/>
            <p:nvPr/>
          </p:nvSpPr>
          <p:spPr>
            <a:xfrm>
              <a:off x="5859488" y="3962349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9" name="pt348"/>
            <p:cNvSpPr/>
            <p:nvPr/>
          </p:nvSpPr>
          <p:spPr>
            <a:xfrm>
              <a:off x="5888969" y="3309391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0" name="pt349"/>
            <p:cNvSpPr/>
            <p:nvPr/>
          </p:nvSpPr>
          <p:spPr>
            <a:xfrm>
              <a:off x="5845796" y="3618046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1" name="pt350"/>
            <p:cNvSpPr/>
            <p:nvPr/>
          </p:nvSpPr>
          <p:spPr>
            <a:xfrm>
              <a:off x="5880628" y="3670574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2" name="pt351"/>
            <p:cNvSpPr/>
            <p:nvPr/>
          </p:nvSpPr>
          <p:spPr>
            <a:xfrm>
              <a:off x="5909939" y="3904625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3" name="pt352"/>
            <p:cNvSpPr/>
            <p:nvPr/>
          </p:nvSpPr>
          <p:spPr>
            <a:xfrm>
              <a:off x="5930871" y="3450128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4" name="pt353"/>
            <p:cNvSpPr/>
            <p:nvPr/>
          </p:nvSpPr>
          <p:spPr>
            <a:xfrm>
              <a:off x="5943216" y="3656772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5" name="pt354"/>
            <p:cNvSpPr/>
            <p:nvPr/>
          </p:nvSpPr>
          <p:spPr>
            <a:xfrm>
              <a:off x="5912533" y="3428266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6" name="pt355"/>
            <p:cNvSpPr/>
            <p:nvPr/>
          </p:nvSpPr>
          <p:spPr>
            <a:xfrm>
              <a:off x="5909908" y="3631321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7" name="pt356"/>
            <p:cNvSpPr/>
            <p:nvPr/>
          </p:nvSpPr>
          <p:spPr>
            <a:xfrm>
              <a:off x="6680083" y="3771656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8" name="pt357"/>
            <p:cNvSpPr/>
            <p:nvPr/>
          </p:nvSpPr>
          <p:spPr>
            <a:xfrm>
              <a:off x="6628034" y="3854248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9" name="pt358"/>
            <p:cNvSpPr/>
            <p:nvPr/>
          </p:nvSpPr>
          <p:spPr>
            <a:xfrm>
              <a:off x="6666362" y="3645964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0" name="pt359"/>
            <p:cNvSpPr/>
            <p:nvPr/>
          </p:nvSpPr>
          <p:spPr>
            <a:xfrm>
              <a:off x="6664904" y="3458416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1" name="pt360"/>
            <p:cNvSpPr/>
            <p:nvPr/>
          </p:nvSpPr>
          <p:spPr>
            <a:xfrm>
              <a:off x="6651320" y="3620980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2" name="pt361"/>
            <p:cNvSpPr/>
            <p:nvPr/>
          </p:nvSpPr>
          <p:spPr>
            <a:xfrm>
              <a:off x="6666115" y="3655772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3" name="pt362"/>
            <p:cNvSpPr/>
            <p:nvPr/>
          </p:nvSpPr>
          <p:spPr>
            <a:xfrm>
              <a:off x="6633739" y="3782356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4" name="pt363"/>
            <p:cNvSpPr/>
            <p:nvPr/>
          </p:nvSpPr>
          <p:spPr>
            <a:xfrm>
              <a:off x="6646508" y="3693368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5" name="pt364"/>
            <p:cNvSpPr/>
            <p:nvPr/>
          </p:nvSpPr>
          <p:spPr>
            <a:xfrm>
              <a:off x="6620677" y="3784012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6" name="pt365"/>
            <p:cNvSpPr/>
            <p:nvPr/>
          </p:nvSpPr>
          <p:spPr>
            <a:xfrm>
              <a:off x="6652313" y="3709774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7" name="pt366"/>
            <p:cNvSpPr/>
            <p:nvPr/>
          </p:nvSpPr>
          <p:spPr>
            <a:xfrm>
              <a:off x="6637412" y="3493553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8" name="pt367"/>
            <p:cNvSpPr/>
            <p:nvPr/>
          </p:nvSpPr>
          <p:spPr>
            <a:xfrm>
              <a:off x="6693125" y="3238502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9" name="pt368"/>
            <p:cNvSpPr/>
            <p:nvPr/>
          </p:nvSpPr>
          <p:spPr>
            <a:xfrm>
              <a:off x="6598934" y="3797580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0" name="pt369"/>
            <p:cNvSpPr/>
            <p:nvPr/>
          </p:nvSpPr>
          <p:spPr>
            <a:xfrm>
              <a:off x="6591834" y="3936567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1" name="pt370"/>
            <p:cNvSpPr/>
            <p:nvPr/>
          </p:nvSpPr>
          <p:spPr>
            <a:xfrm>
              <a:off x="6633206" y="3903926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2" name="pt371"/>
            <p:cNvSpPr/>
            <p:nvPr/>
          </p:nvSpPr>
          <p:spPr>
            <a:xfrm>
              <a:off x="6680520" y="3686090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3" name="pt372"/>
            <p:cNvSpPr/>
            <p:nvPr/>
          </p:nvSpPr>
          <p:spPr>
            <a:xfrm>
              <a:off x="6617734" y="3847104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4" name="pt373"/>
            <p:cNvSpPr/>
            <p:nvPr/>
          </p:nvSpPr>
          <p:spPr>
            <a:xfrm>
              <a:off x="6635433" y="3753434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5" name="pt374"/>
            <p:cNvSpPr/>
            <p:nvPr/>
          </p:nvSpPr>
          <p:spPr>
            <a:xfrm>
              <a:off x="6591214" y="3309447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6" name="pt375"/>
            <p:cNvSpPr/>
            <p:nvPr/>
          </p:nvSpPr>
          <p:spPr>
            <a:xfrm>
              <a:off x="6632361" y="3600800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7" name="pt376"/>
            <p:cNvSpPr/>
            <p:nvPr/>
          </p:nvSpPr>
          <p:spPr>
            <a:xfrm>
              <a:off x="6651439" y="3680716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8" name="pt377"/>
            <p:cNvSpPr/>
            <p:nvPr/>
          </p:nvSpPr>
          <p:spPr>
            <a:xfrm>
              <a:off x="6642980" y="3629666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9" name="pt378"/>
            <p:cNvSpPr/>
            <p:nvPr/>
          </p:nvSpPr>
          <p:spPr>
            <a:xfrm>
              <a:off x="6658808" y="3899509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80" name="pt379"/>
            <p:cNvSpPr/>
            <p:nvPr/>
          </p:nvSpPr>
          <p:spPr>
            <a:xfrm>
              <a:off x="6631368" y="3591513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81" name="pl380"/>
            <p:cNvSpPr/>
            <p:nvPr/>
          </p:nvSpPr>
          <p:spPr>
            <a:xfrm>
              <a:off x="4430190" y="3616574"/>
              <a:ext cx="2239245" cy="145242"/>
            </a:xfrm>
            <a:custGeom>
              <a:avLst/>
              <a:pathLst>
                <a:path w="2239245" h="145242">
                  <a:moveTo>
                    <a:pt x="0" y="0"/>
                  </a:moveTo>
                  <a:lnTo>
                    <a:pt x="143793" y="9326"/>
                  </a:lnTo>
                  <a:lnTo>
                    <a:pt x="270627" y="17553"/>
                  </a:lnTo>
                  <a:lnTo>
                    <a:pt x="384085" y="24912"/>
                  </a:lnTo>
                  <a:lnTo>
                    <a:pt x="486719" y="31569"/>
                  </a:lnTo>
                  <a:lnTo>
                    <a:pt x="580418" y="37647"/>
                  </a:lnTo>
                  <a:lnTo>
                    <a:pt x="666611" y="43237"/>
                  </a:lnTo>
                  <a:lnTo>
                    <a:pt x="746415" y="48414"/>
                  </a:lnTo>
                  <a:lnTo>
                    <a:pt x="820710" y="53233"/>
                  </a:lnTo>
                  <a:lnTo>
                    <a:pt x="890208" y="57740"/>
                  </a:lnTo>
                  <a:lnTo>
                    <a:pt x="955491" y="61975"/>
                  </a:lnTo>
                  <a:lnTo>
                    <a:pt x="1017042" y="65967"/>
                  </a:lnTo>
                  <a:lnTo>
                    <a:pt x="1075265" y="69744"/>
                  </a:lnTo>
                  <a:lnTo>
                    <a:pt x="1130500" y="73326"/>
                  </a:lnTo>
                  <a:lnTo>
                    <a:pt x="1183039" y="76734"/>
                  </a:lnTo>
                  <a:lnTo>
                    <a:pt x="1233135" y="79983"/>
                  </a:lnTo>
                  <a:lnTo>
                    <a:pt x="1281002" y="83088"/>
                  </a:lnTo>
                  <a:lnTo>
                    <a:pt x="1326833" y="86061"/>
                  </a:lnTo>
                  <a:lnTo>
                    <a:pt x="1370792" y="88912"/>
                  </a:lnTo>
                  <a:lnTo>
                    <a:pt x="1413027" y="91652"/>
                  </a:lnTo>
                  <a:lnTo>
                    <a:pt x="1453667" y="94288"/>
                  </a:lnTo>
                  <a:lnTo>
                    <a:pt x="1492830" y="96828"/>
                  </a:lnTo>
                  <a:lnTo>
                    <a:pt x="1530618" y="99279"/>
                  </a:lnTo>
                  <a:lnTo>
                    <a:pt x="1567125" y="101647"/>
                  </a:lnTo>
                  <a:lnTo>
                    <a:pt x="1602434" y="103937"/>
                  </a:lnTo>
                  <a:lnTo>
                    <a:pt x="1636623" y="106155"/>
                  </a:lnTo>
                  <a:lnTo>
                    <a:pt x="1669759" y="108304"/>
                  </a:lnTo>
                  <a:lnTo>
                    <a:pt x="1701907" y="110389"/>
                  </a:lnTo>
                  <a:lnTo>
                    <a:pt x="1733122" y="112414"/>
                  </a:lnTo>
                  <a:lnTo>
                    <a:pt x="1763458" y="114381"/>
                  </a:lnTo>
                  <a:lnTo>
                    <a:pt x="1792962" y="116295"/>
                  </a:lnTo>
                  <a:lnTo>
                    <a:pt x="1821680" y="118158"/>
                  </a:lnTo>
                  <a:lnTo>
                    <a:pt x="1849651" y="119972"/>
                  </a:lnTo>
                  <a:lnTo>
                    <a:pt x="1876915" y="121740"/>
                  </a:lnTo>
                  <a:lnTo>
                    <a:pt x="1903505" y="123465"/>
                  </a:lnTo>
                  <a:lnTo>
                    <a:pt x="1929455" y="125148"/>
                  </a:lnTo>
                  <a:lnTo>
                    <a:pt x="1954793" y="126792"/>
                  </a:lnTo>
                  <a:lnTo>
                    <a:pt x="1979550" y="128398"/>
                  </a:lnTo>
                  <a:lnTo>
                    <a:pt x="2003750" y="129967"/>
                  </a:lnTo>
                  <a:lnTo>
                    <a:pt x="2027418" y="131502"/>
                  </a:lnTo>
                  <a:lnTo>
                    <a:pt x="2050576" y="133005"/>
                  </a:lnTo>
                  <a:lnTo>
                    <a:pt x="2073248" y="134475"/>
                  </a:lnTo>
                  <a:lnTo>
                    <a:pt x="2095452" y="135915"/>
                  </a:lnTo>
                  <a:lnTo>
                    <a:pt x="2117207" y="137326"/>
                  </a:lnTo>
                  <a:lnTo>
                    <a:pt x="2138531" y="138709"/>
                  </a:lnTo>
                  <a:lnTo>
                    <a:pt x="2159442" y="140066"/>
                  </a:lnTo>
                  <a:lnTo>
                    <a:pt x="2179954" y="141396"/>
                  </a:lnTo>
                  <a:lnTo>
                    <a:pt x="2200082" y="142702"/>
                  </a:lnTo>
                  <a:lnTo>
                    <a:pt x="2219842" y="143983"/>
                  </a:lnTo>
                  <a:lnTo>
                    <a:pt x="2239245" y="145242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2" name="pl381"/>
            <p:cNvSpPr/>
            <p:nvPr/>
          </p:nvSpPr>
          <p:spPr>
            <a:xfrm>
              <a:off x="4430190" y="3324959"/>
              <a:ext cx="2239245" cy="447932"/>
            </a:xfrm>
            <a:custGeom>
              <a:avLst/>
              <a:pathLst>
                <a:path w="2239245" h="447932">
                  <a:moveTo>
                    <a:pt x="0" y="0"/>
                  </a:moveTo>
                  <a:lnTo>
                    <a:pt x="143793" y="28764"/>
                  </a:lnTo>
                  <a:lnTo>
                    <a:pt x="270627" y="54135"/>
                  </a:lnTo>
                  <a:lnTo>
                    <a:pt x="384085" y="76831"/>
                  </a:lnTo>
                  <a:lnTo>
                    <a:pt x="486719" y="97362"/>
                  </a:lnTo>
                  <a:lnTo>
                    <a:pt x="580418" y="116105"/>
                  </a:lnTo>
                  <a:lnTo>
                    <a:pt x="666611" y="133347"/>
                  </a:lnTo>
                  <a:lnTo>
                    <a:pt x="746415" y="149310"/>
                  </a:lnTo>
                  <a:lnTo>
                    <a:pt x="820710" y="164172"/>
                  </a:lnTo>
                  <a:lnTo>
                    <a:pt x="890208" y="178074"/>
                  </a:lnTo>
                  <a:lnTo>
                    <a:pt x="955491" y="191134"/>
                  </a:lnTo>
                  <a:lnTo>
                    <a:pt x="1017042" y="203446"/>
                  </a:lnTo>
                  <a:lnTo>
                    <a:pt x="1075265" y="215093"/>
                  </a:lnTo>
                  <a:lnTo>
                    <a:pt x="1130500" y="226142"/>
                  </a:lnTo>
                  <a:lnTo>
                    <a:pt x="1183039" y="236652"/>
                  </a:lnTo>
                  <a:lnTo>
                    <a:pt x="1233135" y="246672"/>
                  </a:lnTo>
                  <a:lnTo>
                    <a:pt x="1281002" y="256248"/>
                  </a:lnTo>
                  <a:lnTo>
                    <a:pt x="1326833" y="265416"/>
                  </a:lnTo>
                  <a:lnTo>
                    <a:pt x="1370792" y="274209"/>
                  </a:lnTo>
                  <a:lnTo>
                    <a:pt x="1413027" y="282658"/>
                  </a:lnTo>
                  <a:lnTo>
                    <a:pt x="1453667" y="290787"/>
                  </a:lnTo>
                  <a:lnTo>
                    <a:pt x="1492830" y="298621"/>
                  </a:lnTo>
                  <a:lnTo>
                    <a:pt x="1530618" y="306180"/>
                  </a:lnTo>
                  <a:lnTo>
                    <a:pt x="1567125" y="313483"/>
                  </a:lnTo>
                  <a:lnTo>
                    <a:pt x="1602434" y="320546"/>
                  </a:lnTo>
                  <a:lnTo>
                    <a:pt x="1636623" y="327385"/>
                  </a:lnTo>
                  <a:lnTo>
                    <a:pt x="1669759" y="334014"/>
                  </a:lnTo>
                  <a:lnTo>
                    <a:pt x="1701907" y="340444"/>
                  </a:lnTo>
                  <a:lnTo>
                    <a:pt x="1733122" y="346689"/>
                  </a:lnTo>
                  <a:lnTo>
                    <a:pt x="1763458" y="352757"/>
                  </a:lnTo>
                  <a:lnTo>
                    <a:pt x="1792962" y="358659"/>
                  </a:lnTo>
                  <a:lnTo>
                    <a:pt x="1821680" y="364403"/>
                  </a:lnTo>
                  <a:lnTo>
                    <a:pt x="1849651" y="369999"/>
                  </a:lnTo>
                  <a:lnTo>
                    <a:pt x="1876915" y="375453"/>
                  </a:lnTo>
                  <a:lnTo>
                    <a:pt x="1903505" y="380772"/>
                  </a:lnTo>
                  <a:lnTo>
                    <a:pt x="1929455" y="385962"/>
                  </a:lnTo>
                  <a:lnTo>
                    <a:pt x="1954793" y="391031"/>
                  </a:lnTo>
                  <a:lnTo>
                    <a:pt x="1979550" y="395983"/>
                  </a:lnTo>
                  <a:lnTo>
                    <a:pt x="2003750" y="400824"/>
                  </a:lnTo>
                  <a:lnTo>
                    <a:pt x="2027418" y="405559"/>
                  </a:lnTo>
                  <a:lnTo>
                    <a:pt x="2050576" y="410191"/>
                  </a:lnTo>
                  <a:lnTo>
                    <a:pt x="2073248" y="414726"/>
                  </a:lnTo>
                  <a:lnTo>
                    <a:pt x="2095452" y="419168"/>
                  </a:lnTo>
                  <a:lnTo>
                    <a:pt x="2117207" y="423520"/>
                  </a:lnTo>
                  <a:lnTo>
                    <a:pt x="2138531" y="427786"/>
                  </a:lnTo>
                  <a:lnTo>
                    <a:pt x="2159442" y="431968"/>
                  </a:lnTo>
                  <a:lnTo>
                    <a:pt x="2179954" y="436072"/>
                  </a:lnTo>
                  <a:lnTo>
                    <a:pt x="2200082" y="440098"/>
                  </a:lnTo>
                  <a:lnTo>
                    <a:pt x="2219842" y="444051"/>
                  </a:lnTo>
                  <a:lnTo>
                    <a:pt x="2239245" y="447932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3" name="pl382"/>
            <p:cNvSpPr/>
            <p:nvPr/>
          </p:nvSpPr>
          <p:spPr>
            <a:xfrm>
              <a:off x="4430190" y="3732674"/>
              <a:ext cx="2239245" cy="69940"/>
            </a:xfrm>
            <a:custGeom>
              <a:avLst/>
              <a:pathLst>
                <a:path w="2239245" h="69940">
                  <a:moveTo>
                    <a:pt x="0" y="69940"/>
                  </a:moveTo>
                  <a:lnTo>
                    <a:pt x="143793" y="65448"/>
                  </a:lnTo>
                  <a:lnTo>
                    <a:pt x="270627" y="61487"/>
                  </a:lnTo>
                  <a:lnTo>
                    <a:pt x="384085" y="57943"/>
                  </a:lnTo>
                  <a:lnTo>
                    <a:pt x="486719" y="54738"/>
                  </a:lnTo>
                  <a:lnTo>
                    <a:pt x="580418" y="51811"/>
                  </a:lnTo>
                  <a:lnTo>
                    <a:pt x="666611" y="49119"/>
                  </a:lnTo>
                  <a:lnTo>
                    <a:pt x="746415" y="46626"/>
                  </a:lnTo>
                  <a:lnTo>
                    <a:pt x="820710" y="44306"/>
                  </a:lnTo>
                  <a:lnTo>
                    <a:pt x="890208" y="42135"/>
                  </a:lnTo>
                  <a:lnTo>
                    <a:pt x="955491" y="40096"/>
                  </a:lnTo>
                  <a:lnTo>
                    <a:pt x="1017042" y="38174"/>
                  </a:lnTo>
                  <a:lnTo>
                    <a:pt x="1075265" y="36355"/>
                  </a:lnTo>
                  <a:lnTo>
                    <a:pt x="1130500" y="34630"/>
                  </a:lnTo>
                  <a:lnTo>
                    <a:pt x="1183039" y="32989"/>
                  </a:lnTo>
                  <a:lnTo>
                    <a:pt x="1233135" y="31424"/>
                  </a:lnTo>
                  <a:lnTo>
                    <a:pt x="1281002" y="29929"/>
                  </a:lnTo>
                  <a:lnTo>
                    <a:pt x="1326833" y="28498"/>
                  </a:lnTo>
                  <a:lnTo>
                    <a:pt x="1370792" y="27125"/>
                  </a:lnTo>
                  <a:lnTo>
                    <a:pt x="1413027" y="25805"/>
                  </a:lnTo>
                  <a:lnTo>
                    <a:pt x="1453667" y="24536"/>
                  </a:lnTo>
                  <a:lnTo>
                    <a:pt x="1492830" y="23313"/>
                  </a:lnTo>
                  <a:lnTo>
                    <a:pt x="1530618" y="22133"/>
                  </a:lnTo>
                  <a:lnTo>
                    <a:pt x="1567125" y="20992"/>
                  </a:lnTo>
                  <a:lnTo>
                    <a:pt x="1602434" y="19890"/>
                  </a:lnTo>
                  <a:lnTo>
                    <a:pt x="1636623" y="18822"/>
                  </a:lnTo>
                  <a:lnTo>
                    <a:pt x="1669759" y="17787"/>
                  </a:lnTo>
                  <a:lnTo>
                    <a:pt x="1701907" y="16783"/>
                  </a:lnTo>
                  <a:lnTo>
                    <a:pt x="1733122" y="15808"/>
                  </a:lnTo>
                  <a:lnTo>
                    <a:pt x="1763458" y="14860"/>
                  </a:lnTo>
                  <a:lnTo>
                    <a:pt x="1792962" y="13939"/>
                  </a:lnTo>
                  <a:lnTo>
                    <a:pt x="1821680" y="13042"/>
                  </a:lnTo>
                  <a:lnTo>
                    <a:pt x="1849651" y="12168"/>
                  </a:lnTo>
                  <a:lnTo>
                    <a:pt x="1876915" y="11316"/>
                  </a:lnTo>
                  <a:lnTo>
                    <a:pt x="1903505" y="10486"/>
                  </a:lnTo>
                  <a:lnTo>
                    <a:pt x="1929455" y="9675"/>
                  </a:lnTo>
                  <a:lnTo>
                    <a:pt x="1954793" y="8884"/>
                  </a:lnTo>
                  <a:lnTo>
                    <a:pt x="1979550" y="8111"/>
                  </a:lnTo>
                  <a:lnTo>
                    <a:pt x="2003750" y="7355"/>
                  </a:lnTo>
                  <a:lnTo>
                    <a:pt x="2027418" y="6616"/>
                  </a:lnTo>
                  <a:lnTo>
                    <a:pt x="2050576" y="5892"/>
                  </a:lnTo>
                  <a:lnTo>
                    <a:pt x="2073248" y="5184"/>
                  </a:lnTo>
                  <a:lnTo>
                    <a:pt x="2095452" y="4491"/>
                  </a:lnTo>
                  <a:lnTo>
                    <a:pt x="2117207" y="3811"/>
                  </a:lnTo>
                  <a:lnTo>
                    <a:pt x="2138531" y="3145"/>
                  </a:lnTo>
                  <a:lnTo>
                    <a:pt x="2159442" y="2492"/>
                  </a:lnTo>
                  <a:lnTo>
                    <a:pt x="2179954" y="1851"/>
                  </a:lnTo>
                  <a:lnTo>
                    <a:pt x="2200082" y="1223"/>
                  </a:lnTo>
                  <a:lnTo>
                    <a:pt x="2219842" y="606"/>
                  </a:lnTo>
                  <a:lnTo>
                    <a:pt x="2239245" y="0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4" name="pl383"/>
            <p:cNvSpPr/>
            <p:nvPr/>
          </p:nvSpPr>
          <p:spPr>
            <a:xfrm>
              <a:off x="4430190" y="3399510"/>
              <a:ext cx="2239245" cy="317248"/>
            </a:xfrm>
            <a:custGeom>
              <a:avLst/>
              <a:pathLst>
                <a:path w="2239245" h="317248">
                  <a:moveTo>
                    <a:pt x="0" y="317248"/>
                  </a:moveTo>
                  <a:lnTo>
                    <a:pt x="143793" y="296876"/>
                  </a:lnTo>
                  <a:lnTo>
                    <a:pt x="270627" y="278907"/>
                  </a:lnTo>
                  <a:lnTo>
                    <a:pt x="384085" y="262832"/>
                  </a:lnTo>
                  <a:lnTo>
                    <a:pt x="486719" y="248291"/>
                  </a:lnTo>
                  <a:lnTo>
                    <a:pt x="580418" y="235017"/>
                  </a:lnTo>
                  <a:lnTo>
                    <a:pt x="666611" y="222805"/>
                  </a:lnTo>
                  <a:lnTo>
                    <a:pt x="746415" y="211499"/>
                  </a:lnTo>
                  <a:lnTo>
                    <a:pt x="820710" y="200973"/>
                  </a:lnTo>
                  <a:lnTo>
                    <a:pt x="890208" y="191127"/>
                  </a:lnTo>
                  <a:lnTo>
                    <a:pt x="955491" y="181877"/>
                  </a:lnTo>
                  <a:lnTo>
                    <a:pt x="1017042" y="173157"/>
                  </a:lnTo>
                  <a:lnTo>
                    <a:pt x="1075265" y="164908"/>
                  </a:lnTo>
                  <a:lnTo>
                    <a:pt x="1130500" y="157083"/>
                  </a:lnTo>
                  <a:lnTo>
                    <a:pt x="1183039" y="149639"/>
                  </a:lnTo>
                  <a:lnTo>
                    <a:pt x="1233135" y="142542"/>
                  </a:lnTo>
                  <a:lnTo>
                    <a:pt x="1281002" y="135760"/>
                  </a:lnTo>
                  <a:lnTo>
                    <a:pt x="1326833" y="129267"/>
                  </a:lnTo>
                  <a:lnTo>
                    <a:pt x="1370792" y="123039"/>
                  </a:lnTo>
                  <a:lnTo>
                    <a:pt x="1413027" y="117055"/>
                  </a:lnTo>
                  <a:lnTo>
                    <a:pt x="1453667" y="111298"/>
                  </a:lnTo>
                  <a:lnTo>
                    <a:pt x="1492830" y="105749"/>
                  </a:lnTo>
                  <a:lnTo>
                    <a:pt x="1530618" y="100395"/>
                  </a:lnTo>
                  <a:lnTo>
                    <a:pt x="1567125" y="95223"/>
                  </a:lnTo>
                  <a:lnTo>
                    <a:pt x="1602434" y="90221"/>
                  </a:lnTo>
                  <a:lnTo>
                    <a:pt x="1636623" y="85377"/>
                  </a:lnTo>
                  <a:lnTo>
                    <a:pt x="1669759" y="80682"/>
                  </a:lnTo>
                  <a:lnTo>
                    <a:pt x="1701907" y="76128"/>
                  </a:lnTo>
                  <a:lnTo>
                    <a:pt x="1733122" y="71705"/>
                  </a:lnTo>
                  <a:lnTo>
                    <a:pt x="1763458" y="67407"/>
                  </a:lnTo>
                  <a:lnTo>
                    <a:pt x="1792962" y="63227"/>
                  </a:lnTo>
                  <a:lnTo>
                    <a:pt x="1821680" y="59159"/>
                  </a:lnTo>
                  <a:lnTo>
                    <a:pt x="1849651" y="55196"/>
                  </a:lnTo>
                  <a:lnTo>
                    <a:pt x="1876915" y="51333"/>
                  </a:lnTo>
                  <a:lnTo>
                    <a:pt x="1903505" y="47566"/>
                  </a:lnTo>
                  <a:lnTo>
                    <a:pt x="1929455" y="43890"/>
                  </a:lnTo>
                  <a:lnTo>
                    <a:pt x="1954793" y="40300"/>
                  </a:lnTo>
                  <a:lnTo>
                    <a:pt x="1979550" y="36792"/>
                  </a:lnTo>
                  <a:lnTo>
                    <a:pt x="2003750" y="33364"/>
                  </a:lnTo>
                  <a:lnTo>
                    <a:pt x="2027418" y="30010"/>
                  </a:lnTo>
                  <a:lnTo>
                    <a:pt x="2050576" y="26729"/>
                  </a:lnTo>
                  <a:lnTo>
                    <a:pt x="2073248" y="23517"/>
                  </a:lnTo>
                  <a:lnTo>
                    <a:pt x="2095452" y="20372"/>
                  </a:lnTo>
                  <a:lnTo>
                    <a:pt x="2117207" y="17289"/>
                  </a:lnTo>
                  <a:lnTo>
                    <a:pt x="2138531" y="14268"/>
                  </a:lnTo>
                  <a:lnTo>
                    <a:pt x="2159442" y="11306"/>
                  </a:lnTo>
                  <a:lnTo>
                    <a:pt x="2179954" y="8400"/>
                  </a:lnTo>
                  <a:lnTo>
                    <a:pt x="2200082" y="5548"/>
                  </a:lnTo>
                  <a:lnTo>
                    <a:pt x="2219842" y="2748"/>
                  </a:lnTo>
                  <a:lnTo>
                    <a:pt x="2239245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5" name="pl384"/>
            <p:cNvSpPr/>
            <p:nvPr/>
          </p:nvSpPr>
          <p:spPr>
            <a:xfrm>
              <a:off x="4430190" y="3511605"/>
              <a:ext cx="2239245" cy="318645"/>
            </a:xfrm>
            <a:custGeom>
              <a:avLst/>
              <a:pathLst>
                <a:path w="2239245" h="318645">
                  <a:moveTo>
                    <a:pt x="0" y="318645"/>
                  </a:moveTo>
                  <a:lnTo>
                    <a:pt x="143793" y="298183"/>
                  </a:lnTo>
                  <a:lnTo>
                    <a:pt x="270627" y="280134"/>
                  </a:lnTo>
                  <a:lnTo>
                    <a:pt x="384085" y="263989"/>
                  </a:lnTo>
                  <a:lnTo>
                    <a:pt x="486719" y="249385"/>
                  </a:lnTo>
                  <a:lnTo>
                    <a:pt x="580418" y="236051"/>
                  </a:lnTo>
                  <a:lnTo>
                    <a:pt x="666611" y="223786"/>
                  </a:lnTo>
                  <a:lnTo>
                    <a:pt x="746415" y="212430"/>
                  </a:lnTo>
                  <a:lnTo>
                    <a:pt x="820710" y="201858"/>
                  </a:lnTo>
                  <a:lnTo>
                    <a:pt x="890208" y="191968"/>
                  </a:lnTo>
                  <a:lnTo>
                    <a:pt x="955491" y="182678"/>
                  </a:lnTo>
                  <a:lnTo>
                    <a:pt x="1017042" y="173919"/>
                  </a:lnTo>
                  <a:lnTo>
                    <a:pt x="1075265" y="165634"/>
                  </a:lnTo>
                  <a:lnTo>
                    <a:pt x="1130500" y="157774"/>
                  </a:lnTo>
                  <a:lnTo>
                    <a:pt x="1183039" y="150298"/>
                  </a:lnTo>
                  <a:lnTo>
                    <a:pt x="1233135" y="143169"/>
                  </a:lnTo>
                  <a:lnTo>
                    <a:pt x="1281002" y="136358"/>
                  </a:lnTo>
                  <a:lnTo>
                    <a:pt x="1326833" y="129836"/>
                  </a:lnTo>
                  <a:lnTo>
                    <a:pt x="1370792" y="123581"/>
                  </a:lnTo>
                  <a:lnTo>
                    <a:pt x="1413027" y="117571"/>
                  </a:lnTo>
                  <a:lnTo>
                    <a:pt x="1453667" y="111787"/>
                  </a:lnTo>
                  <a:lnTo>
                    <a:pt x="1492830" y="106215"/>
                  </a:lnTo>
                  <a:lnTo>
                    <a:pt x="1530618" y="100837"/>
                  </a:lnTo>
                  <a:lnTo>
                    <a:pt x="1567125" y="95642"/>
                  </a:lnTo>
                  <a:lnTo>
                    <a:pt x="1602434" y="90618"/>
                  </a:lnTo>
                  <a:lnTo>
                    <a:pt x="1636623" y="85753"/>
                  </a:lnTo>
                  <a:lnTo>
                    <a:pt x="1669759" y="81037"/>
                  </a:lnTo>
                  <a:lnTo>
                    <a:pt x="1701907" y="76463"/>
                  </a:lnTo>
                  <a:lnTo>
                    <a:pt x="1733122" y="72021"/>
                  </a:lnTo>
                  <a:lnTo>
                    <a:pt x="1763458" y="67704"/>
                  </a:lnTo>
                  <a:lnTo>
                    <a:pt x="1792962" y="63506"/>
                  </a:lnTo>
                  <a:lnTo>
                    <a:pt x="1821680" y="59419"/>
                  </a:lnTo>
                  <a:lnTo>
                    <a:pt x="1849651" y="55439"/>
                  </a:lnTo>
                  <a:lnTo>
                    <a:pt x="1876915" y="51559"/>
                  </a:lnTo>
                  <a:lnTo>
                    <a:pt x="1903505" y="47775"/>
                  </a:lnTo>
                  <a:lnTo>
                    <a:pt x="1929455" y="44083"/>
                  </a:lnTo>
                  <a:lnTo>
                    <a:pt x="1954793" y="40477"/>
                  </a:lnTo>
                  <a:lnTo>
                    <a:pt x="1979550" y="36954"/>
                  </a:lnTo>
                  <a:lnTo>
                    <a:pt x="2003750" y="33511"/>
                  </a:lnTo>
                  <a:lnTo>
                    <a:pt x="2027418" y="30143"/>
                  </a:lnTo>
                  <a:lnTo>
                    <a:pt x="2050576" y="26847"/>
                  </a:lnTo>
                  <a:lnTo>
                    <a:pt x="2073248" y="23621"/>
                  </a:lnTo>
                  <a:lnTo>
                    <a:pt x="2095452" y="20461"/>
                  </a:lnTo>
                  <a:lnTo>
                    <a:pt x="2117207" y="17366"/>
                  </a:lnTo>
                  <a:lnTo>
                    <a:pt x="2138531" y="14331"/>
                  </a:lnTo>
                  <a:lnTo>
                    <a:pt x="2159442" y="11356"/>
                  </a:lnTo>
                  <a:lnTo>
                    <a:pt x="2179954" y="8437"/>
                  </a:lnTo>
                  <a:lnTo>
                    <a:pt x="2200082" y="5572"/>
                  </a:lnTo>
                  <a:lnTo>
                    <a:pt x="2219842" y="2761"/>
                  </a:lnTo>
                  <a:lnTo>
                    <a:pt x="2239245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l385"/>
            <p:cNvSpPr/>
            <p:nvPr/>
          </p:nvSpPr>
          <p:spPr>
            <a:xfrm>
              <a:off x="4430190" y="3335647"/>
              <a:ext cx="2239245" cy="262742"/>
            </a:xfrm>
            <a:custGeom>
              <a:avLst/>
              <a:pathLst>
                <a:path w="2239245" h="262742">
                  <a:moveTo>
                    <a:pt x="0" y="0"/>
                  </a:moveTo>
                  <a:lnTo>
                    <a:pt x="143793" y="16871"/>
                  </a:lnTo>
                  <a:lnTo>
                    <a:pt x="270627" y="31754"/>
                  </a:lnTo>
                  <a:lnTo>
                    <a:pt x="384085" y="45066"/>
                  </a:lnTo>
                  <a:lnTo>
                    <a:pt x="486719" y="57109"/>
                  </a:lnTo>
                  <a:lnTo>
                    <a:pt x="580418" y="68103"/>
                  </a:lnTo>
                  <a:lnTo>
                    <a:pt x="666611" y="78216"/>
                  </a:lnTo>
                  <a:lnTo>
                    <a:pt x="746415" y="87580"/>
                  </a:lnTo>
                  <a:lnTo>
                    <a:pt x="820710" y="96298"/>
                  </a:lnTo>
                  <a:lnTo>
                    <a:pt x="890208" y="104452"/>
                  </a:lnTo>
                  <a:lnTo>
                    <a:pt x="955491" y="112112"/>
                  </a:lnTo>
                  <a:lnTo>
                    <a:pt x="1017042" y="119334"/>
                  </a:lnTo>
                  <a:lnTo>
                    <a:pt x="1075265" y="126166"/>
                  </a:lnTo>
                  <a:lnTo>
                    <a:pt x="1130500" y="132647"/>
                  </a:lnTo>
                  <a:lnTo>
                    <a:pt x="1183039" y="138812"/>
                  </a:lnTo>
                  <a:lnTo>
                    <a:pt x="1233135" y="144690"/>
                  </a:lnTo>
                  <a:lnTo>
                    <a:pt x="1281002" y="150306"/>
                  </a:lnTo>
                  <a:lnTo>
                    <a:pt x="1326833" y="155684"/>
                  </a:lnTo>
                  <a:lnTo>
                    <a:pt x="1370792" y="160842"/>
                  </a:lnTo>
                  <a:lnTo>
                    <a:pt x="1413027" y="165797"/>
                  </a:lnTo>
                  <a:lnTo>
                    <a:pt x="1453667" y="170566"/>
                  </a:lnTo>
                  <a:lnTo>
                    <a:pt x="1492830" y="175161"/>
                  </a:lnTo>
                  <a:lnTo>
                    <a:pt x="1530618" y="179595"/>
                  </a:lnTo>
                  <a:lnTo>
                    <a:pt x="1567125" y="183878"/>
                  </a:lnTo>
                  <a:lnTo>
                    <a:pt x="1602434" y="188021"/>
                  </a:lnTo>
                  <a:lnTo>
                    <a:pt x="1636623" y="192033"/>
                  </a:lnTo>
                  <a:lnTo>
                    <a:pt x="1669759" y="195921"/>
                  </a:lnTo>
                  <a:lnTo>
                    <a:pt x="1701907" y="199693"/>
                  </a:lnTo>
                  <a:lnTo>
                    <a:pt x="1733122" y="203356"/>
                  </a:lnTo>
                  <a:lnTo>
                    <a:pt x="1763458" y="206915"/>
                  </a:lnTo>
                  <a:lnTo>
                    <a:pt x="1792962" y="210377"/>
                  </a:lnTo>
                  <a:lnTo>
                    <a:pt x="1821680" y="213747"/>
                  </a:lnTo>
                  <a:lnTo>
                    <a:pt x="1849651" y="217029"/>
                  </a:lnTo>
                  <a:lnTo>
                    <a:pt x="1876915" y="220228"/>
                  </a:lnTo>
                  <a:lnTo>
                    <a:pt x="1903505" y="223348"/>
                  </a:lnTo>
                  <a:lnTo>
                    <a:pt x="1929455" y="226392"/>
                  </a:lnTo>
                  <a:lnTo>
                    <a:pt x="1954793" y="229365"/>
                  </a:lnTo>
                  <a:lnTo>
                    <a:pt x="1979550" y="232270"/>
                  </a:lnTo>
                  <a:lnTo>
                    <a:pt x="2003750" y="235110"/>
                  </a:lnTo>
                  <a:lnTo>
                    <a:pt x="2027418" y="237887"/>
                  </a:lnTo>
                  <a:lnTo>
                    <a:pt x="2050576" y="240604"/>
                  </a:lnTo>
                  <a:lnTo>
                    <a:pt x="2073248" y="243264"/>
                  </a:lnTo>
                  <a:lnTo>
                    <a:pt x="2095452" y="245870"/>
                  </a:lnTo>
                  <a:lnTo>
                    <a:pt x="2117207" y="248422"/>
                  </a:lnTo>
                  <a:lnTo>
                    <a:pt x="2138531" y="250924"/>
                  </a:lnTo>
                  <a:lnTo>
                    <a:pt x="2159442" y="253378"/>
                  </a:lnTo>
                  <a:lnTo>
                    <a:pt x="2179954" y="255785"/>
                  </a:lnTo>
                  <a:lnTo>
                    <a:pt x="2200082" y="258146"/>
                  </a:lnTo>
                  <a:lnTo>
                    <a:pt x="2219842" y="260465"/>
                  </a:lnTo>
                  <a:lnTo>
                    <a:pt x="2239245" y="262742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7" name="pl386"/>
            <p:cNvSpPr/>
            <p:nvPr/>
          </p:nvSpPr>
          <p:spPr>
            <a:xfrm>
              <a:off x="4430190" y="3393907"/>
              <a:ext cx="2239245" cy="434585"/>
            </a:xfrm>
            <a:custGeom>
              <a:avLst/>
              <a:pathLst>
                <a:path w="2239245" h="434585">
                  <a:moveTo>
                    <a:pt x="0" y="0"/>
                  </a:moveTo>
                  <a:lnTo>
                    <a:pt x="143793" y="27906"/>
                  </a:lnTo>
                  <a:lnTo>
                    <a:pt x="270627" y="52522"/>
                  </a:lnTo>
                  <a:lnTo>
                    <a:pt x="384085" y="74541"/>
                  </a:lnTo>
                  <a:lnTo>
                    <a:pt x="486719" y="94460"/>
                  </a:lnTo>
                  <a:lnTo>
                    <a:pt x="580418" y="112645"/>
                  </a:lnTo>
                  <a:lnTo>
                    <a:pt x="666611" y="129373"/>
                  </a:lnTo>
                  <a:lnTo>
                    <a:pt x="746415" y="144861"/>
                  </a:lnTo>
                  <a:lnTo>
                    <a:pt x="820710" y="159280"/>
                  </a:lnTo>
                  <a:lnTo>
                    <a:pt x="890208" y="172768"/>
                  </a:lnTo>
                  <a:lnTo>
                    <a:pt x="955491" y="185438"/>
                  </a:lnTo>
                  <a:lnTo>
                    <a:pt x="1017042" y="197384"/>
                  </a:lnTo>
                  <a:lnTo>
                    <a:pt x="1075265" y="208683"/>
                  </a:lnTo>
                  <a:lnTo>
                    <a:pt x="1130500" y="219403"/>
                  </a:lnTo>
                  <a:lnTo>
                    <a:pt x="1183039" y="229600"/>
                  </a:lnTo>
                  <a:lnTo>
                    <a:pt x="1233135" y="239322"/>
                  </a:lnTo>
                  <a:lnTo>
                    <a:pt x="1281002" y="248612"/>
                  </a:lnTo>
                  <a:lnTo>
                    <a:pt x="1326833" y="257507"/>
                  </a:lnTo>
                  <a:lnTo>
                    <a:pt x="1370792" y="266038"/>
                  </a:lnTo>
                  <a:lnTo>
                    <a:pt x="1413027" y="274235"/>
                  </a:lnTo>
                  <a:lnTo>
                    <a:pt x="1453667" y="282122"/>
                  </a:lnTo>
                  <a:lnTo>
                    <a:pt x="1492830" y="289723"/>
                  </a:lnTo>
                  <a:lnTo>
                    <a:pt x="1530618" y="297057"/>
                  </a:lnTo>
                  <a:lnTo>
                    <a:pt x="1567125" y="304142"/>
                  </a:lnTo>
                  <a:lnTo>
                    <a:pt x="1602434" y="310995"/>
                  </a:lnTo>
                  <a:lnTo>
                    <a:pt x="1636623" y="317630"/>
                  </a:lnTo>
                  <a:lnTo>
                    <a:pt x="1669759" y="324061"/>
                  </a:lnTo>
                  <a:lnTo>
                    <a:pt x="1701907" y="330300"/>
                  </a:lnTo>
                  <a:lnTo>
                    <a:pt x="1733122" y="336358"/>
                  </a:lnTo>
                  <a:lnTo>
                    <a:pt x="1763458" y="342245"/>
                  </a:lnTo>
                  <a:lnTo>
                    <a:pt x="1792962" y="347972"/>
                  </a:lnTo>
                  <a:lnTo>
                    <a:pt x="1821680" y="353545"/>
                  </a:lnTo>
                  <a:lnTo>
                    <a:pt x="1849651" y="358974"/>
                  </a:lnTo>
                  <a:lnTo>
                    <a:pt x="1876915" y="364265"/>
                  </a:lnTo>
                  <a:lnTo>
                    <a:pt x="1903505" y="369425"/>
                  </a:lnTo>
                  <a:lnTo>
                    <a:pt x="1929455" y="374462"/>
                  </a:lnTo>
                  <a:lnTo>
                    <a:pt x="1954793" y="379379"/>
                  </a:lnTo>
                  <a:lnTo>
                    <a:pt x="1979550" y="384184"/>
                  </a:lnTo>
                  <a:lnTo>
                    <a:pt x="2003750" y="388881"/>
                  </a:lnTo>
                  <a:lnTo>
                    <a:pt x="2027418" y="393474"/>
                  </a:lnTo>
                  <a:lnTo>
                    <a:pt x="2050576" y="397969"/>
                  </a:lnTo>
                  <a:lnTo>
                    <a:pt x="2073248" y="402369"/>
                  </a:lnTo>
                  <a:lnTo>
                    <a:pt x="2095452" y="406678"/>
                  </a:lnTo>
                  <a:lnTo>
                    <a:pt x="2117207" y="410900"/>
                  </a:lnTo>
                  <a:lnTo>
                    <a:pt x="2138531" y="415039"/>
                  </a:lnTo>
                  <a:lnTo>
                    <a:pt x="2159442" y="419097"/>
                  </a:lnTo>
                  <a:lnTo>
                    <a:pt x="2179954" y="423078"/>
                  </a:lnTo>
                  <a:lnTo>
                    <a:pt x="2200082" y="426984"/>
                  </a:lnTo>
                  <a:lnTo>
                    <a:pt x="2219842" y="430819"/>
                  </a:lnTo>
                  <a:lnTo>
                    <a:pt x="2239245" y="434585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l387"/>
            <p:cNvSpPr/>
            <p:nvPr/>
          </p:nvSpPr>
          <p:spPr>
            <a:xfrm>
              <a:off x="4430190" y="3779425"/>
              <a:ext cx="2239245" cy="197138"/>
            </a:xfrm>
            <a:custGeom>
              <a:avLst/>
              <a:pathLst>
                <a:path w="2239245" h="197138">
                  <a:moveTo>
                    <a:pt x="0" y="0"/>
                  </a:moveTo>
                  <a:lnTo>
                    <a:pt x="143793" y="12659"/>
                  </a:lnTo>
                  <a:lnTo>
                    <a:pt x="270627" y="23825"/>
                  </a:lnTo>
                  <a:lnTo>
                    <a:pt x="384085" y="33813"/>
                  </a:lnTo>
                  <a:lnTo>
                    <a:pt x="486719" y="42849"/>
                  </a:lnTo>
                  <a:lnTo>
                    <a:pt x="580418" y="51098"/>
                  </a:lnTo>
                  <a:lnTo>
                    <a:pt x="666611" y="58687"/>
                  </a:lnTo>
                  <a:lnTo>
                    <a:pt x="746415" y="65712"/>
                  </a:lnTo>
                  <a:lnTo>
                    <a:pt x="820710" y="72253"/>
                  </a:lnTo>
                  <a:lnTo>
                    <a:pt x="890208" y="78371"/>
                  </a:lnTo>
                  <a:lnTo>
                    <a:pt x="955491" y="84119"/>
                  </a:lnTo>
                  <a:lnTo>
                    <a:pt x="1017042" y="89538"/>
                  </a:lnTo>
                  <a:lnTo>
                    <a:pt x="1075265" y="94663"/>
                  </a:lnTo>
                  <a:lnTo>
                    <a:pt x="1130500" y="99526"/>
                  </a:lnTo>
                  <a:lnTo>
                    <a:pt x="1183039" y="104152"/>
                  </a:lnTo>
                  <a:lnTo>
                    <a:pt x="1233135" y="108562"/>
                  </a:lnTo>
                  <a:lnTo>
                    <a:pt x="1281002" y="112776"/>
                  </a:lnTo>
                  <a:lnTo>
                    <a:pt x="1326833" y="116811"/>
                  </a:lnTo>
                  <a:lnTo>
                    <a:pt x="1370792" y="120681"/>
                  </a:lnTo>
                  <a:lnTo>
                    <a:pt x="1413027" y="124399"/>
                  </a:lnTo>
                  <a:lnTo>
                    <a:pt x="1453667" y="127977"/>
                  </a:lnTo>
                  <a:lnTo>
                    <a:pt x="1492830" y="131425"/>
                  </a:lnTo>
                  <a:lnTo>
                    <a:pt x="1530618" y="134752"/>
                  </a:lnTo>
                  <a:lnTo>
                    <a:pt x="1567125" y="137966"/>
                  </a:lnTo>
                  <a:lnTo>
                    <a:pt x="1602434" y="141074"/>
                  </a:lnTo>
                  <a:lnTo>
                    <a:pt x="1636623" y="144084"/>
                  </a:lnTo>
                  <a:lnTo>
                    <a:pt x="1669759" y="147001"/>
                  </a:lnTo>
                  <a:lnTo>
                    <a:pt x="1701907" y="149832"/>
                  </a:lnTo>
                  <a:lnTo>
                    <a:pt x="1733122" y="152580"/>
                  </a:lnTo>
                  <a:lnTo>
                    <a:pt x="1763458" y="155250"/>
                  </a:lnTo>
                  <a:lnTo>
                    <a:pt x="1792962" y="157848"/>
                  </a:lnTo>
                  <a:lnTo>
                    <a:pt x="1821680" y="160376"/>
                  </a:lnTo>
                  <a:lnTo>
                    <a:pt x="1849651" y="162839"/>
                  </a:lnTo>
                  <a:lnTo>
                    <a:pt x="1876915" y="165239"/>
                  </a:lnTo>
                  <a:lnTo>
                    <a:pt x="1903505" y="167580"/>
                  </a:lnTo>
                  <a:lnTo>
                    <a:pt x="1929455" y="169864"/>
                  </a:lnTo>
                  <a:lnTo>
                    <a:pt x="1954793" y="172095"/>
                  </a:lnTo>
                  <a:lnTo>
                    <a:pt x="1979550" y="174275"/>
                  </a:lnTo>
                  <a:lnTo>
                    <a:pt x="2003750" y="176405"/>
                  </a:lnTo>
                  <a:lnTo>
                    <a:pt x="2027418" y="178489"/>
                  </a:lnTo>
                  <a:lnTo>
                    <a:pt x="2050576" y="180528"/>
                  </a:lnTo>
                  <a:lnTo>
                    <a:pt x="2073248" y="182524"/>
                  </a:lnTo>
                  <a:lnTo>
                    <a:pt x="2095452" y="184478"/>
                  </a:lnTo>
                  <a:lnTo>
                    <a:pt x="2117207" y="186394"/>
                  </a:lnTo>
                  <a:lnTo>
                    <a:pt x="2138531" y="188271"/>
                  </a:lnTo>
                  <a:lnTo>
                    <a:pt x="2159442" y="190112"/>
                  </a:lnTo>
                  <a:lnTo>
                    <a:pt x="2179954" y="191918"/>
                  </a:lnTo>
                  <a:lnTo>
                    <a:pt x="2200082" y="193690"/>
                  </a:lnTo>
                  <a:lnTo>
                    <a:pt x="2219842" y="195429"/>
                  </a:lnTo>
                  <a:lnTo>
                    <a:pt x="2239245" y="197138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9" name="pl388"/>
            <p:cNvSpPr/>
            <p:nvPr/>
          </p:nvSpPr>
          <p:spPr>
            <a:xfrm>
              <a:off x="4430190" y="3749935"/>
              <a:ext cx="2239245" cy="62205"/>
            </a:xfrm>
            <a:custGeom>
              <a:avLst/>
              <a:pathLst>
                <a:path w="2239245" h="62205">
                  <a:moveTo>
                    <a:pt x="0" y="0"/>
                  </a:moveTo>
                  <a:lnTo>
                    <a:pt x="143793" y="3994"/>
                  </a:lnTo>
                  <a:lnTo>
                    <a:pt x="270627" y="7517"/>
                  </a:lnTo>
                  <a:lnTo>
                    <a:pt x="384085" y="10669"/>
                  </a:lnTo>
                  <a:lnTo>
                    <a:pt x="486719" y="13520"/>
                  </a:lnTo>
                  <a:lnTo>
                    <a:pt x="580418" y="16123"/>
                  </a:lnTo>
                  <a:lnTo>
                    <a:pt x="666611" y="18518"/>
                  </a:lnTo>
                  <a:lnTo>
                    <a:pt x="746415" y="20735"/>
                  </a:lnTo>
                  <a:lnTo>
                    <a:pt x="820710" y="22799"/>
                  </a:lnTo>
                  <a:lnTo>
                    <a:pt x="890208" y="24729"/>
                  </a:lnTo>
                  <a:lnTo>
                    <a:pt x="955491" y="26543"/>
                  </a:lnTo>
                  <a:lnTo>
                    <a:pt x="1017042" y="28253"/>
                  </a:lnTo>
                  <a:lnTo>
                    <a:pt x="1075265" y="29870"/>
                  </a:lnTo>
                  <a:lnTo>
                    <a:pt x="1130500" y="31405"/>
                  </a:lnTo>
                  <a:lnTo>
                    <a:pt x="1183039" y="32864"/>
                  </a:lnTo>
                  <a:lnTo>
                    <a:pt x="1233135" y="34256"/>
                  </a:lnTo>
                  <a:lnTo>
                    <a:pt x="1281002" y="35585"/>
                  </a:lnTo>
                  <a:lnTo>
                    <a:pt x="1326833" y="36859"/>
                  </a:lnTo>
                  <a:lnTo>
                    <a:pt x="1370792" y="38080"/>
                  </a:lnTo>
                  <a:lnTo>
                    <a:pt x="1413027" y="39253"/>
                  </a:lnTo>
                  <a:lnTo>
                    <a:pt x="1453667" y="40382"/>
                  </a:lnTo>
                  <a:lnTo>
                    <a:pt x="1492830" y="41470"/>
                  </a:lnTo>
                  <a:lnTo>
                    <a:pt x="1530618" y="42520"/>
                  </a:lnTo>
                  <a:lnTo>
                    <a:pt x="1567125" y="43534"/>
                  </a:lnTo>
                  <a:lnTo>
                    <a:pt x="1602434" y="44515"/>
                  </a:lnTo>
                  <a:lnTo>
                    <a:pt x="1636623" y="45464"/>
                  </a:lnTo>
                  <a:lnTo>
                    <a:pt x="1669759" y="46385"/>
                  </a:lnTo>
                  <a:lnTo>
                    <a:pt x="1701907" y="47278"/>
                  </a:lnTo>
                  <a:lnTo>
                    <a:pt x="1733122" y="48145"/>
                  </a:lnTo>
                  <a:lnTo>
                    <a:pt x="1763458" y="48988"/>
                  </a:lnTo>
                  <a:lnTo>
                    <a:pt x="1792962" y="49808"/>
                  </a:lnTo>
                  <a:lnTo>
                    <a:pt x="1821680" y="50605"/>
                  </a:lnTo>
                  <a:lnTo>
                    <a:pt x="1849651" y="51382"/>
                  </a:lnTo>
                  <a:lnTo>
                    <a:pt x="1876915" y="52140"/>
                  </a:lnTo>
                  <a:lnTo>
                    <a:pt x="1903505" y="52878"/>
                  </a:lnTo>
                  <a:lnTo>
                    <a:pt x="1929455" y="53599"/>
                  </a:lnTo>
                  <a:lnTo>
                    <a:pt x="1954793" y="54303"/>
                  </a:lnTo>
                  <a:lnTo>
                    <a:pt x="1979550" y="54991"/>
                  </a:lnTo>
                  <a:lnTo>
                    <a:pt x="2003750" y="55663"/>
                  </a:lnTo>
                  <a:lnTo>
                    <a:pt x="2027418" y="56321"/>
                  </a:lnTo>
                  <a:lnTo>
                    <a:pt x="2050576" y="56964"/>
                  </a:lnTo>
                  <a:lnTo>
                    <a:pt x="2073248" y="57594"/>
                  </a:lnTo>
                  <a:lnTo>
                    <a:pt x="2095452" y="58211"/>
                  </a:lnTo>
                  <a:lnTo>
                    <a:pt x="2117207" y="58815"/>
                  </a:lnTo>
                  <a:lnTo>
                    <a:pt x="2138531" y="59407"/>
                  </a:lnTo>
                  <a:lnTo>
                    <a:pt x="2159442" y="59988"/>
                  </a:lnTo>
                  <a:lnTo>
                    <a:pt x="2179954" y="60558"/>
                  </a:lnTo>
                  <a:lnTo>
                    <a:pt x="2200082" y="61117"/>
                  </a:lnTo>
                  <a:lnTo>
                    <a:pt x="2219842" y="61666"/>
                  </a:lnTo>
                  <a:lnTo>
                    <a:pt x="2239245" y="62205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90" name="pl389"/>
            <p:cNvSpPr/>
            <p:nvPr/>
          </p:nvSpPr>
          <p:spPr>
            <a:xfrm>
              <a:off x="4430190" y="3688789"/>
              <a:ext cx="2239245" cy="59343"/>
            </a:xfrm>
            <a:custGeom>
              <a:avLst/>
              <a:pathLst>
                <a:path w="2239245" h="59343">
                  <a:moveTo>
                    <a:pt x="0" y="59343"/>
                  </a:moveTo>
                  <a:lnTo>
                    <a:pt x="143793" y="55532"/>
                  </a:lnTo>
                  <a:lnTo>
                    <a:pt x="270627" y="52171"/>
                  </a:lnTo>
                  <a:lnTo>
                    <a:pt x="384085" y="49164"/>
                  </a:lnTo>
                  <a:lnTo>
                    <a:pt x="486719" y="46444"/>
                  </a:lnTo>
                  <a:lnTo>
                    <a:pt x="580418" y="43961"/>
                  </a:lnTo>
                  <a:lnTo>
                    <a:pt x="666611" y="41677"/>
                  </a:lnTo>
                  <a:lnTo>
                    <a:pt x="746415" y="39562"/>
                  </a:lnTo>
                  <a:lnTo>
                    <a:pt x="820710" y="37593"/>
                  </a:lnTo>
                  <a:lnTo>
                    <a:pt x="890208" y="35751"/>
                  </a:lnTo>
                  <a:lnTo>
                    <a:pt x="955491" y="34021"/>
                  </a:lnTo>
                  <a:lnTo>
                    <a:pt x="1017042" y="32390"/>
                  </a:lnTo>
                  <a:lnTo>
                    <a:pt x="1075265" y="30847"/>
                  </a:lnTo>
                  <a:lnTo>
                    <a:pt x="1130500" y="29383"/>
                  </a:lnTo>
                  <a:lnTo>
                    <a:pt x="1183039" y="27990"/>
                  </a:lnTo>
                  <a:lnTo>
                    <a:pt x="1233135" y="26663"/>
                  </a:lnTo>
                  <a:lnTo>
                    <a:pt x="1281002" y="25394"/>
                  </a:lnTo>
                  <a:lnTo>
                    <a:pt x="1326833" y="24180"/>
                  </a:lnTo>
                  <a:lnTo>
                    <a:pt x="1370792" y="23015"/>
                  </a:lnTo>
                  <a:lnTo>
                    <a:pt x="1413027" y="21895"/>
                  </a:lnTo>
                  <a:lnTo>
                    <a:pt x="1453667" y="20818"/>
                  </a:lnTo>
                  <a:lnTo>
                    <a:pt x="1492830" y="19781"/>
                  </a:lnTo>
                  <a:lnTo>
                    <a:pt x="1530618" y="18779"/>
                  </a:lnTo>
                  <a:lnTo>
                    <a:pt x="1567125" y="17812"/>
                  </a:lnTo>
                  <a:lnTo>
                    <a:pt x="1602434" y="16876"/>
                  </a:lnTo>
                  <a:lnTo>
                    <a:pt x="1636623" y="15970"/>
                  </a:lnTo>
                  <a:lnTo>
                    <a:pt x="1669759" y="15092"/>
                  </a:lnTo>
                  <a:lnTo>
                    <a:pt x="1701907" y="14240"/>
                  </a:lnTo>
                  <a:lnTo>
                    <a:pt x="1733122" y="13412"/>
                  </a:lnTo>
                  <a:lnTo>
                    <a:pt x="1763458" y="12609"/>
                  </a:lnTo>
                  <a:lnTo>
                    <a:pt x="1792962" y="11827"/>
                  </a:lnTo>
                  <a:lnTo>
                    <a:pt x="1821680" y="11066"/>
                  </a:lnTo>
                  <a:lnTo>
                    <a:pt x="1849651" y="10324"/>
                  </a:lnTo>
                  <a:lnTo>
                    <a:pt x="1876915" y="9602"/>
                  </a:lnTo>
                  <a:lnTo>
                    <a:pt x="1903505" y="8897"/>
                  </a:lnTo>
                  <a:lnTo>
                    <a:pt x="1929455" y="8209"/>
                  </a:lnTo>
                  <a:lnTo>
                    <a:pt x="1954793" y="7538"/>
                  </a:lnTo>
                  <a:lnTo>
                    <a:pt x="1979550" y="6882"/>
                  </a:lnTo>
                  <a:lnTo>
                    <a:pt x="2003750" y="6240"/>
                  </a:lnTo>
                  <a:lnTo>
                    <a:pt x="2027418" y="5613"/>
                  </a:lnTo>
                  <a:lnTo>
                    <a:pt x="2050576" y="4999"/>
                  </a:lnTo>
                  <a:lnTo>
                    <a:pt x="2073248" y="4399"/>
                  </a:lnTo>
                  <a:lnTo>
                    <a:pt x="2095452" y="3810"/>
                  </a:lnTo>
                  <a:lnTo>
                    <a:pt x="2117207" y="3234"/>
                  </a:lnTo>
                  <a:lnTo>
                    <a:pt x="2138531" y="2669"/>
                  </a:lnTo>
                  <a:lnTo>
                    <a:pt x="2159442" y="2114"/>
                  </a:lnTo>
                  <a:lnTo>
                    <a:pt x="2179954" y="1571"/>
                  </a:lnTo>
                  <a:lnTo>
                    <a:pt x="2200082" y="1037"/>
                  </a:lnTo>
                  <a:lnTo>
                    <a:pt x="2219842" y="514"/>
                  </a:lnTo>
                  <a:lnTo>
                    <a:pt x="2239245" y="0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91" name="rc390"/>
            <p:cNvSpPr/>
            <p:nvPr/>
          </p:nvSpPr>
          <p:spPr>
            <a:xfrm>
              <a:off x="4262365" y="2951788"/>
              <a:ext cx="2575919" cy="120667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392" name="pl391"/>
            <p:cNvSpPr/>
            <p:nvPr/>
          </p:nvSpPr>
          <p:spPr>
            <a:xfrm>
              <a:off x="4262365" y="2951788"/>
              <a:ext cx="0" cy="1206674"/>
            </a:xfrm>
            <a:custGeom>
              <a:avLst/>
              <a:pathLst>
                <a:path w="0" h="1206674">
                  <a:moveTo>
                    <a:pt x="0" y="1206674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l392"/>
            <p:cNvSpPr/>
            <p:nvPr/>
          </p:nvSpPr>
          <p:spPr>
            <a:xfrm>
              <a:off x="4233897" y="3998871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l393"/>
            <p:cNvSpPr/>
            <p:nvPr/>
          </p:nvSpPr>
          <p:spPr>
            <a:xfrm>
              <a:off x="4233897" y="3774808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l394"/>
            <p:cNvSpPr/>
            <p:nvPr/>
          </p:nvSpPr>
          <p:spPr>
            <a:xfrm>
              <a:off x="4233897" y="3550745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l395"/>
            <p:cNvSpPr/>
            <p:nvPr/>
          </p:nvSpPr>
          <p:spPr>
            <a:xfrm>
              <a:off x="4233897" y="3326682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l396"/>
            <p:cNvSpPr/>
            <p:nvPr/>
          </p:nvSpPr>
          <p:spPr>
            <a:xfrm>
              <a:off x="4233897" y="3102619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l397"/>
            <p:cNvSpPr/>
            <p:nvPr/>
          </p:nvSpPr>
          <p:spPr>
            <a:xfrm>
              <a:off x="4262365" y="4158463"/>
              <a:ext cx="2575919" cy="0"/>
            </a:xfrm>
            <a:custGeom>
              <a:avLst/>
              <a:pathLst>
                <a:path w="2575919" h="0">
                  <a:moveTo>
                    <a:pt x="0" y="0"/>
                  </a:moveTo>
                  <a:lnTo>
                    <a:pt x="2575919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l398"/>
            <p:cNvSpPr/>
            <p:nvPr/>
          </p:nvSpPr>
          <p:spPr>
            <a:xfrm>
              <a:off x="4430190" y="4158463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l399"/>
            <p:cNvSpPr/>
            <p:nvPr/>
          </p:nvSpPr>
          <p:spPr>
            <a:xfrm>
              <a:off x="5176605" y="4158463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l400"/>
            <p:cNvSpPr/>
            <p:nvPr/>
          </p:nvSpPr>
          <p:spPr>
            <a:xfrm>
              <a:off x="5923020" y="4158463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l401"/>
            <p:cNvSpPr/>
            <p:nvPr/>
          </p:nvSpPr>
          <p:spPr>
            <a:xfrm>
              <a:off x="6669436" y="4158463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tx402"/>
            <p:cNvSpPr/>
            <p:nvPr/>
          </p:nvSpPr>
          <p:spPr>
            <a:xfrm>
              <a:off x="4262365" y="2775248"/>
              <a:ext cx="889254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(d) Below_PC1</a:t>
              </a:r>
            </a:p>
          </p:txBody>
        </p:sp>
        <p:sp>
          <p:nvSpPr>
            <p:cNvPr id="404" name="rc403"/>
            <p:cNvSpPr/>
            <p:nvPr/>
          </p:nvSpPr>
          <p:spPr>
            <a:xfrm>
              <a:off x="1404926" y="4616522"/>
              <a:ext cx="2575919" cy="120667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5" name="pt404"/>
            <p:cNvSpPr/>
            <p:nvPr/>
          </p:nvSpPr>
          <p:spPr>
            <a:xfrm>
              <a:off x="1538841" y="5369680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06" name="pt405"/>
            <p:cNvSpPr/>
            <p:nvPr/>
          </p:nvSpPr>
          <p:spPr>
            <a:xfrm>
              <a:off x="1593591" y="5254458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07" name="pt406"/>
            <p:cNvSpPr/>
            <p:nvPr/>
          </p:nvSpPr>
          <p:spPr>
            <a:xfrm>
              <a:off x="1548061" y="5323824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08" name="pt407"/>
            <p:cNvSpPr/>
            <p:nvPr/>
          </p:nvSpPr>
          <p:spPr>
            <a:xfrm>
              <a:off x="1591153" y="5481155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09" name="pt408"/>
            <p:cNvSpPr/>
            <p:nvPr/>
          </p:nvSpPr>
          <p:spPr>
            <a:xfrm>
              <a:off x="1506958" y="5620748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0" name="pt409"/>
            <p:cNvSpPr/>
            <p:nvPr/>
          </p:nvSpPr>
          <p:spPr>
            <a:xfrm>
              <a:off x="1524343" y="5344889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1" name="pt410"/>
            <p:cNvSpPr/>
            <p:nvPr/>
          </p:nvSpPr>
          <p:spPr>
            <a:xfrm>
              <a:off x="1529350" y="5455281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2" name="pt411"/>
            <p:cNvSpPr/>
            <p:nvPr/>
          </p:nvSpPr>
          <p:spPr>
            <a:xfrm>
              <a:off x="1588972" y="5486100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3" name="pt412"/>
            <p:cNvSpPr/>
            <p:nvPr/>
          </p:nvSpPr>
          <p:spPr>
            <a:xfrm>
              <a:off x="1570154" y="5573295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4" name="pt413"/>
            <p:cNvSpPr/>
            <p:nvPr/>
          </p:nvSpPr>
          <p:spPr>
            <a:xfrm>
              <a:off x="1493941" y="5306690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5" name="pt414"/>
            <p:cNvSpPr/>
            <p:nvPr/>
          </p:nvSpPr>
          <p:spPr>
            <a:xfrm>
              <a:off x="2242535" y="5466743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6" name="pt415"/>
            <p:cNvSpPr/>
            <p:nvPr/>
          </p:nvSpPr>
          <p:spPr>
            <a:xfrm>
              <a:off x="2308454" y="4836313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7" name="pt416"/>
            <p:cNvSpPr/>
            <p:nvPr/>
          </p:nvSpPr>
          <p:spPr>
            <a:xfrm>
              <a:off x="2310704" y="4967224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8" name="pt417"/>
            <p:cNvSpPr/>
            <p:nvPr/>
          </p:nvSpPr>
          <p:spPr>
            <a:xfrm>
              <a:off x="2286007" y="5173057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9" name="pt418"/>
            <p:cNvSpPr/>
            <p:nvPr/>
          </p:nvSpPr>
          <p:spPr>
            <a:xfrm>
              <a:off x="2317815" y="5290742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0" name="pt419"/>
            <p:cNvSpPr/>
            <p:nvPr/>
          </p:nvSpPr>
          <p:spPr>
            <a:xfrm>
              <a:off x="2304784" y="5740275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1" name="pt420"/>
            <p:cNvSpPr/>
            <p:nvPr/>
          </p:nvSpPr>
          <p:spPr>
            <a:xfrm>
              <a:off x="2256736" y="5501661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2" name="pt421"/>
            <p:cNvSpPr/>
            <p:nvPr/>
          </p:nvSpPr>
          <p:spPr>
            <a:xfrm>
              <a:off x="2296341" y="5133345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3" name="pt422"/>
            <p:cNvSpPr/>
            <p:nvPr/>
          </p:nvSpPr>
          <p:spPr>
            <a:xfrm>
              <a:off x="2328338" y="4716801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4" name="pt423"/>
            <p:cNvSpPr/>
            <p:nvPr/>
          </p:nvSpPr>
          <p:spPr>
            <a:xfrm>
              <a:off x="2339566" y="4643298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5" name="pt424"/>
            <p:cNvSpPr/>
            <p:nvPr/>
          </p:nvSpPr>
          <p:spPr>
            <a:xfrm>
              <a:off x="2254807" y="5365860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6" name="pt425"/>
            <p:cNvSpPr/>
            <p:nvPr/>
          </p:nvSpPr>
          <p:spPr>
            <a:xfrm>
              <a:off x="2267105" y="5114976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7" name="pt426"/>
            <p:cNvSpPr/>
            <p:nvPr/>
          </p:nvSpPr>
          <p:spPr>
            <a:xfrm>
              <a:off x="2261496" y="4940110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8" name="pt427"/>
            <p:cNvSpPr/>
            <p:nvPr/>
          </p:nvSpPr>
          <p:spPr>
            <a:xfrm>
              <a:off x="2305829" y="5059039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9" name="pt428"/>
            <p:cNvSpPr/>
            <p:nvPr/>
          </p:nvSpPr>
          <p:spPr>
            <a:xfrm>
              <a:off x="2294422" y="5498972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0" name="pt429"/>
            <p:cNvSpPr/>
            <p:nvPr/>
          </p:nvSpPr>
          <p:spPr>
            <a:xfrm>
              <a:off x="2287529" y="5449753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1" name="pt430"/>
            <p:cNvSpPr/>
            <p:nvPr/>
          </p:nvSpPr>
          <p:spPr>
            <a:xfrm>
              <a:off x="2269785" y="4981865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2" name="pt431"/>
            <p:cNvSpPr/>
            <p:nvPr/>
          </p:nvSpPr>
          <p:spPr>
            <a:xfrm>
              <a:off x="2273814" y="5021879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3" name="pt432"/>
            <p:cNvSpPr/>
            <p:nvPr/>
          </p:nvSpPr>
          <p:spPr>
            <a:xfrm>
              <a:off x="3044766" y="5533801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4" name="pt433"/>
            <p:cNvSpPr/>
            <p:nvPr/>
          </p:nvSpPr>
          <p:spPr>
            <a:xfrm>
              <a:off x="3021089" y="5272046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5" name="pt434"/>
            <p:cNvSpPr/>
            <p:nvPr/>
          </p:nvSpPr>
          <p:spPr>
            <a:xfrm>
              <a:off x="3065046" y="5373206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6" name="pt435"/>
            <p:cNvSpPr/>
            <p:nvPr/>
          </p:nvSpPr>
          <p:spPr>
            <a:xfrm>
              <a:off x="2985640" y="5595639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7" name="pt436"/>
            <p:cNvSpPr/>
            <p:nvPr/>
          </p:nvSpPr>
          <p:spPr>
            <a:xfrm>
              <a:off x="3028545" y="5250229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8" name="pt437"/>
            <p:cNvSpPr/>
            <p:nvPr/>
          </p:nvSpPr>
          <p:spPr>
            <a:xfrm>
              <a:off x="3024783" y="5498811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9" name="pt438"/>
            <p:cNvSpPr/>
            <p:nvPr/>
          </p:nvSpPr>
          <p:spPr>
            <a:xfrm>
              <a:off x="2998808" y="4769111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0" name="pt439"/>
            <p:cNvSpPr/>
            <p:nvPr/>
          </p:nvSpPr>
          <p:spPr>
            <a:xfrm>
              <a:off x="3056012" y="5432362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1" name="pt440"/>
            <p:cNvSpPr/>
            <p:nvPr/>
          </p:nvSpPr>
          <p:spPr>
            <a:xfrm>
              <a:off x="3019402" y="5161443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2" name="pt441"/>
            <p:cNvSpPr/>
            <p:nvPr/>
          </p:nvSpPr>
          <p:spPr>
            <a:xfrm>
              <a:off x="2981628" y="4993439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3" name="pt442"/>
            <p:cNvSpPr/>
            <p:nvPr/>
          </p:nvSpPr>
          <p:spPr>
            <a:xfrm>
              <a:off x="3000130" y="4693132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4" name="pt443"/>
            <p:cNvSpPr/>
            <p:nvPr/>
          </p:nvSpPr>
          <p:spPr>
            <a:xfrm>
              <a:off x="3074278" y="4888414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5" name="pt444"/>
            <p:cNvSpPr/>
            <p:nvPr/>
          </p:nvSpPr>
          <p:spPr>
            <a:xfrm>
              <a:off x="2989167" y="5454310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6" name="pt445"/>
            <p:cNvSpPr/>
            <p:nvPr/>
          </p:nvSpPr>
          <p:spPr>
            <a:xfrm>
              <a:off x="3012711" y="5100479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7" name="pt446"/>
            <p:cNvSpPr/>
            <p:nvPr/>
          </p:nvSpPr>
          <p:spPr>
            <a:xfrm>
              <a:off x="3062094" y="5221256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8" name="pt447"/>
            <p:cNvSpPr/>
            <p:nvPr/>
          </p:nvSpPr>
          <p:spPr>
            <a:xfrm>
              <a:off x="2989762" y="5060253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9" name="pt448"/>
            <p:cNvSpPr/>
            <p:nvPr/>
          </p:nvSpPr>
          <p:spPr>
            <a:xfrm>
              <a:off x="3054559" y="5431083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0" name="pt449"/>
            <p:cNvSpPr/>
            <p:nvPr/>
          </p:nvSpPr>
          <p:spPr>
            <a:xfrm>
              <a:off x="3038527" y="5095603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1" name="pt450"/>
            <p:cNvSpPr/>
            <p:nvPr/>
          </p:nvSpPr>
          <p:spPr>
            <a:xfrm>
              <a:off x="3044110" y="5397768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2" name="pt451"/>
            <p:cNvSpPr/>
            <p:nvPr/>
          </p:nvSpPr>
          <p:spPr>
            <a:xfrm>
              <a:off x="3071025" y="5360122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3" name="pt452"/>
            <p:cNvSpPr/>
            <p:nvPr/>
          </p:nvSpPr>
          <p:spPr>
            <a:xfrm>
              <a:off x="3741977" y="5409960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4" name="pt453"/>
            <p:cNvSpPr/>
            <p:nvPr/>
          </p:nvSpPr>
          <p:spPr>
            <a:xfrm>
              <a:off x="3769664" y="5365619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5" name="pt454"/>
            <p:cNvSpPr/>
            <p:nvPr/>
          </p:nvSpPr>
          <p:spPr>
            <a:xfrm>
              <a:off x="3771271" y="5522457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6" name="pt455"/>
            <p:cNvSpPr/>
            <p:nvPr/>
          </p:nvSpPr>
          <p:spPr>
            <a:xfrm>
              <a:off x="3786068" y="5141693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7" name="pt456"/>
            <p:cNvSpPr/>
            <p:nvPr/>
          </p:nvSpPr>
          <p:spPr>
            <a:xfrm>
              <a:off x="3770779" y="5193019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8" name="pt457"/>
            <p:cNvSpPr/>
            <p:nvPr/>
          </p:nvSpPr>
          <p:spPr>
            <a:xfrm>
              <a:off x="3810320" y="4723178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9" name="pt458"/>
            <p:cNvSpPr/>
            <p:nvPr/>
          </p:nvSpPr>
          <p:spPr>
            <a:xfrm>
              <a:off x="3827486" y="5172282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0" name="pt459"/>
            <p:cNvSpPr/>
            <p:nvPr/>
          </p:nvSpPr>
          <p:spPr>
            <a:xfrm>
              <a:off x="3796671" y="5359913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1" name="pt460"/>
            <p:cNvSpPr/>
            <p:nvPr/>
          </p:nvSpPr>
          <p:spPr>
            <a:xfrm>
              <a:off x="3760965" y="5184258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2" name="pt461"/>
            <p:cNvSpPr/>
            <p:nvPr/>
          </p:nvSpPr>
          <p:spPr>
            <a:xfrm>
              <a:off x="3833345" y="5082870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3" name="pt462"/>
            <p:cNvSpPr/>
            <p:nvPr/>
          </p:nvSpPr>
          <p:spPr>
            <a:xfrm>
              <a:off x="3733967" y="5029281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4" name="pt463"/>
            <p:cNvSpPr/>
            <p:nvPr/>
          </p:nvSpPr>
          <p:spPr>
            <a:xfrm>
              <a:off x="3828533" y="4910326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5" name="pt464"/>
            <p:cNvSpPr/>
            <p:nvPr/>
          </p:nvSpPr>
          <p:spPr>
            <a:xfrm>
              <a:off x="3835686" y="5318999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6" name="pt465"/>
            <p:cNvSpPr/>
            <p:nvPr/>
          </p:nvSpPr>
          <p:spPr>
            <a:xfrm>
              <a:off x="3764197" y="4820476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7" name="pt466"/>
            <p:cNvSpPr/>
            <p:nvPr/>
          </p:nvSpPr>
          <p:spPr>
            <a:xfrm>
              <a:off x="3783922" y="5579263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8" name="pt467"/>
            <p:cNvSpPr/>
            <p:nvPr/>
          </p:nvSpPr>
          <p:spPr>
            <a:xfrm>
              <a:off x="3775913" y="5453136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9" name="pt468"/>
            <p:cNvSpPr/>
            <p:nvPr/>
          </p:nvSpPr>
          <p:spPr>
            <a:xfrm>
              <a:off x="3811073" y="5299506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0" name="pt469"/>
            <p:cNvSpPr/>
            <p:nvPr/>
          </p:nvSpPr>
          <p:spPr>
            <a:xfrm>
              <a:off x="3832923" y="5382174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1" name="pt470"/>
            <p:cNvSpPr/>
            <p:nvPr/>
          </p:nvSpPr>
          <p:spPr>
            <a:xfrm>
              <a:off x="3795989" y="5263546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2" name="pt471"/>
            <p:cNvSpPr/>
            <p:nvPr/>
          </p:nvSpPr>
          <p:spPr>
            <a:xfrm>
              <a:off x="3742807" y="5419854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3" name="pt472"/>
            <p:cNvSpPr/>
            <p:nvPr/>
          </p:nvSpPr>
          <p:spPr>
            <a:xfrm>
              <a:off x="3760522" y="5236754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4" name="pt473"/>
            <p:cNvSpPr/>
            <p:nvPr/>
          </p:nvSpPr>
          <p:spPr>
            <a:xfrm>
              <a:off x="3821568" y="5168509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5" name="pt474"/>
            <p:cNvSpPr/>
            <p:nvPr/>
          </p:nvSpPr>
          <p:spPr>
            <a:xfrm>
              <a:off x="3803826" y="5177481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6" name="pt475"/>
            <p:cNvSpPr/>
            <p:nvPr/>
          </p:nvSpPr>
          <p:spPr>
            <a:xfrm>
              <a:off x="3798174" y="5235478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7" name="pl476"/>
            <p:cNvSpPr/>
            <p:nvPr/>
          </p:nvSpPr>
          <p:spPr>
            <a:xfrm>
              <a:off x="1568650" y="5292066"/>
              <a:ext cx="2241519" cy="50351"/>
            </a:xfrm>
            <a:custGeom>
              <a:avLst/>
              <a:pathLst>
                <a:path w="2241519" h="50351">
                  <a:moveTo>
                    <a:pt x="0" y="50351"/>
                  </a:moveTo>
                  <a:lnTo>
                    <a:pt x="143939" y="47118"/>
                  </a:lnTo>
                  <a:lnTo>
                    <a:pt x="270902" y="44266"/>
                  </a:lnTo>
                  <a:lnTo>
                    <a:pt x="384475" y="41715"/>
                  </a:lnTo>
                  <a:lnTo>
                    <a:pt x="487214" y="39407"/>
                  </a:lnTo>
                  <a:lnTo>
                    <a:pt x="581007" y="37300"/>
                  </a:lnTo>
                  <a:lnTo>
                    <a:pt x="667288" y="35362"/>
                  </a:lnTo>
                  <a:lnTo>
                    <a:pt x="747173" y="33567"/>
                  </a:lnTo>
                  <a:lnTo>
                    <a:pt x="821543" y="31897"/>
                  </a:lnTo>
                  <a:lnTo>
                    <a:pt x="891112" y="30334"/>
                  </a:lnTo>
                  <a:lnTo>
                    <a:pt x="956462" y="28866"/>
                  </a:lnTo>
                  <a:lnTo>
                    <a:pt x="1018075" y="27482"/>
                  </a:lnTo>
                  <a:lnTo>
                    <a:pt x="1076356" y="26173"/>
                  </a:lnTo>
                  <a:lnTo>
                    <a:pt x="1131648" y="24931"/>
                  </a:lnTo>
                  <a:lnTo>
                    <a:pt x="1184241" y="23749"/>
                  </a:lnTo>
                  <a:lnTo>
                    <a:pt x="1234387" y="22623"/>
                  </a:lnTo>
                  <a:lnTo>
                    <a:pt x="1282303" y="21547"/>
                  </a:lnTo>
                  <a:lnTo>
                    <a:pt x="1328180" y="20516"/>
                  </a:lnTo>
                  <a:lnTo>
                    <a:pt x="1372184" y="19528"/>
                  </a:lnTo>
                  <a:lnTo>
                    <a:pt x="1414461" y="18578"/>
                  </a:lnTo>
                  <a:lnTo>
                    <a:pt x="1455143" y="17664"/>
                  </a:lnTo>
                  <a:lnTo>
                    <a:pt x="1494346" y="16783"/>
                  </a:lnTo>
                  <a:lnTo>
                    <a:pt x="1532172" y="15934"/>
                  </a:lnTo>
                  <a:lnTo>
                    <a:pt x="1568716" y="15113"/>
                  </a:lnTo>
                  <a:lnTo>
                    <a:pt x="1604061" y="14319"/>
                  </a:lnTo>
                  <a:lnTo>
                    <a:pt x="1638285" y="13550"/>
                  </a:lnTo>
                  <a:lnTo>
                    <a:pt x="1671455" y="12805"/>
                  </a:lnTo>
                  <a:lnTo>
                    <a:pt x="1703635" y="12082"/>
                  </a:lnTo>
                  <a:lnTo>
                    <a:pt x="1734882" y="11380"/>
                  </a:lnTo>
                  <a:lnTo>
                    <a:pt x="1765248" y="10698"/>
                  </a:lnTo>
                  <a:lnTo>
                    <a:pt x="1794783" y="10035"/>
                  </a:lnTo>
                  <a:lnTo>
                    <a:pt x="1823529" y="9389"/>
                  </a:lnTo>
                  <a:lnTo>
                    <a:pt x="1851530" y="8760"/>
                  </a:lnTo>
                  <a:lnTo>
                    <a:pt x="1878821" y="8147"/>
                  </a:lnTo>
                  <a:lnTo>
                    <a:pt x="1905438" y="7549"/>
                  </a:lnTo>
                  <a:lnTo>
                    <a:pt x="1931414" y="6965"/>
                  </a:lnTo>
                  <a:lnTo>
                    <a:pt x="1956778" y="6396"/>
                  </a:lnTo>
                  <a:lnTo>
                    <a:pt x="1981560" y="5839"/>
                  </a:lnTo>
                  <a:lnTo>
                    <a:pt x="2005784" y="5295"/>
                  </a:lnTo>
                  <a:lnTo>
                    <a:pt x="2029476" y="4763"/>
                  </a:lnTo>
                  <a:lnTo>
                    <a:pt x="2052659" y="4242"/>
                  </a:lnTo>
                  <a:lnTo>
                    <a:pt x="2075353" y="3732"/>
                  </a:lnTo>
                  <a:lnTo>
                    <a:pt x="2097579" y="3233"/>
                  </a:lnTo>
                  <a:lnTo>
                    <a:pt x="2119357" y="2744"/>
                  </a:lnTo>
                  <a:lnTo>
                    <a:pt x="2140703" y="2264"/>
                  </a:lnTo>
                  <a:lnTo>
                    <a:pt x="2161634" y="1794"/>
                  </a:lnTo>
                  <a:lnTo>
                    <a:pt x="2182167" y="1333"/>
                  </a:lnTo>
                  <a:lnTo>
                    <a:pt x="2202316" y="880"/>
                  </a:lnTo>
                  <a:lnTo>
                    <a:pt x="2222096" y="436"/>
                  </a:lnTo>
                  <a:lnTo>
                    <a:pt x="2241519" y="0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78" name="pl477"/>
            <p:cNvSpPr/>
            <p:nvPr/>
          </p:nvSpPr>
          <p:spPr>
            <a:xfrm>
              <a:off x="1568650" y="5308138"/>
              <a:ext cx="2241519" cy="192553"/>
            </a:xfrm>
            <a:custGeom>
              <a:avLst/>
              <a:pathLst>
                <a:path w="2241519" h="192553">
                  <a:moveTo>
                    <a:pt x="0" y="192553"/>
                  </a:moveTo>
                  <a:lnTo>
                    <a:pt x="143939" y="180188"/>
                  </a:lnTo>
                  <a:lnTo>
                    <a:pt x="270902" y="169282"/>
                  </a:lnTo>
                  <a:lnTo>
                    <a:pt x="384475" y="159526"/>
                  </a:lnTo>
                  <a:lnTo>
                    <a:pt x="487214" y="150700"/>
                  </a:lnTo>
                  <a:lnTo>
                    <a:pt x="581007" y="142643"/>
                  </a:lnTo>
                  <a:lnTo>
                    <a:pt x="667288" y="135231"/>
                  </a:lnTo>
                  <a:lnTo>
                    <a:pt x="747173" y="128369"/>
                  </a:lnTo>
                  <a:lnTo>
                    <a:pt x="821543" y="121980"/>
                  </a:lnTo>
                  <a:lnTo>
                    <a:pt x="891112" y="116004"/>
                  </a:lnTo>
                  <a:lnTo>
                    <a:pt x="956462" y="110390"/>
                  </a:lnTo>
                  <a:lnTo>
                    <a:pt x="1018075" y="105097"/>
                  </a:lnTo>
                  <a:lnTo>
                    <a:pt x="1076356" y="100091"/>
                  </a:lnTo>
                  <a:lnTo>
                    <a:pt x="1131648" y="95341"/>
                  </a:lnTo>
                  <a:lnTo>
                    <a:pt x="1184241" y="90823"/>
                  </a:lnTo>
                  <a:lnTo>
                    <a:pt x="1234387" y="86515"/>
                  </a:lnTo>
                  <a:lnTo>
                    <a:pt x="1282303" y="82399"/>
                  </a:lnTo>
                  <a:lnTo>
                    <a:pt x="1328180" y="78458"/>
                  </a:lnTo>
                  <a:lnTo>
                    <a:pt x="1372184" y="74678"/>
                  </a:lnTo>
                  <a:lnTo>
                    <a:pt x="1414461" y="71046"/>
                  </a:lnTo>
                  <a:lnTo>
                    <a:pt x="1455143" y="67552"/>
                  </a:lnTo>
                  <a:lnTo>
                    <a:pt x="1494346" y="64184"/>
                  </a:lnTo>
                  <a:lnTo>
                    <a:pt x="1532172" y="60935"/>
                  </a:lnTo>
                  <a:lnTo>
                    <a:pt x="1568716" y="57795"/>
                  </a:lnTo>
                  <a:lnTo>
                    <a:pt x="1604061" y="54759"/>
                  </a:lnTo>
                  <a:lnTo>
                    <a:pt x="1638285" y="51819"/>
                  </a:lnTo>
                  <a:lnTo>
                    <a:pt x="1671455" y="48970"/>
                  </a:lnTo>
                  <a:lnTo>
                    <a:pt x="1703635" y="46205"/>
                  </a:lnTo>
                  <a:lnTo>
                    <a:pt x="1734882" y="43521"/>
                  </a:lnTo>
                  <a:lnTo>
                    <a:pt x="1765248" y="40913"/>
                  </a:lnTo>
                  <a:lnTo>
                    <a:pt x="1794783" y="38376"/>
                  </a:lnTo>
                  <a:lnTo>
                    <a:pt x="1823529" y="35906"/>
                  </a:lnTo>
                  <a:lnTo>
                    <a:pt x="1851530" y="33501"/>
                  </a:lnTo>
                  <a:lnTo>
                    <a:pt x="1878821" y="31156"/>
                  </a:lnTo>
                  <a:lnTo>
                    <a:pt x="1905438" y="28870"/>
                  </a:lnTo>
                  <a:lnTo>
                    <a:pt x="1931414" y="26639"/>
                  </a:lnTo>
                  <a:lnTo>
                    <a:pt x="1956778" y="24460"/>
                  </a:lnTo>
                  <a:lnTo>
                    <a:pt x="1981560" y="22331"/>
                  </a:lnTo>
                  <a:lnTo>
                    <a:pt x="2005784" y="20250"/>
                  </a:lnTo>
                  <a:lnTo>
                    <a:pt x="2029476" y="18215"/>
                  </a:lnTo>
                  <a:lnTo>
                    <a:pt x="2052659" y="16223"/>
                  </a:lnTo>
                  <a:lnTo>
                    <a:pt x="2075353" y="14274"/>
                  </a:lnTo>
                  <a:lnTo>
                    <a:pt x="2097579" y="12364"/>
                  </a:lnTo>
                  <a:lnTo>
                    <a:pt x="2119357" y="10494"/>
                  </a:lnTo>
                  <a:lnTo>
                    <a:pt x="2140703" y="8660"/>
                  </a:lnTo>
                  <a:lnTo>
                    <a:pt x="2161634" y="6862"/>
                  </a:lnTo>
                  <a:lnTo>
                    <a:pt x="2182167" y="5098"/>
                  </a:lnTo>
                  <a:lnTo>
                    <a:pt x="2202316" y="3367"/>
                  </a:lnTo>
                  <a:lnTo>
                    <a:pt x="2222096" y="1668"/>
                  </a:lnTo>
                  <a:lnTo>
                    <a:pt x="2241519" y="0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79" name="pl478"/>
            <p:cNvSpPr/>
            <p:nvPr/>
          </p:nvSpPr>
          <p:spPr>
            <a:xfrm>
              <a:off x="1568650" y="5368721"/>
              <a:ext cx="2241519" cy="216229"/>
            </a:xfrm>
            <a:custGeom>
              <a:avLst/>
              <a:pathLst>
                <a:path w="2241519" h="216229">
                  <a:moveTo>
                    <a:pt x="0" y="0"/>
                  </a:moveTo>
                  <a:lnTo>
                    <a:pt x="143939" y="13885"/>
                  </a:lnTo>
                  <a:lnTo>
                    <a:pt x="270902" y="26132"/>
                  </a:lnTo>
                  <a:lnTo>
                    <a:pt x="384475" y="37088"/>
                  </a:lnTo>
                  <a:lnTo>
                    <a:pt x="487214" y="46999"/>
                  </a:lnTo>
                  <a:lnTo>
                    <a:pt x="581007" y="56047"/>
                  </a:lnTo>
                  <a:lnTo>
                    <a:pt x="667288" y="64370"/>
                  </a:lnTo>
                  <a:lnTo>
                    <a:pt x="747173" y="72076"/>
                  </a:lnTo>
                  <a:lnTo>
                    <a:pt x="821543" y="79250"/>
                  </a:lnTo>
                  <a:lnTo>
                    <a:pt x="891112" y="85961"/>
                  </a:lnTo>
                  <a:lnTo>
                    <a:pt x="956462" y="92265"/>
                  </a:lnTo>
                  <a:lnTo>
                    <a:pt x="1018075" y="98209"/>
                  </a:lnTo>
                  <a:lnTo>
                    <a:pt x="1076356" y="103831"/>
                  </a:lnTo>
                  <a:lnTo>
                    <a:pt x="1131648" y="109165"/>
                  </a:lnTo>
                  <a:lnTo>
                    <a:pt x="1184241" y="114238"/>
                  </a:lnTo>
                  <a:lnTo>
                    <a:pt x="1234387" y="119076"/>
                  </a:lnTo>
                  <a:lnTo>
                    <a:pt x="1282303" y="123698"/>
                  </a:lnTo>
                  <a:lnTo>
                    <a:pt x="1328180" y="128124"/>
                  </a:lnTo>
                  <a:lnTo>
                    <a:pt x="1372184" y="132368"/>
                  </a:lnTo>
                  <a:lnTo>
                    <a:pt x="1414461" y="136447"/>
                  </a:lnTo>
                  <a:lnTo>
                    <a:pt x="1455143" y="140371"/>
                  </a:lnTo>
                  <a:lnTo>
                    <a:pt x="1494346" y="144153"/>
                  </a:lnTo>
                  <a:lnTo>
                    <a:pt x="1532172" y="147802"/>
                  </a:lnTo>
                  <a:lnTo>
                    <a:pt x="1568716" y="151327"/>
                  </a:lnTo>
                  <a:lnTo>
                    <a:pt x="1604061" y="154737"/>
                  </a:lnTo>
                  <a:lnTo>
                    <a:pt x="1638285" y="158038"/>
                  </a:lnTo>
                  <a:lnTo>
                    <a:pt x="1671455" y="161238"/>
                  </a:lnTo>
                  <a:lnTo>
                    <a:pt x="1703635" y="164342"/>
                  </a:lnTo>
                  <a:lnTo>
                    <a:pt x="1734882" y="167356"/>
                  </a:lnTo>
                  <a:lnTo>
                    <a:pt x="1765248" y="170286"/>
                  </a:lnTo>
                  <a:lnTo>
                    <a:pt x="1794783" y="173135"/>
                  </a:lnTo>
                  <a:lnTo>
                    <a:pt x="1823529" y="175908"/>
                  </a:lnTo>
                  <a:lnTo>
                    <a:pt x="1851530" y="178609"/>
                  </a:lnTo>
                  <a:lnTo>
                    <a:pt x="1878821" y="181242"/>
                  </a:lnTo>
                  <a:lnTo>
                    <a:pt x="1905438" y="183809"/>
                  </a:lnTo>
                  <a:lnTo>
                    <a:pt x="1931414" y="186315"/>
                  </a:lnTo>
                  <a:lnTo>
                    <a:pt x="1956778" y="188762"/>
                  </a:lnTo>
                  <a:lnTo>
                    <a:pt x="1981560" y="191152"/>
                  </a:lnTo>
                  <a:lnTo>
                    <a:pt x="2005784" y="193489"/>
                  </a:lnTo>
                  <a:lnTo>
                    <a:pt x="2029476" y="195775"/>
                  </a:lnTo>
                  <a:lnTo>
                    <a:pt x="2052659" y="198011"/>
                  </a:lnTo>
                  <a:lnTo>
                    <a:pt x="2075353" y="200200"/>
                  </a:lnTo>
                  <a:lnTo>
                    <a:pt x="2097579" y="202344"/>
                  </a:lnTo>
                  <a:lnTo>
                    <a:pt x="2119357" y="204445"/>
                  </a:lnTo>
                  <a:lnTo>
                    <a:pt x="2140703" y="206504"/>
                  </a:lnTo>
                  <a:lnTo>
                    <a:pt x="2161634" y="208523"/>
                  </a:lnTo>
                  <a:lnTo>
                    <a:pt x="2182167" y="210504"/>
                  </a:lnTo>
                  <a:lnTo>
                    <a:pt x="2202316" y="212448"/>
                  </a:lnTo>
                  <a:lnTo>
                    <a:pt x="2222096" y="214356"/>
                  </a:lnTo>
                  <a:lnTo>
                    <a:pt x="2241519" y="216229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80" name="pl479"/>
            <p:cNvSpPr/>
            <p:nvPr/>
          </p:nvSpPr>
          <p:spPr>
            <a:xfrm>
              <a:off x="1568650" y="5285542"/>
              <a:ext cx="2241519" cy="63473"/>
            </a:xfrm>
            <a:custGeom>
              <a:avLst/>
              <a:pathLst>
                <a:path w="2241519" h="63473">
                  <a:moveTo>
                    <a:pt x="0" y="63473"/>
                  </a:moveTo>
                  <a:lnTo>
                    <a:pt x="143939" y="59397"/>
                  </a:lnTo>
                  <a:lnTo>
                    <a:pt x="270902" y="55802"/>
                  </a:lnTo>
                  <a:lnTo>
                    <a:pt x="384475" y="52586"/>
                  </a:lnTo>
                  <a:lnTo>
                    <a:pt x="487214" y="49677"/>
                  </a:lnTo>
                  <a:lnTo>
                    <a:pt x="581007" y="47021"/>
                  </a:lnTo>
                  <a:lnTo>
                    <a:pt x="667288" y="44578"/>
                  </a:lnTo>
                  <a:lnTo>
                    <a:pt x="747173" y="42315"/>
                  </a:lnTo>
                  <a:lnTo>
                    <a:pt x="821543" y="40209"/>
                  </a:lnTo>
                  <a:lnTo>
                    <a:pt x="891112" y="38239"/>
                  </a:lnTo>
                  <a:lnTo>
                    <a:pt x="956462" y="36389"/>
                  </a:lnTo>
                  <a:lnTo>
                    <a:pt x="1018075" y="34644"/>
                  </a:lnTo>
                  <a:lnTo>
                    <a:pt x="1076356" y="32994"/>
                  </a:lnTo>
                  <a:lnTo>
                    <a:pt x="1131648" y="31428"/>
                  </a:lnTo>
                  <a:lnTo>
                    <a:pt x="1184241" y="29939"/>
                  </a:lnTo>
                  <a:lnTo>
                    <a:pt x="1234387" y="28519"/>
                  </a:lnTo>
                  <a:lnTo>
                    <a:pt x="1282303" y="27162"/>
                  </a:lnTo>
                  <a:lnTo>
                    <a:pt x="1328180" y="25863"/>
                  </a:lnTo>
                  <a:lnTo>
                    <a:pt x="1372184" y="24617"/>
                  </a:lnTo>
                  <a:lnTo>
                    <a:pt x="1414461" y="23420"/>
                  </a:lnTo>
                  <a:lnTo>
                    <a:pt x="1455143" y="22268"/>
                  </a:lnTo>
                  <a:lnTo>
                    <a:pt x="1494346" y="21157"/>
                  </a:lnTo>
                  <a:lnTo>
                    <a:pt x="1532172" y="20086"/>
                  </a:lnTo>
                  <a:lnTo>
                    <a:pt x="1568716" y="19052"/>
                  </a:lnTo>
                  <a:lnTo>
                    <a:pt x="1604061" y="18051"/>
                  </a:lnTo>
                  <a:lnTo>
                    <a:pt x="1638285" y="17082"/>
                  </a:lnTo>
                  <a:lnTo>
                    <a:pt x="1671455" y="16142"/>
                  </a:lnTo>
                  <a:lnTo>
                    <a:pt x="1703635" y="15231"/>
                  </a:lnTo>
                  <a:lnTo>
                    <a:pt x="1734882" y="14346"/>
                  </a:lnTo>
                  <a:lnTo>
                    <a:pt x="1765248" y="13486"/>
                  </a:lnTo>
                  <a:lnTo>
                    <a:pt x="1794783" y="12650"/>
                  </a:lnTo>
                  <a:lnTo>
                    <a:pt x="1823529" y="11836"/>
                  </a:lnTo>
                  <a:lnTo>
                    <a:pt x="1851530" y="11043"/>
                  </a:lnTo>
                  <a:lnTo>
                    <a:pt x="1878821" y="10270"/>
                  </a:lnTo>
                  <a:lnTo>
                    <a:pt x="1905438" y="9516"/>
                  </a:lnTo>
                  <a:lnTo>
                    <a:pt x="1931414" y="8781"/>
                  </a:lnTo>
                  <a:lnTo>
                    <a:pt x="1956778" y="8063"/>
                  </a:lnTo>
                  <a:lnTo>
                    <a:pt x="1981560" y="7361"/>
                  </a:lnTo>
                  <a:lnTo>
                    <a:pt x="2005784" y="6675"/>
                  </a:lnTo>
                  <a:lnTo>
                    <a:pt x="2029476" y="6004"/>
                  </a:lnTo>
                  <a:lnTo>
                    <a:pt x="2052659" y="5348"/>
                  </a:lnTo>
                  <a:lnTo>
                    <a:pt x="2075353" y="4705"/>
                  </a:lnTo>
                  <a:lnTo>
                    <a:pt x="2097579" y="4075"/>
                  </a:lnTo>
                  <a:lnTo>
                    <a:pt x="2119357" y="3459"/>
                  </a:lnTo>
                  <a:lnTo>
                    <a:pt x="2140703" y="2854"/>
                  </a:lnTo>
                  <a:lnTo>
                    <a:pt x="2161634" y="2262"/>
                  </a:lnTo>
                  <a:lnTo>
                    <a:pt x="2182167" y="1680"/>
                  </a:lnTo>
                  <a:lnTo>
                    <a:pt x="2202316" y="1110"/>
                  </a:lnTo>
                  <a:lnTo>
                    <a:pt x="2222096" y="550"/>
                  </a:lnTo>
                  <a:lnTo>
                    <a:pt x="2241519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81" name="pl480"/>
            <p:cNvSpPr/>
            <p:nvPr/>
          </p:nvSpPr>
          <p:spPr>
            <a:xfrm>
              <a:off x="1568650" y="5200560"/>
              <a:ext cx="2241519" cy="277059"/>
            </a:xfrm>
            <a:custGeom>
              <a:avLst/>
              <a:pathLst>
                <a:path w="2241519" h="277059">
                  <a:moveTo>
                    <a:pt x="0" y="277059"/>
                  </a:moveTo>
                  <a:lnTo>
                    <a:pt x="143939" y="259268"/>
                  </a:lnTo>
                  <a:lnTo>
                    <a:pt x="270902" y="243575"/>
                  </a:lnTo>
                  <a:lnTo>
                    <a:pt x="384475" y="229537"/>
                  </a:lnTo>
                  <a:lnTo>
                    <a:pt x="487214" y="216838"/>
                  </a:lnTo>
                  <a:lnTo>
                    <a:pt x="581007" y="205245"/>
                  </a:lnTo>
                  <a:lnTo>
                    <a:pt x="667288" y="194580"/>
                  </a:lnTo>
                  <a:lnTo>
                    <a:pt x="747173" y="184706"/>
                  </a:lnTo>
                  <a:lnTo>
                    <a:pt x="821543" y="175514"/>
                  </a:lnTo>
                  <a:lnTo>
                    <a:pt x="891112" y="166915"/>
                  </a:lnTo>
                  <a:lnTo>
                    <a:pt x="956462" y="158837"/>
                  </a:lnTo>
                  <a:lnTo>
                    <a:pt x="1018075" y="151222"/>
                  </a:lnTo>
                  <a:lnTo>
                    <a:pt x="1076356" y="144018"/>
                  </a:lnTo>
                  <a:lnTo>
                    <a:pt x="1131648" y="137184"/>
                  </a:lnTo>
                  <a:lnTo>
                    <a:pt x="1184241" y="130683"/>
                  </a:lnTo>
                  <a:lnTo>
                    <a:pt x="1234387" y="124485"/>
                  </a:lnTo>
                  <a:lnTo>
                    <a:pt x="1282303" y="118562"/>
                  </a:lnTo>
                  <a:lnTo>
                    <a:pt x="1328180" y="112891"/>
                  </a:lnTo>
                  <a:lnTo>
                    <a:pt x="1372184" y="107452"/>
                  </a:lnTo>
                  <a:lnTo>
                    <a:pt x="1414461" y="102227"/>
                  </a:lnTo>
                  <a:lnTo>
                    <a:pt x="1455143" y="97198"/>
                  </a:lnTo>
                  <a:lnTo>
                    <a:pt x="1494346" y="92353"/>
                  </a:lnTo>
                  <a:lnTo>
                    <a:pt x="1532172" y="87677"/>
                  </a:lnTo>
                  <a:lnTo>
                    <a:pt x="1568716" y="83160"/>
                  </a:lnTo>
                  <a:lnTo>
                    <a:pt x="1604061" y="78792"/>
                  </a:lnTo>
                  <a:lnTo>
                    <a:pt x="1638285" y="74561"/>
                  </a:lnTo>
                  <a:lnTo>
                    <a:pt x="1671455" y="70461"/>
                  </a:lnTo>
                  <a:lnTo>
                    <a:pt x="1703635" y="66484"/>
                  </a:lnTo>
                  <a:lnTo>
                    <a:pt x="1734882" y="62622"/>
                  </a:lnTo>
                  <a:lnTo>
                    <a:pt x="1765248" y="58868"/>
                  </a:lnTo>
                  <a:lnTo>
                    <a:pt x="1794783" y="55218"/>
                  </a:lnTo>
                  <a:lnTo>
                    <a:pt x="1823529" y="51664"/>
                  </a:lnTo>
                  <a:lnTo>
                    <a:pt x="1851530" y="48204"/>
                  </a:lnTo>
                  <a:lnTo>
                    <a:pt x="1878821" y="44830"/>
                  </a:lnTo>
                  <a:lnTo>
                    <a:pt x="1905438" y="41540"/>
                  </a:lnTo>
                  <a:lnTo>
                    <a:pt x="1931414" y="38330"/>
                  </a:lnTo>
                  <a:lnTo>
                    <a:pt x="1956778" y="35194"/>
                  </a:lnTo>
                  <a:lnTo>
                    <a:pt x="1981560" y="32131"/>
                  </a:lnTo>
                  <a:lnTo>
                    <a:pt x="2005784" y="29137"/>
                  </a:lnTo>
                  <a:lnTo>
                    <a:pt x="2029476" y="26209"/>
                  </a:lnTo>
                  <a:lnTo>
                    <a:pt x="2052659" y="23343"/>
                  </a:lnTo>
                  <a:lnTo>
                    <a:pt x="2075353" y="20538"/>
                  </a:lnTo>
                  <a:lnTo>
                    <a:pt x="2097579" y="17791"/>
                  </a:lnTo>
                  <a:lnTo>
                    <a:pt x="2119357" y="15099"/>
                  </a:lnTo>
                  <a:lnTo>
                    <a:pt x="2140703" y="12461"/>
                  </a:lnTo>
                  <a:lnTo>
                    <a:pt x="2161634" y="9873"/>
                  </a:lnTo>
                  <a:lnTo>
                    <a:pt x="2182167" y="7336"/>
                  </a:lnTo>
                  <a:lnTo>
                    <a:pt x="2202316" y="4845"/>
                  </a:lnTo>
                  <a:lnTo>
                    <a:pt x="2222096" y="2400"/>
                  </a:lnTo>
                  <a:lnTo>
                    <a:pt x="2241519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82" name="pl481"/>
            <p:cNvSpPr/>
            <p:nvPr/>
          </p:nvSpPr>
          <p:spPr>
            <a:xfrm>
              <a:off x="1568650" y="5094001"/>
              <a:ext cx="2241519" cy="24413"/>
            </a:xfrm>
            <a:custGeom>
              <a:avLst/>
              <a:pathLst>
                <a:path w="2241519" h="24413">
                  <a:moveTo>
                    <a:pt x="0" y="24413"/>
                  </a:moveTo>
                  <a:lnTo>
                    <a:pt x="143939" y="22845"/>
                  </a:lnTo>
                  <a:lnTo>
                    <a:pt x="270902" y="21462"/>
                  </a:lnTo>
                  <a:lnTo>
                    <a:pt x="384475" y="20225"/>
                  </a:lnTo>
                  <a:lnTo>
                    <a:pt x="487214" y="19106"/>
                  </a:lnTo>
                  <a:lnTo>
                    <a:pt x="581007" y="18085"/>
                  </a:lnTo>
                  <a:lnTo>
                    <a:pt x="667288" y="17145"/>
                  </a:lnTo>
                  <a:lnTo>
                    <a:pt x="747173" y="16275"/>
                  </a:lnTo>
                  <a:lnTo>
                    <a:pt x="821543" y="15465"/>
                  </a:lnTo>
                  <a:lnTo>
                    <a:pt x="891112" y="14707"/>
                  </a:lnTo>
                  <a:lnTo>
                    <a:pt x="956462" y="13995"/>
                  </a:lnTo>
                  <a:lnTo>
                    <a:pt x="1018075" y="13324"/>
                  </a:lnTo>
                  <a:lnTo>
                    <a:pt x="1076356" y="12690"/>
                  </a:lnTo>
                  <a:lnTo>
                    <a:pt x="1131648" y="12087"/>
                  </a:lnTo>
                  <a:lnTo>
                    <a:pt x="1184241" y="11515"/>
                  </a:lnTo>
                  <a:lnTo>
                    <a:pt x="1234387" y="10968"/>
                  </a:lnTo>
                  <a:lnTo>
                    <a:pt x="1282303" y="10447"/>
                  </a:lnTo>
                  <a:lnTo>
                    <a:pt x="1328180" y="9947"/>
                  </a:lnTo>
                  <a:lnTo>
                    <a:pt x="1372184" y="9468"/>
                  </a:lnTo>
                  <a:lnTo>
                    <a:pt x="1414461" y="9007"/>
                  </a:lnTo>
                  <a:lnTo>
                    <a:pt x="1455143" y="8564"/>
                  </a:lnTo>
                  <a:lnTo>
                    <a:pt x="1494346" y="8137"/>
                  </a:lnTo>
                  <a:lnTo>
                    <a:pt x="1532172" y="7725"/>
                  </a:lnTo>
                  <a:lnTo>
                    <a:pt x="1568716" y="7327"/>
                  </a:lnTo>
                  <a:lnTo>
                    <a:pt x="1604061" y="6942"/>
                  </a:lnTo>
                  <a:lnTo>
                    <a:pt x="1638285" y="6570"/>
                  </a:lnTo>
                  <a:lnTo>
                    <a:pt x="1671455" y="6208"/>
                  </a:lnTo>
                  <a:lnTo>
                    <a:pt x="1703635" y="5858"/>
                  </a:lnTo>
                  <a:lnTo>
                    <a:pt x="1734882" y="5517"/>
                  </a:lnTo>
                  <a:lnTo>
                    <a:pt x="1765248" y="5187"/>
                  </a:lnTo>
                  <a:lnTo>
                    <a:pt x="1794783" y="4865"/>
                  </a:lnTo>
                  <a:lnTo>
                    <a:pt x="1823529" y="4552"/>
                  </a:lnTo>
                  <a:lnTo>
                    <a:pt x="1851530" y="4247"/>
                  </a:lnTo>
                  <a:lnTo>
                    <a:pt x="1878821" y="3950"/>
                  </a:lnTo>
                  <a:lnTo>
                    <a:pt x="1905438" y="3660"/>
                  </a:lnTo>
                  <a:lnTo>
                    <a:pt x="1931414" y="3377"/>
                  </a:lnTo>
                  <a:lnTo>
                    <a:pt x="1956778" y="3101"/>
                  </a:lnTo>
                  <a:lnTo>
                    <a:pt x="1981560" y="2831"/>
                  </a:lnTo>
                  <a:lnTo>
                    <a:pt x="2005784" y="2567"/>
                  </a:lnTo>
                  <a:lnTo>
                    <a:pt x="2029476" y="2309"/>
                  </a:lnTo>
                  <a:lnTo>
                    <a:pt x="2052659" y="2056"/>
                  </a:lnTo>
                  <a:lnTo>
                    <a:pt x="2075353" y="1809"/>
                  </a:lnTo>
                  <a:lnTo>
                    <a:pt x="2097579" y="1567"/>
                  </a:lnTo>
                  <a:lnTo>
                    <a:pt x="2119357" y="1330"/>
                  </a:lnTo>
                  <a:lnTo>
                    <a:pt x="2140703" y="1098"/>
                  </a:lnTo>
                  <a:lnTo>
                    <a:pt x="2161634" y="870"/>
                  </a:lnTo>
                  <a:lnTo>
                    <a:pt x="2182167" y="646"/>
                  </a:lnTo>
                  <a:lnTo>
                    <a:pt x="2202316" y="426"/>
                  </a:lnTo>
                  <a:lnTo>
                    <a:pt x="2222096" y="211"/>
                  </a:lnTo>
                  <a:lnTo>
                    <a:pt x="2241519" y="0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83" name="pl482"/>
            <p:cNvSpPr/>
            <p:nvPr/>
          </p:nvSpPr>
          <p:spPr>
            <a:xfrm>
              <a:off x="1568650" y="5056873"/>
              <a:ext cx="2241519" cy="208121"/>
            </a:xfrm>
            <a:custGeom>
              <a:avLst/>
              <a:pathLst>
                <a:path w="2241519" h="208121">
                  <a:moveTo>
                    <a:pt x="0" y="208121"/>
                  </a:moveTo>
                  <a:lnTo>
                    <a:pt x="143939" y="194756"/>
                  </a:lnTo>
                  <a:lnTo>
                    <a:pt x="270902" y="182968"/>
                  </a:lnTo>
                  <a:lnTo>
                    <a:pt x="384475" y="172423"/>
                  </a:lnTo>
                  <a:lnTo>
                    <a:pt x="487214" y="162884"/>
                  </a:lnTo>
                  <a:lnTo>
                    <a:pt x="581007" y="154175"/>
                  </a:lnTo>
                  <a:lnTo>
                    <a:pt x="667288" y="146164"/>
                  </a:lnTo>
                  <a:lnTo>
                    <a:pt x="747173" y="138747"/>
                  </a:lnTo>
                  <a:lnTo>
                    <a:pt x="821543" y="131842"/>
                  </a:lnTo>
                  <a:lnTo>
                    <a:pt x="891112" y="125383"/>
                  </a:lnTo>
                  <a:lnTo>
                    <a:pt x="956462" y="119315"/>
                  </a:lnTo>
                  <a:lnTo>
                    <a:pt x="1018075" y="113594"/>
                  </a:lnTo>
                  <a:lnTo>
                    <a:pt x="1076356" y="108183"/>
                  </a:lnTo>
                  <a:lnTo>
                    <a:pt x="1131648" y="103049"/>
                  </a:lnTo>
                  <a:lnTo>
                    <a:pt x="1184241" y="98166"/>
                  </a:lnTo>
                  <a:lnTo>
                    <a:pt x="1234387" y="93510"/>
                  </a:lnTo>
                  <a:lnTo>
                    <a:pt x="1282303" y="89061"/>
                  </a:lnTo>
                  <a:lnTo>
                    <a:pt x="1328180" y="84801"/>
                  </a:lnTo>
                  <a:lnTo>
                    <a:pt x="1372184" y="80716"/>
                  </a:lnTo>
                  <a:lnTo>
                    <a:pt x="1414461" y="76790"/>
                  </a:lnTo>
                  <a:lnTo>
                    <a:pt x="1455143" y="73013"/>
                  </a:lnTo>
                  <a:lnTo>
                    <a:pt x="1494346" y="69373"/>
                  </a:lnTo>
                  <a:lnTo>
                    <a:pt x="1532172" y="65861"/>
                  </a:lnTo>
                  <a:lnTo>
                    <a:pt x="1568716" y="62468"/>
                  </a:lnTo>
                  <a:lnTo>
                    <a:pt x="1604061" y="59186"/>
                  </a:lnTo>
                  <a:lnTo>
                    <a:pt x="1638285" y="56009"/>
                  </a:lnTo>
                  <a:lnTo>
                    <a:pt x="1671455" y="52929"/>
                  </a:lnTo>
                  <a:lnTo>
                    <a:pt x="1703635" y="49941"/>
                  </a:lnTo>
                  <a:lnTo>
                    <a:pt x="1734882" y="47040"/>
                  </a:lnTo>
                  <a:lnTo>
                    <a:pt x="1765248" y="44220"/>
                  </a:lnTo>
                  <a:lnTo>
                    <a:pt x="1794783" y="41478"/>
                  </a:lnTo>
                  <a:lnTo>
                    <a:pt x="1823529" y="38809"/>
                  </a:lnTo>
                  <a:lnTo>
                    <a:pt x="1851530" y="36209"/>
                  </a:lnTo>
                  <a:lnTo>
                    <a:pt x="1878821" y="33675"/>
                  </a:lnTo>
                  <a:lnTo>
                    <a:pt x="1905438" y="31204"/>
                  </a:lnTo>
                  <a:lnTo>
                    <a:pt x="1931414" y="28792"/>
                  </a:lnTo>
                  <a:lnTo>
                    <a:pt x="1956778" y="26437"/>
                  </a:lnTo>
                  <a:lnTo>
                    <a:pt x="1981560" y="24136"/>
                  </a:lnTo>
                  <a:lnTo>
                    <a:pt x="2005784" y="21887"/>
                  </a:lnTo>
                  <a:lnTo>
                    <a:pt x="2029476" y="19687"/>
                  </a:lnTo>
                  <a:lnTo>
                    <a:pt x="2052659" y="17535"/>
                  </a:lnTo>
                  <a:lnTo>
                    <a:pt x="2075353" y="15428"/>
                  </a:lnTo>
                  <a:lnTo>
                    <a:pt x="2097579" y="13364"/>
                  </a:lnTo>
                  <a:lnTo>
                    <a:pt x="2119357" y="11342"/>
                  </a:lnTo>
                  <a:lnTo>
                    <a:pt x="2140703" y="9360"/>
                  </a:lnTo>
                  <a:lnTo>
                    <a:pt x="2161634" y="7417"/>
                  </a:lnTo>
                  <a:lnTo>
                    <a:pt x="2182167" y="5510"/>
                  </a:lnTo>
                  <a:lnTo>
                    <a:pt x="2202316" y="3639"/>
                  </a:lnTo>
                  <a:lnTo>
                    <a:pt x="2222096" y="1803"/>
                  </a:lnTo>
                  <a:lnTo>
                    <a:pt x="2241519" y="0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84" name="pl483"/>
            <p:cNvSpPr/>
            <p:nvPr/>
          </p:nvSpPr>
          <p:spPr>
            <a:xfrm>
              <a:off x="1568650" y="5087912"/>
              <a:ext cx="2241519" cy="205592"/>
            </a:xfrm>
            <a:custGeom>
              <a:avLst/>
              <a:pathLst>
                <a:path w="2241519" h="205592">
                  <a:moveTo>
                    <a:pt x="0" y="205592"/>
                  </a:moveTo>
                  <a:lnTo>
                    <a:pt x="143939" y="192390"/>
                  </a:lnTo>
                  <a:lnTo>
                    <a:pt x="270902" y="180745"/>
                  </a:lnTo>
                  <a:lnTo>
                    <a:pt x="384475" y="170328"/>
                  </a:lnTo>
                  <a:lnTo>
                    <a:pt x="487214" y="160905"/>
                  </a:lnTo>
                  <a:lnTo>
                    <a:pt x="581007" y="152302"/>
                  </a:lnTo>
                  <a:lnTo>
                    <a:pt x="667288" y="144388"/>
                  </a:lnTo>
                  <a:lnTo>
                    <a:pt x="747173" y="137061"/>
                  </a:lnTo>
                  <a:lnTo>
                    <a:pt x="821543" y="130240"/>
                  </a:lnTo>
                  <a:lnTo>
                    <a:pt x="891112" y="123859"/>
                  </a:lnTo>
                  <a:lnTo>
                    <a:pt x="956462" y="117865"/>
                  </a:lnTo>
                  <a:lnTo>
                    <a:pt x="1018075" y="112214"/>
                  </a:lnTo>
                  <a:lnTo>
                    <a:pt x="1076356" y="106869"/>
                  </a:lnTo>
                  <a:lnTo>
                    <a:pt x="1131648" y="101797"/>
                  </a:lnTo>
                  <a:lnTo>
                    <a:pt x="1184241" y="96973"/>
                  </a:lnTo>
                  <a:lnTo>
                    <a:pt x="1234387" y="92374"/>
                  </a:lnTo>
                  <a:lnTo>
                    <a:pt x="1282303" y="87979"/>
                  </a:lnTo>
                  <a:lnTo>
                    <a:pt x="1328180" y="83771"/>
                  </a:lnTo>
                  <a:lnTo>
                    <a:pt x="1372184" y="79735"/>
                  </a:lnTo>
                  <a:lnTo>
                    <a:pt x="1414461" y="75857"/>
                  </a:lnTo>
                  <a:lnTo>
                    <a:pt x="1455143" y="72126"/>
                  </a:lnTo>
                  <a:lnTo>
                    <a:pt x="1494346" y="68530"/>
                  </a:lnTo>
                  <a:lnTo>
                    <a:pt x="1532172" y="65061"/>
                  </a:lnTo>
                  <a:lnTo>
                    <a:pt x="1568716" y="61709"/>
                  </a:lnTo>
                  <a:lnTo>
                    <a:pt x="1604061" y="58467"/>
                  </a:lnTo>
                  <a:lnTo>
                    <a:pt x="1638285" y="55328"/>
                  </a:lnTo>
                  <a:lnTo>
                    <a:pt x="1671455" y="52286"/>
                  </a:lnTo>
                  <a:lnTo>
                    <a:pt x="1703635" y="49334"/>
                  </a:lnTo>
                  <a:lnTo>
                    <a:pt x="1734882" y="46468"/>
                  </a:lnTo>
                  <a:lnTo>
                    <a:pt x="1765248" y="43683"/>
                  </a:lnTo>
                  <a:lnTo>
                    <a:pt x="1794783" y="40974"/>
                  </a:lnTo>
                  <a:lnTo>
                    <a:pt x="1823529" y="38338"/>
                  </a:lnTo>
                  <a:lnTo>
                    <a:pt x="1851530" y="35769"/>
                  </a:lnTo>
                  <a:lnTo>
                    <a:pt x="1878821" y="33266"/>
                  </a:lnTo>
                  <a:lnTo>
                    <a:pt x="1905438" y="30825"/>
                  </a:lnTo>
                  <a:lnTo>
                    <a:pt x="1931414" y="28442"/>
                  </a:lnTo>
                  <a:lnTo>
                    <a:pt x="1956778" y="26116"/>
                  </a:lnTo>
                  <a:lnTo>
                    <a:pt x="1981560" y="23843"/>
                  </a:lnTo>
                  <a:lnTo>
                    <a:pt x="2005784" y="21621"/>
                  </a:lnTo>
                  <a:lnTo>
                    <a:pt x="2029476" y="19448"/>
                  </a:lnTo>
                  <a:lnTo>
                    <a:pt x="2052659" y="17322"/>
                  </a:lnTo>
                  <a:lnTo>
                    <a:pt x="2075353" y="15240"/>
                  </a:lnTo>
                  <a:lnTo>
                    <a:pt x="2097579" y="13202"/>
                  </a:lnTo>
                  <a:lnTo>
                    <a:pt x="2119357" y="11204"/>
                  </a:lnTo>
                  <a:lnTo>
                    <a:pt x="2140703" y="9246"/>
                  </a:lnTo>
                  <a:lnTo>
                    <a:pt x="2161634" y="7327"/>
                  </a:lnTo>
                  <a:lnTo>
                    <a:pt x="2182167" y="5443"/>
                  </a:lnTo>
                  <a:lnTo>
                    <a:pt x="2202316" y="3595"/>
                  </a:lnTo>
                  <a:lnTo>
                    <a:pt x="2222096" y="1781"/>
                  </a:lnTo>
                  <a:lnTo>
                    <a:pt x="2241519" y="0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85" name="pl484"/>
            <p:cNvSpPr/>
            <p:nvPr/>
          </p:nvSpPr>
          <p:spPr>
            <a:xfrm>
              <a:off x="1568650" y="5324339"/>
              <a:ext cx="2241519" cy="154376"/>
            </a:xfrm>
            <a:custGeom>
              <a:avLst/>
              <a:pathLst>
                <a:path w="2241519" h="154376">
                  <a:moveTo>
                    <a:pt x="0" y="0"/>
                  </a:moveTo>
                  <a:lnTo>
                    <a:pt x="143939" y="9913"/>
                  </a:lnTo>
                  <a:lnTo>
                    <a:pt x="270902" y="18657"/>
                  </a:lnTo>
                  <a:lnTo>
                    <a:pt x="384475" y="26479"/>
                  </a:lnTo>
                  <a:lnTo>
                    <a:pt x="487214" y="33555"/>
                  </a:lnTo>
                  <a:lnTo>
                    <a:pt x="581007" y="40014"/>
                  </a:lnTo>
                  <a:lnTo>
                    <a:pt x="667288" y="45957"/>
                  </a:lnTo>
                  <a:lnTo>
                    <a:pt x="747173" y="51458"/>
                  </a:lnTo>
                  <a:lnTo>
                    <a:pt x="821543" y="56580"/>
                  </a:lnTo>
                  <a:lnTo>
                    <a:pt x="891112" y="61372"/>
                  </a:lnTo>
                  <a:lnTo>
                    <a:pt x="956462" y="65872"/>
                  </a:lnTo>
                  <a:lnTo>
                    <a:pt x="1018075" y="70116"/>
                  </a:lnTo>
                  <a:lnTo>
                    <a:pt x="1076356" y="74130"/>
                  </a:lnTo>
                  <a:lnTo>
                    <a:pt x="1131648" y="77938"/>
                  </a:lnTo>
                  <a:lnTo>
                    <a:pt x="1184241" y="81560"/>
                  </a:lnTo>
                  <a:lnTo>
                    <a:pt x="1234387" y="85014"/>
                  </a:lnTo>
                  <a:lnTo>
                    <a:pt x="1282303" y="88314"/>
                  </a:lnTo>
                  <a:lnTo>
                    <a:pt x="1328180" y="91473"/>
                  </a:lnTo>
                  <a:lnTo>
                    <a:pt x="1372184" y="94504"/>
                  </a:lnTo>
                  <a:lnTo>
                    <a:pt x="1414461" y="97416"/>
                  </a:lnTo>
                  <a:lnTo>
                    <a:pt x="1455143" y="100217"/>
                  </a:lnTo>
                  <a:lnTo>
                    <a:pt x="1494346" y="102917"/>
                  </a:lnTo>
                  <a:lnTo>
                    <a:pt x="1532172" y="105522"/>
                  </a:lnTo>
                  <a:lnTo>
                    <a:pt x="1568716" y="108039"/>
                  </a:lnTo>
                  <a:lnTo>
                    <a:pt x="1604061" y="110474"/>
                  </a:lnTo>
                  <a:lnTo>
                    <a:pt x="1638285" y="112831"/>
                  </a:lnTo>
                  <a:lnTo>
                    <a:pt x="1671455" y="115115"/>
                  </a:lnTo>
                  <a:lnTo>
                    <a:pt x="1703635" y="117331"/>
                  </a:lnTo>
                  <a:lnTo>
                    <a:pt x="1734882" y="119483"/>
                  </a:lnTo>
                  <a:lnTo>
                    <a:pt x="1765248" y="121575"/>
                  </a:lnTo>
                  <a:lnTo>
                    <a:pt x="1794783" y="123609"/>
                  </a:lnTo>
                  <a:lnTo>
                    <a:pt x="1823529" y="125589"/>
                  </a:lnTo>
                  <a:lnTo>
                    <a:pt x="1851530" y="127517"/>
                  </a:lnTo>
                  <a:lnTo>
                    <a:pt x="1878821" y="129397"/>
                  </a:lnTo>
                  <a:lnTo>
                    <a:pt x="1905438" y="131230"/>
                  </a:lnTo>
                  <a:lnTo>
                    <a:pt x="1931414" y="133019"/>
                  </a:lnTo>
                  <a:lnTo>
                    <a:pt x="1956778" y="134766"/>
                  </a:lnTo>
                  <a:lnTo>
                    <a:pt x="1981560" y="136472"/>
                  </a:lnTo>
                  <a:lnTo>
                    <a:pt x="2005784" y="138141"/>
                  </a:lnTo>
                  <a:lnTo>
                    <a:pt x="2029476" y="139773"/>
                  </a:lnTo>
                  <a:lnTo>
                    <a:pt x="2052659" y="141369"/>
                  </a:lnTo>
                  <a:lnTo>
                    <a:pt x="2075353" y="142932"/>
                  </a:lnTo>
                  <a:lnTo>
                    <a:pt x="2097579" y="144463"/>
                  </a:lnTo>
                  <a:lnTo>
                    <a:pt x="2119357" y="145963"/>
                  </a:lnTo>
                  <a:lnTo>
                    <a:pt x="2140703" y="147433"/>
                  </a:lnTo>
                  <a:lnTo>
                    <a:pt x="2161634" y="148874"/>
                  </a:lnTo>
                  <a:lnTo>
                    <a:pt x="2182167" y="150289"/>
                  </a:lnTo>
                  <a:lnTo>
                    <a:pt x="2202316" y="151676"/>
                  </a:lnTo>
                  <a:lnTo>
                    <a:pt x="2222096" y="153039"/>
                  </a:lnTo>
                  <a:lnTo>
                    <a:pt x="2241519" y="154376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86" name="pl485"/>
            <p:cNvSpPr/>
            <p:nvPr/>
          </p:nvSpPr>
          <p:spPr>
            <a:xfrm>
              <a:off x="1568650" y="5285098"/>
              <a:ext cx="2241519" cy="86000"/>
            </a:xfrm>
            <a:custGeom>
              <a:avLst/>
              <a:pathLst>
                <a:path w="2241519" h="86000">
                  <a:moveTo>
                    <a:pt x="0" y="0"/>
                  </a:moveTo>
                  <a:lnTo>
                    <a:pt x="143939" y="5522"/>
                  </a:lnTo>
                  <a:lnTo>
                    <a:pt x="270902" y="10393"/>
                  </a:lnTo>
                  <a:lnTo>
                    <a:pt x="384475" y="14751"/>
                  </a:lnTo>
                  <a:lnTo>
                    <a:pt x="487214" y="18692"/>
                  </a:lnTo>
                  <a:lnTo>
                    <a:pt x="581007" y="22291"/>
                  </a:lnTo>
                  <a:lnTo>
                    <a:pt x="667288" y="25601"/>
                  </a:lnTo>
                  <a:lnTo>
                    <a:pt x="747173" y="28666"/>
                  </a:lnTo>
                  <a:lnTo>
                    <a:pt x="821543" y="31520"/>
                  </a:lnTo>
                  <a:lnTo>
                    <a:pt x="891112" y="34189"/>
                  </a:lnTo>
                  <a:lnTo>
                    <a:pt x="956462" y="36696"/>
                  </a:lnTo>
                  <a:lnTo>
                    <a:pt x="1018075" y="39060"/>
                  </a:lnTo>
                  <a:lnTo>
                    <a:pt x="1076356" y="41296"/>
                  </a:lnTo>
                  <a:lnTo>
                    <a:pt x="1131648" y="43418"/>
                  </a:lnTo>
                  <a:lnTo>
                    <a:pt x="1184241" y="45435"/>
                  </a:lnTo>
                  <a:lnTo>
                    <a:pt x="1234387" y="47359"/>
                  </a:lnTo>
                  <a:lnTo>
                    <a:pt x="1282303" y="49198"/>
                  </a:lnTo>
                  <a:lnTo>
                    <a:pt x="1328180" y="50958"/>
                  </a:lnTo>
                  <a:lnTo>
                    <a:pt x="1372184" y="52646"/>
                  </a:lnTo>
                  <a:lnTo>
                    <a:pt x="1414461" y="54268"/>
                  </a:lnTo>
                  <a:lnTo>
                    <a:pt x="1455143" y="55829"/>
                  </a:lnTo>
                  <a:lnTo>
                    <a:pt x="1494346" y="57333"/>
                  </a:lnTo>
                  <a:lnTo>
                    <a:pt x="1532172" y="58784"/>
                  </a:lnTo>
                  <a:lnTo>
                    <a:pt x="1568716" y="60187"/>
                  </a:lnTo>
                  <a:lnTo>
                    <a:pt x="1604061" y="61543"/>
                  </a:lnTo>
                  <a:lnTo>
                    <a:pt x="1638285" y="62856"/>
                  </a:lnTo>
                  <a:lnTo>
                    <a:pt x="1671455" y="64128"/>
                  </a:lnTo>
                  <a:lnTo>
                    <a:pt x="1703635" y="65363"/>
                  </a:lnTo>
                  <a:lnTo>
                    <a:pt x="1734882" y="66562"/>
                  </a:lnTo>
                  <a:lnTo>
                    <a:pt x="1765248" y="67727"/>
                  </a:lnTo>
                  <a:lnTo>
                    <a:pt x="1794783" y="68860"/>
                  </a:lnTo>
                  <a:lnTo>
                    <a:pt x="1823529" y="69963"/>
                  </a:lnTo>
                  <a:lnTo>
                    <a:pt x="1851530" y="71037"/>
                  </a:lnTo>
                  <a:lnTo>
                    <a:pt x="1878821" y="72084"/>
                  </a:lnTo>
                  <a:lnTo>
                    <a:pt x="1905438" y="73106"/>
                  </a:lnTo>
                  <a:lnTo>
                    <a:pt x="1931414" y="74102"/>
                  </a:lnTo>
                  <a:lnTo>
                    <a:pt x="1956778" y="75075"/>
                  </a:lnTo>
                  <a:lnTo>
                    <a:pt x="1981560" y="76026"/>
                  </a:lnTo>
                  <a:lnTo>
                    <a:pt x="2005784" y="76956"/>
                  </a:lnTo>
                  <a:lnTo>
                    <a:pt x="2029476" y="77865"/>
                  </a:lnTo>
                  <a:lnTo>
                    <a:pt x="2052659" y="78754"/>
                  </a:lnTo>
                  <a:lnTo>
                    <a:pt x="2075353" y="79625"/>
                  </a:lnTo>
                  <a:lnTo>
                    <a:pt x="2097579" y="80478"/>
                  </a:lnTo>
                  <a:lnTo>
                    <a:pt x="2119357" y="81313"/>
                  </a:lnTo>
                  <a:lnTo>
                    <a:pt x="2140703" y="82132"/>
                  </a:lnTo>
                  <a:lnTo>
                    <a:pt x="2161634" y="82935"/>
                  </a:lnTo>
                  <a:lnTo>
                    <a:pt x="2182167" y="83723"/>
                  </a:lnTo>
                  <a:lnTo>
                    <a:pt x="2202316" y="84496"/>
                  </a:lnTo>
                  <a:lnTo>
                    <a:pt x="2222096" y="85255"/>
                  </a:lnTo>
                  <a:lnTo>
                    <a:pt x="2241519" y="86000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87" name="rc486"/>
            <p:cNvSpPr/>
            <p:nvPr/>
          </p:nvSpPr>
          <p:spPr>
            <a:xfrm>
              <a:off x="1404926" y="4616522"/>
              <a:ext cx="2575919" cy="120667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488" name="pl487"/>
            <p:cNvSpPr/>
            <p:nvPr/>
          </p:nvSpPr>
          <p:spPr>
            <a:xfrm>
              <a:off x="1404926" y="4616522"/>
              <a:ext cx="0" cy="1206674"/>
            </a:xfrm>
            <a:custGeom>
              <a:avLst/>
              <a:pathLst>
                <a:path w="0" h="1206674">
                  <a:moveTo>
                    <a:pt x="0" y="1206674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tx488"/>
            <p:cNvSpPr/>
            <p:nvPr/>
          </p:nvSpPr>
          <p:spPr>
            <a:xfrm rot="-5400000">
              <a:off x="1235360" y="5702920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490" name="tx489"/>
            <p:cNvSpPr/>
            <p:nvPr/>
          </p:nvSpPr>
          <p:spPr>
            <a:xfrm rot="-5400000">
              <a:off x="1235360" y="5367717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1.5</a:t>
              </a:r>
            </a:p>
          </p:txBody>
        </p:sp>
        <p:sp>
          <p:nvSpPr>
            <p:cNvPr id="491" name="tx490"/>
            <p:cNvSpPr/>
            <p:nvPr/>
          </p:nvSpPr>
          <p:spPr>
            <a:xfrm rot="-5400000">
              <a:off x="1235360" y="5032515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2.0</a:t>
              </a:r>
            </a:p>
          </p:txBody>
        </p:sp>
        <p:sp>
          <p:nvSpPr>
            <p:cNvPr id="492" name="tx491"/>
            <p:cNvSpPr/>
            <p:nvPr/>
          </p:nvSpPr>
          <p:spPr>
            <a:xfrm rot="-5400000">
              <a:off x="1235360" y="4697312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2.5</a:t>
              </a:r>
            </a:p>
          </p:txBody>
        </p:sp>
        <p:sp>
          <p:nvSpPr>
            <p:cNvPr id="493" name="pl492"/>
            <p:cNvSpPr/>
            <p:nvPr/>
          </p:nvSpPr>
          <p:spPr>
            <a:xfrm>
              <a:off x="1376458" y="5739358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l493"/>
            <p:cNvSpPr/>
            <p:nvPr/>
          </p:nvSpPr>
          <p:spPr>
            <a:xfrm>
              <a:off x="1376458" y="5404156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l494"/>
            <p:cNvSpPr/>
            <p:nvPr/>
          </p:nvSpPr>
          <p:spPr>
            <a:xfrm>
              <a:off x="1376458" y="5068954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l495"/>
            <p:cNvSpPr/>
            <p:nvPr/>
          </p:nvSpPr>
          <p:spPr>
            <a:xfrm>
              <a:off x="1376458" y="4733751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l496"/>
            <p:cNvSpPr/>
            <p:nvPr/>
          </p:nvSpPr>
          <p:spPr>
            <a:xfrm>
              <a:off x="1404926" y="5823197"/>
              <a:ext cx="2575919" cy="0"/>
            </a:xfrm>
            <a:custGeom>
              <a:avLst/>
              <a:pathLst>
                <a:path w="2575919" h="0">
                  <a:moveTo>
                    <a:pt x="0" y="0"/>
                  </a:moveTo>
                  <a:lnTo>
                    <a:pt x="2575919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l497"/>
            <p:cNvSpPr/>
            <p:nvPr/>
          </p:nvSpPr>
          <p:spPr>
            <a:xfrm>
              <a:off x="1568650" y="582319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l498"/>
            <p:cNvSpPr/>
            <p:nvPr/>
          </p:nvSpPr>
          <p:spPr>
            <a:xfrm>
              <a:off x="2315823" y="582319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l499"/>
            <p:cNvSpPr/>
            <p:nvPr/>
          </p:nvSpPr>
          <p:spPr>
            <a:xfrm>
              <a:off x="3062996" y="582319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l500"/>
            <p:cNvSpPr/>
            <p:nvPr/>
          </p:nvSpPr>
          <p:spPr>
            <a:xfrm>
              <a:off x="3810169" y="582319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tx501"/>
            <p:cNvSpPr/>
            <p:nvPr/>
          </p:nvSpPr>
          <p:spPr>
            <a:xfrm>
              <a:off x="1540395" y="5874440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503" name="tx502"/>
            <p:cNvSpPr/>
            <p:nvPr/>
          </p:nvSpPr>
          <p:spPr>
            <a:xfrm>
              <a:off x="2287568" y="5874440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504" name="tx503"/>
            <p:cNvSpPr/>
            <p:nvPr/>
          </p:nvSpPr>
          <p:spPr>
            <a:xfrm>
              <a:off x="3034741" y="5874440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505" name="tx504"/>
            <p:cNvSpPr/>
            <p:nvPr/>
          </p:nvSpPr>
          <p:spPr>
            <a:xfrm>
              <a:off x="3781914" y="5874440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506" name="tx505"/>
            <p:cNvSpPr/>
            <p:nvPr/>
          </p:nvSpPr>
          <p:spPr>
            <a:xfrm>
              <a:off x="2431825" y="6032076"/>
              <a:ext cx="52212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507" name="tx506"/>
            <p:cNvSpPr/>
            <p:nvPr/>
          </p:nvSpPr>
          <p:spPr>
            <a:xfrm rot="-5400000">
              <a:off x="1029178" y="5174277"/>
              <a:ext cx="197510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ITV</a:t>
              </a:r>
            </a:p>
          </p:txBody>
        </p:sp>
        <p:sp>
          <p:nvSpPr>
            <p:cNvPr id="508" name="tx507"/>
            <p:cNvSpPr/>
            <p:nvPr/>
          </p:nvSpPr>
          <p:spPr>
            <a:xfrm>
              <a:off x="1404926" y="4439982"/>
              <a:ext cx="896569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(e) Above_PC2</a:t>
              </a:r>
            </a:p>
          </p:txBody>
        </p:sp>
        <p:sp>
          <p:nvSpPr>
            <p:cNvPr id="509" name="rc508"/>
            <p:cNvSpPr/>
            <p:nvPr/>
          </p:nvSpPr>
          <p:spPr>
            <a:xfrm>
              <a:off x="4262365" y="4616522"/>
              <a:ext cx="2575919" cy="120667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0" name="pt509"/>
            <p:cNvSpPr/>
            <p:nvPr/>
          </p:nvSpPr>
          <p:spPr>
            <a:xfrm>
              <a:off x="4396799" y="5298756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1" name="pt510"/>
            <p:cNvSpPr/>
            <p:nvPr/>
          </p:nvSpPr>
          <p:spPr>
            <a:xfrm>
              <a:off x="4386222" y="5234407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2" name="pt511"/>
            <p:cNvSpPr/>
            <p:nvPr/>
          </p:nvSpPr>
          <p:spPr>
            <a:xfrm>
              <a:off x="4395032" y="5284995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3" name="pt512"/>
            <p:cNvSpPr/>
            <p:nvPr/>
          </p:nvSpPr>
          <p:spPr>
            <a:xfrm>
              <a:off x="4371094" y="5547727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4" name="pt513"/>
            <p:cNvSpPr/>
            <p:nvPr/>
          </p:nvSpPr>
          <p:spPr>
            <a:xfrm>
              <a:off x="4372269" y="5515200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5" name="pt514"/>
            <p:cNvSpPr/>
            <p:nvPr/>
          </p:nvSpPr>
          <p:spPr>
            <a:xfrm>
              <a:off x="4351380" y="5477274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6" name="pt515"/>
            <p:cNvSpPr/>
            <p:nvPr/>
          </p:nvSpPr>
          <p:spPr>
            <a:xfrm>
              <a:off x="4416026" y="5084626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7" name="pt516"/>
            <p:cNvSpPr/>
            <p:nvPr/>
          </p:nvSpPr>
          <p:spPr>
            <a:xfrm>
              <a:off x="4407029" y="5315583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8" name="pt517"/>
            <p:cNvSpPr/>
            <p:nvPr/>
          </p:nvSpPr>
          <p:spPr>
            <a:xfrm>
              <a:off x="4352285" y="5498359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9" name="pt518"/>
            <p:cNvSpPr/>
            <p:nvPr/>
          </p:nvSpPr>
          <p:spPr>
            <a:xfrm>
              <a:off x="4354197" y="5213988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0" name="pt519"/>
            <p:cNvSpPr/>
            <p:nvPr/>
          </p:nvSpPr>
          <p:spPr>
            <a:xfrm>
              <a:off x="5115354" y="5740275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1" name="pt520"/>
            <p:cNvSpPr/>
            <p:nvPr/>
          </p:nvSpPr>
          <p:spPr>
            <a:xfrm>
              <a:off x="5118046" y="5421643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2" name="pt521"/>
            <p:cNvSpPr/>
            <p:nvPr/>
          </p:nvSpPr>
          <p:spPr>
            <a:xfrm>
              <a:off x="5161679" y="5240866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3" name="pt522"/>
            <p:cNvSpPr/>
            <p:nvPr/>
          </p:nvSpPr>
          <p:spPr>
            <a:xfrm>
              <a:off x="5078457" y="5624479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4" name="pt523"/>
            <p:cNvSpPr/>
            <p:nvPr/>
          </p:nvSpPr>
          <p:spPr>
            <a:xfrm>
              <a:off x="5114140" y="5352443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5" name="pt524"/>
            <p:cNvSpPr/>
            <p:nvPr/>
          </p:nvSpPr>
          <p:spPr>
            <a:xfrm>
              <a:off x="5132382" y="5027442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6" name="pt525"/>
            <p:cNvSpPr/>
            <p:nvPr/>
          </p:nvSpPr>
          <p:spPr>
            <a:xfrm>
              <a:off x="5088829" y="5384583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7" name="pt526"/>
            <p:cNvSpPr/>
            <p:nvPr/>
          </p:nvSpPr>
          <p:spPr>
            <a:xfrm>
              <a:off x="5103274" y="5441169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8" name="pt527"/>
            <p:cNvSpPr/>
            <p:nvPr/>
          </p:nvSpPr>
          <p:spPr>
            <a:xfrm>
              <a:off x="5093600" y="5223756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9" name="pt528"/>
            <p:cNvSpPr/>
            <p:nvPr/>
          </p:nvSpPr>
          <p:spPr>
            <a:xfrm>
              <a:off x="5075167" y="5517939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0" name="pt529"/>
            <p:cNvSpPr/>
            <p:nvPr/>
          </p:nvSpPr>
          <p:spPr>
            <a:xfrm>
              <a:off x="5149747" y="5176638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1" name="pt530"/>
            <p:cNvSpPr/>
            <p:nvPr/>
          </p:nvSpPr>
          <p:spPr>
            <a:xfrm>
              <a:off x="5135236" y="5485483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2" name="pt531"/>
            <p:cNvSpPr/>
            <p:nvPr/>
          </p:nvSpPr>
          <p:spPr>
            <a:xfrm>
              <a:off x="5097128" y="5151831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3" name="pt532"/>
            <p:cNvSpPr/>
            <p:nvPr/>
          </p:nvSpPr>
          <p:spPr>
            <a:xfrm>
              <a:off x="5099170" y="4856275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4" name="pt533"/>
            <p:cNvSpPr/>
            <p:nvPr/>
          </p:nvSpPr>
          <p:spPr>
            <a:xfrm>
              <a:off x="5177664" y="5086107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5" name="pt534"/>
            <p:cNvSpPr/>
            <p:nvPr/>
          </p:nvSpPr>
          <p:spPr>
            <a:xfrm>
              <a:off x="5155468" y="5127820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6" name="pt535"/>
            <p:cNvSpPr/>
            <p:nvPr/>
          </p:nvSpPr>
          <p:spPr>
            <a:xfrm>
              <a:off x="5088945" y="5229344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7" name="pt536"/>
            <p:cNvSpPr/>
            <p:nvPr/>
          </p:nvSpPr>
          <p:spPr>
            <a:xfrm>
              <a:off x="5085002" y="5466556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8" name="pt537"/>
            <p:cNvSpPr/>
            <p:nvPr/>
          </p:nvSpPr>
          <p:spPr>
            <a:xfrm>
              <a:off x="5905635" y="5276511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9" name="pt538"/>
            <p:cNvSpPr/>
            <p:nvPr/>
          </p:nvSpPr>
          <p:spPr>
            <a:xfrm>
              <a:off x="5911566" y="5325098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0" name="pt539"/>
            <p:cNvSpPr/>
            <p:nvPr/>
          </p:nvSpPr>
          <p:spPr>
            <a:xfrm>
              <a:off x="5842667" y="5499937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1" name="pt540"/>
            <p:cNvSpPr/>
            <p:nvPr/>
          </p:nvSpPr>
          <p:spPr>
            <a:xfrm>
              <a:off x="5917619" y="5128452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2" name="pt541"/>
            <p:cNvSpPr/>
            <p:nvPr/>
          </p:nvSpPr>
          <p:spPr>
            <a:xfrm>
              <a:off x="5932659" y="5327379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3" name="pt542"/>
            <p:cNvSpPr/>
            <p:nvPr/>
          </p:nvSpPr>
          <p:spPr>
            <a:xfrm>
              <a:off x="5897516" y="5146078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4" name="pt543"/>
            <p:cNvSpPr/>
            <p:nvPr/>
          </p:nvSpPr>
          <p:spPr>
            <a:xfrm>
              <a:off x="5844601" y="4761330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5" name="pt544"/>
            <p:cNvSpPr/>
            <p:nvPr/>
          </p:nvSpPr>
          <p:spPr>
            <a:xfrm>
              <a:off x="5913444" y="5375331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6" name="pt545"/>
            <p:cNvSpPr/>
            <p:nvPr/>
          </p:nvSpPr>
          <p:spPr>
            <a:xfrm>
              <a:off x="5834772" y="5225641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7" name="pt546"/>
            <p:cNvSpPr/>
            <p:nvPr/>
          </p:nvSpPr>
          <p:spPr>
            <a:xfrm>
              <a:off x="5912172" y="4643298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8" name="pt547"/>
            <p:cNvSpPr/>
            <p:nvPr/>
          </p:nvSpPr>
          <p:spPr>
            <a:xfrm>
              <a:off x="5926661" y="5230749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9" name="pt548"/>
            <p:cNvSpPr/>
            <p:nvPr/>
          </p:nvSpPr>
          <p:spPr>
            <a:xfrm>
              <a:off x="5882643" y="5326551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0" name="pt549"/>
            <p:cNvSpPr/>
            <p:nvPr/>
          </p:nvSpPr>
          <p:spPr>
            <a:xfrm>
              <a:off x="5897931" y="5125161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1" name="pt550"/>
            <p:cNvSpPr/>
            <p:nvPr/>
          </p:nvSpPr>
          <p:spPr>
            <a:xfrm>
              <a:off x="5882283" y="5067239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2" name="pt551"/>
            <p:cNvSpPr/>
            <p:nvPr/>
          </p:nvSpPr>
          <p:spPr>
            <a:xfrm>
              <a:off x="5858582" y="4951922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3" name="pt552"/>
            <p:cNvSpPr/>
            <p:nvPr/>
          </p:nvSpPr>
          <p:spPr>
            <a:xfrm>
              <a:off x="5886765" y="5409428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4" name="pt553"/>
            <p:cNvSpPr/>
            <p:nvPr/>
          </p:nvSpPr>
          <p:spPr>
            <a:xfrm>
              <a:off x="5898686" y="5435718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5" name="pt554"/>
            <p:cNvSpPr/>
            <p:nvPr/>
          </p:nvSpPr>
          <p:spPr>
            <a:xfrm>
              <a:off x="5922294" y="5606501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6" name="pt555"/>
            <p:cNvSpPr/>
            <p:nvPr/>
          </p:nvSpPr>
          <p:spPr>
            <a:xfrm>
              <a:off x="5833058" y="5267606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7" name="pt556"/>
            <p:cNvSpPr/>
            <p:nvPr/>
          </p:nvSpPr>
          <p:spPr>
            <a:xfrm>
              <a:off x="5853736" y="5200553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8" name="pt557"/>
            <p:cNvSpPr/>
            <p:nvPr/>
          </p:nvSpPr>
          <p:spPr>
            <a:xfrm>
              <a:off x="6619448" y="5240023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9" name="pt558"/>
            <p:cNvSpPr/>
            <p:nvPr/>
          </p:nvSpPr>
          <p:spPr>
            <a:xfrm>
              <a:off x="6607238" y="5346470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0" name="pt559"/>
            <p:cNvSpPr/>
            <p:nvPr/>
          </p:nvSpPr>
          <p:spPr>
            <a:xfrm>
              <a:off x="6653339" y="5410494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1" name="pt560"/>
            <p:cNvSpPr/>
            <p:nvPr/>
          </p:nvSpPr>
          <p:spPr>
            <a:xfrm>
              <a:off x="6587885" y="5440974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2" name="pt561"/>
            <p:cNvSpPr/>
            <p:nvPr/>
          </p:nvSpPr>
          <p:spPr>
            <a:xfrm>
              <a:off x="6648954" y="5274387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3" name="pt562"/>
            <p:cNvSpPr/>
            <p:nvPr/>
          </p:nvSpPr>
          <p:spPr>
            <a:xfrm>
              <a:off x="6678154" y="5219376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4" name="pt563"/>
            <p:cNvSpPr/>
            <p:nvPr/>
          </p:nvSpPr>
          <p:spPr>
            <a:xfrm>
              <a:off x="6601124" y="5407708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5" name="pt564"/>
            <p:cNvSpPr/>
            <p:nvPr/>
          </p:nvSpPr>
          <p:spPr>
            <a:xfrm>
              <a:off x="6693125" y="5163364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6" name="pt565"/>
            <p:cNvSpPr/>
            <p:nvPr/>
          </p:nvSpPr>
          <p:spPr>
            <a:xfrm>
              <a:off x="6628324" y="5471093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7" name="pt566"/>
            <p:cNvSpPr/>
            <p:nvPr/>
          </p:nvSpPr>
          <p:spPr>
            <a:xfrm>
              <a:off x="6587950" y="5342693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8" name="pt567"/>
            <p:cNvSpPr/>
            <p:nvPr/>
          </p:nvSpPr>
          <p:spPr>
            <a:xfrm>
              <a:off x="6624790" y="5279437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9" name="pt568"/>
            <p:cNvSpPr/>
            <p:nvPr/>
          </p:nvSpPr>
          <p:spPr>
            <a:xfrm>
              <a:off x="6642391" y="5350355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0" name="pt569"/>
            <p:cNvSpPr/>
            <p:nvPr/>
          </p:nvSpPr>
          <p:spPr>
            <a:xfrm>
              <a:off x="6596331" y="5316530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1" name="pt570"/>
            <p:cNvSpPr/>
            <p:nvPr/>
          </p:nvSpPr>
          <p:spPr>
            <a:xfrm>
              <a:off x="6672389" y="5573044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2" name="pt571"/>
            <p:cNvSpPr/>
            <p:nvPr/>
          </p:nvSpPr>
          <p:spPr>
            <a:xfrm>
              <a:off x="6605234" y="5332731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3" name="pt572"/>
            <p:cNvSpPr/>
            <p:nvPr/>
          </p:nvSpPr>
          <p:spPr>
            <a:xfrm>
              <a:off x="6672055" y="5349552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4" name="pt573"/>
            <p:cNvSpPr/>
            <p:nvPr/>
          </p:nvSpPr>
          <p:spPr>
            <a:xfrm>
              <a:off x="6666351" y="5249740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5" name="pt574"/>
            <p:cNvSpPr/>
            <p:nvPr/>
          </p:nvSpPr>
          <p:spPr>
            <a:xfrm>
              <a:off x="6616106" y="5273927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6" name="pt575"/>
            <p:cNvSpPr/>
            <p:nvPr/>
          </p:nvSpPr>
          <p:spPr>
            <a:xfrm>
              <a:off x="6669272" y="5584860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7" name="pt576"/>
            <p:cNvSpPr/>
            <p:nvPr/>
          </p:nvSpPr>
          <p:spPr>
            <a:xfrm>
              <a:off x="6597867" y="5246000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8" name="pt577"/>
            <p:cNvSpPr/>
            <p:nvPr/>
          </p:nvSpPr>
          <p:spPr>
            <a:xfrm>
              <a:off x="6617167" y="5149001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9" name="pt578"/>
            <p:cNvSpPr/>
            <p:nvPr/>
          </p:nvSpPr>
          <p:spPr>
            <a:xfrm>
              <a:off x="6651392" y="5174125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80" name="pt579"/>
            <p:cNvSpPr/>
            <p:nvPr/>
          </p:nvSpPr>
          <p:spPr>
            <a:xfrm>
              <a:off x="6653445" y="5432251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81" name="pt580"/>
            <p:cNvSpPr/>
            <p:nvPr/>
          </p:nvSpPr>
          <p:spPr>
            <a:xfrm>
              <a:off x="6658086" y="5490549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82" name="pl581"/>
            <p:cNvSpPr/>
            <p:nvPr/>
          </p:nvSpPr>
          <p:spPr>
            <a:xfrm>
              <a:off x="4395790" y="5334820"/>
              <a:ext cx="2271114" cy="4105"/>
            </a:xfrm>
            <a:custGeom>
              <a:avLst/>
              <a:pathLst>
                <a:path w="2271114" h="4105">
                  <a:moveTo>
                    <a:pt x="0" y="0"/>
                  </a:moveTo>
                  <a:lnTo>
                    <a:pt x="145839" y="263"/>
                  </a:lnTo>
                  <a:lnTo>
                    <a:pt x="274479" y="496"/>
                  </a:lnTo>
                  <a:lnTo>
                    <a:pt x="389551" y="704"/>
                  </a:lnTo>
                  <a:lnTo>
                    <a:pt x="493647" y="892"/>
                  </a:lnTo>
                  <a:lnTo>
                    <a:pt x="588678" y="1064"/>
                  </a:lnTo>
                  <a:lnTo>
                    <a:pt x="676099" y="1222"/>
                  </a:lnTo>
                  <a:lnTo>
                    <a:pt x="757038" y="1368"/>
                  </a:lnTo>
                  <a:lnTo>
                    <a:pt x="832390" y="1504"/>
                  </a:lnTo>
                  <a:lnTo>
                    <a:pt x="902877" y="1632"/>
                  </a:lnTo>
                  <a:lnTo>
                    <a:pt x="969090" y="1751"/>
                  </a:lnTo>
                  <a:lnTo>
                    <a:pt x="1031517" y="1864"/>
                  </a:lnTo>
                  <a:lnTo>
                    <a:pt x="1090568" y="1971"/>
                  </a:lnTo>
                  <a:lnTo>
                    <a:pt x="1146589" y="2072"/>
                  </a:lnTo>
                  <a:lnTo>
                    <a:pt x="1199877" y="2168"/>
                  </a:lnTo>
                  <a:lnTo>
                    <a:pt x="1250685" y="2260"/>
                  </a:lnTo>
                  <a:lnTo>
                    <a:pt x="1299234" y="2348"/>
                  </a:lnTo>
                  <a:lnTo>
                    <a:pt x="1345716" y="2432"/>
                  </a:lnTo>
                  <a:lnTo>
                    <a:pt x="1390301" y="2513"/>
                  </a:lnTo>
                  <a:lnTo>
                    <a:pt x="1433137" y="2590"/>
                  </a:lnTo>
                  <a:lnTo>
                    <a:pt x="1474356" y="2665"/>
                  </a:lnTo>
                  <a:lnTo>
                    <a:pt x="1514076" y="2736"/>
                  </a:lnTo>
                  <a:lnTo>
                    <a:pt x="1552402" y="2806"/>
                  </a:lnTo>
                  <a:lnTo>
                    <a:pt x="1589428" y="2873"/>
                  </a:lnTo>
                  <a:lnTo>
                    <a:pt x="1625241" y="2937"/>
                  </a:lnTo>
                  <a:lnTo>
                    <a:pt x="1659916" y="3000"/>
                  </a:lnTo>
                  <a:lnTo>
                    <a:pt x="1693524" y="3061"/>
                  </a:lnTo>
                  <a:lnTo>
                    <a:pt x="1726128" y="3120"/>
                  </a:lnTo>
                  <a:lnTo>
                    <a:pt x="1757788" y="3177"/>
                  </a:lnTo>
                  <a:lnTo>
                    <a:pt x="1788555" y="3232"/>
                  </a:lnTo>
                  <a:lnTo>
                    <a:pt x="1818480" y="3287"/>
                  </a:lnTo>
                  <a:lnTo>
                    <a:pt x="1847606" y="3339"/>
                  </a:lnTo>
                  <a:lnTo>
                    <a:pt x="1875976" y="3390"/>
                  </a:lnTo>
                  <a:lnTo>
                    <a:pt x="1903628" y="3440"/>
                  </a:lnTo>
                  <a:lnTo>
                    <a:pt x="1930596" y="3489"/>
                  </a:lnTo>
                  <a:lnTo>
                    <a:pt x="1956915" y="3537"/>
                  </a:lnTo>
                  <a:lnTo>
                    <a:pt x="1982614" y="3583"/>
                  </a:lnTo>
                  <a:lnTo>
                    <a:pt x="2007723" y="3629"/>
                  </a:lnTo>
                  <a:lnTo>
                    <a:pt x="2032267" y="3673"/>
                  </a:lnTo>
                  <a:lnTo>
                    <a:pt x="2056272" y="3716"/>
                  </a:lnTo>
                  <a:lnTo>
                    <a:pt x="2079761" y="3759"/>
                  </a:lnTo>
                  <a:lnTo>
                    <a:pt x="2102755" y="3800"/>
                  </a:lnTo>
                  <a:lnTo>
                    <a:pt x="2125275" y="3841"/>
                  </a:lnTo>
                  <a:lnTo>
                    <a:pt x="2147340" y="3881"/>
                  </a:lnTo>
                  <a:lnTo>
                    <a:pt x="2168967" y="3920"/>
                  </a:lnTo>
                  <a:lnTo>
                    <a:pt x="2190175" y="3958"/>
                  </a:lnTo>
                  <a:lnTo>
                    <a:pt x="2210979" y="3996"/>
                  </a:lnTo>
                  <a:lnTo>
                    <a:pt x="2231394" y="4033"/>
                  </a:lnTo>
                  <a:lnTo>
                    <a:pt x="2251435" y="4069"/>
                  </a:lnTo>
                  <a:lnTo>
                    <a:pt x="2271114" y="4105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83" name="pl582"/>
            <p:cNvSpPr/>
            <p:nvPr/>
          </p:nvSpPr>
          <p:spPr>
            <a:xfrm>
              <a:off x="4395790" y="5148556"/>
              <a:ext cx="2271114" cy="86961"/>
            </a:xfrm>
            <a:custGeom>
              <a:avLst/>
              <a:pathLst>
                <a:path w="2271114" h="86961">
                  <a:moveTo>
                    <a:pt x="0" y="0"/>
                  </a:moveTo>
                  <a:lnTo>
                    <a:pt x="145839" y="5584"/>
                  </a:lnTo>
                  <a:lnTo>
                    <a:pt x="274479" y="10509"/>
                  </a:lnTo>
                  <a:lnTo>
                    <a:pt x="389551" y="14915"/>
                  </a:lnTo>
                  <a:lnTo>
                    <a:pt x="493647" y="18901"/>
                  </a:lnTo>
                  <a:lnTo>
                    <a:pt x="588678" y="22540"/>
                  </a:lnTo>
                  <a:lnTo>
                    <a:pt x="676099" y="25887"/>
                  </a:lnTo>
                  <a:lnTo>
                    <a:pt x="757038" y="28987"/>
                  </a:lnTo>
                  <a:lnTo>
                    <a:pt x="832390" y="31872"/>
                  </a:lnTo>
                  <a:lnTo>
                    <a:pt x="902877" y="34571"/>
                  </a:lnTo>
                  <a:lnTo>
                    <a:pt x="969090" y="37106"/>
                  </a:lnTo>
                  <a:lnTo>
                    <a:pt x="1031517" y="39496"/>
                  </a:lnTo>
                  <a:lnTo>
                    <a:pt x="1090568" y="41757"/>
                  </a:lnTo>
                  <a:lnTo>
                    <a:pt x="1146589" y="43902"/>
                  </a:lnTo>
                  <a:lnTo>
                    <a:pt x="1199877" y="45943"/>
                  </a:lnTo>
                  <a:lnTo>
                    <a:pt x="1250685" y="47888"/>
                  </a:lnTo>
                  <a:lnTo>
                    <a:pt x="1299234" y="49747"/>
                  </a:lnTo>
                  <a:lnTo>
                    <a:pt x="1345716" y="51527"/>
                  </a:lnTo>
                  <a:lnTo>
                    <a:pt x="1390301" y="53234"/>
                  </a:lnTo>
                  <a:lnTo>
                    <a:pt x="1433137" y="54874"/>
                  </a:lnTo>
                  <a:lnTo>
                    <a:pt x="1474356" y="56453"/>
                  </a:lnTo>
                  <a:lnTo>
                    <a:pt x="1514076" y="57974"/>
                  </a:lnTo>
                  <a:lnTo>
                    <a:pt x="1552402" y="59441"/>
                  </a:lnTo>
                  <a:lnTo>
                    <a:pt x="1589428" y="60859"/>
                  </a:lnTo>
                  <a:lnTo>
                    <a:pt x="1625241" y="62230"/>
                  </a:lnTo>
                  <a:lnTo>
                    <a:pt x="1659916" y="63558"/>
                  </a:lnTo>
                  <a:lnTo>
                    <a:pt x="1693524" y="64845"/>
                  </a:lnTo>
                  <a:lnTo>
                    <a:pt x="1726128" y="66093"/>
                  </a:lnTo>
                  <a:lnTo>
                    <a:pt x="1757788" y="67305"/>
                  </a:lnTo>
                  <a:lnTo>
                    <a:pt x="1788555" y="68483"/>
                  </a:lnTo>
                  <a:lnTo>
                    <a:pt x="1818480" y="69629"/>
                  </a:lnTo>
                  <a:lnTo>
                    <a:pt x="1847606" y="70744"/>
                  </a:lnTo>
                  <a:lnTo>
                    <a:pt x="1875976" y="71831"/>
                  </a:lnTo>
                  <a:lnTo>
                    <a:pt x="1903628" y="72889"/>
                  </a:lnTo>
                  <a:lnTo>
                    <a:pt x="1930596" y="73922"/>
                  </a:lnTo>
                  <a:lnTo>
                    <a:pt x="1956915" y="74930"/>
                  </a:lnTo>
                  <a:lnTo>
                    <a:pt x="1982614" y="75914"/>
                  </a:lnTo>
                  <a:lnTo>
                    <a:pt x="2007723" y="76875"/>
                  </a:lnTo>
                  <a:lnTo>
                    <a:pt x="2032267" y="77815"/>
                  </a:lnTo>
                  <a:lnTo>
                    <a:pt x="2056272" y="78734"/>
                  </a:lnTo>
                  <a:lnTo>
                    <a:pt x="2079761" y="79634"/>
                  </a:lnTo>
                  <a:lnTo>
                    <a:pt x="2102755" y="80514"/>
                  </a:lnTo>
                  <a:lnTo>
                    <a:pt x="2125275" y="81376"/>
                  </a:lnTo>
                  <a:lnTo>
                    <a:pt x="2147340" y="82221"/>
                  </a:lnTo>
                  <a:lnTo>
                    <a:pt x="2168967" y="83049"/>
                  </a:lnTo>
                  <a:lnTo>
                    <a:pt x="2190175" y="83861"/>
                  </a:lnTo>
                  <a:lnTo>
                    <a:pt x="2210979" y="84658"/>
                  </a:lnTo>
                  <a:lnTo>
                    <a:pt x="2231394" y="85440"/>
                  </a:lnTo>
                  <a:lnTo>
                    <a:pt x="2251435" y="86207"/>
                  </a:lnTo>
                  <a:lnTo>
                    <a:pt x="2271114" y="86961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84" name="pl583"/>
            <p:cNvSpPr/>
            <p:nvPr/>
          </p:nvSpPr>
          <p:spPr>
            <a:xfrm>
              <a:off x="4395790" y="5293768"/>
              <a:ext cx="2271114" cy="105093"/>
            </a:xfrm>
            <a:custGeom>
              <a:avLst/>
              <a:pathLst>
                <a:path w="2271114" h="105093">
                  <a:moveTo>
                    <a:pt x="0" y="0"/>
                  </a:moveTo>
                  <a:lnTo>
                    <a:pt x="145839" y="6748"/>
                  </a:lnTo>
                  <a:lnTo>
                    <a:pt x="274479" y="12701"/>
                  </a:lnTo>
                  <a:lnTo>
                    <a:pt x="389551" y="18026"/>
                  </a:lnTo>
                  <a:lnTo>
                    <a:pt x="493647" y="22842"/>
                  </a:lnTo>
                  <a:lnTo>
                    <a:pt x="588678" y="27240"/>
                  </a:lnTo>
                  <a:lnTo>
                    <a:pt x="676099" y="31285"/>
                  </a:lnTo>
                  <a:lnTo>
                    <a:pt x="757038" y="35031"/>
                  </a:lnTo>
                  <a:lnTo>
                    <a:pt x="832390" y="38517"/>
                  </a:lnTo>
                  <a:lnTo>
                    <a:pt x="902877" y="41779"/>
                  </a:lnTo>
                  <a:lnTo>
                    <a:pt x="969090" y="44843"/>
                  </a:lnTo>
                  <a:lnTo>
                    <a:pt x="1031517" y="47732"/>
                  </a:lnTo>
                  <a:lnTo>
                    <a:pt x="1090568" y="50464"/>
                  </a:lnTo>
                  <a:lnTo>
                    <a:pt x="1146589" y="53057"/>
                  </a:lnTo>
                  <a:lnTo>
                    <a:pt x="1199877" y="55522"/>
                  </a:lnTo>
                  <a:lnTo>
                    <a:pt x="1250685" y="57874"/>
                  </a:lnTo>
                  <a:lnTo>
                    <a:pt x="1299234" y="60120"/>
                  </a:lnTo>
                  <a:lnTo>
                    <a:pt x="1345716" y="62271"/>
                  </a:lnTo>
                  <a:lnTo>
                    <a:pt x="1390301" y="64334"/>
                  </a:lnTo>
                  <a:lnTo>
                    <a:pt x="1433137" y="66316"/>
                  </a:lnTo>
                  <a:lnTo>
                    <a:pt x="1474356" y="68224"/>
                  </a:lnTo>
                  <a:lnTo>
                    <a:pt x="1514076" y="70062"/>
                  </a:lnTo>
                  <a:lnTo>
                    <a:pt x="1552402" y="71835"/>
                  </a:lnTo>
                  <a:lnTo>
                    <a:pt x="1589428" y="73549"/>
                  </a:lnTo>
                  <a:lnTo>
                    <a:pt x="1625241" y="75206"/>
                  </a:lnTo>
                  <a:lnTo>
                    <a:pt x="1659916" y="76810"/>
                  </a:lnTo>
                  <a:lnTo>
                    <a:pt x="1693524" y="78365"/>
                  </a:lnTo>
                  <a:lnTo>
                    <a:pt x="1726128" y="79874"/>
                  </a:lnTo>
                  <a:lnTo>
                    <a:pt x="1757788" y="81339"/>
                  </a:lnTo>
                  <a:lnTo>
                    <a:pt x="1788555" y="82763"/>
                  </a:lnTo>
                  <a:lnTo>
                    <a:pt x="1818480" y="84148"/>
                  </a:lnTo>
                  <a:lnTo>
                    <a:pt x="1847606" y="85495"/>
                  </a:lnTo>
                  <a:lnTo>
                    <a:pt x="1875976" y="86808"/>
                  </a:lnTo>
                  <a:lnTo>
                    <a:pt x="1903628" y="88088"/>
                  </a:lnTo>
                  <a:lnTo>
                    <a:pt x="1930596" y="89336"/>
                  </a:lnTo>
                  <a:lnTo>
                    <a:pt x="1956915" y="90554"/>
                  </a:lnTo>
                  <a:lnTo>
                    <a:pt x="1982614" y="91743"/>
                  </a:lnTo>
                  <a:lnTo>
                    <a:pt x="2007723" y="92905"/>
                  </a:lnTo>
                  <a:lnTo>
                    <a:pt x="2032267" y="94040"/>
                  </a:lnTo>
                  <a:lnTo>
                    <a:pt x="2056272" y="95151"/>
                  </a:lnTo>
                  <a:lnTo>
                    <a:pt x="2079761" y="96238"/>
                  </a:lnTo>
                  <a:lnTo>
                    <a:pt x="2102755" y="97302"/>
                  </a:lnTo>
                  <a:lnTo>
                    <a:pt x="2125275" y="98344"/>
                  </a:lnTo>
                  <a:lnTo>
                    <a:pt x="2147340" y="99365"/>
                  </a:lnTo>
                  <a:lnTo>
                    <a:pt x="2168967" y="100366"/>
                  </a:lnTo>
                  <a:lnTo>
                    <a:pt x="2190175" y="101347"/>
                  </a:lnTo>
                  <a:lnTo>
                    <a:pt x="2210979" y="102310"/>
                  </a:lnTo>
                  <a:lnTo>
                    <a:pt x="2231394" y="103255"/>
                  </a:lnTo>
                  <a:lnTo>
                    <a:pt x="2251435" y="104182"/>
                  </a:lnTo>
                  <a:lnTo>
                    <a:pt x="2271114" y="105093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85" name="pl584"/>
            <p:cNvSpPr/>
            <p:nvPr/>
          </p:nvSpPr>
          <p:spPr>
            <a:xfrm>
              <a:off x="4395790" y="5429733"/>
              <a:ext cx="2271114" cy="95897"/>
            </a:xfrm>
            <a:custGeom>
              <a:avLst/>
              <a:pathLst>
                <a:path w="2271114" h="95897">
                  <a:moveTo>
                    <a:pt x="0" y="0"/>
                  </a:moveTo>
                  <a:lnTo>
                    <a:pt x="145839" y="6158"/>
                  </a:lnTo>
                  <a:lnTo>
                    <a:pt x="274479" y="11589"/>
                  </a:lnTo>
                  <a:lnTo>
                    <a:pt x="389551" y="16448"/>
                  </a:lnTo>
                  <a:lnTo>
                    <a:pt x="493647" y="20844"/>
                  </a:lnTo>
                  <a:lnTo>
                    <a:pt x="588678" y="24856"/>
                  </a:lnTo>
                  <a:lnTo>
                    <a:pt x="676099" y="28548"/>
                  </a:lnTo>
                  <a:lnTo>
                    <a:pt x="757038" y="31965"/>
                  </a:lnTo>
                  <a:lnTo>
                    <a:pt x="832390" y="35147"/>
                  </a:lnTo>
                  <a:lnTo>
                    <a:pt x="902877" y="38123"/>
                  </a:lnTo>
                  <a:lnTo>
                    <a:pt x="969090" y="40919"/>
                  </a:lnTo>
                  <a:lnTo>
                    <a:pt x="1031517" y="43555"/>
                  </a:lnTo>
                  <a:lnTo>
                    <a:pt x="1090568" y="46049"/>
                  </a:lnTo>
                  <a:lnTo>
                    <a:pt x="1146589" y="48414"/>
                  </a:lnTo>
                  <a:lnTo>
                    <a:pt x="1199877" y="50664"/>
                  </a:lnTo>
                  <a:lnTo>
                    <a:pt x="1250685" y="52810"/>
                  </a:lnTo>
                  <a:lnTo>
                    <a:pt x="1299234" y="54860"/>
                  </a:lnTo>
                  <a:lnTo>
                    <a:pt x="1345716" y="56822"/>
                  </a:lnTo>
                  <a:lnTo>
                    <a:pt x="1390301" y="58705"/>
                  </a:lnTo>
                  <a:lnTo>
                    <a:pt x="1433137" y="60514"/>
                  </a:lnTo>
                  <a:lnTo>
                    <a:pt x="1474356" y="62254"/>
                  </a:lnTo>
                  <a:lnTo>
                    <a:pt x="1514076" y="63931"/>
                  </a:lnTo>
                  <a:lnTo>
                    <a:pt x="1552402" y="65550"/>
                  </a:lnTo>
                  <a:lnTo>
                    <a:pt x="1589428" y="67113"/>
                  </a:lnTo>
                  <a:lnTo>
                    <a:pt x="1625241" y="68625"/>
                  </a:lnTo>
                  <a:lnTo>
                    <a:pt x="1659916" y="70089"/>
                  </a:lnTo>
                  <a:lnTo>
                    <a:pt x="1693524" y="71508"/>
                  </a:lnTo>
                  <a:lnTo>
                    <a:pt x="1726128" y="72885"/>
                  </a:lnTo>
                  <a:lnTo>
                    <a:pt x="1757788" y="74222"/>
                  </a:lnTo>
                  <a:lnTo>
                    <a:pt x="1788555" y="75521"/>
                  </a:lnTo>
                  <a:lnTo>
                    <a:pt x="1818480" y="76785"/>
                  </a:lnTo>
                  <a:lnTo>
                    <a:pt x="1847606" y="78015"/>
                  </a:lnTo>
                  <a:lnTo>
                    <a:pt x="1875976" y="79212"/>
                  </a:lnTo>
                  <a:lnTo>
                    <a:pt x="1903628" y="80380"/>
                  </a:lnTo>
                  <a:lnTo>
                    <a:pt x="1930596" y="81519"/>
                  </a:lnTo>
                  <a:lnTo>
                    <a:pt x="1956915" y="82630"/>
                  </a:lnTo>
                  <a:lnTo>
                    <a:pt x="1982614" y="83715"/>
                  </a:lnTo>
                  <a:lnTo>
                    <a:pt x="2007723" y="84775"/>
                  </a:lnTo>
                  <a:lnTo>
                    <a:pt x="2032267" y="85812"/>
                  </a:lnTo>
                  <a:lnTo>
                    <a:pt x="2056272" y="86825"/>
                  </a:lnTo>
                  <a:lnTo>
                    <a:pt x="2079761" y="87817"/>
                  </a:lnTo>
                  <a:lnTo>
                    <a:pt x="2102755" y="88788"/>
                  </a:lnTo>
                  <a:lnTo>
                    <a:pt x="2125275" y="89739"/>
                  </a:lnTo>
                  <a:lnTo>
                    <a:pt x="2147340" y="90671"/>
                  </a:lnTo>
                  <a:lnTo>
                    <a:pt x="2168967" y="91584"/>
                  </a:lnTo>
                  <a:lnTo>
                    <a:pt x="2190175" y="92480"/>
                  </a:lnTo>
                  <a:lnTo>
                    <a:pt x="2210979" y="93358"/>
                  </a:lnTo>
                  <a:lnTo>
                    <a:pt x="2231394" y="94220"/>
                  </a:lnTo>
                  <a:lnTo>
                    <a:pt x="2251435" y="95066"/>
                  </a:lnTo>
                  <a:lnTo>
                    <a:pt x="2271114" y="95897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86" name="pl585"/>
            <p:cNvSpPr/>
            <p:nvPr/>
          </p:nvSpPr>
          <p:spPr>
            <a:xfrm>
              <a:off x="4395790" y="5300489"/>
              <a:ext cx="2271114" cy="32994"/>
            </a:xfrm>
            <a:custGeom>
              <a:avLst/>
              <a:pathLst>
                <a:path w="2271114" h="32994">
                  <a:moveTo>
                    <a:pt x="0" y="0"/>
                  </a:moveTo>
                  <a:lnTo>
                    <a:pt x="145839" y="2118"/>
                  </a:lnTo>
                  <a:lnTo>
                    <a:pt x="274479" y="3987"/>
                  </a:lnTo>
                  <a:lnTo>
                    <a:pt x="389551" y="5659"/>
                  </a:lnTo>
                  <a:lnTo>
                    <a:pt x="493647" y="7171"/>
                  </a:lnTo>
                  <a:lnTo>
                    <a:pt x="588678" y="8552"/>
                  </a:lnTo>
                  <a:lnTo>
                    <a:pt x="676099" y="9822"/>
                  </a:lnTo>
                  <a:lnTo>
                    <a:pt x="757038" y="10998"/>
                  </a:lnTo>
                  <a:lnTo>
                    <a:pt x="832390" y="12092"/>
                  </a:lnTo>
                  <a:lnTo>
                    <a:pt x="902877" y="13116"/>
                  </a:lnTo>
                  <a:lnTo>
                    <a:pt x="969090" y="14078"/>
                  </a:lnTo>
                  <a:lnTo>
                    <a:pt x="1031517" y="14985"/>
                  </a:lnTo>
                  <a:lnTo>
                    <a:pt x="1090568" y="15843"/>
                  </a:lnTo>
                  <a:lnTo>
                    <a:pt x="1146589" y="16657"/>
                  </a:lnTo>
                  <a:lnTo>
                    <a:pt x="1199877" y="17431"/>
                  </a:lnTo>
                  <a:lnTo>
                    <a:pt x="1250685" y="18169"/>
                  </a:lnTo>
                  <a:lnTo>
                    <a:pt x="1299234" y="18875"/>
                  </a:lnTo>
                  <a:lnTo>
                    <a:pt x="1345716" y="19550"/>
                  </a:lnTo>
                  <a:lnTo>
                    <a:pt x="1390301" y="20198"/>
                  </a:lnTo>
                  <a:lnTo>
                    <a:pt x="1433137" y="20820"/>
                  </a:lnTo>
                  <a:lnTo>
                    <a:pt x="1474356" y="21419"/>
                  </a:lnTo>
                  <a:lnTo>
                    <a:pt x="1514076" y="21996"/>
                  </a:lnTo>
                  <a:lnTo>
                    <a:pt x="1552402" y="22553"/>
                  </a:lnTo>
                  <a:lnTo>
                    <a:pt x="1589428" y="23090"/>
                  </a:lnTo>
                  <a:lnTo>
                    <a:pt x="1625241" y="23611"/>
                  </a:lnTo>
                  <a:lnTo>
                    <a:pt x="1659916" y="24115"/>
                  </a:lnTo>
                  <a:lnTo>
                    <a:pt x="1693524" y="24603"/>
                  </a:lnTo>
                  <a:lnTo>
                    <a:pt x="1726128" y="25076"/>
                  </a:lnTo>
                  <a:lnTo>
                    <a:pt x="1757788" y="25536"/>
                  </a:lnTo>
                  <a:lnTo>
                    <a:pt x="1788555" y="25983"/>
                  </a:lnTo>
                  <a:lnTo>
                    <a:pt x="1818480" y="26418"/>
                  </a:lnTo>
                  <a:lnTo>
                    <a:pt x="1847606" y="26841"/>
                  </a:lnTo>
                  <a:lnTo>
                    <a:pt x="1875976" y="27253"/>
                  </a:lnTo>
                  <a:lnTo>
                    <a:pt x="1903628" y="27655"/>
                  </a:lnTo>
                  <a:lnTo>
                    <a:pt x="1930596" y="28047"/>
                  </a:lnTo>
                  <a:lnTo>
                    <a:pt x="1956915" y="28429"/>
                  </a:lnTo>
                  <a:lnTo>
                    <a:pt x="1982614" y="28803"/>
                  </a:lnTo>
                  <a:lnTo>
                    <a:pt x="2007723" y="29167"/>
                  </a:lnTo>
                  <a:lnTo>
                    <a:pt x="2032267" y="29524"/>
                  </a:lnTo>
                  <a:lnTo>
                    <a:pt x="2056272" y="29873"/>
                  </a:lnTo>
                  <a:lnTo>
                    <a:pt x="2079761" y="30214"/>
                  </a:lnTo>
                  <a:lnTo>
                    <a:pt x="2102755" y="30548"/>
                  </a:lnTo>
                  <a:lnTo>
                    <a:pt x="2125275" y="30875"/>
                  </a:lnTo>
                  <a:lnTo>
                    <a:pt x="2147340" y="31196"/>
                  </a:lnTo>
                  <a:lnTo>
                    <a:pt x="2168967" y="31510"/>
                  </a:lnTo>
                  <a:lnTo>
                    <a:pt x="2190175" y="31818"/>
                  </a:lnTo>
                  <a:lnTo>
                    <a:pt x="2210979" y="32120"/>
                  </a:lnTo>
                  <a:lnTo>
                    <a:pt x="2231394" y="32417"/>
                  </a:lnTo>
                  <a:lnTo>
                    <a:pt x="2251435" y="32708"/>
                  </a:lnTo>
                  <a:lnTo>
                    <a:pt x="2271114" y="32994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87" name="pl586"/>
            <p:cNvSpPr/>
            <p:nvPr/>
          </p:nvSpPr>
          <p:spPr>
            <a:xfrm>
              <a:off x="4395790" y="5232738"/>
              <a:ext cx="2271114" cy="151892"/>
            </a:xfrm>
            <a:custGeom>
              <a:avLst/>
              <a:pathLst>
                <a:path w="2271114" h="151892">
                  <a:moveTo>
                    <a:pt x="0" y="151892"/>
                  </a:moveTo>
                  <a:lnTo>
                    <a:pt x="145839" y="142138"/>
                  </a:lnTo>
                  <a:lnTo>
                    <a:pt x="274479" y="133535"/>
                  </a:lnTo>
                  <a:lnTo>
                    <a:pt x="389551" y="125839"/>
                  </a:lnTo>
                  <a:lnTo>
                    <a:pt x="493647" y="118877"/>
                  </a:lnTo>
                  <a:lnTo>
                    <a:pt x="588678" y="112521"/>
                  </a:lnTo>
                  <a:lnTo>
                    <a:pt x="676099" y="106675"/>
                  </a:lnTo>
                  <a:lnTo>
                    <a:pt x="757038" y="101261"/>
                  </a:lnTo>
                  <a:lnTo>
                    <a:pt x="832390" y="96222"/>
                  </a:lnTo>
                  <a:lnTo>
                    <a:pt x="902877" y="91507"/>
                  </a:lnTo>
                  <a:lnTo>
                    <a:pt x="969090" y="87079"/>
                  </a:lnTo>
                  <a:lnTo>
                    <a:pt x="1031517" y="82904"/>
                  </a:lnTo>
                  <a:lnTo>
                    <a:pt x="1090568" y="78955"/>
                  </a:lnTo>
                  <a:lnTo>
                    <a:pt x="1146589" y="75208"/>
                  </a:lnTo>
                  <a:lnTo>
                    <a:pt x="1199877" y="71644"/>
                  </a:lnTo>
                  <a:lnTo>
                    <a:pt x="1250685" y="68246"/>
                  </a:lnTo>
                  <a:lnTo>
                    <a:pt x="1299234" y="64999"/>
                  </a:lnTo>
                  <a:lnTo>
                    <a:pt x="1345716" y="61890"/>
                  </a:lnTo>
                  <a:lnTo>
                    <a:pt x="1390301" y="58908"/>
                  </a:lnTo>
                  <a:lnTo>
                    <a:pt x="1433137" y="56044"/>
                  </a:lnTo>
                  <a:lnTo>
                    <a:pt x="1474356" y="53287"/>
                  </a:lnTo>
                  <a:lnTo>
                    <a:pt x="1514076" y="50630"/>
                  </a:lnTo>
                  <a:lnTo>
                    <a:pt x="1552402" y="48067"/>
                  </a:lnTo>
                  <a:lnTo>
                    <a:pt x="1589428" y="45591"/>
                  </a:lnTo>
                  <a:lnTo>
                    <a:pt x="1625241" y="43196"/>
                  </a:lnTo>
                  <a:lnTo>
                    <a:pt x="1659916" y="40877"/>
                  </a:lnTo>
                  <a:lnTo>
                    <a:pt x="1693524" y="38629"/>
                  </a:lnTo>
                  <a:lnTo>
                    <a:pt x="1726128" y="36448"/>
                  </a:lnTo>
                  <a:lnTo>
                    <a:pt x="1757788" y="34331"/>
                  </a:lnTo>
                  <a:lnTo>
                    <a:pt x="1788555" y="32273"/>
                  </a:lnTo>
                  <a:lnTo>
                    <a:pt x="1818480" y="30272"/>
                  </a:lnTo>
                  <a:lnTo>
                    <a:pt x="1847606" y="28324"/>
                  </a:lnTo>
                  <a:lnTo>
                    <a:pt x="1875976" y="26426"/>
                  </a:lnTo>
                  <a:lnTo>
                    <a:pt x="1903628" y="24577"/>
                  </a:lnTo>
                  <a:lnTo>
                    <a:pt x="1930596" y="22773"/>
                  </a:lnTo>
                  <a:lnTo>
                    <a:pt x="1956915" y="21013"/>
                  </a:lnTo>
                  <a:lnTo>
                    <a:pt x="1982614" y="19294"/>
                  </a:lnTo>
                  <a:lnTo>
                    <a:pt x="2007723" y="17615"/>
                  </a:lnTo>
                  <a:lnTo>
                    <a:pt x="2032267" y="15974"/>
                  </a:lnTo>
                  <a:lnTo>
                    <a:pt x="2056272" y="14368"/>
                  </a:lnTo>
                  <a:lnTo>
                    <a:pt x="2079761" y="12797"/>
                  </a:lnTo>
                  <a:lnTo>
                    <a:pt x="2102755" y="11259"/>
                  </a:lnTo>
                  <a:lnTo>
                    <a:pt x="2125275" y="9753"/>
                  </a:lnTo>
                  <a:lnTo>
                    <a:pt x="2147340" y="8278"/>
                  </a:lnTo>
                  <a:lnTo>
                    <a:pt x="2168967" y="6831"/>
                  </a:lnTo>
                  <a:lnTo>
                    <a:pt x="2190175" y="5413"/>
                  </a:lnTo>
                  <a:lnTo>
                    <a:pt x="2210979" y="4021"/>
                  </a:lnTo>
                  <a:lnTo>
                    <a:pt x="2231394" y="2656"/>
                  </a:lnTo>
                  <a:lnTo>
                    <a:pt x="2251435" y="1316"/>
                  </a:lnTo>
                  <a:lnTo>
                    <a:pt x="2271114" y="0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88" name="pl587"/>
            <p:cNvSpPr/>
            <p:nvPr/>
          </p:nvSpPr>
          <p:spPr>
            <a:xfrm>
              <a:off x="4395790" y="5015244"/>
              <a:ext cx="2271114" cy="184652"/>
            </a:xfrm>
            <a:custGeom>
              <a:avLst/>
              <a:pathLst>
                <a:path w="2271114" h="184652">
                  <a:moveTo>
                    <a:pt x="0" y="0"/>
                  </a:moveTo>
                  <a:lnTo>
                    <a:pt x="145839" y="11857"/>
                  </a:lnTo>
                  <a:lnTo>
                    <a:pt x="274479" y="22316"/>
                  </a:lnTo>
                  <a:lnTo>
                    <a:pt x="389551" y="31672"/>
                  </a:lnTo>
                  <a:lnTo>
                    <a:pt x="493647" y="40135"/>
                  </a:lnTo>
                  <a:lnTo>
                    <a:pt x="588678" y="47862"/>
                  </a:lnTo>
                  <a:lnTo>
                    <a:pt x="676099" y="54970"/>
                  </a:lnTo>
                  <a:lnTo>
                    <a:pt x="757038" y="61550"/>
                  </a:lnTo>
                  <a:lnTo>
                    <a:pt x="832390" y="67677"/>
                  </a:lnTo>
                  <a:lnTo>
                    <a:pt x="902877" y="73408"/>
                  </a:lnTo>
                  <a:lnTo>
                    <a:pt x="969090" y="78791"/>
                  </a:lnTo>
                  <a:lnTo>
                    <a:pt x="1031517" y="83867"/>
                  </a:lnTo>
                  <a:lnTo>
                    <a:pt x="1090568" y="88668"/>
                  </a:lnTo>
                  <a:lnTo>
                    <a:pt x="1146589" y="93223"/>
                  </a:lnTo>
                  <a:lnTo>
                    <a:pt x="1199877" y="97555"/>
                  </a:lnTo>
                  <a:lnTo>
                    <a:pt x="1250685" y="101686"/>
                  </a:lnTo>
                  <a:lnTo>
                    <a:pt x="1299234" y="105633"/>
                  </a:lnTo>
                  <a:lnTo>
                    <a:pt x="1345716" y="109413"/>
                  </a:lnTo>
                  <a:lnTo>
                    <a:pt x="1390301" y="113038"/>
                  </a:lnTo>
                  <a:lnTo>
                    <a:pt x="1433137" y="116520"/>
                  </a:lnTo>
                  <a:lnTo>
                    <a:pt x="1474356" y="119872"/>
                  </a:lnTo>
                  <a:lnTo>
                    <a:pt x="1514076" y="123101"/>
                  </a:lnTo>
                  <a:lnTo>
                    <a:pt x="1552402" y="126217"/>
                  </a:lnTo>
                  <a:lnTo>
                    <a:pt x="1589428" y="129227"/>
                  </a:lnTo>
                  <a:lnTo>
                    <a:pt x="1625241" y="132139"/>
                  </a:lnTo>
                  <a:lnTo>
                    <a:pt x="1659916" y="134958"/>
                  </a:lnTo>
                  <a:lnTo>
                    <a:pt x="1693524" y="137691"/>
                  </a:lnTo>
                  <a:lnTo>
                    <a:pt x="1726128" y="140342"/>
                  </a:lnTo>
                  <a:lnTo>
                    <a:pt x="1757788" y="142916"/>
                  </a:lnTo>
                  <a:lnTo>
                    <a:pt x="1788555" y="145417"/>
                  </a:lnTo>
                  <a:lnTo>
                    <a:pt x="1818480" y="147850"/>
                  </a:lnTo>
                  <a:lnTo>
                    <a:pt x="1847606" y="150219"/>
                  </a:lnTo>
                  <a:lnTo>
                    <a:pt x="1875976" y="152525"/>
                  </a:lnTo>
                  <a:lnTo>
                    <a:pt x="1903628" y="154773"/>
                  </a:lnTo>
                  <a:lnTo>
                    <a:pt x="1930596" y="156966"/>
                  </a:lnTo>
                  <a:lnTo>
                    <a:pt x="1956915" y="159106"/>
                  </a:lnTo>
                  <a:lnTo>
                    <a:pt x="1982614" y="161195"/>
                  </a:lnTo>
                  <a:lnTo>
                    <a:pt x="2007723" y="163237"/>
                  </a:lnTo>
                  <a:lnTo>
                    <a:pt x="2032267" y="165232"/>
                  </a:lnTo>
                  <a:lnTo>
                    <a:pt x="2056272" y="167184"/>
                  </a:lnTo>
                  <a:lnTo>
                    <a:pt x="2079761" y="169094"/>
                  </a:lnTo>
                  <a:lnTo>
                    <a:pt x="2102755" y="170963"/>
                  </a:lnTo>
                  <a:lnTo>
                    <a:pt x="2125275" y="172794"/>
                  </a:lnTo>
                  <a:lnTo>
                    <a:pt x="2147340" y="174588"/>
                  </a:lnTo>
                  <a:lnTo>
                    <a:pt x="2168967" y="176347"/>
                  </a:lnTo>
                  <a:lnTo>
                    <a:pt x="2190175" y="178071"/>
                  </a:lnTo>
                  <a:lnTo>
                    <a:pt x="2210979" y="179762"/>
                  </a:lnTo>
                  <a:lnTo>
                    <a:pt x="2231394" y="181422"/>
                  </a:lnTo>
                  <a:lnTo>
                    <a:pt x="2251435" y="183052"/>
                  </a:lnTo>
                  <a:lnTo>
                    <a:pt x="2271114" y="184652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89" name="pl588"/>
            <p:cNvSpPr/>
            <p:nvPr/>
          </p:nvSpPr>
          <p:spPr>
            <a:xfrm>
              <a:off x="4395790" y="5484547"/>
              <a:ext cx="2271114" cy="37955"/>
            </a:xfrm>
            <a:custGeom>
              <a:avLst/>
              <a:pathLst>
                <a:path w="2271114" h="37955">
                  <a:moveTo>
                    <a:pt x="0" y="37955"/>
                  </a:moveTo>
                  <a:lnTo>
                    <a:pt x="145839" y="35518"/>
                  </a:lnTo>
                  <a:lnTo>
                    <a:pt x="274479" y="33368"/>
                  </a:lnTo>
                  <a:lnTo>
                    <a:pt x="389551" y="31445"/>
                  </a:lnTo>
                  <a:lnTo>
                    <a:pt x="493647" y="29705"/>
                  </a:lnTo>
                  <a:lnTo>
                    <a:pt x="588678" y="28117"/>
                  </a:lnTo>
                  <a:lnTo>
                    <a:pt x="676099" y="26656"/>
                  </a:lnTo>
                  <a:lnTo>
                    <a:pt x="757038" y="25303"/>
                  </a:lnTo>
                  <a:lnTo>
                    <a:pt x="832390" y="24044"/>
                  </a:lnTo>
                  <a:lnTo>
                    <a:pt x="902877" y="22866"/>
                  </a:lnTo>
                  <a:lnTo>
                    <a:pt x="969090" y="21759"/>
                  </a:lnTo>
                  <a:lnTo>
                    <a:pt x="1031517" y="20716"/>
                  </a:lnTo>
                  <a:lnTo>
                    <a:pt x="1090568" y="19729"/>
                  </a:lnTo>
                  <a:lnTo>
                    <a:pt x="1146589" y="18793"/>
                  </a:lnTo>
                  <a:lnTo>
                    <a:pt x="1199877" y="17902"/>
                  </a:lnTo>
                  <a:lnTo>
                    <a:pt x="1250685" y="17053"/>
                  </a:lnTo>
                  <a:lnTo>
                    <a:pt x="1299234" y="16242"/>
                  </a:lnTo>
                  <a:lnTo>
                    <a:pt x="1345716" y="15465"/>
                  </a:lnTo>
                  <a:lnTo>
                    <a:pt x="1390301" y="14720"/>
                  </a:lnTo>
                  <a:lnTo>
                    <a:pt x="1433137" y="14004"/>
                  </a:lnTo>
                  <a:lnTo>
                    <a:pt x="1474356" y="13315"/>
                  </a:lnTo>
                  <a:lnTo>
                    <a:pt x="1514076" y="12651"/>
                  </a:lnTo>
                  <a:lnTo>
                    <a:pt x="1552402" y="12011"/>
                  </a:lnTo>
                  <a:lnTo>
                    <a:pt x="1589428" y="11392"/>
                  </a:lnTo>
                  <a:lnTo>
                    <a:pt x="1625241" y="10794"/>
                  </a:lnTo>
                  <a:lnTo>
                    <a:pt x="1659916" y="10214"/>
                  </a:lnTo>
                  <a:lnTo>
                    <a:pt x="1693524" y="9652"/>
                  </a:lnTo>
                  <a:lnTo>
                    <a:pt x="1726128" y="9107"/>
                  </a:lnTo>
                  <a:lnTo>
                    <a:pt x="1757788" y="8578"/>
                  </a:lnTo>
                  <a:lnTo>
                    <a:pt x="1788555" y="8064"/>
                  </a:lnTo>
                  <a:lnTo>
                    <a:pt x="1818480" y="7564"/>
                  </a:lnTo>
                  <a:lnTo>
                    <a:pt x="1847606" y="7077"/>
                  </a:lnTo>
                  <a:lnTo>
                    <a:pt x="1875976" y="6603"/>
                  </a:lnTo>
                  <a:lnTo>
                    <a:pt x="1903628" y="6141"/>
                  </a:lnTo>
                  <a:lnTo>
                    <a:pt x="1930596" y="5690"/>
                  </a:lnTo>
                  <a:lnTo>
                    <a:pt x="1956915" y="5250"/>
                  </a:lnTo>
                  <a:lnTo>
                    <a:pt x="1982614" y="4821"/>
                  </a:lnTo>
                  <a:lnTo>
                    <a:pt x="2007723" y="4401"/>
                  </a:lnTo>
                  <a:lnTo>
                    <a:pt x="2032267" y="3991"/>
                  </a:lnTo>
                  <a:lnTo>
                    <a:pt x="2056272" y="3590"/>
                  </a:lnTo>
                  <a:lnTo>
                    <a:pt x="2079761" y="3197"/>
                  </a:lnTo>
                  <a:lnTo>
                    <a:pt x="2102755" y="2813"/>
                  </a:lnTo>
                  <a:lnTo>
                    <a:pt x="2125275" y="2437"/>
                  </a:lnTo>
                  <a:lnTo>
                    <a:pt x="2147340" y="2068"/>
                  </a:lnTo>
                  <a:lnTo>
                    <a:pt x="2168967" y="1707"/>
                  </a:lnTo>
                  <a:lnTo>
                    <a:pt x="2190175" y="1352"/>
                  </a:lnTo>
                  <a:lnTo>
                    <a:pt x="2210979" y="1004"/>
                  </a:lnTo>
                  <a:lnTo>
                    <a:pt x="2231394" y="663"/>
                  </a:lnTo>
                  <a:lnTo>
                    <a:pt x="2251435" y="328"/>
                  </a:lnTo>
                  <a:lnTo>
                    <a:pt x="2271114" y="0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90" name="pl589"/>
            <p:cNvSpPr/>
            <p:nvPr/>
          </p:nvSpPr>
          <p:spPr>
            <a:xfrm>
              <a:off x="4395790" y="5228729"/>
              <a:ext cx="2271114" cy="269881"/>
            </a:xfrm>
            <a:custGeom>
              <a:avLst/>
              <a:pathLst>
                <a:path w="2271114" h="269881">
                  <a:moveTo>
                    <a:pt x="0" y="269881"/>
                  </a:moveTo>
                  <a:lnTo>
                    <a:pt x="145839" y="252550"/>
                  </a:lnTo>
                  <a:lnTo>
                    <a:pt x="274479" y="237264"/>
                  </a:lnTo>
                  <a:lnTo>
                    <a:pt x="389551" y="223589"/>
                  </a:lnTo>
                  <a:lnTo>
                    <a:pt x="493647" y="211220"/>
                  </a:lnTo>
                  <a:lnTo>
                    <a:pt x="588678" y="199927"/>
                  </a:lnTo>
                  <a:lnTo>
                    <a:pt x="676099" y="189538"/>
                  </a:lnTo>
                  <a:lnTo>
                    <a:pt x="757038" y="179920"/>
                  </a:lnTo>
                  <a:lnTo>
                    <a:pt x="832390" y="170966"/>
                  </a:lnTo>
                  <a:lnTo>
                    <a:pt x="902877" y="162590"/>
                  </a:lnTo>
                  <a:lnTo>
                    <a:pt x="969090" y="154722"/>
                  </a:lnTo>
                  <a:lnTo>
                    <a:pt x="1031517" y="147303"/>
                  </a:lnTo>
                  <a:lnTo>
                    <a:pt x="1090568" y="140286"/>
                  </a:lnTo>
                  <a:lnTo>
                    <a:pt x="1146589" y="133629"/>
                  </a:lnTo>
                  <a:lnTo>
                    <a:pt x="1199877" y="127297"/>
                  </a:lnTo>
                  <a:lnTo>
                    <a:pt x="1250685" y="121259"/>
                  </a:lnTo>
                  <a:lnTo>
                    <a:pt x="1299234" y="115490"/>
                  </a:lnTo>
                  <a:lnTo>
                    <a:pt x="1345716" y="109966"/>
                  </a:lnTo>
                  <a:lnTo>
                    <a:pt x="1390301" y="104668"/>
                  </a:lnTo>
                  <a:lnTo>
                    <a:pt x="1433137" y="99578"/>
                  </a:lnTo>
                  <a:lnTo>
                    <a:pt x="1474356" y="94680"/>
                  </a:lnTo>
                  <a:lnTo>
                    <a:pt x="1514076" y="89960"/>
                  </a:lnTo>
                  <a:lnTo>
                    <a:pt x="1552402" y="85406"/>
                  </a:lnTo>
                  <a:lnTo>
                    <a:pt x="1589428" y="81006"/>
                  </a:lnTo>
                  <a:lnTo>
                    <a:pt x="1625241" y="76750"/>
                  </a:lnTo>
                  <a:lnTo>
                    <a:pt x="1659916" y="72629"/>
                  </a:lnTo>
                  <a:lnTo>
                    <a:pt x="1693524" y="68636"/>
                  </a:lnTo>
                  <a:lnTo>
                    <a:pt x="1726128" y="64761"/>
                  </a:lnTo>
                  <a:lnTo>
                    <a:pt x="1757788" y="60999"/>
                  </a:lnTo>
                  <a:lnTo>
                    <a:pt x="1788555" y="57343"/>
                  </a:lnTo>
                  <a:lnTo>
                    <a:pt x="1818480" y="53787"/>
                  </a:lnTo>
                  <a:lnTo>
                    <a:pt x="1847606" y="50326"/>
                  </a:lnTo>
                  <a:lnTo>
                    <a:pt x="1875976" y="46955"/>
                  </a:lnTo>
                  <a:lnTo>
                    <a:pt x="1903628" y="43669"/>
                  </a:lnTo>
                  <a:lnTo>
                    <a:pt x="1930596" y="40464"/>
                  </a:lnTo>
                  <a:lnTo>
                    <a:pt x="1956915" y="37336"/>
                  </a:lnTo>
                  <a:lnTo>
                    <a:pt x="1982614" y="34283"/>
                  </a:lnTo>
                  <a:lnTo>
                    <a:pt x="2007723" y="31299"/>
                  </a:lnTo>
                  <a:lnTo>
                    <a:pt x="2032267" y="28382"/>
                  </a:lnTo>
                  <a:lnTo>
                    <a:pt x="2056272" y="25530"/>
                  </a:lnTo>
                  <a:lnTo>
                    <a:pt x="2079761" y="22738"/>
                  </a:lnTo>
                  <a:lnTo>
                    <a:pt x="2102755" y="20006"/>
                  </a:lnTo>
                  <a:lnTo>
                    <a:pt x="2125275" y="17330"/>
                  </a:lnTo>
                  <a:lnTo>
                    <a:pt x="2147340" y="14708"/>
                  </a:lnTo>
                  <a:lnTo>
                    <a:pt x="2168967" y="12138"/>
                  </a:lnTo>
                  <a:lnTo>
                    <a:pt x="2190175" y="9618"/>
                  </a:lnTo>
                  <a:lnTo>
                    <a:pt x="2210979" y="7145"/>
                  </a:lnTo>
                  <a:lnTo>
                    <a:pt x="2231394" y="4719"/>
                  </a:lnTo>
                  <a:lnTo>
                    <a:pt x="2251435" y="2338"/>
                  </a:lnTo>
                  <a:lnTo>
                    <a:pt x="2271114" y="0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91" name="pl590"/>
            <p:cNvSpPr/>
            <p:nvPr/>
          </p:nvSpPr>
          <p:spPr>
            <a:xfrm>
              <a:off x="4395790" y="5237241"/>
              <a:ext cx="2271114" cy="177942"/>
            </a:xfrm>
            <a:custGeom>
              <a:avLst/>
              <a:pathLst>
                <a:path w="2271114" h="177942">
                  <a:moveTo>
                    <a:pt x="0" y="0"/>
                  </a:moveTo>
                  <a:lnTo>
                    <a:pt x="145839" y="11426"/>
                  </a:lnTo>
                  <a:lnTo>
                    <a:pt x="274479" y="21505"/>
                  </a:lnTo>
                  <a:lnTo>
                    <a:pt x="389551" y="30521"/>
                  </a:lnTo>
                  <a:lnTo>
                    <a:pt x="493647" y="38677"/>
                  </a:lnTo>
                  <a:lnTo>
                    <a:pt x="588678" y="46123"/>
                  </a:lnTo>
                  <a:lnTo>
                    <a:pt x="676099" y="52972"/>
                  </a:lnTo>
                  <a:lnTo>
                    <a:pt x="757038" y="59314"/>
                  </a:lnTo>
                  <a:lnTo>
                    <a:pt x="832390" y="65217"/>
                  </a:lnTo>
                  <a:lnTo>
                    <a:pt x="902877" y="70740"/>
                  </a:lnTo>
                  <a:lnTo>
                    <a:pt x="969090" y="75928"/>
                  </a:lnTo>
                  <a:lnTo>
                    <a:pt x="1031517" y="80819"/>
                  </a:lnTo>
                  <a:lnTo>
                    <a:pt x="1090568" y="85446"/>
                  </a:lnTo>
                  <a:lnTo>
                    <a:pt x="1146589" y="89835"/>
                  </a:lnTo>
                  <a:lnTo>
                    <a:pt x="1199877" y="94010"/>
                  </a:lnTo>
                  <a:lnTo>
                    <a:pt x="1250685" y="97991"/>
                  </a:lnTo>
                  <a:lnTo>
                    <a:pt x="1299234" y="101795"/>
                  </a:lnTo>
                  <a:lnTo>
                    <a:pt x="1345716" y="105437"/>
                  </a:lnTo>
                  <a:lnTo>
                    <a:pt x="1390301" y="108930"/>
                  </a:lnTo>
                  <a:lnTo>
                    <a:pt x="1433137" y="112286"/>
                  </a:lnTo>
                  <a:lnTo>
                    <a:pt x="1474356" y="115516"/>
                  </a:lnTo>
                  <a:lnTo>
                    <a:pt x="1514076" y="118628"/>
                  </a:lnTo>
                  <a:lnTo>
                    <a:pt x="1552402" y="121630"/>
                  </a:lnTo>
                  <a:lnTo>
                    <a:pt x="1589428" y="124531"/>
                  </a:lnTo>
                  <a:lnTo>
                    <a:pt x="1625241" y="127337"/>
                  </a:lnTo>
                  <a:lnTo>
                    <a:pt x="1659916" y="130054"/>
                  </a:lnTo>
                  <a:lnTo>
                    <a:pt x="1693524" y="132687"/>
                  </a:lnTo>
                  <a:lnTo>
                    <a:pt x="1726128" y="135242"/>
                  </a:lnTo>
                  <a:lnTo>
                    <a:pt x="1757788" y="137722"/>
                  </a:lnTo>
                  <a:lnTo>
                    <a:pt x="1788555" y="140133"/>
                  </a:lnTo>
                  <a:lnTo>
                    <a:pt x="1818480" y="142478"/>
                  </a:lnTo>
                  <a:lnTo>
                    <a:pt x="1847606" y="144760"/>
                  </a:lnTo>
                  <a:lnTo>
                    <a:pt x="1875976" y="146982"/>
                  </a:lnTo>
                  <a:lnTo>
                    <a:pt x="1903628" y="149149"/>
                  </a:lnTo>
                  <a:lnTo>
                    <a:pt x="1930596" y="151262"/>
                  </a:lnTo>
                  <a:lnTo>
                    <a:pt x="1956915" y="153324"/>
                  </a:lnTo>
                  <a:lnTo>
                    <a:pt x="1982614" y="155338"/>
                  </a:lnTo>
                  <a:lnTo>
                    <a:pt x="2007723" y="157305"/>
                  </a:lnTo>
                  <a:lnTo>
                    <a:pt x="2032267" y="159228"/>
                  </a:lnTo>
                  <a:lnTo>
                    <a:pt x="2056272" y="161109"/>
                  </a:lnTo>
                  <a:lnTo>
                    <a:pt x="2079761" y="162949"/>
                  </a:lnTo>
                  <a:lnTo>
                    <a:pt x="2102755" y="164751"/>
                  </a:lnTo>
                  <a:lnTo>
                    <a:pt x="2125275" y="166515"/>
                  </a:lnTo>
                  <a:lnTo>
                    <a:pt x="2147340" y="168244"/>
                  </a:lnTo>
                  <a:lnTo>
                    <a:pt x="2168967" y="169938"/>
                  </a:lnTo>
                  <a:lnTo>
                    <a:pt x="2190175" y="171600"/>
                  </a:lnTo>
                  <a:lnTo>
                    <a:pt x="2210979" y="173230"/>
                  </a:lnTo>
                  <a:lnTo>
                    <a:pt x="2231394" y="174830"/>
                  </a:lnTo>
                  <a:lnTo>
                    <a:pt x="2251435" y="176400"/>
                  </a:lnTo>
                  <a:lnTo>
                    <a:pt x="2271114" y="177942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92" name="rc591"/>
            <p:cNvSpPr/>
            <p:nvPr/>
          </p:nvSpPr>
          <p:spPr>
            <a:xfrm>
              <a:off x="4262365" y="4616522"/>
              <a:ext cx="2575919" cy="120667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93" name="pl592"/>
            <p:cNvSpPr/>
            <p:nvPr/>
          </p:nvSpPr>
          <p:spPr>
            <a:xfrm>
              <a:off x="4262365" y="4616522"/>
              <a:ext cx="0" cy="1206674"/>
            </a:xfrm>
            <a:custGeom>
              <a:avLst/>
              <a:pathLst>
                <a:path w="0" h="1206674">
                  <a:moveTo>
                    <a:pt x="0" y="1206674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l593"/>
            <p:cNvSpPr/>
            <p:nvPr/>
          </p:nvSpPr>
          <p:spPr>
            <a:xfrm>
              <a:off x="4233897" y="5750539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l594"/>
            <p:cNvSpPr/>
            <p:nvPr/>
          </p:nvSpPr>
          <p:spPr>
            <a:xfrm>
              <a:off x="4233897" y="5510384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l595"/>
            <p:cNvSpPr/>
            <p:nvPr/>
          </p:nvSpPr>
          <p:spPr>
            <a:xfrm>
              <a:off x="4233897" y="5270228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l596"/>
            <p:cNvSpPr/>
            <p:nvPr/>
          </p:nvSpPr>
          <p:spPr>
            <a:xfrm>
              <a:off x="4233897" y="5030073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l597"/>
            <p:cNvSpPr/>
            <p:nvPr/>
          </p:nvSpPr>
          <p:spPr>
            <a:xfrm>
              <a:off x="4233897" y="4789917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l598"/>
            <p:cNvSpPr/>
            <p:nvPr/>
          </p:nvSpPr>
          <p:spPr>
            <a:xfrm>
              <a:off x="4262365" y="5823197"/>
              <a:ext cx="2575919" cy="0"/>
            </a:xfrm>
            <a:custGeom>
              <a:avLst/>
              <a:pathLst>
                <a:path w="2575919" h="0">
                  <a:moveTo>
                    <a:pt x="0" y="0"/>
                  </a:moveTo>
                  <a:lnTo>
                    <a:pt x="2575919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l599"/>
            <p:cNvSpPr/>
            <p:nvPr/>
          </p:nvSpPr>
          <p:spPr>
            <a:xfrm>
              <a:off x="4395790" y="582319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l600"/>
            <p:cNvSpPr/>
            <p:nvPr/>
          </p:nvSpPr>
          <p:spPr>
            <a:xfrm>
              <a:off x="5152828" y="582319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l601"/>
            <p:cNvSpPr/>
            <p:nvPr/>
          </p:nvSpPr>
          <p:spPr>
            <a:xfrm>
              <a:off x="5909867" y="582319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l602"/>
            <p:cNvSpPr/>
            <p:nvPr/>
          </p:nvSpPr>
          <p:spPr>
            <a:xfrm>
              <a:off x="6666905" y="582319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tx603"/>
            <p:cNvSpPr/>
            <p:nvPr/>
          </p:nvSpPr>
          <p:spPr>
            <a:xfrm>
              <a:off x="4367535" y="5874440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605" name="tx604"/>
            <p:cNvSpPr/>
            <p:nvPr/>
          </p:nvSpPr>
          <p:spPr>
            <a:xfrm>
              <a:off x="5124573" y="5874440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606" name="tx605"/>
            <p:cNvSpPr/>
            <p:nvPr/>
          </p:nvSpPr>
          <p:spPr>
            <a:xfrm>
              <a:off x="5881612" y="5874440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607" name="tx606"/>
            <p:cNvSpPr/>
            <p:nvPr/>
          </p:nvSpPr>
          <p:spPr>
            <a:xfrm>
              <a:off x="6638650" y="5874440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608" name="tx607"/>
            <p:cNvSpPr/>
            <p:nvPr/>
          </p:nvSpPr>
          <p:spPr>
            <a:xfrm>
              <a:off x="5289264" y="6032076"/>
              <a:ext cx="52212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609" name="tx608"/>
            <p:cNvSpPr/>
            <p:nvPr/>
          </p:nvSpPr>
          <p:spPr>
            <a:xfrm>
              <a:off x="4262365" y="4439982"/>
              <a:ext cx="854049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(f) Below_PC2</a:t>
              </a:r>
            </a:p>
          </p:txBody>
        </p:sp>
        <p:sp>
          <p:nvSpPr>
            <p:cNvPr id="610" name="rc609"/>
            <p:cNvSpPr/>
            <p:nvPr/>
          </p:nvSpPr>
          <p:spPr>
            <a:xfrm>
              <a:off x="3040122" y="6256787"/>
              <a:ext cx="2162967" cy="58149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1" name="tx610"/>
            <p:cNvSpPr/>
            <p:nvPr/>
          </p:nvSpPr>
          <p:spPr>
            <a:xfrm>
              <a:off x="3905579" y="6269452"/>
              <a:ext cx="432054" cy="822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Species</a:t>
              </a:r>
            </a:p>
          </p:txBody>
        </p:sp>
        <p:sp>
          <p:nvSpPr>
            <p:cNvPr id="612" name="rc611"/>
            <p:cNvSpPr/>
            <p:nvPr/>
          </p:nvSpPr>
          <p:spPr>
            <a:xfrm>
              <a:off x="3040122" y="6421348"/>
              <a:ext cx="179999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3" name="pt612"/>
            <p:cNvSpPr/>
            <p:nvPr/>
          </p:nvSpPr>
          <p:spPr>
            <a:xfrm>
              <a:off x="3102049" y="6483275"/>
              <a:ext cx="56145" cy="5614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14" name="pl613"/>
            <p:cNvSpPr/>
            <p:nvPr/>
          </p:nvSpPr>
          <p:spPr>
            <a:xfrm>
              <a:off x="3058122" y="6511348"/>
              <a:ext cx="144000" cy="0"/>
            </a:xfrm>
            <a:custGeom>
              <a:avLst/>
              <a:pathLst>
                <a:path w="144000" h="0">
                  <a:moveTo>
                    <a:pt x="0" y="0"/>
                  </a:moveTo>
                  <a:lnTo>
                    <a:pt x="144000" y="0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rc614"/>
            <p:cNvSpPr/>
            <p:nvPr/>
          </p:nvSpPr>
          <p:spPr>
            <a:xfrm>
              <a:off x="3040122" y="6658285"/>
              <a:ext cx="179999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6" name="pt615"/>
            <p:cNvSpPr/>
            <p:nvPr/>
          </p:nvSpPr>
          <p:spPr>
            <a:xfrm>
              <a:off x="3102049" y="6720212"/>
              <a:ext cx="56145" cy="5614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17" name="pl616"/>
            <p:cNvSpPr/>
            <p:nvPr/>
          </p:nvSpPr>
          <p:spPr>
            <a:xfrm>
              <a:off x="3058122" y="6748285"/>
              <a:ext cx="144000" cy="0"/>
            </a:xfrm>
            <a:custGeom>
              <a:avLst/>
              <a:pathLst>
                <a:path w="144000" h="0">
                  <a:moveTo>
                    <a:pt x="0" y="0"/>
                  </a:moveTo>
                  <a:lnTo>
                    <a:pt x="144000" y="0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rc617"/>
            <p:cNvSpPr/>
            <p:nvPr/>
          </p:nvSpPr>
          <p:spPr>
            <a:xfrm>
              <a:off x="3492003" y="6421348"/>
              <a:ext cx="179999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9" name="pt618"/>
            <p:cNvSpPr/>
            <p:nvPr/>
          </p:nvSpPr>
          <p:spPr>
            <a:xfrm>
              <a:off x="3553930" y="6483275"/>
              <a:ext cx="56145" cy="5614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0" name="pl619"/>
            <p:cNvSpPr/>
            <p:nvPr/>
          </p:nvSpPr>
          <p:spPr>
            <a:xfrm>
              <a:off x="3510003" y="6511348"/>
              <a:ext cx="144000" cy="0"/>
            </a:xfrm>
            <a:custGeom>
              <a:avLst/>
              <a:pathLst>
                <a:path w="144000" h="0">
                  <a:moveTo>
                    <a:pt x="0" y="0"/>
                  </a:moveTo>
                  <a:lnTo>
                    <a:pt x="144000" y="0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rc620"/>
            <p:cNvSpPr/>
            <p:nvPr/>
          </p:nvSpPr>
          <p:spPr>
            <a:xfrm>
              <a:off x="3492003" y="6658285"/>
              <a:ext cx="179999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22" name="pt621"/>
            <p:cNvSpPr/>
            <p:nvPr/>
          </p:nvSpPr>
          <p:spPr>
            <a:xfrm>
              <a:off x="3553930" y="6720212"/>
              <a:ext cx="56145" cy="5614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3" name="pl622"/>
            <p:cNvSpPr/>
            <p:nvPr/>
          </p:nvSpPr>
          <p:spPr>
            <a:xfrm>
              <a:off x="3510003" y="6748285"/>
              <a:ext cx="144000" cy="0"/>
            </a:xfrm>
            <a:custGeom>
              <a:avLst/>
              <a:pathLst>
                <a:path w="144000" h="0">
                  <a:moveTo>
                    <a:pt x="0" y="0"/>
                  </a:moveTo>
                  <a:lnTo>
                    <a:pt x="144000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rc623"/>
            <p:cNvSpPr/>
            <p:nvPr/>
          </p:nvSpPr>
          <p:spPr>
            <a:xfrm>
              <a:off x="3938215" y="6421348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25" name="pt624"/>
            <p:cNvSpPr/>
            <p:nvPr/>
          </p:nvSpPr>
          <p:spPr>
            <a:xfrm>
              <a:off x="4000142" y="6483275"/>
              <a:ext cx="56145" cy="5614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6" name="pl625"/>
            <p:cNvSpPr/>
            <p:nvPr/>
          </p:nvSpPr>
          <p:spPr>
            <a:xfrm>
              <a:off x="3956215" y="6511348"/>
              <a:ext cx="144000" cy="0"/>
            </a:xfrm>
            <a:custGeom>
              <a:avLst/>
              <a:pathLst>
                <a:path w="144000" h="0">
                  <a:moveTo>
                    <a:pt x="0" y="0"/>
                  </a:moveTo>
                  <a:lnTo>
                    <a:pt x="144000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rc626"/>
            <p:cNvSpPr/>
            <p:nvPr/>
          </p:nvSpPr>
          <p:spPr>
            <a:xfrm>
              <a:off x="3938215" y="6658285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28" name="pt627"/>
            <p:cNvSpPr/>
            <p:nvPr/>
          </p:nvSpPr>
          <p:spPr>
            <a:xfrm>
              <a:off x="4000142" y="6720212"/>
              <a:ext cx="56145" cy="5614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9" name="pl628"/>
            <p:cNvSpPr/>
            <p:nvPr/>
          </p:nvSpPr>
          <p:spPr>
            <a:xfrm>
              <a:off x="3956215" y="6748285"/>
              <a:ext cx="144000" cy="0"/>
            </a:xfrm>
            <a:custGeom>
              <a:avLst/>
              <a:pathLst>
                <a:path w="144000" h="0">
                  <a:moveTo>
                    <a:pt x="0" y="0"/>
                  </a:moveTo>
                  <a:lnTo>
                    <a:pt x="144000" y="0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rc629"/>
            <p:cNvSpPr/>
            <p:nvPr/>
          </p:nvSpPr>
          <p:spPr>
            <a:xfrm>
              <a:off x="4373180" y="6421348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31" name="pt630"/>
            <p:cNvSpPr/>
            <p:nvPr/>
          </p:nvSpPr>
          <p:spPr>
            <a:xfrm>
              <a:off x="4435107" y="6483275"/>
              <a:ext cx="56145" cy="5614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2" name="pl631"/>
            <p:cNvSpPr/>
            <p:nvPr/>
          </p:nvSpPr>
          <p:spPr>
            <a:xfrm>
              <a:off x="4391180" y="6511348"/>
              <a:ext cx="143999" cy="0"/>
            </a:xfrm>
            <a:custGeom>
              <a:avLst/>
              <a:pathLst>
                <a:path w="143999" h="0">
                  <a:moveTo>
                    <a:pt x="0" y="0"/>
                  </a:moveTo>
                  <a:lnTo>
                    <a:pt x="143999" y="0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rc632"/>
            <p:cNvSpPr/>
            <p:nvPr/>
          </p:nvSpPr>
          <p:spPr>
            <a:xfrm>
              <a:off x="4373180" y="6658285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34" name="pt633"/>
            <p:cNvSpPr/>
            <p:nvPr/>
          </p:nvSpPr>
          <p:spPr>
            <a:xfrm>
              <a:off x="4435107" y="6720212"/>
              <a:ext cx="56145" cy="5614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5" name="pl634"/>
            <p:cNvSpPr/>
            <p:nvPr/>
          </p:nvSpPr>
          <p:spPr>
            <a:xfrm>
              <a:off x="4391180" y="6748285"/>
              <a:ext cx="143999" cy="0"/>
            </a:xfrm>
            <a:custGeom>
              <a:avLst/>
              <a:pathLst>
                <a:path w="143999" h="0">
                  <a:moveTo>
                    <a:pt x="0" y="0"/>
                  </a:moveTo>
                  <a:lnTo>
                    <a:pt x="143999" y="0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rc635"/>
            <p:cNvSpPr/>
            <p:nvPr/>
          </p:nvSpPr>
          <p:spPr>
            <a:xfrm>
              <a:off x="4819392" y="6421348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37" name="pt636"/>
            <p:cNvSpPr/>
            <p:nvPr/>
          </p:nvSpPr>
          <p:spPr>
            <a:xfrm>
              <a:off x="4881319" y="6483275"/>
              <a:ext cx="56145" cy="5614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8" name="pl637"/>
            <p:cNvSpPr/>
            <p:nvPr/>
          </p:nvSpPr>
          <p:spPr>
            <a:xfrm>
              <a:off x="4837392" y="6511348"/>
              <a:ext cx="143999" cy="0"/>
            </a:xfrm>
            <a:custGeom>
              <a:avLst/>
              <a:pathLst>
                <a:path w="143999" h="0">
                  <a:moveTo>
                    <a:pt x="0" y="0"/>
                  </a:moveTo>
                  <a:lnTo>
                    <a:pt x="143999" y="0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rc638"/>
            <p:cNvSpPr/>
            <p:nvPr/>
          </p:nvSpPr>
          <p:spPr>
            <a:xfrm>
              <a:off x="4819392" y="6658285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0" name="pt639"/>
            <p:cNvSpPr/>
            <p:nvPr/>
          </p:nvSpPr>
          <p:spPr>
            <a:xfrm>
              <a:off x="4881319" y="6720212"/>
              <a:ext cx="56145" cy="5614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41" name="pl640"/>
            <p:cNvSpPr/>
            <p:nvPr/>
          </p:nvSpPr>
          <p:spPr>
            <a:xfrm>
              <a:off x="4837392" y="6748285"/>
              <a:ext cx="143999" cy="0"/>
            </a:xfrm>
            <a:custGeom>
              <a:avLst/>
              <a:pathLst>
                <a:path w="143999" h="0">
                  <a:moveTo>
                    <a:pt x="0" y="0"/>
                  </a:moveTo>
                  <a:lnTo>
                    <a:pt x="143999" y="0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tx641"/>
            <p:cNvSpPr/>
            <p:nvPr/>
          </p:nvSpPr>
          <p:spPr>
            <a:xfrm>
              <a:off x="3277058" y="6474910"/>
              <a:ext cx="15233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CG</a:t>
              </a:r>
            </a:p>
          </p:txBody>
        </p:sp>
        <p:sp>
          <p:nvSpPr>
            <p:cNvPr id="643" name="tx642"/>
            <p:cNvSpPr/>
            <p:nvPr/>
          </p:nvSpPr>
          <p:spPr>
            <a:xfrm>
              <a:off x="3277058" y="6711846"/>
              <a:ext cx="158008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CM</a:t>
              </a:r>
            </a:p>
          </p:txBody>
        </p:sp>
        <p:sp>
          <p:nvSpPr>
            <p:cNvPr id="644" name="tx643"/>
            <p:cNvSpPr/>
            <p:nvPr/>
          </p:nvSpPr>
          <p:spPr>
            <a:xfrm>
              <a:off x="3728939" y="6474910"/>
              <a:ext cx="14109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CS</a:t>
              </a:r>
            </a:p>
          </p:txBody>
        </p:sp>
        <p:sp>
          <p:nvSpPr>
            <p:cNvPr id="645" name="tx644"/>
            <p:cNvSpPr/>
            <p:nvPr/>
          </p:nvSpPr>
          <p:spPr>
            <a:xfrm>
              <a:off x="3728939" y="6711846"/>
              <a:ext cx="15233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</a:t>
              </a:r>
            </a:p>
          </p:txBody>
        </p:sp>
        <p:sp>
          <p:nvSpPr>
            <p:cNvPr id="646" name="tx645"/>
            <p:cNvSpPr/>
            <p:nvPr/>
          </p:nvSpPr>
          <p:spPr>
            <a:xfrm>
              <a:off x="4175151" y="6474910"/>
              <a:ext cx="14109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ED</a:t>
              </a:r>
            </a:p>
          </p:txBody>
        </p:sp>
        <p:sp>
          <p:nvSpPr>
            <p:cNvPr id="647" name="tx646"/>
            <p:cNvSpPr/>
            <p:nvPr/>
          </p:nvSpPr>
          <p:spPr>
            <a:xfrm>
              <a:off x="4175151" y="6711846"/>
              <a:ext cx="14109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HA</a:t>
              </a:r>
            </a:p>
          </p:txBody>
        </p:sp>
        <p:sp>
          <p:nvSpPr>
            <p:cNvPr id="648" name="tx647"/>
            <p:cNvSpPr/>
            <p:nvPr/>
          </p:nvSpPr>
          <p:spPr>
            <a:xfrm>
              <a:off x="4610116" y="6474910"/>
              <a:ext cx="12984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LH</a:t>
              </a:r>
            </a:p>
          </p:txBody>
        </p:sp>
        <p:sp>
          <p:nvSpPr>
            <p:cNvPr id="649" name="tx648"/>
            <p:cNvSpPr/>
            <p:nvPr/>
          </p:nvSpPr>
          <p:spPr>
            <a:xfrm>
              <a:off x="4610116" y="6711846"/>
              <a:ext cx="15233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QC</a:t>
              </a:r>
            </a:p>
          </p:txBody>
        </p:sp>
        <p:sp>
          <p:nvSpPr>
            <p:cNvPr id="650" name="tx649"/>
            <p:cNvSpPr/>
            <p:nvPr/>
          </p:nvSpPr>
          <p:spPr>
            <a:xfrm>
              <a:off x="5056328" y="6474910"/>
              <a:ext cx="14676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QS</a:t>
              </a:r>
            </a:p>
          </p:txBody>
        </p:sp>
        <p:sp>
          <p:nvSpPr>
            <p:cNvPr id="651" name="tx650"/>
            <p:cNvSpPr/>
            <p:nvPr/>
          </p:nvSpPr>
          <p:spPr>
            <a:xfrm>
              <a:off x="5056328" y="6711846"/>
              <a:ext cx="13551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jingyang</cp:lastModifiedBy>
  <cp:revision>3</cp:revision>
  <dcterms:created xsi:type="dcterms:W3CDTF">2017-02-13T16:18:36Z</dcterms:created>
  <dcterms:modified xsi:type="dcterms:W3CDTF">2026-07-20T11:12:26Z</dcterms:modified>
  <cp:category/>
</cp:coreProperties>
</file>