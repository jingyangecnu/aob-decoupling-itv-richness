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83989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3111200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111200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5238412"/>
              <a:ext cx="3765413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238412"/>
              <a:ext cx="3410608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43511" y="236754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59337" y="230626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76293" y="239863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27713" y="239609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716556" y="24187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93397" y="22892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15777" y="22170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44653" y="23818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70365" y="24447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66499" y="22714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69787" y="24521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27978" y="23966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528339" y="187002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609704" y="23263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21345" y="239128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632263" y="244717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527778" y="246971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535914" y="231915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40834" y="176045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30920" y="19234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30906" y="246148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24971" y="22843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628179" y="223541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538644" y="22440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578734" y="23852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564257" y="23328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518660" y="191638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87114" y="20355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485627" y="241670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451394" y="22269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491216" y="24276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534279" y="25063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489160" y="228435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430775" y="24074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520247" y="160993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485890" y="244736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496870" y="214802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546683" y="18574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466758" y="13806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539725" y="206074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452621" y="220527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87871" y="20832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8355" y="21826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498975" y="23152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450552" y="223933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537002" y="222671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495697" y="231393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487178" y="230485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400471" y="23199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429522" y="23179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371511" y="228008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390655" y="239987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425494" y="20772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354477" y="20928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351948" y="22821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429087" y="221635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332336" y="213888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409484" y="194343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74758" y="200119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394703" y="188255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412266" y="20839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400573" y="20271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451776" y="237248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415162" y="223096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383756" y="215088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428094" y="22036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377634" y="198051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421387" y="21786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391578" y="206246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362211" y="19666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392837" y="21106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365748" y="208454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707955" y="2221998"/>
              <a:ext cx="2710319" cy="193769"/>
            </a:xfrm>
            <a:custGeom>
              <a:avLst/>
              <a:pathLst>
                <a:path w="2710319" h="193769">
                  <a:moveTo>
                    <a:pt x="0" y="193769"/>
                  </a:moveTo>
                  <a:lnTo>
                    <a:pt x="174043" y="181326"/>
                  </a:lnTo>
                  <a:lnTo>
                    <a:pt x="327560" y="170351"/>
                  </a:lnTo>
                  <a:lnTo>
                    <a:pt x="464885" y="160533"/>
                  </a:lnTo>
                  <a:lnTo>
                    <a:pt x="589112" y="151652"/>
                  </a:lnTo>
                  <a:lnTo>
                    <a:pt x="702521" y="143544"/>
                  </a:lnTo>
                  <a:lnTo>
                    <a:pt x="806848" y="136085"/>
                  </a:lnTo>
                  <a:lnTo>
                    <a:pt x="903439" y="129179"/>
                  </a:lnTo>
                  <a:lnTo>
                    <a:pt x="993364" y="122750"/>
                  </a:lnTo>
                  <a:lnTo>
                    <a:pt x="1077483" y="116737"/>
                  </a:lnTo>
                  <a:lnTo>
                    <a:pt x="1156500" y="111087"/>
                  </a:lnTo>
                  <a:lnTo>
                    <a:pt x="1231000" y="105761"/>
                  </a:lnTo>
                  <a:lnTo>
                    <a:pt x="1301470" y="100723"/>
                  </a:lnTo>
                  <a:lnTo>
                    <a:pt x="1368325" y="95943"/>
                  </a:lnTo>
                  <a:lnTo>
                    <a:pt x="1431918" y="91397"/>
                  </a:lnTo>
                  <a:lnTo>
                    <a:pt x="1492552" y="87062"/>
                  </a:lnTo>
                  <a:lnTo>
                    <a:pt x="1550489" y="82920"/>
                  </a:lnTo>
                  <a:lnTo>
                    <a:pt x="1605961" y="78954"/>
                  </a:lnTo>
                  <a:lnTo>
                    <a:pt x="1659168" y="75150"/>
                  </a:lnTo>
                  <a:lnTo>
                    <a:pt x="1710288" y="71495"/>
                  </a:lnTo>
                  <a:lnTo>
                    <a:pt x="1759478" y="67978"/>
                  </a:lnTo>
                  <a:lnTo>
                    <a:pt x="1806879" y="64589"/>
                  </a:lnTo>
                  <a:lnTo>
                    <a:pt x="1852617" y="61320"/>
                  </a:lnTo>
                  <a:lnTo>
                    <a:pt x="1896804" y="58160"/>
                  </a:lnTo>
                  <a:lnTo>
                    <a:pt x="1939542" y="55105"/>
                  </a:lnTo>
                  <a:lnTo>
                    <a:pt x="1980923" y="52147"/>
                  </a:lnTo>
                  <a:lnTo>
                    <a:pt x="2021030" y="49279"/>
                  </a:lnTo>
                  <a:lnTo>
                    <a:pt x="2059940" y="46497"/>
                  </a:lnTo>
                  <a:lnTo>
                    <a:pt x="2097722" y="43796"/>
                  </a:lnTo>
                  <a:lnTo>
                    <a:pt x="2134440" y="41171"/>
                  </a:lnTo>
                  <a:lnTo>
                    <a:pt x="2170151" y="38618"/>
                  </a:lnTo>
                  <a:lnTo>
                    <a:pt x="2204910" y="36133"/>
                  </a:lnTo>
                  <a:lnTo>
                    <a:pt x="2238766" y="33712"/>
                  </a:lnTo>
                  <a:lnTo>
                    <a:pt x="2271765" y="31353"/>
                  </a:lnTo>
                  <a:lnTo>
                    <a:pt x="2303949" y="29052"/>
                  </a:lnTo>
                  <a:lnTo>
                    <a:pt x="2335358" y="26807"/>
                  </a:lnTo>
                  <a:lnTo>
                    <a:pt x="2366027" y="24614"/>
                  </a:lnTo>
                  <a:lnTo>
                    <a:pt x="2395991" y="22472"/>
                  </a:lnTo>
                  <a:lnTo>
                    <a:pt x="2425282" y="20378"/>
                  </a:lnTo>
                  <a:lnTo>
                    <a:pt x="2453929" y="18330"/>
                  </a:lnTo>
                  <a:lnTo>
                    <a:pt x="2481960" y="16326"/>
                  </a:lnTo>
                  <a:lnTo>
                    <a:pt x="2509401" y="14364"/>
                  </a:lnTo>
                  <a:lnTo>
                    <a:pt x="2536276" y="12442"/>
                  </a:lnTo>
                  <a:lnTo>
                    <a:pt x="2562608" y="10560"/>
                  </a:lnTo>
                  <a:lnTo>
                    <a:pt x="2588418" y="8715"/>
                  </a:lnTo>
                  <a:lnTo>
                    <a:pt x="2613728" y="6905"/>
                  </a:lnTo>
                  <a:lnTo>
                    <a:pt x="2638555" y="5130"/>
                  </a:lnTo>
                  <a:lnTo>
                    <a:pt x="2662918" y="3388"/>
                  </a:lnTo>
                  <a:lnTo>
                    <a:pt x="2686834" y="1679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707955" y="2169503"/>
              <a:ext cx="2710319" cy="277224"/>
            </a:xfrm>
            <a:custGeom>
              <a:avLst/>
              <a:pathLst>
                <a:path w="2710319" h="277224">
                  <a:moveTo>
                    <a:pt x="0" y="277224"/>
                  </a:moveTo>
                  <a:lnTo>
                    <a:pt x="174043" y="259422"/>
                  </a:lnTo>
                  <a:lnTo>
                    <a:pt x="327560" y="243720"/>
                  </a:lnTo>
                  <a:lnTo>
                    <a:pt x="464885" y="229673"/>
                  </a:lnTo>
                  <a:lnTo>
                    <a:pt x="589112" y="216967"/>
                  </a:lnTo>
                  <a:lnTo>
                    <a:pt x="702521" y="205367"/>
                  </a:lnTo>
                  <a:lnTo>
                    <a:pt x="806848" y="194696"/>
                  </a:lnTo>
                  <a:lnTo>
                    <a:pt x="903439" y="184816"/>
                  </a:lnTo>
                  <a:lnTo>
                    <a:pt x="993364" y="175618"/>
                  </a:lnTo>
                  <a:lnTo>
                    <a:pt x="1077483" y="167014"/>
                  </a:lnTo>
                  <a:lnTo>
                    <a:pt x="1156500" y="158932"/>
                  </a:lnTo>
                  <a:lnTo>
                    <a:pt x="1231000" y="151311"/>
                  </a:lnTo>
                  <a:lnTo>
                    <a:pt x="1301470" y="144103"/>
                  </a:lnTo>
                  <a:lnTo>
                    <a:pt x="1368325" y="137265"/>
                  </a:lnTo>
                  <a:lnTo>
                    <a:pt x="1431918" y="130761"/>
                  </a:lnTo>
                  <a:lnTo>
                    <a:pt x="1492552" y="124559"/>
                  </a:lnTo>
                  <a:lnTo>
                    <a:pt x="1550489" y="118633"/>
                  </a:lnTo>
                  <a:lnTo>
                    <a:pt x="1605961" y="112959"/>
                  </a:lnTo>
                  <a:lnTo>
                    <a:pt x="1659168" y="107516"/>
                  </a:lnTo>
                  <a:lnTo>
                    <a:pt x="1710288" y="102288"/>
                  </a:lnTo>
                  <a:lnTo>
                    <a:pt x="1759478" y="97256"/>
                  </a:lnTo>
                  <a:lnTo>
                    <a:pt x="1806879" y="92408"/>
                  </a:lnTo>
                  <a:lnTo>
                    <a:pt x="1852617" y="87729"/>
                  </a:lnTo>
                  <a:lnTo>
                    <a:pt x="1896804" y="83210"/>
                  </a:lnTo>
                  <a:lnTo>
                    <a:pt x="1939542" y="78838"/>
                  </a:lnTo>
                  <a:lnTo>
                    <a:pt x="1980923" y="74606"/>
                  </a:lnTo>
                  <a:lnTo>
                    <a:pt x="2021030" y="70503"/>
                  </a:lnTo>
                  <a:lnTo>
                    <a:pt x="2059940" y="66523"/>
                  </a:lnTo>
                  <a:lnTo>
                    <a:pt x="2097722" y="62659"/>
                  </a:lnTo>
                  <a:lnTo>
                    <a:pt x="2134440" y="58903"/>
                  </a:lnTo>
                  <a:lnTo>
                    <a:pt x="2170151" y="55251"/>
                  </a:lnTo>
                  <a:lnTo>
                    <a:pt x="2204910" y="51695"/>
                  </a:lnTo>
                  <a:lnTo>
                    <a:pt x="2238766" y="48232"/>
                  </a:lnTo>
                  <a:lnTo>
                    <a:pt x="2271765" y="44857"/>
                  </a:lnTo>
                  <a:lnTo>
                    <a:pt x="2303949" y="41565"/>
                  </a:lnTo>
                  <a:lnTo>
                    <a:pt x="2335358" y="38352"/>
                  </a:lnTo>
                  <a:lnTo>
                    <a:pt x="2366027" y="35215"/>
                  </a:lnTo>
                  <a:lnTo>
                    <a:pt x="2395991" y="32150"/>
                  </a:lnTo>
                  <a:lnTo>
                    <a:pt x="2425282" y="29154"/>
                  </a:lnTo>
                  <a:lnTo>
                    <a:pt x="2453929" y="26224"/>
                  </a:lnTo>
                  <a:lnTo>
                    <a:pt x="2481960" y="23357"/>
                  </a:lnTo>
                  <a:lnTo>
                    <a:pt x="2509401" y="20550"/>
                  </a:lnTo>
                  <a:lnTo>
                    <a:pt x="2536276" y="17801"/>
                  </a:lnTo>
                  <a:lnTo>
                    <a:pt x="2562608" y="15108"/>
                  </a:lnTo>
                  <a:lnTo>
                    <a:pt x="2588418" y="12468"/>
                  </a:lnTo>
                  <a:lnTo>
                    <a:pt x="2613728" y="9879"/>
                  </a:lnTo>
                  <a:lnTo>
                    <a:pt x="2638555" y="7340"/>
                  </a:lnTo>
                  <a:lnTo>
                    <a:pt x="2662918" y="4848"/>
                  </a:lnTo>
                  <a:lnTo>
                    <a:pt x="2686834" y="2402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707955" y="2351011"/>
              <a:ext cx="2710319" cy="97747"/>
            </a:xfrm>
            <a:custGeom>
              <a:avLst/>
              <a:pathLst>
                <a:path w="2710319" h="97747">
                  <a:moveTo>
                    <a:pt x="0" y="97747"/>
                  </a:moveTo>
                  <a:lnTo>
                    <a:pt x="174043" y="91470"/>
                  </a:lnTo>
                  <a:lnTo>
                    <a:pt x="327560" y="85933"/>
                  </a:lnTo>
                  <a:lnTo>
                    <a:pt x="464885" y="80981"/>
                  </a:lnTo>
                  <a:lnTo>
                    <a:pt x="589112" y="76500"/>
                  </a:lnTo>
                  <a:lnTo>
                    <a:pt x="702521" y="72410"/>
                  </a:lnTo>
                  <a:lnTo>
                    <a:pt x="806848" y="68648"/>
                  </a:lnTo>
                  <a:lnTo>
                    <a:pt x="903439" y="65164"/>
                  </a:lnTo>
                  <a:lnTo>
                    <a:pt x="993364" y="61921"/>
                  </a:lnTo>
                  <a:lnTo>
                    <a:pt x="1077483" y="58887"/>
                  </a:lnTo>
                  <a:lnTo>
                    <a:pt x="1156500" y="56038"/>
                  </a:lnTo>
                  <a:lnTo>
                    <a:pt x="1231000" y="53351"/>
                  </a:lnTo>
                  <a:lnTo>
                    <a:pt x="1301470" y="50809"/>
                  </a:lnTo>
                  <a:lnTo>
                    <a:pt x="1368325" y="48398"/>
                  </a:lnTo>
                  <a:lnTo>
                    <a:pt x="1431918" y="46105"/>
                  </a:lnTo>
                  <a:lnTo>
                    <a:pt x="1492552" y="43918"/>
                  </a:lnTo>
                  <a:lnTo>
                    <a:pt x="1550489" y="41829"/>
                  </a:lnTo>
                  <a:lnTo>
                    <a:pt x="1605961" y="39828"/>
                  </a:lnTo>
                  <a:lnTo>
                    <a:pt x="1659168" y="37909"/>
                  </a:lnTo>
                  <a:lnTo>
                    <a:pt x="1710288" y="36065"/>
                  </a:lnTo>
                  <a:lnTo>
                    <a:pt x="1759478" y="34291"/>
                  </a:lnTo>
                  <a:lnTo>
                    <a:pt x="1806879" y="32582"/>
                  </a:lnTo>
                  <a:lnTo>
                    <a:pt x="1852617" y="30932"/>
                  </a:lnTo>
                  <a:lnTo>
                    <a:pt x="1896804" y="29339"/>
                  </a:lnTo>
                  <a:lnTo>
                    <a:pt x="1939542" y="27797"/>
                  </a:lnTo>
                  <a:lnTo>
                    <a:pt x="1980923" y="26305"/>
                  </a:lnTo>
                  <a:lnTo>
                    <a:pt x="2021030" y="24859"/>
                  </a:lnTo>
                  <a:lnTo>
                    <a:pt x="2059940" y="23455"/>
                  </a:lnTo>
                  <a:lnTo>
                    <a:pt x="2097722" y="22093"/>
                  </a:lnTo>
                  <a:lnTo>
                    <a:pt x="2134440" y="20768"/>
                  </a:lnTo>
                  <a:lnTo>
                    <a:pt x="2170151" y="19481"/>
                  </a:lnTo>
                  <a:lnTo>
                    <a:pt x="2204910" y="18227"/>
                  </a:lnTo>
                  <a:lnTo>
                    <a:pt x="2238766" y="17006"/>
                  </a:lnTo>
                  <a:lnTo>
                    <a:pt x="2271765" y="15816"/>
                  </a:lnTo>
                  <a:lnTo>
                    <a:pt x="2303949" y="14655"/>
                  </a:lnTo>
                  <a:lnTo>
                    <a:pt x="2335358" y="13522"/>
                  </a:lnTo>
                  <a:lnTo>
                    <a:pt x="2366027" y="12416"/>
                  </a:lnTo>
                  <a:lnTo>
                    <a:pt x="2395991" y="11336"/>
                  </a:lnTo>
                  <a:lnTo>
                    <a:pt x="2425282" y="10279"/>
                  </a:lnTo>
                  <a:lnTo>
                    <a:pt x="2453929" y="9246"/>
                  </a:lnTo>
                  <a:lnTo>
                    <a:pt x="2481960" y="8235"/>
                  </a:lnTo>
                  <a:lnTo>
                    <a:pt x="2509401" y="7246"/>
                  </a:lnTo>
                  <a:lnTo>
                    <a:pt x="2536276" y="6276"/>
                  </a:lnTo>
                  <a:lnTo>
                    <a:pt x="2562608" y="5327"/>
                  </a:lnTo>
                  <a:lnTo>
                    <a:pt x="2588418" y="4396"/>
                  </a:lnTo>
                  <a:lnTo>
                    <a:pt x="2613728" y="3483"/>
                  </a:lnTo>
                  <a:lnTo>
                    <a:pt x="2638555" y="2588"/>
                  </a:lnTo>
                  <a:lnTo>
                    <a:pt x="2662918" y="1709"/>
                  </a:lnTo>
                  <a:lnTo>
                    <a:pt x="2686834" y="846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707955" y="2023836"/>
              <a:ext cx="2710319" cy="277124"/>
            </a:xfrm>
            <a:custGeom>
              <a:avLst/>
              <a:pathLst>
                <a:path w="2710319" h="277124">
                  <a:moveTo>
                    <a:pt x="0" y="277124"/>
                  </a:moveTo>
                  <a:lnTo>
                    <a:pt x="174043" y="259329"/>
                  </a:lnTo>
                  <a:lnTo>
                    <a:pt x="327560" y="243632"/>
                  </a:lnTo>
                  <a:lnTo>
                    <a:pt x="464885" y="229591"/>
                  </a:lnTo>
                  <a:lnTo>
                    <a:pt x="589112" y="216889"/>
                  </a:lnTo>
                  <a:lnTo>
                    <a:pt x="702521" y="205293"/>
                  </a:lnTo>
                  <a:lnTo>
                    <a:pt x="806848" y="194626"/>
                  </a:lnTo>
                  <a:lnTo>
                    <a:pt x="903439" y="184749"/>
                  </a:lnTo>
                  <a:lnTo>
                    <a:pt x="993364" y="175555"/>
                  </a:lnTo>
                  <a:lnTo>
                    <a:pt x="1077483" y="166954"/>
                  </a:lnTo>
                  <a:lnTo>
                    <a:pt x="1156500" y="158874"/>
                  </a:lnTo>
                  <a:lnTo>
                    <a:pt x="1231000" y="151257"/>
                  </a:lnTo>
                  <a:lnTo>
                    <a:pt x="1301470" y="144051"/>
                  </a:lnTo>
                  <a:lnTo>
                    <a:pt x="1368325" y="137216"/>
                  </a:lnTo>
                  <a:lnTo>
                    <a:pt x="1431918" y="130713"/>
                  </a:lnTo>
                  <a:lnTo>
                    <a:pt x="1492552" y="124514"/>
                  </a:lnTo>
                  <a:lnTo>
                    <a:pt x="1550489" y="118590"/>
                  </a:lnTo>
                  <a:lnTo>
                    <a:pt x="1605961" y="112918"/>
                  </a:lnTo>
                  <a:lnTo>
                    <a:pt x="1659168" y="107478"/>
                  </a:lnTo>
                  <a:lnTo>
                    <a:pt x="1710288" y="102251"/>
                  </a:lnTo>
                  <a:lnTo>
                    <a:pt x="1759478" y="97221"/>
                  </a:lnTo>
                  <a:lnTo>
                    <a:pt x="1806879" y="92374"/>
                  </a:lnTo>
                  <a:lnTo>
                    <a:pt x="1852617" y="87698"/>
                  </a:lnTo>
                  <a:lnTo>
                    <a:pt x="1896804" y="83180"/>
                  </a:lnTo>
                  <a:lnTo>
                    <a:pt x="1939542" y="78810"/>
                  </a:lnTo>
                  <a:lnTo>
                    <a:pt x="1980923" y="74579"/>
                  </a:lnTo>
                  <a:lnTo>
                    <a:pt x="2021030" y="70478"/>
                  </a:lnTo>
                  <a:lnTo>
                    <a:pt x="2059940" y="66499"/>
                  </a:lnTo>
                  <a:lnTo>
                    <a:pt x="2097722" y="62636"/>
                  </a:lnTo>
                  <a:lnTo>
                    <a:pt x="2134440" y="58882"/>
                  </a:lnTo>
                  <a:lnTo>
                    <a:pt x="2170151" y="55231"/>
                  </a:lnTo>
                  <a:lnTo>
                    <a:pt x="2204910" y="51677"/>
                  </a:lnTo>
                  <a:lnTo>
                    <a:pt x="2238766" y="48215"/>
                  </a:lnTo>
                  <a:lnTo>
                    <a:pt x="2271765" y="44841"/>
                  </a:lnTo>
                  <a:lnTo>
                    <a:pt x="2303949" y="41550"/>
                  </a:lnTo>
                  <a:lnTo>
                    <a:pt x="2335358" y="38339"/>
                  </a:lnTo>
                  <a:lnTo>
                    <a:pt x="2366027" y="35203"/>
                  </a:lnTo>
                  <a:lnTo>
                    <a:pt x="2395991" y="32139"/>
                  </a:lnTo>
                  <a:lnTo>
                    <a:pt x="2425282" y="29144"/>
                  </a:lnTo>
                  <a:lnTo>
                    <a:pt x="2453929" y="26215"/>
                  </a:lnTo>
                  <a:lnTo>
                    <a:pt x="2481960" y="23349"/>
                  </a:lnTo>
                  <a:lnTo>
                    <a:pt x="2509401" y="20543"/>
                  </a:lnTo>
                  <a:lnTo>
                    <a:pt x="2536276" y="17795"/>
                  </a:lnTo>
                  <a:lnTo>
                    <a:pt x="2562608" y="15103"/>
                  </a:lnTo>
                  <a:lnTo>
                    <a:pt x="2588418" y="12464"/>
                  </a:lnTo>
                  <a:lnTo>
                    <a:pt x="2613728" y="9876"/>
                  </a:lnTo>
                  <a:lnTo>
                    <a:pt x="2638555" y="7337"/>
                  </a:lnTo>
                  <a:lnTo>
                    <a:pt x="2662918" y="4846"/>
                  </a:lnTo>
                  <a:lnTo>
                    <a:pt x="2686834" y="2401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707955" y="2208524"/>
              <a:ext cx="2710319" cy="245385"/>
            </a:xfrm>
            <a:custGeom>
              <a:avLst/>
              <a:pathLst>
                <a:path w="2710319" h="245385">
                  <a:moveTo>
                    <a:pt x="0" y="245385"/>
                  </a:moveTo>
                  <a:lnTo>
                    <a:pt x="174043" y="229627"/>
                  </a:lnTo>
                  <a:lnTo>
                    <a:pt x="327560" y="215728"/>
                  </a:lnTo>
                  <a:lnTo>
                    <a:pt x="464885" y="203295"/>
                  </a:lnTo>
                  <a:lnTo>
                    <a:pt x="589112" y="192048"/>
                  </a:lnTo>
                  <a:lnTo>
                    <a:pt x="702521" y="181780"/>
                  </a:lnTo>
                  <a:lnTo>
                    <a:pt x="806848" y="172335"/>
                  </a:lnTo>
                  <a:lnTo>
                    <a:pt x="903439" y="163590"/>
                  </a:lnTo>
                  <a:lnTo>
                    <a:pt x="993364" y="155448"/>
                  </a:lnTo>
                  <a:lnTo>
                    <a:pt x="1077483" y="147832"/>
                  </a:lnTo>
                  <a:lnTo>
                    <a:pt x="1156500" y="140678"/>
                  </a:lnTo>
                  <a:lnTo>
                    <a:pt x="1231000" y="133933"/>
                  </a:lnTo>
                  <a:lnTo>
                    <a:pt x="1301470" y="127553"/>
                  </a:lnTo>
                  <a:lnTo>
                    <a:pt x="1368325" y="121500"/>
                  </a:lnTo>
                  <a:lnTo>
                    <a:pt x="1431918" y="115743"/>
                  </a:lnTo>
                  <a:lnTo>
                    <a:pt x="1492552" y="110253"/>
                  </a:lnTo>
                  <a:lnTo>
                    <a:pt x="1550489" y="105007"/>
                  </a:lnTo>
                  <a:lnTo>
                    <a:pt x="1605961" y="99985"/>
                  </a:lnTo>
                  <a:lnTo>
                    <a:pt x="1659168" y="95168"/>
                  </a:lnTo>
                  <a:lnTo>
                    <a:pt x="1710288" y="90540"/>
                  </a:lnTo>
                  <a:lnTo>
                    <a:pt x="1759478" y="86086"/>
                  </a:lnTo>
                  <a:lnTo>
                    <a:pt x="1806879" y="81795"/>
                  </a:lnTo>
                  <a:lnTo>
                    <a:pt x="1852617" y="77654"/>
                  </a:lnTo>
                  <a:lnTo>
                    <a:pt x="1896804" y="73653"/>
                  </a:lnTo>
                  <a:lnTo>
                    <a:pt x="1939542" y="69784"/>
                  </a:lnTo>
                  <a:lnTo>
                    <a:pt x="1980923" y="66037"/>
                  </a:lnTo>
                  <a:lnTo>
                    <a:pt x="2021030" y="62406"/>
                  </a:lnTo>
                  <a:lnTo>
                    <a:pt x="2059940" y="58883"/>
                  </a:lnTo>
                  <a:lnTo>
                    <a:pt x="2097722" y="55462"/>
                  </a:lnTo>
                  <a:lnTo>
                    <a:pt x="2134440" y="52138"/>
                  </a:lnTo>
                  <a:lnTo>
                    <a:pt x="2170151" y="48905"/>
                  </a:lnTo>
                  <a:lnTo>
                    <a:pt x="2204910" y="45758"/>
                  </a:lnTo>
                  <a:lnTo>
                    <a:pt x="2238766" y="42693"/>
                  </a:lnTo>
                  <a:lnTo>
                    <a:pt x="2271765" y="39705"/>
                  </a:lnTo>
                  <a:lnTo>
                    <a:pt x="2303949" y="36791"/>
                  </a:lnTo>
                  <a:lnTo>
                    <a:pt x="2335358" y="33948"/>
                  </a:lnTo>
                  <a:lnTo>
                    <a:pt x="2366027" y="31171"/>
                  </a:lnTo>
                  <a:lnTo>
                    <a:pt x="2395991" y="28458"/>
                  </a:lnTo>
                  <a:lnTo>
                    <a:pt x="2425282" y="25806"/>
                  </a:lnTo>
                  <a:lnTo>
                    <a:pt x="2453929" y="23212"/>
                  </a:lnTo>
                  <a:lnTo>
                    <a:pt x="2481960" y="20675"/>
                  </a:lnTo>
                  <a:lnTo>
                    <a:pt x="2509401" y="18190"/>
                  </a:lnTo>
                  <a:lnTo>
                    <a:pt x="2536276" y="15757"/>
                  </a:lnTo>
                  <a:lnTo>
                    <a:pt x="2562608" y="13373"/>
                  </a:lnTo>
                  <a:lnTo>
                    <a:pt x="2588418" y="11036"/>
                  </a:lnTo>
                  <a:lnTo>
                    <a:pt x="2613728" y="8745"/>
                  </a:lnTo>
                  <a:lnTo>
                    <a:pt x="2638555" y="6497"/>
                  </a:lnTo>
                  <a:lnTo>
                    <a:pt x="2662918" y="4291"/>
                  </a:lnTo>
                  <a:lnTo>
                    <a:pt x="2686834" y="2126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707955" y="1970917"/>
              <a:ext cx="2710319" cy="118824"/>
            </a:xfrm>
            <a:custGeom>
              <a:avLst/>
              <a:pathLst>
                <a:path w="2710319" h="118824">
                  <a:moveTo>
                    <a:pt x="0" y="118824"/>
                  </a:moveTo>
                  <a:lnTo>
                    <a:pt x="174043" y="111194"/>
                  </a:lnTo>
                  <a:lnTo>
                    <a:pt x="327560" y="104464"/>
                  </a:lnTo>
                  <a:lnTo>
                    <a:pt x="464885" y="98443"/>
                  </a:lnTo>
                  <a:lnTo>
                    <a:pt x="589112" y="92997"/>
                  </a:lnTo>
                  <a:lnTo>
                    <a:pt x="702521" y="88025"/>
                  </a:lnTo>
                  <a:lnTo>
                    <a:pt x="806848" y="83451"/>
                  </a:lnTo>
                  <a:lnTo>
                    <a:pt x="903439" y="79216"/>
                  </a:lnTo>
                  <a:lnTo>
                    <a:pt x="993364" y="75274"/>
                  </a:lnTo>
                  <a:lnTo>
                    <a:pt x="1077483" y="71586"/>
                  </a:lnTo>
                  <a:lnTo>
                    <a:pt x="1156500" y="68122"/>
                  </a:lnTo>
                  <a:lnTo>
                    <a:pt x="1231000" y="64855"/>
                  </a:lnTo>
                  <a:lnTo>
                    <a:pt x="1301470" y="61766"/>
                  </a:lnTo>
                  <a:lnTo>
                    <a:pt x="1368325" y="58835"/>
                  </a:lnTo>
                  <a:lnTo>
                    <a:pt x="1431918" y="56047"/>
                  </a:lnTo>
                  <a:lnTo>
                    <a:pt x="1492552" y="53388"/>
                  </a:lnTo>
                  <a:lnTo>
                    <a:pt x="1550489" y="50848"/>
                  </a:lnTo>
                  <a:lnTo>
                    <a:pt x="1605961" y="48416"/>
                  </a:lnTo>
                  <a:lnTo>
                    <a:pt x="1659168" y="46084"/>
                  </a:lnTo>
                  <a:lnTo>
                    <a:pt x="1710288" y="43843"/>
                  </a:lnTo>
                  <a:lnTo>
                    <a:pt x="1759478" y="41686"/>
                  </a:lnTo>
                  <a:lnTo>
                    <a:pt x="1806879" y="39608"/>
                  </a:lnTo>
                  <a:lnTo>
                    <a:pt x="1852617" y="37603"/>
                  </a:lnTo>
                  <a:lnTo>
                    <a:pt x="1896804" y="35665"/>
                  </a:lnTo>
                  <a:lnTo>
                    <a:pt x="1939542" y="33792"/>
                  </a:lnTo>
                  <a:lnTo>
                    <a:pt x="1980923" y="31977"/>
                  </a:lnTo>
                  <a:lnTo>
                    <a:pt x="2021030" y="30219"/>
                  </a:lnTo>
                  <a:lnTo>
                    <a:pt x="2059940" y="28513"/>
                  </a:lnTo>
                  <a:lnTo>
                    <a:pt x="2097722" y="26857"/>
                  </a:lnTo>
                  <a:lnTo>
                    <a:pt x="2134440" y="25247"/>
                  </a:lnTo>
                  <a:lnTo>
                    <a:pt x="2170151" y="23681"/>
                  </a:lnTo>
                  <a:lnTo>
                    <a:pt x="2204910" y="22157"/>
                  </a:lnTo>
                  <a:lnTo>
                    <a:pt x="2238766" y="20673"/>
                  </a:lnTo>
                  <a:lnTo>
                    <a:pt x="2271765" y="19226"/>
                  </a:lnTo>
                  <a:lnTo>
                    <a:pt x="2303949" y="17815"/>
                  </a:lnTo>
                  <a:lnTo>
                    <a:pt x="2335358" y="16438"/>
                  </a:lnTo>
                  <a:lnTo>
                    <a:pt x="2366027" y="15094"/>
                  </a:lnTo>
                  <a:lnTo>
                    <a:pt x="2395991" y="13780"/>
                  </a:lnTo>
                  <a:lnTo>
                    <a:pt x="2425282" y="12496"/>
                  </a:lnTo>
                  <a:lnTo>
                    <a:pt x="2453929" y="11240"/>
                  </a:lnTo>
                  <a:lnTo>
                    <a:pt x="2481960" y="10011"/>
                  </a:lnTo>
                  <a:lnTo>
                    <a:pt x="2509401" y="8808"/>
                  </a:lnTo>
                  <a:lnTo>
                    <a:pt x="2536276" y="7630"/>
                  </a:lnTo>
                  <a:lnTo>
                    <a:pt x="2562608" y="6475"/>
                  </a:lnTo>
                  <a:lnTo>
                    <a:pt x="2588418" y="5344"/>
                  </a:lnTo>
                  <a:lnTo>
                    <a:pt x="2613728" y="4234"/>
                  </a:lnTo>
                  <a:lnTo>
                    <a:pt x="2638555" y="3146"/>
                  </a:lnTo>
                  <a:lnTo>
                    <a:pt x="2662918" y="2078"/>
                  </a:lnTo>
                  <a:lnTo>
                    <a:pt x="2686834" y="1029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07955" y="2040484"/>
              <a:ext cx="2710319" cy="118075"/>
            </a:xfrm>
            <a:custGeom>
              <a:avLst/>
              <a:pathLst>
                <a:path w="2710319" h="118075">
                  <a:moveTo>
                    <a:pt x="0" y="118075"/>
                  </a:moveTo>
                  <a:lnTo>
                    <a:pt x="174043" y="110493"/>
                  </a:lnTo>
                  <a:lnTo>
                    <a:pt x="327560" y="103805"/>
                  </a:lnTo>
                  <a:lnTo>
                    <a:pt x="464885" y="97822"/>
                  </a:lnTo>
                  <a:lnTo>
                    <a:pt x="589112" y="92410"/>
                  </a:lnTo>
                  <a:lnTo>
                    <a:pt x="702521" y="87470"/>
                  </a:lnTo>
                  <a:lnTo>
                    <a:pt x="806848" y="82925"/>
                  </a:lnTo>
                  <a:lnTo>
                    <a:pt x="903439" y="78717"/>
                  </a:lnTo>
                  <a:lnTo>
                    <a:pt x="993364" y="74799"/>
                  </a:lnTo>
                  <a:lnTo>
                    <a:pt x="1077483" y="71134"/>
                  </a:lnTo>
                  <a:lnTo>
                    <a:pt x="1156500" y="67692"/>
                  </a:lnTo>
                  <a:lnTo>
                    <a:pt x="1231000" y="64446"/>
                  </a:lnTo>
                  <a:lnTo>
                    <a:pt x="1301470" y="61376"/>
                  </a:lnTo>
                  <a:lnTo>
                    <a:pt x="1368325" y="58464"/>
                  </a:lnTo>
                  <a:lnTo>
                    <a:pt x="1431918" y="55693"/>
                  </a:lnTo>
                  <a:lnTo>
                    <a:pt x="1492552" y="53052"/>
                  </a:lnTo>
                  <a:lnTo>
                    <a:pt x="1550489" y="50528"/>
                  </a:lnTo>
                  <a:lnTo>
                    <a:pt x="1605961" y="48111"/>
                  </a:lnTo>
                  <a:lnTo>
                    <a:pt x="1659168" y="45793"/>
                  </a:lnTo>
                  <a:lnTo>
                    <a:pt x="1710288" y="43566"/>
                  </a:lnTo>
                  <a:lnTo>
                    <a:pt x="1759478" y="41423"/>
                  </a:lnTo>
                  <a:lnTo>
                    <a:pt x="1806879" y="39358"/>
                  </a:lnTo>
                  <a:lnTo>
                    <a:pt x="1852617" y="37365"/>
                  </a:lnTo>
                  <a:lnTo>
                    <a:pt x="1896804" y="35440"/>
                  </a:lnTo>
                  <a:lnTo>
                    <a:pt x="1939542" y="33579"/>
                  </a:lnTo>
                  <a:lnTo>
                    <a:pt x="1980923" y="31776"/>
                  </a:lnTo>
                  <a:lnTo>
                    <a:pt x="2021030" y="30028"/>
                  </a:lnTo>
                  <a:lnTo>
                    <a:pt x="2059940" y="28333"/>
                  </a:lnTo>
                  <a:lnTo>
                    <a:pt x="2097722" y="26687"/>
                  </a:lnTo>
                  <a:lnTo>
                    <a:pt x="2134440" y="25088"/>
                  </a:lnTo>
                  <a:lnTo>
                    <a:pt x="2170151" y="23532"/>
                  </a:lnTo>
                  <a:lnTo>
                    <a:pt x="2204910" y="22018"/>
                  </a:lnTo>
                  <a:lnTo>
                    <a:pt x="2238766" y="20543"/>
                  </a:lnTo>
                  <a:lnTo>
                    <a:pt x="2271765" y="19105"/>
                  </a:lnTo>
                  <a:lnTo>
                    <a:pt x="2303949" y="17703"/>
                  </a:lnTo>
                  <a:lnTo>
                    <a:pt x="2335358" y="16335"/>
                  </a:lnTo>
                  <a:lnTo>
                    <a:pt x="2366027" y="14999"/>
                  </a:lnTo>
                  <a:lnTo>
                    <a:pt x="2395991" y="13693"/>
                  </a:lnTo>
                  <a:lnTo>
                    <a:pt x="2425282" y="12417"/>
                  </a:lnTo>
                  <a:lnTo>
                    <a:pt x="2453929" y="11169"/>
                  </a:lnTo>
                  <a:lnTo>
                    <a:pt x="2481960" y="9948"/>
                  </a:lnTo>
                  <a:lnTo>
                    <a:pt x="2509401" y="8753"/>
                  </a:lnTo>
                  <a:lnTo>
                    <a:pt x="2536276" y="7582"/>
                  </a:lnTo>
                  <a:lnTo>
                    <a:pt x="2562608" y="6435"/>
                  </a:lnTo>
                  <a:lnTo>
                    <a:pt x="2588418" y="5310"/>
                  </a:lnTo>
                  <a:lnTo>
                    <a:pt x="2613728" y="4208"/>
                  </a:lnTo>
                  <a:lnTo>
                    <a:pt x="2638555" y="3126"/>
                  </a:lnTo>
                  <a:lnTo>
                    <a:pt x="2662918" y="2065"/>
                  </a:lnTo>
                  <a:lnTo>
                    <a:pt x="2686834" y="1023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07955" y="2212825"/>
              <a:ext cx="2710319" cy="171597"/>
            </a:xfrm>
            <a:custGeom>
              <a:avLst/>
              <a:pathLst>
                <a:path w="2710319" h="171597">
                  <a:moveTo>
                    <a:pt x="0" y="171597"/>
                  </a:moveTo>
                  <a:lnTo>
                    <a:pt x="174043" y="160577"/>
                  </a:lnTo>
                  <a:lnTo>
                    <a:pt x="327560" y="150858"/>
                  </a:lnTo>
                  <a:lnTo>
                    <a:pt x="464885" y="142163"/>
                  </a:lnTo>
                  <a:lnTo>
                    <a:pt x="589112" y="134298"/>
                  </a:lnTo>
                  <a:lnTo>
                    <a:pt x="702521" y="127118"/>
                  </a:lnTo>
                  <a:lnTo>
                    <a:pt x="806848" y="120513"/>
                  </a:lnTo>
                  <a:lnTo>
                    <a:pt x="903439" y="114398"/>
                  </a:lnTo>
                  <a:lnTo>
                    <a:pt x="993364" y="108704"/>
                  </a:lnTo>
                  <a:lnTo>
                    <a:pt x="1077483" y="103378"/>
                  </a:lnTo>
                  <a:lnTo>
                    <a:pt x="1156500" y="98376"/>
                  </a:lnTo>
                  <a:lnTo>
                    <a:pt x="1231000" y="93659"/>
                  </a:lnTo>
                  <a:lnTo>
                    <a:pt x="1301470" y="89197"/>
                  </a:lnTo>
                  <a:lnTo>
                    <a:pt x="1368325" y="84964"/>
                  </a:lnTo>
                  <a:lnTo>
                    <a:pt x="1431918" y="80938"/>
                  </a:lnTo>
                  <a:lnTo>
                    <a:pt x="1492552" y="77099"/>
                  </a:lnTo>
                  <a:lnTo>
                    <a:pt x="1550489" y="73431"/>
                  </a:lnTo>
                  <a:lnTo>
                    <a:pt x="1605961" y="69919"/>
                  </a:lnTo>
                  <a:lnTo>
                    <a:pt x="1659168" y="66550"/>
                  </a:lnTo>
                  <a:lnTo>
                    <a:pt x="1710288" y="63314"/>
                  </a:lnTo>
                  <a:lnTo>
                    <a:pt x="1759478" y="60200"/>
                  </a:lnTo>
                  <a:lnTo>
                    <a:pt x="1806879" y="57199"/>
                  </a:lnTo>
                  <a:lnTo>
                    <a:pt x="1852617" y="54303"/>
                  </a:lnTo>
                  <a:lnTo>
                    <a:pt x="1896804" y="51505"/>
                  </a:lnTo>
                  <a:lnTo>
                    <a:pt x="1939542" y="48799"/>
                  </a:lnTo>
                  <a:lnTo>
                    <a:pt x="1980923" y="46179"/>
                  </a:lnTo>
                  <a:lnTo>
                    <a:pt x="2021030" y="43640"/>
                  </a:lnTo>
                  <a:lnTo>
                    <a:pt x="2059940" y="41177"/>
                  </a:lnTo>
                  <a:lnTo>
                    <a:pt x="2097722" y="38785"/>
                  </a:lnTo>
                  <a:lnTo>
                    <a:pt x="2134440" y="36460"/>
                  </a:lnTo>
                  <a:lnTo>
                    <a:pt x="2170151" y="34199"/>
                  </a:lnTo>
                  <a:lnTo>
                    <a:pt x="2204910" y="31998"/>
                  </a:lnTo>
                  <a:lnTo>
                    <a:pt x="2238766" y="29855"/>
                  </a:lnTo>
                  <a:lnTo>
                    <a:pt x="2271765" y="27765"/>
                  </a:lnTo>
                  <a:lnTo>
                    <a:pt x="2303949" y="25728"/>
                  </a:lnTo>
                  <a:lnTo>
                    <a:pt x="2335358" y="23739"/>
                  </a:lnTo>
                  <a:lnTo>
                    <a:pt x="2366027" y="21797"/>
                  </a:lnTo>
                  <a:lnTo>
                    <a:pt x="2395991" y="19900"/>
                  </a:lnTo>
                  <a:lnTo>
                    <a:pt x="2425282" y="18046"/>
                  </a:lnTo>
                  <a:lnTo>
                    <a:pt x="2453929" y="16232"/>
                  </a:lnTo>
                  <a:lnTo>
                    <a:pt x="2481960" y="14457"/>
                  </a:lnTo>
                  <a:lnTo>
                    <a:pt x="2509401" y="12720"/>
                  </a:lnTo>
                  <a:lnTo>
                    <a:pt x="2536276" y="11019"/>
                  </a:lnTo>
                  <a:lnTo>
                    <a:pt x="2562608" y="9351"/>
                  </a:lnTo>
                  <a:lnTo>
                    <a:pt x="2588418" y="7717"/>
                  </a:lnTo>
                  <a:lnTo>
                    <a:pt x="2613728" y="6115"/>
                  </a:lnTo>
                  <a:lnTo>
                    <a:pt x="2638555" y="4543"/>
                  </a:lnTo>
                  <a:lnTo>
                    <a:pt x="2662918" y="3001"/>
                  </a:lnTo>
                  <a:lnTo>
                    <a:pt x="2686834" y="1486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07955" y="2361899"/>
              <a:ext cx="2710319" cy="136792"/>
            </a:xfrm>
            <a:custGeom>
              <a:avLst/>
              <a:pathLst>
                <a:path w="2710319" h="136792">
                  <a:moveTo>
                    <a:pt x="0" y="136792"/>
                  </a:moveTo>
                  <a:lnTo>
                    <a:pt x="174043" y="128008"/>
                  </a:lnTo>
                  <a:lnTo>
                    <a:pt x="327560" y="120259"/>
                  </a:lnTo>
                  <a:lnTo>
                    <a:pt x="464885" y="113329"/>
                  </a:lnTo>
                  <a:lnTo>
                    <a:pt x="589112" y="107059"/>
                  </a:lnTo>
                  <a:lnTo>
                    <a:pt x="702521" y="101335"/>
                  </a:lnTo>
                  <a:lnTo>
                    <a:pt x="806848" y="96069"/>
                  </a:lnTo>
                  <a:lnTo>
                    <a:pt x="903439" y="91194"/>
                  </a:lnTo>
                  <a:lnTo>
                    <a:pt x="993364" y="86656"/>
                  </a:lnTo>
                  <a:lnTo>
                    <a:pt x="1077483" y="82410"/>
                  </a:lnTo>
                  <a:lnTo>
                    <a:pt x="1156500" y="78422"/>
                  </a:lnTo>
                  <a:lnTo>
                    <a:pt x="1231000" y="74662"/>
                  </a:lnTo>
                  <a:lnTo>
                    <a:pt x="1301470" y="71105"/>
                  </a:lnTo>
                  <a:lnTo>
                    <a:pt x="1368325" y="67731"/>
                  </a:lnTo>
                  <a:lnTo>
                    <a:pt x="1431918" y="64522"/>
                  </a:lnTo>
                  <a:lnTo>
                    <a:pt x="1492552" y="61461"/>
                  </a:lnTo>
                  <a:lnTo>
                    <a:pt x="1550489" y="58537"/>
                  </a:lnTo>
                  <a:lnTo>
                    <a:pt x="1605961" y="55737"/>
                  </a:lnTo>
                  <a:lnTo>
                    <a:pt x="1659168" y="53052"/>
                  </a:lnTo>
                  <a:lnTo>
                    <a:pt x="1710288" y="50472"/>
                  </a:lnTo>
                  <a:lnTo>
                    <a:pt x="1759478" y="47989"/>
                  </a:lnTo>
                  <a:lnTo>
                    <a:pt x="1806879" y="45597"/>
                  </a:lnTo>
                  <a:lnTo>
                    <a:pt x="1852617" y="43288"/>
                  </a:lnTo>
                  <a:lnTo>
                    <a:pt x="1896804" y="41058"/>
                  </a:lnTo>
                  <a:lnTo>
                    <a:pt x="1939542" y="38901"/>
                  </a:lnTo>
                  <a:lnTo>
                    <a:pt x="1980923" y="36813"/>
                  </a:lnTo>
                  <a:lnTo>
                    <a:pt x="2021030" y="34789"/>
                  </a:lnTo>
                  <a:lnTo>
                    <a:pt x="2059940" y="32825"/>
                  </a:lnTo>
                  <a:lnTo>
                    <a:pt x="2097722" y="30918"/>
                  </a:lnTo>
                  <a:lnTo>
                    <a:pt x="2134440" y="29065"/>
                  </a:lnTo>
                  <a:lnTo>
                    <a:pt x="2170151" y="27262"/>
                  </a:lnTo>
                  <a:lnTo>
                    <a:pt x="2204910" y="25508"/>
                  </a:lnTo>
                  <a:lnTo>
                    <a:pt x="2238766" y="23799"/>
                  </a:lnTo>
                  <a:lnTo>
                    <a:pt x="2271765" y="22134"/>
                  </a:lnTo>
                  <a:lnTo>
                    <a:pt x="2303949" y="20509"/>
                  </a:lnTo>
                  <a:lnTo>
                    <a:pt x="2335358" y="18924"/>
                  </a:lnTo>
                  <a:lnTo>
                    <a:pt x="2366027" y="17376"/>
                  </a:lnTo>
                  <a:lnTo>
                    <a:pt x="2395991" y="15864"/>
                  </a:lnTo>
                  <a:lnTo>
                    <a:pt x="2425282" y="14386"/>
                  </a:lnTo>
                  <a:lnTo>
                    <a:pt x="2453929" y="12940"/>
                  </a:lnTo>
                  <a:lnTo>
                    <a:pt x="2481960" y="11525"/>
                  </a:lnTo>
                  <a:lnTo>
                    <a:pt x="2509401" y="10140"/>
                  </a:lnTo>
                  <a:lnTo>
                    <a:pt x="2536276" y="8784"/>
                  </a:lnTo>
                  <a:lnTo>
                    <a:pt x="2562608" y="7455"/>
                  </a:lnTo>
                  <a:lnTo>
                    <a:pt x="2588418" y="6152"/>
                  </a:lnTo>
                  <a:lnTo>
                    <a:pt x="2613728" y="4875"/>
                  </a:lnTo>
                  <a:lnTo>
                    <a:pt x="2638555" y="3622"/>
                  </a:lnTo>
                  <a:lnTo>
                    <a:pt x="2662918" y="2392"/>
                  </a:lnTo>
                  <a:lnTo>
                    <a:pt x="2686834" y="1185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707955" y="2207407"/>
              <a:ext cx="2710319" cy="71876"/>
            </a:xfrm>
            <a:custGeom>
              <a:avLst/>
              <a:pathLst>
                <a:path w="2710319" h="71876">
                  <a:moveTo>
                    <a:pt x="0" y="71876"/>
                  </a:moveTo>
                  <a:lnTo>
                    <a:pt x="174043" y="67260"/>
                  </a:lnTo>
                  <a:lnTo>
                    <a:pt x="327560" y="63189"/>
                  </a:lnTo>
                  <a:lnTo>
                    <a:pt x="464885" y="59547"/>
                  </a:lnTo>
                  <a:lnTo>
                    <a:pt x="589112" y="56253"/>
                  </a:lnTo>
                  <a:lnTo>
                    <a:pt x="702521" y="53245"/>
                  </a:lnTo>
                  <a:lnTo>
                    <a:pt x="806848" y="50479"/>
                  </a:lnTo>
                  <a:lnTo>
                    <a:pt x="903439" y="47917"/>
                  </a:lnTo>
                  <a:lnTo>
                    <a:pt x="993364" y="45532"/>
                  </a:lnTo>
                  <a:lnTo>
                    <a:pt x="1077483" y="43302"/>
                  </a:lnTo>
                  <a:lnTo>
                    <a:pt x="1156500" y="41206"/>
                  </a:lnTo>
                  <a:lnTo>
                    <a:pt x="1231000" y="39230"/>
                  </a:lnTo>
                  <a:lnTo>
                    <a:pt x="1301470" y="37362"/>
                  </a:lnTo>
                  <a:lnTo>
                    <a:pt x="1368325" y="35589"/>
                  </a:lnTo>
                  <a:lnTo>
                    <a:pt x="1431918" y="33902"/>
                  </a:lnTo>
                  <a:lnTo>
                    <a:pt x="1492552" y="32294"/>
                  </a:lnTo>
                  <a:lnTo>
                    <a:pt x="1550489" y="30758"/>
                  </a:lnTo>
                  <a:lnTo>
                    <a:pt x="1605961" y="29287"/>
                  </a:lnTo>
                  <a:lnTo>
                    <a:pt x="1659168" y="27876"/>
                  </a:lnTo>
                  <a:lnTo>
                    <a:pt x="1710288" y="26520"/>
                  </a:lnTo>
                  <a:lnTo>
                    <a:pt x="1759478" y="25215"/>
                  </a:lnTo>
                  <a:lnTo>
                    <a:pt x="1806879" y="23958"/>
                  </a:lnTo>
                  <a:lnTo>
                    <a:pt x="1852617" y="22745"/>
                  </a:lnTo>
                  <a:lnTo>
                    <a:pt x="1896804" y="21574"/>
                  </a:lnTo>
                  <a:lnTo>
                    <a:pt x="1939542" y="20440"/>
                  </a:lnTo>
                  <a:lnTo>
                    <a:pt x="1980923" y="19343"/>
                  </a:lnTo>
                  <a:lnTo>
                    <a:pt x="2021030" y="18279"/>
                  </a:lnTo>
                  <a:lnTo>
                    <a:pt x="2059940" y="17247"/>
                  </a:lnTo>
                  <a:lnTo>
                    <a:pt x="2097722" y="16245"/>
                  </a:lnTo>
                  <a:lnTo>
                    <a:pt x="2134440" y="15272"/>
                  </a:lnTo>
                  <a:lnTo>
                    <a:pt x="2170151" y="14325"/>
                  </a:lnTo>
                  <a:lnTo>
                    <a:pt x="2204910" y="13403"/>
                  </a:lnTo>
                  <a:lnTo>
                    <a:pt x="2238766" y="12505"/>
                  </a:lnTo>
                  <a:lnTo>
                    <a:pt x="2271765" y="11630"/>
                  </a:lnTo>
                  <a:lnTo>
                    <a:pt x="2303949" y="10776"/>
                  </a:lnTo>
                  <a:lnTo>
                    <a:pt x="2335358" y="9943"/>
                  </a:lnTo>
                  <a:lnTo>
                    <a:pt x="2366027" y="9130"/>
                  </a:lnTo>
                  <a:lnTo>
                    <a:pt x="2395991" y="8335"/>
                  </a:lnTo>
                  <a:lnTo>
                    <a:pt x="2425282" y="7559"/>
                  </a:lnTo>
                  <a:lnTo>
                    <a:pt x="2453929" y="6799"/>
                  </a:lnTo>
                  <a:lnTo>
                    <a:pt x="2481960" y="6055"/>
                  </a:lnTo>
                  <a:lnTo>
                    <a:pt x="2509401" y="5328"/>
                  </a:lnTo>
                  <a:lnTo>
                    <a:pt x="2536276" y="4615"/>
                  </a:lnTo>
                  <a:lnTo>
                    <a:pt x="2562608" y="3917"/>
                  </a:lnTo>
                  <a:lnTo>
                    <a:pt x="2588418" y="3232"/>
                  </a:lnTo>
                  <a:lnTo>
                    <a:pt x="2613728" y="2561"/>
                  </a:lnTo>
                  <a:lnTo>
                    <a:pt x="2638555" y="1903"/>
                  </a:lnTo>
                  <a:lnTo>
                    <a:pt x="2662918" y="1257"/>
                  </a:lnTo>
                  <a:lnTo>
                    <a:pt x="2686834" y="622"/>
                  </a:lnTo>
                  <a:lnTo>
                    <a:pt x="271031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231263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197631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164000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3419" y="1303682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465319" y="236274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465319" y="20264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16901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13537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503277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707955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611395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14835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418275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669093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572533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475973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4379413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696037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04992" y="1913356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136454" y="224853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142101" y="156969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5045497" y="224223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108291" y="216247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36810" y="230927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30253" y="17750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88597" y="14289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41666" y="20557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94332" y="247451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26385" y="202405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6030218" y="24912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27640" y="177550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963167" y="21742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6038488" y="2506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21179" y="19215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46111" y="13806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30361" y="248008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978851" y="24335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970777" y="21932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960312" y="24852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6035346" y="23210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985058" y="24825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037472" y="210263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6028791" y="19970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040428" y="20443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41905" y="188952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38051" y="229505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87003" y="247714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830892" y="227823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840965" y="235222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849031" y="24322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951459" y="224109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889405" y="182694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958384" y="155049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952797" y="17373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880852" y="23029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939335" y="22567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869277" y="17967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935978" y="196127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865469" y="24123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846722" y="175643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841719" y="191276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879258" y="206552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878681" y="23890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917488" y="205852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922781" y="23673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898961" y="18964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952408" y="206991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756574" y="215770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824390" y="22745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74172" y="232000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16041" y="21436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784881" y="20463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758655" y="20884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856952" y="22731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755702" y="210749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62385" y="230248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02978" y="22098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756811" y="20744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763384" y="182177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801838" y="22923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779186" y="245899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736414" y="234459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793375" y="216419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781060" y="226810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775843" y="214458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7849490" y="212565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7786701" y="198692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7758756" y="20226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7852641" y="20774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7798236" y="237537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7829564" y="213822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5112783" y="2092186"/>
              <a:ext cx="2716345" cy="116194"/>
            </a:xfrm>
            <a:custGeom>
              <a:avLst/>
              <a:pathLst>
                <a:path w="2716345" h="116194">
                  <a:moveTo>
                    <a:pt x="0" y="0"/>
                  </a:moveTo>
                  <a:lnTo>
                    <a:pt x="174430" y="7461"/>
                  </a:lnTo>
                  <a:lnTo>
                    <a:pt x="328288" y="14042"/>
                  </a:lnTo>
                  <a:lnTo>
                    <a:pt x="465919" y="19930"/>
                  </a:lnTo>
                  <a:lnTo>
                    <a:pt x="590421" y="25255"/>
                  </a:lnTo>
                  <a:lnTo>
                    <a:pt x="704083" y="30117"/>
                  </a:lnTo>
                  <a:lnTo>
                    <a:pt x="808642" y="34590"/>
                  </a:lnTo>
                  <a:lnTo>
                    <a:pt x="905448" y="38731"/>
                  </a:lnTo>
                  <a:lnTo>
                    <a:pt x="995572" y="42586"/>
                  </a:lnTo>
                  <a:lnTo>
                    <a:pt x="1079878" y="46193"/>
                  </a:lnTo>
                  <a:lnTo>
                    <a:pt x="1159071" y="49580"/>
                  </a:lnTo>
                  <a:lnTo>
                    <a:pt x="1233737" y="52774"/>
                  </a:lnTo>
                  <a:lnTo>
                    <a:pt x="1304364" y="55795"/>
                  </a:lnTo>
                  <a:lnTo>
                    <a:pt x="1371368" y="58661"/>
                  </a:lnTo>
                  <a:lnTo>
                    <a:pt x="1435101" y="61388"/>
                  </a:lnTo>
                  <a:lnTo>
                    <a:pt x="1495870" y="63987"/>
                  </a:lnTo>
                  <a:lnTo>
                    <a:pt x="1553937" y="66471"/>
                  </a:lnTo>
                  <a:lnTo>
                    <a:pt x="1609532" y="68849"/>
                  </a:lnTo>
                  <a:lnTo>
                    <a:pt x="1662857" y="71130"/>
                  </a:lnTo>
                  <a:lnTo>
                    <a:pt x="1714090" y="73322"/>
                  </a:lnTo>
                  <a:lnTo>
                    <a:pt x="1763390" y="75431"/>
                  </a:lnTo>
                  <a:lnTo>
                    <a:pt x="1810897" y="77463"/>
                  </a:lnTo>
                  <a:lnTo>
                    <a:pt x="1856736" y="79423"/>
                  </a:lnTo>
                  <a:lnTo>
                    <a:pt x="1901021" y="81318"/>
                  </a:lnTo>
                  <a:lnTo>
                    <a:pt x="1943854" y="83150"/>
                  </a:lnTo>
                  <a:lnTo>
                    <a:pt x="1985327" y="84924"/>
                  </a:lnTo>
                  <a:lnTo>
                    <a:pt x="2025523" y="86644"/>
                  </a:lnTo>
                  <a:lnTo>
                    <a:pt x="2064520" y="88312"/>
                  </a:lnTo>
                  <a:lnTo>
                    <a:pt x="2102386" y="89931"/>
                  </a:lnTo>
                  <a:lnTo>
                    <a:pt x="2139185" y="91506"/>
                  </a:lnTo>
                  <a:lnTo>
                    <a:pt x="2174976" y="93037"/>
                  </a:lnTo>
                  <a:lnTo>
                    <a:pt x="2209812" y="94527"/>
                  </a:lnTo>
                  <a:lnTo>
                    <a:pt x="2243744" y="95978"/>
                  </a:lnTo>
                  <a:lnTo>
                    <a:pt x="2276816" y="97393"/>
                  </a:lnTo>
                  <a:lnTo>
                    <a:pt x="2309072" y="98773"/>
                  </a:lnTo>
                  <a:lnTo>
                    <a:pt x="2340550" y="100119"/>
                  </a:lnTo>
                  <a:lnTo>
                    <a:pt x="2371288" y="101434"/>
                  </a:lnTo>
                  <a:lnTo>
                    <a:pt x="2401318" y="102719"/>
                  </a:lnTo>
                  <a:lnTo>
                    <a:pt x="2430674" y="103974"/>
                  </a:lnTo>
                  <a:lnTo>
                    <a:pt x="2459385" y="105202"/>
                  </a:lnTo>
                  <a:lnTo>
                    <a:pt x="2487478" y="106404"/>
                  </a:lnTo>
                  <a:lnTo>
                    <a:pt x="2514980" y="107581"/>
                  </a:lnTo>
                  <a:lnTo>
                    <a:pt x="2541915" y="108733"/>
                  </a:lnTo>
                  <a:lnTo>
                    <a:pt x="2568305" y="109862"/>
                  </a:lnTo>
                  <a:lnTo>
                    <a:pt x="2594173" y="110968"/>
                  </a:lnTo>
                  <a:lnTo>
                    <a:pt x="2619539" y="112053"/>
                  </a:lnTo>
                  <a:lnTo>
                    <a:pt x="2644421" y="113118"/>
                  </a:lnTo>
                  <a:lnTo>
                    <a:pt x="2668839" y="114162"/>
                  </a:lnTo>
                  <a:lnTo>
                    <a:pt x="2692808" y="115187"/>
                  </a:lnTo>
                  <a:lnTo>
                    <a:pt x="2716345" y="11619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5112783" y="1626664"/>
              <a:ext cx="2716345" cy="525499"/>
            </a:xfrm>
            <a:custGeom>
              <a:avLst/>
              <a:pathLst>
                <a:path w="2716345" h="525499">
                  <a:moveTo>
                    <a:pt x="0" y="0"/>
                  </a:moveTo>
                  <a:lnTo>
                    <a:pt x="174430" y="33744"/>
                  </a:lnTo>
                  <a:lnTo>
                    <a:pt x="328288" y="63510"/>
                  </a:lnTo>
                  <a:lnTo>
                    <a:pt x="465919" y="90136"/>
                  </a:lnTo>
                  <a:lnTo>
                    <a:pt x="590421" y="114222"/>
                  </a:lnTo>
                  <a:lnTo>
                    <a:pt x="704083" y="136210"/>
                  </a:lnTo>
                  <a:lnTo>
                    <a:pt x="808642" y="156438"/>
                  </a:lnTo>
                  <a:lnTo>
                    <a:pt x="905448" y="175166"/>
                  </a:lnTo>
                  <a:lnTo>
                    <a:pt x="995572" y="192601"/>
                  </a:lnTo>
                  <a:lnTo>
                    <a:pt x="1079878" y="208911"/>
                  </a:lnTo>
                  <a:lnTo>
                    <a:pt x="1159071" y="224232"/>
                  </a:lnTo>
                  <a:lnTo>
                    <a:pt x="1233737" y="238676"/>
                  </a:lnTo>
                  <a:lnTo>
                    <a:pt x="1304364" y="252340"/>
                  </a:lnTo>
                  <a:lnTo>
                    <a:pt x="1371368" y="265302"/>
                  </a:lnTo>
                  <a:lnTo>
                    <a:pt x="1435101" y="277632"/>
                  </a:lnTo>
                  <a:lnTo>
                    <a:pt x="1495870" y="289388"/>
                  </a:lnTo>
                  <a:lnTo>
                    <a:pt x="1553937" y="300622"/>
                  </a:lnTo>
                  <a:lnTo>
                    <a:pt x="1609532" y="311377"/>
                  </a:lnTo>
                  <a:lnTo>
                    <a:pt x="1662857" y="321693"/>
                  </a:lnTo>
                  <a:lnTo>
                    <a:pt x="1714090" y="331605"/>
                  </a:lnTo>
                  <a:lnTo>
                    <a:pt x="1763390" y="341142"/>
                  </a:lnTo>
                  <a:lnTo>
                    <a:pt x="1810897" y="350333"/>
                  </a:lnTo>
                  <a:lnTo>
                    <a:pt x="1856736" y="359201"/>
                  </a:lnTo>
                  <a:lnTo>
                    <a:pt x="1901021" y="367768"/>
                  </a:lnTo>
                  <a:lnTo>
                    <a:pt x="1943854" y="376055"/>
                  </a:lnTo>
                  <a:lnTo>
                    <a:pt x="1985327" y="384078"/>
                  </a:lnTo>
                  <a:lnTo>
                    <a:pt x="2025523" y="391854"/>
                  </a:lnTo>
                  <a:lnTo>
                    <a:pt x="2064520" y="399398"/>
                  </a:lnTo>
                  <a:lnTo>
                    <a:pt x="2102386" y="406724"/>
                  </a:lnTo>
                  <a:lnTo>
                    <a:pt x="2139185" y="413843"/>
                  </a:lnTo>
                  <a:lnTo>
                    <a:pt x="2174976" y="420767"/>
                  </a:lnTo>
                  <a:lnTo>
                    <a:pt x="2209812" y="427506"/>
                  </a:lnTo>
                  <a:lnTo>
                    <a:pt x="2243744" y="434071"/>
                  </a:lnTo>
                  <a:lnTo>
                    <a:pt x="2276816" y="440469"/>
                  </a:lnTo>
                  <a:lnTo>
                    <a:pt x="2309072" y="446709"/>
                  </a:lnTo>
                  <a:lnTo>
                    <a:pt x="2340550" y="452799"/>
                  </a:lnTo>
                  <a:lnTo>
                    <a:pt x="2371288" y="458745"/>
                  </a:lnTo>
                  <a:lnTo>
                    <a:pt x="2401318" y="464555"/>
                  </a:lnTo>
                  <a:lnTo>
                    <a:pt x="2430674" y="470234"/>
                  </a:lnTo>
                  <a:lnTo>
                    <a:pt x="2459385" y="475788"/>
                  </a:lnTo>
                  <a:lnTo>
                    <a:pt x="2487478" y="481223"/>
                  </a:lnTo>
                  <a:lnTo>
                    <a:pt x="2514980" y="486544"/>
                  </a:lnTo>
                  <a:lnTo>
                    <a:pt x="2541915" y="491754"/>
                  </a:lnTo>
                  <a:lnTo>
                    <a:pt x="2568305" y="496860"/>
                  </a:lnTo>
                  <a:lnTo>
                    <a:pt x="2594173" y="501864"/>
                  </a:lnTo>
                  <a:lnTo>
                    <a:pt x="2619539" y="506771"/>
                  </a:lnTo>
                  <a:lnTo>
                    <a:pt x="2644421" y="511585"/>
                  </a:lnTo>
                  <a:lnTo>
                    <a:pt x="2668839" y="516309"/>
                  </a:lnTo>
                  <a:lnTo>
                    <a:pt x="2692808" y="520946"/>
                  </a:lnTo>
                  <a:lnTo>
                    <a:pt x="2716345" y="52549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5112783" y="2268052"/>
              <a:ext cx="2716345" cy="74535"/>
            </a:xfrm>
            <a:custGeom>
              <a:avLst/>
              <a:pathLst>
                <a:path w="2716345" h="74535">
                  <a:moveTo>
                    <a:pt x="0" y="0"/>
                  </a:moveTo>
                  <a:lnTo>
                    <a:pt x="174430" y="4786"/>
                  </a:lnTo>
                  <a:lnTo>
                    <a:pt x="328288" y="9008"/>
                  </a:lnTo>
                  <a:lnTo>
                    <a:pt x="465919" y="12784"/>
                  </a:lnTo>
                  <a:lnTo>
                    <a:pt x="590421" y="16200"/>
                  </a:lnTo>
                  <a:lnTo>
                    <a:pt x="704083" y="19319"/>
                  </a:lnTo>
                  <a:lnTo>
                    <a:pt x="808642" y="22188"/>
                  </a:lnTo>
                  <a:lnTo>
                    <a:pt x="905448" y="24845"/>
                  </a:lnTo>
                  <a:lnTo>
                    <a:pt x="995572" y="27318"/>
                  </a:lnTo>
                  <a:lnTo>
                    <a:pt x="1079878" y="29631"/>
                  </a:lnTo>
                  <a:lnTo>
                    <a:pt x="1159071" y="31804"/>
                  </a:lnTo>
                  <a:lnTo>
                    <a:pt x="1233737" y="33853"/>
                  </a:lnTo>
                  <a:lnTo>
                    <a:pt x="1304364" y="35791"/>
                  </a:lnTo>
                  <a:lnTo>
                    <a:pt x="1371368" y="37629"/>
                  </a:lnTo>
                  <a:lnTo>
                    <a:pt x="1435101" y="39378"/>
                  </a:lnTo>
                  <a:lnTo>
                    <a:pt x="1495870" y="41045"/>
                  </a:lnTo>
                  <a:lnTo>
                    <a:pt x="1553937" y="42639"/>
                  </a:lnTo>
                  <a:lnTo>
                    <a:pt x="1609532" y="44164"/>
                  </a:lnTo>
                  <a:lnTo>
                    <a:pt x="1662857" y="45628"/>
                  </a:lnTo>
                  <a:lnTo>
                    <a:pt x="1714090" y="47033"/>
                  </a:lnTo>
                  <a:lnTo>
                    <a:pt x="1763390" y="48386"/>
                  </a:lnTo>
                  <a:lnTo>
                    <a:pt x="1810897" y="49690"/>
                  </a:lnTo>
                  <a:lnTo>
                    <a:pt x="1856736" y="50947"/>
                  </a:lnTo>
                  <a:lnTo>
                    <a:pt x="1901021" y="52163"/>
                  </a:lnTo>
                  <a:lnTo>
                    <a:pt x="1943854" y="53338"/>
                  </a:lnTo>
                  <a:lnTo>
                    <a:pt x="1985327" y="54476"/>
                  </a:lnTo>
                  <a:lnTo>
                    <a:pt x="2025523" y="55579"/>
                  </a:lnTo>
                  <a:lnTo>
                    <a:pt x="2064520" y="56649"/>
                  </a:lnTo>
                  <a:lnTo>
                    <a:pt x="2102386" y="57688"/>
                  </a:lnTo>
                  <a:lnTo>
                    <a:pt x="2139185" y="58698"/>
                  </a:lnTo>
                  <a:lnTo>
                    <a:pt x="2174976" y="59680"/>
                  </a:lnTo>
                  <a:lnTo>
                    <a:pt x="2209812" y="60636"/>
                  </a:lnTo>
                  <a:lnTo>
                    <a:pt x="2243744" y="61567"/>
                  </a:lnTo>
                  <a:lnTo>
                    <a:pt x="2276816" y="62474"/>
                  </a:lnTo>
                  <a:lnTo>
                    <a:pt x="2309072" y="63359"/>
                  </a:lnTo>
                  <a:lnTo>
                    <a:pt x="2340550" y="64223"/>
                  </a:lnTo>
                  <a:lnTo>
                    <a:pt x="2371288" y="65067"/>
                  </a:lnTo>
                  <a:lnTo>
                    <a:pt x="2401318" y="65891"/>
                  </a:lnTo>
                  <a:lnTo>
                    <a:pt x="2430674" y="66696"/>
                  </a:lnTo>
                  <a:lnTo>
                    <a:pt x="2459385" y="67484"/>
                  </a:lnTo>
                  <a:lnTo>
                    <a:pt x="2487478" y="68255"/>
                  </a:lnTo>
                  <a:lnTo>
                    <a:pt x="2514980" y="69009"/>
                  </a:lnTo>
                  <a:lnTo>
                    <a:pt x="2541915" y="69748"/>
                  </a:lnTo>
                  <a:lnTo>
                    <a:pt x="2568305" y="70473"/>
                  </a:lnTo>
                  <a:lnTo>
                    <a:pt x="2594173" y="71182"/>
                  </a:lnTo>
                  <a:lnTo>
                    <a:pt x="2619539" y="71878"/>
                  </a:lnTo>
                  <a:lnTo>
                    <a:pt x="2644421" y="72561"/>
                  </a:lnTo>
                  <a:lnTo>
                    <a:pt x="2668839" y="73231"/>
                  </a:lnTo>
                  <a:lnTo>
                    <a:pt x="2692808" y="73889"/>
                  </a:lnTo>
                  <a:lnTo>
                    <a:pt x="2716345" y="7453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5112783" y="2137699"/>
              <a:ext cx="2716345" cy="103965"/>
            </a:xfrm>
            <a:custGeom>
              <a:avLst/>
              <a:pathLst>
                <a:path w="2716345" h="103965">
                  <a:moveTo>
                    <a:pt x="0" y="103965"/>
                  </a:moveTo>
                  <a:lnTo>
                    <a:pt x="174430" y="97289"/>
                  </a:lnTo>
                  <a:lnTo>
                    <a:pt x="328288" y="91400"/>
                  </a:lnTo>
                  <a:lnTo>
                    <a:pt x="465919" y="86133"/>
                  </a:lnTo>
                  <a:lnTo>
                    <a:pt x="590421" y="81367"/>
                  </a:lnTo>
                  <a:lnTo>
                    <a:pt x="704083" y="77017"/>
                  </a:lnTo>
                  <a:lnTo>
                    <a:pt x="808642" y="73015"/>
                  </a:lnTo>
                  <a:lnTo>
                    <a:pt x="905448" y="69310"/>
                  </a:lnTo>
                  <a:lnTo>
                    <a:pt x="995572" y="65861"/>
                  </a:lnTo>
                  <a:lnTo>
                    <a:pt x="1079878" y="62634"/>
                  </a:lnTo>
                  <a:lnTo>
                    <a:pt x="1159071" y="59603"/>
                  </a:lnTo>
                  <a:lnTo>
                    <a:pt x="1233737" y="56745"/>
                  </a:lnTo>
                  <a:lnTo>
                    <a:pt x="1304364" y="54042"/>
                  </a:lnTo>
                  <a:lnTo>
                    <a:pt x="1371368" y="51477"/>
                  </a:lnTo>
                  <a:lnTo>
                    <a:pt x="1435101" y="49038"/>
                  </a:lnTo>
                  <a:lnTo>
                    <a:pt x="1495870" y="46712"/>
                  </a:lnTo>
                  <a:lnTo>
                    <a:pt x="1553937" y="44490"/>
                  </a:lnTo>
                  <a:lnTo>
                    <a:pt x="1609532" y="42362"/>
                  </a:lnTo>
                  <a:lnTo>
                    <a:pt x="1662857" y="40321"/>
                  </a:lnTo>
                  <a:lnTo>
                    <a:pt x="1714090" y="38360"/>
                  </a:lnTo>
                  <a:lnTo>
                    <a:pt x="1763390" y="36473"/>
                  </a:lnTo>
                  <a:lnTo>
                    <a:pt x="1810897" y="34655"/>
                  </a:lnTo>
                  <a:lnTo>
                    <a:pt x="1856736" y="32900"/>
                  </a:lnTo>
                  <a:lnTo>
                    <a:pt x="1901021" y="31205"/>
                  </a:lnTo>
                  <a:lnTo>
                    <a:pt x="1943854" y="29566"/>
                  </a:lnTo>
                  <a:lnTo>
                    <a:pt x="1985327" y="27979"/>
                  </a:lnTo>
                  <a:lnTo>
                    <a:pt x="2025523" y="26440"/>
                  </a:lnTo>
                  <a:lnTo>
                    <a:pt x="2064520" y="24948"/>
                  </a:lnTo>
                  <a:lnTo>
                    <a:pt x="2102386" y="23498"/>
                  </a:lnTo>
                  <a:lnTo>
                    <a:pt x="2139185" y="22090"/>
                  </a:lnTo>
                  <a:lnTo>
                    <a:pt x="2174976" y="20720"/>
                  </a:lnTo>
                  <a:lnTo>
                    <a:pt x="2209812" y="19387"/>
                  </a:lnTo>
                  <a:lnTo>
                    <a:pt x="2243744" y="18088"/>
                  </a:lnTo>
                  <a:lnTo>
                    <a:pt x="2276816" y="16822"/>
                  </a:lnTo>
                  <a:lnTo>
                    <a:pt x="2309072" y="15588"/>
                  </a:lnTo>
                  <a:lnTo>
                    <a:pt x="2340550" y="14383"/>
                  </a:lnTo>
                  <a:lnTo>
                    <a:pt x="2371288" y="13206"/>
                  </a:lnTo>
                  <a:lnTo>
                    <a:pt x="2401318" y="12057"/>
                  </a:lnTo>
                  <a:lnTo>
                    <a:pt x="2430674" y="10933"/>
                  </a:lnTo>
                  <a:lnTo>
                    <a:pt x="2459385" y="9834"/>
                  </a:lnTo>
                  <a:lnTo>
                    <a:pt x="2487478" y="8759"/>
                  </a:lnTo>
                  <a:lnTo>
                    <a:pt x="2514980" y="7707"/>
                  </a:lnTo>
                  <a:lnTo>
                    <a:pt x="2541915" y="6676"/>
                  </a:lnTo>
                  <a:lnTo>
                    <a:pt x="2568305" y="5666"/>
                  </a:lnTo>
                  <a:lnTo>
                    <a:pt x="2594173" y="4676"/>
                  </a:lnTo>
                  <a:lnTo>
                    <a:pt x="2619539" y="3705"/>
                  </a:lnTo>
                  <a:lnTo>
                    <a:pt x="2644421" y="2752"/>
                  </a:lnTo>
                  <a:lnTo>
                    <a:pt x="2668839" y="1818"/>
                  </a:lnTo>
                  <a:lnTo>
                    <a:pt x="2692808" y="900"/>
                  </a:lnTo>
                  <a:lnTo>
                    <a:pt x="271634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5112783" y="2070853"/>
              <a:ext cx="2716345" cy="199596"/>
            </a:xfrm>
            <a:custGeom>
              <a:avLst/>
              <a:pathLst>
                <a:path w="2716345" h="199596">
                  <a:moveTo>
                    <a:pt x="0" y="199596"/>
                  </a:moveTo>
                  <a:lnTo>
                    <a:pt x="174430" y="186779"/>
                  </a:lnTo>
                  <a:lnTo>
                    <a:pt x="328288" y="175474"/>
                  </a:lnTo>
                  <a:lnTo>
                    <a:pt x="465919" y="165361"/>
                  </a:lnTo>
                  <a:lnTo>
                    <a:pt x="590421" y="156212"/>
                  </a:lnTo>
                  <a:lnTo>
                    <a:pt x="704083" y="147860"/>
                  </a:lnTo>
                  <a:lnTo>
                    <a:pt x="808642" y="140177"/>
                  </a:lnTo>
                  <a:lnTo>
                    <a:pt x="905448" y="133064"/>
                  </a:lnTo>
                  <a:lnTo>
                    <a:pt x="995572" y="126442"/>
                  </a:lnTo>
                  <a:lnTo>
                    <a:pt x="1079878" y="120247"/>
                  </a:lnTo>
                  <a:lnTo>
                    <a:pt x="1159071" y="114428"/>
                  </a:lnTo>
                  <a:lnTo>
                    <a:pt x="1233737" y="108941"/>
                  </a:lnTo>
                  <a:lnTo>
                    <a:pt x="1304364" y="103752"/>
                  </a:lnTo>
                  <a:lnTo>
                    <a:pt x="1371368" y="98828"/>
                  </a:lnTo>
                  <a:lnTo>
                    <a:pt x="1435101" y="94145"/>
                  </a:lnTo>
                  <a:lnTo>
                    <a:pt x="1495870" y="89680"/>
                  </a:lnTo>
                  <a:lnTo>
                    <a:pt x="1553937" y="85413"/>
                  </a:lnTo>
                  <a:lnTo>
                    <a:pt x="1609532" y="81328"/>
                  </a:lnTo>
                  <a:lnTo>
                    <a:pt x="1662857" y="77410"/>
                  </a:lnTo>
                  <a:lnTo>
                    <a:pt x="1714090" y="73645"/>
                  </a:lnTo>
                  <a:lnTo>
                    <a:pt x="1763390" y="70023"/>
                  </a:lnTo>
                  <a:lnTo>
                    <a:pt x="1810897" y="66532"/>
                  </a:lnTo>
                  <a:lnTo>
                    <a:pt x="1856736" y="63164"/>
                  </a:lnTo>
                  <a:lnTo>
                    <a:pt x="1901021" y="59909"/>
                  </a:lnTo>
                  <a:lnTo>
                    <a:pt x="1943854" y="56762"/>
                  </a:lnTo>
                  <a:lnTo>
                    <a:pt x="1985327" y="53715"/>
                  </a:lnTo>
                  <a:lnTo>
                    <a:pt x="2025523" y="50761"/>
                  </a:lnTo>
                  <a:lnTo>
                    <a:pt x="2064520" y="47896"/>
                  </a:lnTo>
                  <a:lnTo>
                    <a:pt x="2102386" y="45113"/>
                  </a:lnTo>
                  <a:lnTo>
                    <a:pt x="2139185" y="42409"/>
                  </a:lnTo>
                  <a:lnTo>
                    <a:pt x="2174976" y="39779"/>
                  </a:lnTo>
                  <a:lnTo>
                    <a:pt x="2209812" y="37219"/>
                  </a:lnTo>
                  <a:lnTo>
                    <a:pt x="2243744" y="34726"/>
                  </a:lnTo>
                  <a:lnTo>
                    <a:pt x="2276816" y="32296"/>
                  </a:lnTo>
                  <a:lnTo>
                    <a:pt x="2309072" y="29926"/>
                  </a:lnTo>
                  <a:lnTo>
                    <a:pt x="2340550" y="27613"/>
                  </a:lnTo>
                  <a:lnTo>
                    <a:pt x="2371288" y="25354"/>
                  </a:lnTo>
                  <a:lnTo>
                    <a:pt x="2401318" y="23148"/>
                  </a:lnTo>
                  <a:lnTo>
                    <a:pt x="2430674" y="20991"/>
                  </a:lnTo>
                  <a:lnTo>
                    <a:pt x="2459385" y="18881"/>
                  </a:lnTo>
                  <a:lnTo>
                    <a:pt x="2487478" y="16817"/>
                  </a:lnTo>
                  <a:lnTo>
                    <a:pt x="2514980" y="14796"/>
                  </a:lnTo>
                  <a:lnTo>
                    <a:pt x="2541915" y="12817"/>
                  </a:lnTo>
                  <a:lnTo>
                    <a:pt x="2568305" y="10877"/>
                  </a:lnTo>
                  <a:lnTo>
                    <a:pt x="2594173" y="8977"/>
                  </a:lnTo>
                  <a:lnTo>
                    <a:pt x="2619539" y="7113"/>
                  </a:lnTo>
                  <a:lnTo>
                    <a:pt x="2644421" y="5284"/>
                  </a:lnTo>
                  <a:lnTo>
                    <a:pt x="2668839" y="3490"/>
                  </a:lnTo>
                  <a:lnTo>
                    <a:pt x="2692808" y="1729"/>
                  </a:lnTo>
                  <a:lnTo>
                    <a:pt x="271634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12783" y="1946178"/>
              <a:ext cx="2716345" cy="55255"/>
            </a:xfrm>
            <a:custGeom>
              <a:avLst/>
              <a:pathLst>
                <a:path w="2716345" h="55255">
                  <a:moveTo>
                    <a:pt x="0" y="0"/>
                  </a:moveTo>
                  <a:lnTo>
                    <a:pt x="174430" y="3548"/>
                  </a:lnTo>
                  <a:lnTo>
                    <a:pt x="328288" y="6678"/>
                  </a:lnTo>
                  <a:lnTo>
                    <a:pt x="465919" y="9477"/>
                  </a:lnTo>
                  <a:lnTo>
                    <a:pt x="590421" y="12010"/>
                  </a:lnTo>
                  <a:lnTo>
                    <a:pt x="704083" y="14322"/>
                  </a:lnTo>
                  <a:lnTo>
                    <a:pt x="808642" y="16449"/>
                  </a:lnTo>
                  <a:lnTo>
                    <a:pt x="905448" y="18418"/>
                  </a:lnTo>
                  <a:lnTo>
                    <a:pt x="995572" y="20251"/>
                  </a:lnTo>
                  <a:lnTo>
                    <a:pt x="1079878" y="21966"/>
                  </a:lnTo>
                  <a:lnTo>
                    <a:pt x="1159071" y="23577"/>
                  </a:lnTo>
                  <a:lnTo>
                    <a:pt x="1233737" y="25096"/>
                  </a:lnTo>
                  <a:lnTo>
                    <a:pt x="1304364" y="26533"/>
                  </a:lnTo>
                  <a:lnTo>
                    <a:pt x="1371368" y="27896"/>
                  </a:lnTo>
                  <a:lnTo>
                    <a:pt x="1435101" y="29192"/>
                  </a:lnTo>
                  <a:lnTo>
                    <a:pt x="1495870" y="30428"/>
                  </a:lnTo>
                  <a:lnTo>
                    <a:pt x="1553937" y="31610"/>
                  </a:lnTo>
                  <a:lnTo>
                    <a:pt x="1609532" y="32741"/>
                  </a:lnTo>
                  <a:lnTo>
                    <a:pt x="1662857" y="33825"/>
                  </a:lnTo>
                  <a:lnTo>
                    <a:pt x="1714090" y="34867"/>
                  </a:lnTo>
                  <a:lnTo>
                    <a:pt x="1763390" y="35870"/>
                  </a:lnTo>
                  <a:lnTo>
                    <a:pt x="1810897" y="36837"/>
                  </a:lnTo>
                  <a:lnTo>
                    <a:pt x="1856736" y="37769"/>
                  </a:lnTo>
                  <a:lnTo>
                    <a:pt x="1901021" y="38670"/>
                  </a:lnTo>
                  <a:lnTo>
                    <a:pt x="1943854" y="39541"/>
                  </a:lnTo>
                  <a:lnTo>
                    <a:pt x="1985327" y="40385"/>
                  </a:lnTo>
                  <a:lnTo>
                    <a:pt x="2025523" y="41203"/>
                  </a:lnTo>
                  <a:lnTo>
                    <a:pt x="2064520" y="41996"/>
                  </a:lnTo>
                  <a:lnTo>
                    <a:pt x="2102386" y="42766"/>
                  </a:lnTo>
                  <a:lnTo>
                    <a:pt x="2139185" y="43515"/>
                  </a:lnTo>
                  <a:lnTo>
                    <a:pt x="2174976" y="44243"/>
                  </a:lnTo>
                  <a:lnTo>
                    <a:pt x="2209812" y="44951"/>
                  </a:lnTo>
                  <a:lnTo>
                    <a:pt x="2243744" y="45642"/>
                  </a:lnTo>
                  <a:lnTo>
                    <a:pt x="2276816" y="46314"/>
                  </a:lnTo>
                  <a:lnTo>
                    <a:pt x="2309072" y="46971"/>
                  </a:lnTo>
                  <a:lnTo>
                    <a:pt x="2340550" y="47611"/>
                  </a:lnTo>
                  <a:lnTo>
                    <a:pt x="2371288" y="48236"/>
                  </a:lnTo>
                  <a:lnTo>
                    <a:pt x="2401318" y="48847"/>
                  </a:lnTo>
                  <a:lnTo>
                    <a:pt x="2430674" y="49444"/>
                  </a:lnTo>
                  <a:lnTo>
                    <a:pt x="2459385" y="50028"/>
                  </a:lnTo>
                  <a:lnTo>
                    <a:pt x="2487478" y="50600"/>
                  </a:lnTo>
                  <a:lnTo>
                    <a:pt x="2514980" y="51159"/>
                  </a:lnTo>
                  <a:lnTo>
                    <a:pt x="2541915" y="51707"/>
                  </a:lnTo>
                  <a:lnTo>
                    <a:pt x="2568305" y="52244"/>
                  </a:lnTo>
                  <a:lnTo>
                    <a:pt x="2594173" y="52770"/>
                  </a:lnTo>
                  <a:lnTo>
                    <a:pt x="2619539" y="53286"/>
                  </a:lnTo>
                  <a:lnTo>
                    <a:pt x="2644421" y="53792"/>
                  </a:lnTo>
                  <a:lnTo>
                    <a:pt x="2668839" y="54289"/>
                  </a:lnTo>
                  <a:lnTo>
                    <a:pt x="2692808" y="54777"/>
                  </a:lnTo>
                  <a:lnTo>
                    <a:pt x="2716345" y="5525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12783" y="1744365"/>
              <a:ext cx="2716345" cy="490256"/>
            </a:xfrm>
            <a:custGeom>
              <a:avLst/>
              <a:pathLst>
                <a:path w="2716345" h="490256">
                  <a:moveTo>
                    <a:pt x="0" y="0"/>
                  </a:moveTo>
                  <a:lnTo>
                    <a:pt x="174430" y="31481"/>
                  </a:lnTo>
                  <a:lnTo>
                    <a:pt x="328288" y="59250"/>
                  </a:lnTo>
                  <a:lnTo>
                    <a:pt x="465919" y="84091"/>
                  </a:lnTo>
                  <a:lnTo>
                    <a:pt x="590421" y="106561"/>
                  </a:lnTo>
                  <a:lnTo>
                    <a:pt x="704083" y="127075"/>
                  </a:lnTo>
                  <a:lnTo>
                    <a:pt x="808642" y="145947"/>
                  </a:lnTo>
                  <a:lnTo>
                    <a:pt x="905448" y="163418"/>
                  </a:lnTo>
                  <a:lnTo>
                    <a:pt x="995572" y="179684"/>
                  </a:lnTo>
                  <a:lnTo>
                    <a:pt x="1079878" y="194900"/>
                  </a:lnTo>
                  <a:lnTo>
                    <a:pt x="1159071" y="209193"/>
                  </a:lnTo>
                  <a:lnTo>
                    <a:pt x="1233737" y="222669"/>
                  </a:lnTo>
                  <a:lnTo>
                    <a:pt x="1304364" y="235416"/>
                  </a:lnTo>
                  <a:lnTo>
                    <a:pt x="1371368" y="247509"/>
                  </a:lnTo>
                  <a:lnTo>
                    <a:pt x="1435101" y="259012"/>
                  </a:lnTo>
                  <a:lnTo>
                    <a:pt x="1495870" y="269980"/>
                  </a:lnTo>
                  <a:lnTo>
                    <a:pt x="1553937" y="280460"/>
                  </a:lnTo>
                  <a:lnTo>
                    <a:pt x="1609532" y="290494"/>
                  </a:lnTo>
                  <a:lnTo>
                    <a:pt x="1662857" y="300119"/>
                  </a:lnTo>
                  <a:lnTo>
                    <a:pt x="1714090" y="309365"/>
                  </a:lnTo>
                  <a:lnTo>
                    <a:pt x="1763390" y="318263"/>
                  </a:lnTo>
                  <a:lnTo>
                    <a:pt x="1810897" y="326837"/>
                  </a:lnTo>
                  <a:lnTo>
                    <a:pt x="1856736" y="335111"/>
                  </a:lnTo>
                  <a:lnTo>
                    <a:pt x="1901021" y="343103"/>
                  </a:lnTo>
                  <a:lnTo>
                    <a:pt x="1943854" y="350834"/>
                  </a:lnTo>
                  <a:lnTo>
                    <a:pt x="1985327" y="358319"/>
                  </a:lnTo>
                  <a:lnTo>
                    <a:pt x="2025523" y="365574"/>
                  </a:lnTo>
                  <a:lnTo>
                    <a:pt x="2064520" y="372612"/>
                  </a:lnTo>
                  <a:lnTo>
                    <a:pt x="2102386" y="379447"/>
                  </a:lnTo>
                  <a:lnTo>
                    <a:pt x="2139185" y="386088"/>
                  </a:lnTo>
                  <a:lnTo>
                    <a:pt x="2174976" y="392548"/>
                  </a:lnTo>
                  <a:lnTo>
                    <a:pt x="2209812" y="398835"/>
                  </a:lnTo>
                  <a:lnTo>
                    <a:pt x="2243744" y="404959"/>
                  </a:lnTo>
                  <a:lnTo>
                    <a:pt x="2276816" y="410928"/>
                  </a:lnTo>
                  <a:lnTo>
                    <a:pt x="2309072" y="416750"/>
                  </a:lnTo>
                  <a:lnTo>
                    <a:pt x="2340550" y="422431"/>
                  </a:lnTo>
                  <a:lnTo>
                    <a:pt x="2371288" y="427979"/>
                  </a:lnTo>
                  <a:lnTo>
                    <a:pt x="2401318" y="433399"/>
                  </a:lnTo>
                  <a:lnTo>
                    <a:pt x="2430674" y="438697"/>
                  </a:lnTo>
                  <a:lnTo>
                    <a:pt x="2459385" y="443879"/>
                  </a:lnTo>
                  <a:lnTo>
                    <a:pt x="2487478" y="448950"/>
                  </a:lnTo>
                  <a:lnTo>
                    <a:pt x="2514980" y="453913"/>
                  </a:lnTo>
                  <a:lnTo>
                    <a:pt x="2541915" y="458775"/>
                  </a:lnTo>
                  <a:lnTo>
                    <a:pt x="2568305" y="463538"/>
                  </a:lnTo>
                  <a:lnTo>
                    <a:pt x="2594173" y="468206"/>
                  </a:lnTo>
                  <a:lnTo>
                    <a:pt x="2619539" y="472784"/>
                  </a:lnTo>
                  <a:lnTo>
                    <a:pt x="2644421" y="477275"/>
                  </a:lnTo>
                  <a:lnTo>
                    <a:pt x="2668839" y="481682"/>
                  </a:lnTo>
                  <a:lnTo>
                    <a:pt x="2692808" y="486008"/>
                  </a:lnTo>
                  <a:lnTo>
                    <a:pt x="2716345" y="49025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12783" y="2395483"/>
              <a:ext cx="2716345" cy="46219"/>
            </a:xfrm>
            <a:custGeom>
              <a:avLst/>
              <a:pathLst>
                <a:path w="2716345" h="46219">
                  <a:moveTo>
                    <a:pt x="0" y="0"/>
                  </a:moveTo>
                  <a:lnTo>
                    <a:pt x="174430" y="2967"/>
                  </a:lnTo>
                  <a:lnTo>
                    <a:pt x="328288" y="5585"/>
                  </a:lnTo>
                  <a:lnTo>
                    <a:pt x="465919" y="7927"/>
                  </a:lnTo>
                  <a:lnTo>
                    <a:pt x="590421" y="10046"/>
                  </a:lnTo>
                  <a:lnTo>
                    <a:pt x="704083" y="11980"/>
                  </a:lnTo>
                  <a:lnTo>
                    <a:pt x="808642" y="13759"/>
                  </a:lnTo>
                  <a:lnTo>
                    <a:pt x="905448" y="15406"/>
                  </a:lnTo>
                  <a:lnTo>
                    <a:pt x="995572" y="16940"/>
                  </a:lnTo>
                  <a:lnTo>
                    <a:pt x="1079878" y="18374"/>
                  </a:lnTo>
                  <a:lnTo>
                    <a:pt x="1159071" y="19722"/>
                  </a:lnTo>
                  <a:lnTo>
                    <a:pt x="1233737" y="20992"/>
                  </a:lnTo>
                  <a:lnTo>
                    <a:pt x="1304364" y="22194"/>
                  </a:lnTo>
                  <a:lnTo>
                    <a:pt x="1371368" y="23334"/>
                  </a:lnTo>
                  <a:lnTo>
                    <a:pt x="1435101" y="24418"/>
                  </a:lnTo>
                  <a:lnTo>
                    <a:pt x="1495870" y="25452"/>
                  </a:lnTo>
                  <a:lnTo>
                    <a:pt x="1553937" y="26440"/>
                  </a:lnTo>
                  <a:lnTo>
                    <a:pt x="1609532" y="27386"/>
                  </a:lnTo>
                  <a:lnTo>
                    <a:pt x="1662857" y="28294"/>
                  </a:lnTo>
                  <a:lnTo>
                    <a:pt x="1714090" y="29165"/>
                  </a:lnTo>
                  <a:lnTo>
                    <a:pt x="1763390" y="30004"/>
                  </a:lnTo>
                  <a:lnTo>
                    <a:pt x="1810897" y="30813"/>
                  </a:lnTo>
                  <a:lnTo>
                    <a:pt x="1856736" y="31593"/>
                  </a:lnTo>
                  <a:lnTo>
                    <a:pt x="1901021" y="32346"/>
                  </a:lnTo>
                  <a:lnTo>
                    <a:pt x="1943854" y="33075"/>
                  </a:lnTo>
                  <a:lnTo>
                    <a:pt x="1985327" y="33781"/>
                  </a:lnTo>
                  <a:lnTo>
                    <a:pt x="2025523" y="34465"/>
                  </a:lnTo>
                  <a:lnTo>
                    <a:pt x="2064520" y="35128"/>
                  </a:lnTo>
                  <a:lnTo>
                    <a:pt x="2102386" y="35772"/>
                  </a:lnTo>
                  <a:lnTo>
                    <a:pt x="2139185" y="36399"/>
                  </a:lnTo>
                  <a:lnTo>
                    <a:pt x="2174976" y="37008"/>
                  </a:lnTo>
                  <a:lnTo>
                    <a:pt x="2209812" y="37600"/>
                  </a:lnTo>
                  <a:lnTo>
                    <a:pt x="2243744" y="38178"/>
                  </a:lnTo>
                  <a:lnTo>
                    <a:pt x="2276816" y="38740"/>
                  </a:lnTo>
                  <a:lnTo>
                    <a:pt x="2309072" y="39289"/>
                  </a:lnTo>
                  <a:lnTo>
                    <a:pt x="2340550" y="39825"/>
                  </a:lnTo>
                  <a:lnTo>
                    <a:pt x="2371288" y="40348"/>
                  </a:lnTo>
                  <a:lnTo>
                    <a:pt x="2401318" y="40859"/>
                  </a:lnTo>
                  <a:lnTo>
                    <a:pt x="2430674" y="41358"/>
                  </a:lnTo>
                  <a:lnTo>
                    <a:pt x="2459385" y="41847"/>
                  </a:lnTo>
                  <a:lnTo>
                    <a:pt x="2487478" y="42325"/>
                  </a:lnTo>
                  <a:lnTo>
                    <a:pt x="2514980" y="42793"/>
                  </a:lnTo>
                  <a:lnTo>
                    <a:pt x="2541915" y="43251"/>
                  </a:lnTo>
                  <a:lnTo>
                    <a:pt x="2568305" y="43700"/>
                  </a:lnTo>
                  <a:lnTo>
                    <a:pt x="2594173" y="44140"/>
                  </a:lnTo>
                  <a:lnTo>
                    <a:pt x="2619539" y="44572"/>
                  </a:lnTo>
                  <a:lnTo>
                    <a:pt x="2644421" y="44995"/>
                  </a:lnTo>
                  <a:lnTo>
                    <a:pt x="2668839" y="45411"/>
                  </a:lnTo>
                  <a:lnTo>
                    <a:pt x="2692808" y="45819"/>
                  </a:lnTo>
                  <a:lnTo>
                    <a:pt x="2716345" y="4621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112783" y="2203194"/>
              <a:ext cx="2716345" cy="36974"/>
            </a:xfrm>
            <a:custGeom>
              <a:avLst/>
              <a:pathLst>
                <a:path w="2716345" h="36974">
                  <a:moveTo>
                    <a:pt x="0" y="36974"/>
                  </a:moveTo>
                  <a:lnTo>
                    <a:pt x="174430" y="34599"/>
                  </a:lnTo>
                  <a:lnTo>
                    <a:pt x="328288" y="32505"/>
                  </a:lnTo>
                  <a:lnTo>
                    <a:pt x="465919" y="30632"/>
                  </a:lnTo>
                  <a:lnTo>
                    <a:pt x="590421" y="28937"/>
                  </a:lnTo>
                  <a:lnTo>
                    <a:pt x="704083" y="27390"/>
                  </a:lnTo>
                  <a:lnTo>
                    <a:pt x="808642" y="25967"/>
                  </a:lnTo>
                  <a:lnTo>
                    <a:pt x="905448" y="24649"/>
                  </a:lnTo>
                  <a:lnTo>
                    <a:pt x="995572" y="23422"/>
                  </a:lnTo>
                  <a:lnTo>
                    <a:pt x="1079878" y="22275"/>
                  </a:lnTo>
                  <a:lnTo>
                    <a:pt x="1159071" y="21197"/>
                  </a:lnTo>
                  <a:lnTo>
                    <a:pt x="1233737" y="20180"/>
                  </a:lnTo>
                  <a:lnTo>
                    <a:pt x="1304364" y="19219"/>
                  </a:lnTo>
                  <a:lnTo>
                    <a:pt x="1371368" y="18307"/>
                  </a:lnTo>
                  <a:lnTo>
                    <a:pt x="1435101" y="17439"/>
                  </a:lnTo>
                  <a:lnTo>
                    <a:pt x="1495870" y="16612"/>
                  </a:lnTo>
                  <a:lnTo>
                    <a:pt x="1553937" y="15822"/>
                  </a:lnTo>
                  <a:lnTo>
                    <a:pt x="1609532" y="15065"/>
                  </a:lnTo>
                  <a:lnTo>
                    <a:pt x="1662857" y="14339"/>
                  </a:lnTo>
                  <a:lnTo>
                    <a:pt x="1714090" y="13642"/>
                  </a:lnTo>
                  <a:lnTo>
                    <a:pt x="1763390" y="12971"/>
                  </a:lnTo>
                  <a:lnTo>
                    <a:pt x="1810897" y="12324"/>
                  </a:lnTo>
                  <a:lnTo>
                    <a:pt x="1856736" y="11700"/>
                  </a:lnTo>
                  <a:lnTo>
                    <a:pt x="1901021" y="11097"/>
                  </a:lnTo>
                  <a:lnTo>
                    <a:pt x="1943854" y="10514"/>
                  </a:lnTo>
                  <a:lnTo>
                    <a:pt x="1985327" y="9950"/>
                  </a:lnTo>
                  <a:lnTo>
                    <a:pt x="2025523" y="9403"/>
                  </a:lnTo>
                  <a:lnTo>
                    <a:pt x="2064520" y="8872"/>
                  </a:lnTo>
                  <a:lnTo>
                    <a:pt x="2102386" y="8357"/>
                  </a:lnTo>
                  <a:lnTo>
                    <a:pt x="2139185" y="7856"/>
                  </a:lnTo>
                  <a:lnTo>
                    <a:pt x="2174976" y="7368"/>
                  </a:lnTo>
                  <a:lnTo>
                    <a:pt x="2209812" y="6894"/>
                  </a:lnTo>
                  <a:lnTo>
                    <a:pt x="2243744" y="6432"/>
                  </a:lnTo>
                  <a:lnTo>
                    <a:pt x="2276816" y="5982"/>
                  </a:lnTo>
                  <a:lnTo>
                    <a:pt x="2309072" y="5543"/>
                  </a:lnTo>
                  <a:lnTo>
                    <a:pt x="2340550" y="5115"/>
                  </a:lnTo>
                  <a:lnTo>
                    <a:pt x="2371288" y="4696"/>
                  </a:lnTo>
                  <a:lnTo>
                    <a:pt x="2401318" y="4288"/>
                  </a:lnTo>
                  <a:lnTo>
                    <a:pt x="2430674" y="3888"/>
                  </a:lnTo>
                  <a:lnTo>
                    <a:pt x="2459385" y="3497"/>
                  </a:lnTo>
                  <a:lnTo>
                    <a:pt x="2487478" y="3115"/>
                  </a:lnTo>
                  <a:lnTo>
                    <a:pt x="2514980" y="2740"/>
                  </a:lnTo>
                  <a:lnTo>
                    <a:pt x="2541915" y="2374"/>
                  </a:lnTo>
                  <a:lnTo>
                    <a:pt x="2568305" y="2015"/>
                  </a:lnTo>
                  <a:lnTo>
                    <a:pt x="2594173" y="1662"/>
                  </a:lnTo>
                  <a:lnTo>
                    <a:pt x="2619539" y="1317"/>
                  </a:lnTo>
                  <a:lnTo>
                    <a:pt x="2644421" y="979"/>
                  </a:lnTo>
                  <a:lnTo>
                    <a:pt x="2668839" y="646"/>
                  </a:lnTo>
                  <a:lnTo>
                    <a:pt x="2692808" y="320"/>
                  </a:lnTo>
                  <a:lnTo>
                    <a:pt x="271634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112783" y="2124208"/>
              <a:ext cx="2716345" cy="58038"/>
            </a:xfrm>
            <a:custGeom>
              <a:avLst/>
              <a:pathLst>
                <a:path w="2716345" h="58038">
                  <a:moveTo>
                    <a:pt x="0" y="0"/>
                  </a:moveTo>
                  <a:lnTo>
                    <a:pt x="174430" y="3726"/>
                  </a:lnTo>
                  <a:lnTo>
                    <a:pt x="328288" y="7014"/>
                  </a:lnTo>
                  <a:lnTo>
                    <a:pt x="465919" y="9954"/>
                  </a:lnTo>
                  <a:lnTo>
                    <a:pt x="590421" y="12615"/>
                  </a:lnTo>
                  <a:lnTo>
                    <a:pt x="704083" y="15043"/>
                  </a:lnTo>
                  <a:lnTo>
                    <a:pt x="808642" y="17277"/>
                  </a:lnTo>
                  <a:lnTo>
                    <a:pt x="905448" y="19346"/>
                  </a:lnTo>
                  <a:lnTo>
                    <a:pt x="995572" y="21271"/>
                  </a:lnTo>
                  <a:lnTo>
                    <a:pt x="1079878" y="23073"/>
                  </a:lnTo>
                  <a:lnTo>
                    <a:pt x="1159071" y="24765"/>
                  </a:lnTo>
                  <a:lnTo>
                    <a:pt x="1233737" y="26360"/>
                  </a:lnTo>
                  <a:lnTo>
                    <a:pt x="1304364" y="27869"/>
                  </a:lnTo>
                  <a:lnTo>
                    <a:pt x="1371368" y="29301"/>
                  </a:lnTo>
                  <a:lnTo>
                    <a:pt x="1435101" y="30662"/>
                  </a:lnTo>
                  <a:lnTo>
                    <a:pt x="1495870" y="31961"/>
                  </a:lnTo>
                  <a:lnTo>
                    <a:pt x="1553937" y="33201"/>
                  </a:lnTo>
                  <a:lnTo>
                    <a:pt x="1609532" y="34389"/>
                  </a:lnTo>
                  <a:lnTo>
                    <a:pt x="1662857" y="35529"/>
                  </a:lnTo>
                  <a:lnTo>
                    <a:pt x="1714090" y="36623"/>
                  </a:lnTo>
                  <a:lnTo>
                    <a:pt x="1763390" y="37677"/>
                  </a:lnTo>
                  <a:lnTo>
                    <a:pt x="1810897" y="38692"/>
                  </a:lnTo>
                  <a:lnTo>
                    <a:pt x="1856736" y="39671"/>
                  </a:lnTo>
                  <a:lnTo>
                    <a:pt x="1901021" y="40617"/>
                  </a:lnTo>
                  <a:lnTo>
                    <a:pt x="1943854" y="41532"/>
                  </a:lnTo>
                  <a:lnTo>
                    <a:pt x="1985327" y="42419"/>
                  </a:lnTo>
                  <a:lnTo>
                    <a:pt x="2025523" y="43277"/>
                  </a:lnTo>
                  <a:lnTo>
                    <a:pt x="2064520" y="44111"/>
                  </a:lnTo>
                  <a:lnTo>
                    <a:pt x="2102386" y="44920"/>
                  </a:lnTo>
                  <a:lnTo>
                    <a:pt x="2139185" y="45706"/>
                  </a:lnTo>
                  <a:lnTo>
                    <a:pt x="2174976" y="46471"/>
                  </a:lnTo>
                  <a:lnTo>
                    <a:pt x="2209812" y="47215"/>
                  </a:lnTo>
                  <a:lnTo>
                    <a:pt x="2243744" y="47940"/>
                  </a:lnTo>
                  <a:lnTo>
                    <a:pt x="2276816" y="48647"/>
                  </a:lnTo>
                  <a:lnTo>
                    <a:pt x="2309072" y="49336"/>
                  </a:lnTo>
                  <a:lnTo>
                    <a:pt x="2340550" y="50008"/>
                  </a:lnTo>
                  <a:lnTo>
                    <a:pt x="2371288" y="50665"/>
                  </a:lnTo>
                  <a:lnTo>
                    <a:pt x="2401318" y="51307"/>
                  </a:lnTo>
                  <a:lnTo>
                    <a:pt x="2430674" y="51934"/>
                  </a:lnTo>
                  <a:lnTo>
                    <a:pt x="2459385" y="52547"/>
                  </a:lnTo>
                  <a:lnTo>
                    <a:pt x="2487478" y="53148"/>
                  </a:lnTo>
                  <a:lnTo>
                    <a:pt x="2514980" y="53735"/>
                  </a:lnTo>
                  <a:lnTo>
                    <a:pt x="2541915" y="54311"/>
                  </a:lnTo>
                  <a:lnTo>
                    <a:pt x="2568305" y="54875"/>
                  </a:lnTo>
                  <a:lnTo>
                    <a:pt x="2594173" y="55427"/>
                  </a:lnTo>
                  <a:lnTo>
                    <a:pt x="2619539" y="55969"/>
                  </a:lnTo>
                  <a:lnTo>
                    <a:pt x="2644421" y="56501"/>
                  </a:lnTo>
                  <a:lnTo>
                    <a:pt x="2668839" y="57023"/>
                  </a:lnTo>
                  <a:lnTo>
                    <a:pt x="2692808" y="57535"/>
                  </a:lnTo>
                  <a:lnTo>
                    <a:pt x="2716345" y="5803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913885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875928" y="23511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875928" y="19419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875928" y="15327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913885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5112783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6018231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692368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7829129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5073921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979369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688481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7790267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6106645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913885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690301" y="451673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672207" y="43811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642894" y="457514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615777" y="44565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665016" y="44824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629749" y="436657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694472" y="407495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651103" y="44566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628240" y="441725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697134" y="43688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527250" y="45813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99154" y="46254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90278" y="358551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559132" y="45116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599802" y="45330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68750" y="438853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18272" y="45329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521748" y="45383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40308" y="39952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605102" y="411597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594528" y="431308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544061" y="438604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549117" y="424966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583468" y="443724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20869" y="445888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620022" y="434551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10246" y="386514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645213" y="40870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28058" y="433336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536225" y="423709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466628" y="46166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89348" y="460974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35918" y="442779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36877" y="46192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57394" y="37711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94706" y="46335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08777" y="418957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93586" y="360746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478737" y="3507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75237" y="417674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57560" y="40558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32179" y="40164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13270" y="405057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59271" y="45478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1724" y="400457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94129" y="438251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476283" y="439998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493048" y="421988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411523" y="420827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429056" y="430602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377966" y="423818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433844" y="450208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372043" y="40098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366703" y="43235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378054" y="44293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361478" y="41612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447221" y="40972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10600" y="38349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357038" y="385617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425602" y="383843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388669" y="39344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4451776" y="41678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439426" y="41950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4355389" y="409981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380605" y="406440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4363829" y="40522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400815" y="388163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4433440" y="399531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438110" y="403486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4373682" y="385679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394079" y="406359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4446729" y="390494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707426" y="4170943"/>
              <a:ext cx="2722664" cy="448391"/>
            </a:xfrm>
            <a:custGeom>
              <a:avLst/>
              <a:pathLst>
                <a:path w="2722664" h="448391">
                  <a:moveTo>
                    <a:pt x="0" y="448391"/>
                  </a:moveTo>
                  <a:lnTo>
                    <a:pt x="174835" y="419597"/>
                  </a:lnTo>
                  <a:lnTo>
                    <a:pt x="329052" y="394200"/>
                  </a:lnTo>
                  <a:lnTo>
                    <a:pt x="467003" y="371481"/>
                  </a:lnTo>
                  <a:lnTo>
                    <a:pt x="591795" y="350929"/>
                  </a:lnTo>
                  <a:lnTo>
                    <a:pt x="705721" y="332167"/>
                  </a:lnTo>
                  <a:lnTo>
                    <a:pt x="810523" y="314907"/>
                  </a:lnTo>
                  <a:lnTo>
                    <a:pt x="907554" y="298927"/>
                  </a:lnTo>
                  <a:lnTo>
                    <a:pt x="997888" y="284050"/>
                  </a:lnTo>
                  <a:lnTo>
                    <a:pt x="1082390" y="270134"/>
                  </a:lnTo>
                  <a:lnTo>
                    <a:pt x="1161767" y="257061"/>
                  </a:lnTo>
                  <a:lnTo>
                    <a:pt x="1236606" y="244736"/>
                  </a:lnTo>
                  <a:lnTo>
                    <a:pt x="1307398" y="233077"/>
                  </a:lnTo>
                  <a:lnTo>
                    <a:pt x="1374558" y="222017"/>
                  </a:lnTo>
                  <a:lnTo>
                    <a:pt x="1438440" y="211496"/>
                  </a:lnTo>
                  <a:lnTo>
                    <a:pt x="1499349" y="201465"/>
                  </a:lnTo>
                  <a:lnTo>
                    <a:pt x="1557551" y="191880"/>
                  </a:lnTo>
                  <a:lnTo>
                    <a:pt x="1613276" y="182703"/>
                  </a:lnTo>
                  <a:lnTo>
                    <a:pt x="1666725" y="173900"/>
                  </a:lnTo>
                  <a:lnTo>
                    <a:pt x="1718078" y="165443"/>
                  </a:lnTo>
                  <a:lnTo>
                    <a:pt x="1767492" y="157305"/>
                  </a:lnTo>
                  <a:lnTo>
                    <a:pt x="1815109" y="149463"/>
                  </a:lnTo>
                  <a:lnTo>
                    <a:pt x="1861055" y="141897"/>
                  </a:lnTo>
                  <a:lnTo>
                    <a:pt x="1905443" y="134586"/>
                  </a:lnTo>
                  <a:lnTo>
                    <a:pt x="1948375" y="127516"/>
                  </a:lnTo>
                  <a:lnTo>
                    <a:pt x="1989945" y="120670"/>
                  </a:lnTo>
                  <a:lnTo>
                    <a:pt x="2030235" y="114035"/>
                  </a:lnTo>
                  <a:lnTo>
                    <a:pt x="2069322" y="107597"/>
                  </a:lnTo>
                  <a:lnTo>
                    <a:pt x="2107276" y="101347"/>
                  </a:lnTo>
                  <a:lnTo>
                    <a:pt x="2144161" y="95272"/>
                  </a:lnTo>
                  <a:lnTo>
                    <a:pt x="2180035" y="89364"/>
                  </a:lnTo>
                  <a:lnTo>
                    <a:pt x="2214953" y="83614"/>
                  </a:lnTo>
                  <a:lnTo>
                    <a:pt x="2248963" y="78013"/>
                  </a:lnTo>
                  <a:lnTo>
                    <a:pt x="2282112" y="72553"/>
                  </a:lnTo>
                  <a:lnTo>
                    <a:pt x="2314443" y="67229"/>
                  </a:lnTo>
                  <a:lnTo>
                    <a:pt x="2345994" y="62033"/>
                  </a:lnTo>
                  <a:lnTo>
                    <a:pt x="2376803" y="56959"/>
                  </a:lnTo>
                  <a:lnTo>
                    <a:pt x="2406904" y="52001"/>
                  </a:lnTo>
                  <a:lnTo>
                    <a:pt x="2436328" y="47156"/>
                  </a:lnTo>
                  <a:lnTo>
                    <a:pt x="2465106" y="42416"/>
                  </a:lnTo>
                  <a:lnTo>
                    <a:pt x="2493265" y="37779"/>
                  </a:lnTo>
                  <a:lnTo>
                    <a:pt x="2520830" y="33239"/>
                  </a:lnTo>
                  <a:lnTo>
                    <a:pt x="2547828" y="28793"/>
                  </a:lnTo>
                  <a:lnTo>
                    <a:pt x="2574280" y="24437"/>
                  </a:lnTo>
                  <a:lnTo>
                    <a:pt x="2600208" y="20167"/>
                  </a:lnTo>
                  <a:lnTo>
                    <a:pt x="2625632" y="15979"/>
                  </a:lnTo>
                  <a:lnTo>
                    <a:pt x="2650572" y="11872"/>
                  </a:lnTo>
                  <a:lnTo>
                    <a:pt x="2675047" y="7841"/>
                  </a:lnTo>
                  <a:lnTo>
                    <a:pt x="2699072" y="3885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707426" y="4082949"/>
              <a:ext cx="2722664" cy="432964"/>
            </a:xfrm>
            <a:custGeom>
              <a:avLst/>
              <a:pathLst>
                <a:path w="2722664" h="432964">
                  <a:moveTo>
                    <a:pt x="0" y="432964"/>
                  </a:moveTo>
                  <a:lnTo>
                    <a:pt x="174835" y="405161"/>
                  </a:lnTo>
                  <a:lnTo>
                    <a:pt x="329052" y="380637"/>
                  </a:lnTo>
                  <a:lnTo>
                    <a:pt x="467003" y="358700"/>
                  </a:lnTo>
                  <a:lnTo>
                    <a:pt x="591795" y="338855"/>
                  </a:lnTo>
                  <a:lnTo>
                    <a:pt x="705721" y="320739"/>
                  </a:lnTo>
                  <a:lnTo>
                    <a:pt x="810523" y="304073"/>
                  </a:lnTo>
                  <a:lnTo>
                    <a:pt x="907554" y="288643"/>
                  </a:lnTo>
                  <a:lnTo>
                    <a:pt x="997888" y="274277"/>
                  </a:lnTo>
                  <a:lnTo>
                    <a:pt x="1082390" y="260840"/>
                  </a:lnTo>
                  <a:lnTo>
                    <a:pt x="1161767" y="248217"/>
                  </a:lnTo>
                  <a:lnTo>
                    <a:pt x="1236606" y="236316"/>
                  </a:lnTo>
                  <a:lnTo>
                    <a:pt x="1307398" y="225058"/>
                  </a:lnTo>
                  <a:lnTo>
                    <a:pt x="1374558" y="214379"/>
                  </a:lnTo>
                  <a:lnTo>
                    <a:pt x="1438440" y="204220"/>
                  </a:lnTo>
                  <a:lnTo>
                    <a:pt x="1499349" y="194534"/>
                  </a:lnTo>
                  <a:lnTo>
                    <a:pt x="1557551" y="185278"/>
                  </a:lnTo>
                  <a:lnTo>
                    <a:pt x="1613276" y="176417"/>
                  </a:lnTo>
                  <a:lnTo>
                    <a:pt x="1666725" y="167917"/>
                  </a:lnTo>
                  <a:lnTo>
                    <a:pt x="1718078" y="159751"/>
                  </a:lnTo>
                  <a:lnTo>
                    <a:pt x="1767492" y="151893"/>
                  </a:lnTo>
                  <a:lnTo>
                    <a:pt x="1815109" y="144321"/>
                  </a:lnTo>
                  <a:lnTo>
                    <a:pt x="1861055" y="137015"/>
                  </a:lnTo>
                  <a:lnTo>
                    <a:pt x="1905443" y="129956"/>
                  </a:lnTo>
                  <a:lnTo>
                    <a:pt x="1948375" y="123129"/>
                  </a:lnTo>
                  <a:lnTo>
                    <a:pt x="1989945" y="116518"/>
                  </a:lnTo>
                  <a:lnTo>
                    <a:pt x="2030235" y="110111"/>
                  </a:lnTo>
                  <a:lnTo>
                    <a:pt x="2069322" y="103895"/>
                  </a:lnTo>
                  <a:lnTo>
                    <a:pt x="2107276" y="97860"/>
                  </a:lnTo>
                  <a:lnTo>
                    <a:pt x="2144161" y="91994"/>
                  </a:lnTo>
                  <a:lnTo>
                    <a:pt x="2180035" y="86290"/>
                  </a:lnTo>
                  <a:lnTo>
                    <a:pt x="2214953" y="80737"/>
                  </a:lnTo>
                  <a:lnTo>
                    <a:pt x="2248963" y="75329"/>
                  </a:lnTo>
                  <a:lnTo>
                    <a:pt x="2282112" y="70057"/>
                  </a:lnTo>
                  <a:lnTo>
                    <a:pt x="2314443" y="64916"/>
                  </a:lnTo>
                  <a:lnTo>
                    <a:pt x="2345994" y="59898"/>
                  </a:lnTo>
                  <a:lnTo>
                    <a:pt x="2376803" y="54999"/>
                  </a:lnTo>
                  <a:lnTo>
                    <a:pt x="2406904" y="50212"/>
                  </a:lnTo>
                  <a:lnTo>
                    <a:pt x="2436328" y="45533"/>
                  </a:lnTo>
                  <a:lnTo>
                    <a:pt x="2465106" y="40957"/>
                  </a:lnTo>
                  <a:lnTo>
                    <a:pt x="2493265" y="36479"/>
                  </a:lnTo>
                  <a:lnTo>
                    <a:pt x="2520830" y="32096"/>
                  </a:lnTo>
                  <a:lnTo>
                    <a:pt x="2547828" y="27802"/>
                  </a:lnTo>
                  <a:lnTo>
                    <a:pt x="2574280" y="23596"/>
                  </a:lnTo>
                  <a:lnTo>
                    <a:pt x="2600208" y="19473"/>
                  </a:lnTo>
                  <a:lnTo>
                    <a:pt x="2625632" y="15430"/>
                  </a:lnTo>
                  <a:lnTo>
                    <a:pt x="2650572" y="11464"/>
                  </a:lnTo>
                  <a:lnTo>
                    <a:pt x="2675047" y="7572"/>
                  </a:lnTo>
                  <a:lnTo>
                    <a:pt x="2699072" y="3751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707426" y="4260648"/>
              <a:ext cx="2722664" cy="340309"/>
            </a:xfrm>
            <a:custGeom>
              <a:avLst/>
              <a:pathLst>
                <a:path w="2722664" h="340309">
                  <a:moveTo>
                    <a:pt x="0" y="340309"/>
                  </a:moveTo>
                  <a:lnTo>
                    <a:pt x="174835" y="318456"/>
                  </a:lnTo>
                  <a:lnTo>
                    <a:pt x="329052" y="299180"/>
                  </a:lnTo>
                  <a:lnTo>
                    <a:pt x="467003" y="281938"/>
                  </a:lnTo>
                  <a:lnTo>
                    <a:pt x="591795" y="266340"/>
                  </a:lnTo>
                  <a:lnTo>
                    <a:pt x="705721" y="252100"/>
                  </a:lnTo>
                  <a:lnTo>
                    <a:pt x="810523" y="239001"/>
                  </a:lnTo>
                  <a:lnTo>
                    <a:pt x="907554" y="226872"/>
                  </a:lnTo>
                  <a:lnTo>
                    <a:pt x="997888" y="215581"/>
                  </a:lnTo>
                  <a:lnTo>
                    <a:pt x="1082390" y="205019"/>
                  </a:lnTo>
                  <a:lnTo>
                    <a:pt x="1161767" y="195098"/>
                  </a:lnTo>
                  <a:lnTo>
                    <a:pt x="1236606" y="185744"/>
                  </a:lnTo>
                  <a:lnTo>
                    <a:pt x="1307398" y="176895"/>
                  </a:lnTo>
                  <a:lnTo>
                    <a:pt x="1374558" y="168501"/>
                  </a:lnTo>
                  <a:lnTo>
                    <a:pt x="1438440" y="160516"/>
                  </a:lnTo>
                  <a:lnTo>
                    <a:pt x="1499349" y="152903"/>
                  </a:lnTo>
                  <a:lnTo>
                    <a:pt x="1557551" y="145628"/>
                  </a:lnTo>
                  <a:lnTo>
                    <a:pt x="1613276" y="138663"/>
                  </a:lnTo>
                  <a:lnTo>
                    <a:pt x="1666725" y="131983"/>
                  </a:lnTo>
                  <a:lnTo>
                    <a:pt x="1718078" y="125564"/>
                  </a:lnTo>
                  <a:lnTo>
                    <a:pt x="1767492" y="119388"/>
                  </a:lnTo>
                  <a:lnTo>
                    <a:pt x="1815109" y="113436"/>
                  </a:lnTo>
                  <a:lnTo>
                    <a:pt x="1861055" y="107693"/>
                  </a:lnTo>
                  <a:lnTo>
                    <a:pt x="1905443" y="102145"/>
                  </a:lnTo>
                  <a:lnTo>
                    <a:pt x="1948375" y="96779"/>
                  </a:lnTo>
                  <a:lnTo>
                    <a:pt x="1989945" y="91583"/>
                  </a:lnTo>
                  <a:lnTo>
                    <a:pt x="2030235" y="86547"/>
                  </a:lnTo>
                  <a:lnTo>
                    <a:pt x="2069322" y="81662"/>
                  </a:lnTo>
                  <a:lnTo>
                    <a:pt x="2107276" y="76918"/>
                  </a:lnTo>
                  <a:lnTo>
                    <a:pt x="2144161" y="72307"/>
                  </a:lnTo>
                  <a:lnTo>
                    <a:pt x="2180035" y="67823"/>
                  </a:lnTo>
                  <a:lnTo>
                    <a:pt x="2214953" y="63459"/>
                  </a:lnTo>
                  <a:lnTo>
                    <a:pt x="2248963" y="59208"/>
                  </a:lnTo>
                  <a:lnTo>
                    <a:pt x="2282112" y="55065"/>
                  </a:lnTo>
                  <a:lnTo>
                    <a:pt x="2314443" y="51024"/>
                  </a:lnTo>
                  <a:lnTo>
                    <a:pt x="2345994" y="47080"/>
                  </a:lnTo>
                  <a:lnTo>
                    <a:pt x="2376803" y="43229"/>
                  </a:lnTo>
                  <a:lnTo>
                    <a:pt x="2406904" y="39467"/>
                  </a:lnTo>
                  <a:lnTo>
                    <a:pt x="2436328" y="35789"/>
                  </a:lnTo>
                  <a:lnTo>
                    <a:pt x="2465106" y="32192"/>
                  </a:lnTo>
                  <a:lnTo>
                    <a:pt x="2493265" y="28672"/>
                  </a:lnTo>
                  <a:lnTo>
                    <a:pt x="2520830" y="25227"/>
                  </a:lnTo>
                  <a:lnTo>
                    <a:pt x="2547828" y="21852"/>
                  </a:lnTo>
                  <a:lnTo>
                    <a:pt x="2574280" y="18546"/>
                  </a:lnTo>
                  <a:lnTo>
                    <a:pt x="2600208" y="15305"/>
                  </a:lnTo>
                  <a:lnTo>
                    <a:pt x="2625632" y="12128"/>
                  </a:lnTo>
                  <a:lnTo>
                    <a:pt x="2650572" y="9010"/>
                  </a:lnTo>
                  <a:lnTo>
                    <a:pt x="2675047" y="5951"/>
                  </a:lnTo>
                  <a:lnTo>
                    <a:pt x="2699072" y="2948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707426" y="3844396"/>
              <a:ext cx="2722664" cy="474212"/>
            </a:xfrm>
            <a:custGeom>
              <a:avLst/>
              <a:pathLst>
                <a:path w="2722664" h="474212">
                  <a:moveTo>
                    <a:pt x="0" y="474212"/>
                  </a:moveTo>
                  <a:lnTo>
                    <a:pt x="174835" y="443760"/>
                  </a:lnTo>
                  <a:lnTo>
                    <a:pt x="329052" y="416900"/>
                  </a:lnTo>
                  <a:lnTo>
                    <a:pt x="467003" y="392873"/>
                  </a:lnTo>
                  <a:lnTo>
                    <a:pt x="591795" y="371137"/>
                  </a:lnTo>
                  <a:lnTo>
                    <a:pt x="705721" y="351295"/>
                  </a:lnTo>
                  <a:lnTo>
                    <a:pt x="810523" y="333041"/>
                  </a:lnTo>
                  <a:lnTo>
                    <a:pt x="907554" y="316141"/>
                  </a:lnTo>
                  <a:lnTo>
                    <a:pt x="997888" y="300407"/>
                  </a:lnTo>
                  <a:lnTo>
                    <a:pt x="1082390" y="285689"/>
                  </a:lnTo>
                  <a:lnTo>
                    <a:pt x="1161767" y="271864"/>
                  </a:lnTo>
                  <a:lnTo>
                    <a:pt x="1236606" y="258829"/>
                  </a:lnTo>
                  <a:lnTo>
                    <a:pt x="1307398" y="246499"/>
                  </a:lnTo>
                  <a:lnTo>
                    <a:pt x="1374558" y="234802"/>
                  </a:lnTo>
                  <a:lnTo>
                    <a:pt x="1438440" y="223675"/>
                  </a:lnTo>
                  <a:lnTo>
                    <a:pt x="1499349" y="213067"/>
                  </a:lnTo>
                  <a:lnTo>
                    <a:pt x="1557551" y="202930"/>
                  </a:lnTo>
                  <a:lnTo>
                    <a:pt x="1613276" y="193224"/>
                  </a:lnTo>
                  <a:lnTo>
                    <a:pt x="1666725" y="183915"/>
                  </a:lnTo>
                  <a:lnTo>
                    <a:pt x="1718078" y="174970"/>
                  </a:lnTo>
                  <a:lnTo>
                    <a:pt x="1767492" y="166364"/>
                  </a:lnTo>
                  <a:lnTo>
                    <a:pt x="1815109" y="158070"/>
                  </a:lnTo>
                  <a:lnTo>
                    <a:pt x="1861055" y="150068"/>
                  </a:lnTo>
                  <a:lnTo>
                    <a:pt x="1905443" y="142337"/>
                  </a:lnTo>
                  <a:lnTo>
                    <a:pt x="1948375" y="134859"/>
                  </a:lnTo>
                  <a:lnTo>
                    <a:pt x="1989945" y="127619"/>
                  </a:lnTo>
                  <a:lnTo>
                    <a:pt x="2030235" y="120601"/>
                  </a:lnTo>
                  <a:lnTo>
                    <a:pt x="2069322" y="113793"/>
                  </a:lnTo>
                  <a:lnTo>
                    <a:pt x="2107276" y="107183"/>
                  </a:lnTo>
                  <a:lnTo>
                    <a:pt x="2144161" y="100758"/>
                  </a:lnTo>
                  <a:lnTo>
                    <a:pt x="2180035" y="94510"/>
                  </a:lnTo>
                  <a:lnTo>
                    <a:pt x="2214953" y="88429"/>
                  </a:lnTo>
                  <a:lnTo>
                    <a:pt x="2248963" y="82505"/>
                  </a:lnTo>
                  <a:lnTo>
                    <a:pt x="2282112" y="76731"/>
                  </a:lnTo>
                  <a:lnTo>
                    <a:pt x="2314443" y="71100"/>
                  </a:lnTo>
                  <a:lnTo>
                    <a:pt x="2345994" y="65605"/>
                  </a:lnTo>
                  <a:lnTo>
                    <a:pt x="2376803" y="60239"/>
                  </a:lnTo>
                  <a:lnTo>
                    <a:pt x="2406904" y="54996"/>
                  </a:lnTo>
                  <a:lnTo>
                    <a:pt x="2436328" y="49871"/>
                  </a:lnTo>
                  <a:lnTo>
                    <a:pt x="2465106" y="44859"/>
                  </a:lnTo>
                  <a:lnTo>
                    <a:pt x="2493265" y="39954"/>
                  </a:lnTo>
                  <a:lnTo>
                    <a:pt x="2520830" y="35153"/>
                  </a:lnTo>
                  <a:lnTo>
                    <a:pt x="2547828" y="30451"/>
                  </a:lnTo>
                  <a:lnTo>
                    <a:pt x="2574280" y="25844"/>
                  </a:lnTo>
                  <a:lnTo>
                    <a:pt x="2600208" y="21328"/>
                  </a:lnTo>
                  <a:lnTo>
                    <a:pt x="2625632" y="16900"/>
                  </a:lnTo>
                  <a:lnTo>
                    <a:pt x="2650572" y="12556"/>
                  </a:lnTo>
                  <a:lnTo>
                    <a:pt x="2675047" y="8293"/>
                  </a:lnTo>
                  <a:lnTo>
                    <a:pt x="2699072" y="4109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707426" y="4140496"/>
              <a:ext cx="2722664" cy="353186"/>
            </a:xfrm>
            <a:custGeom>
              <a:avLst/>
              <a:pathLst>
                <a:path w="2722664" h="353186">
                  <a:moveTo>
                    <a:pt x="0" y="353186"/>
                  </a:moveTo>
                  <a:lnTo>
                    <a:pt x="174835" y="330506"/>
                  </a:lnTo>
                  <a:lnTo>
                    <a:pt x="329052" y="310501"/>
                  </a:lnTo>
                  <a:lnTo>
                    <a:pt x="467003" y="292606"/>
                  </a:lnTo>
                  <a:lnTo>
                    <a:pt x="591795" y="276417"/>
                  </a:lnTo>
                  <a:lnTo>
                    <a:pt x="705721" y="261639"/>
                  </a:lnTo>
                  <a:lnTo>
                    <a:pt x="810523" y="248044"/>
                  </a:lnTo>
                  <a:lnTo>
                    <a:pt x="907554" y="235457"/>
                  </a:lnTo>
                  <a:lnTo>
                    <a:pt x="997888" y="223739"/>
                  </a:lnTo>
                  <a:lnTo>
                    <a:pt x="1082390" y="212777"/>
                  </a:lnTo>
                  <a:lnTo>
                    <a:pt x="1161767" y="202480"/>
                  </a:lnTo>
                  <a:lnTo>
                    <a:pt x="1236606" y="192772"/>
                  </a:lnTo>
                  <a:lnTo>
                    <a:pt x="1307398" y="183589"/>
                  </a:lnTo>
                  <a:lnTo>
                    <a:pt x="1374558" y="174877"/>
                  </a:lnTo>
                  <a:lnTo>
                    <a:pt x="1438440" y="166590"/>
                  </a:lnTo>
                  <a:lnTo>
                    <a:pt x="1499349" y="158689"/>
                  </a:lnTo>
                  <a:lnTo>
                    <a:pt x="1557551" y="151139"/>
                  </a:lnTo>
                  <a:lnTo>
                    <a:pt x="1613276" y="143910"/>
                  </a:lnTo>
                  <a:lnTo>
                    <a:pt x="1666725" y="136977"/>
                  </a:lnTo>
                  <a:lnTo>
                    <a:pt x="1718078" y="130315"/>
                  </a:lnTo>
                  <a:lnTo>
                    <a:pt x="1767492" y="123905"/>
                  </a:lnTo>
                  <a:lnTo>
                    <a:pt x="1815109" y="117728"/>
                  </a:lnTo>
                  <a:lnTo>
                    <a:pt x="1861055" y="111768"/>
                  </a:lnTo>
                  <a:lnTo>
                    <a:pt x="1905443" y="106010"/>
                  </a:lnTo>
                  <a:lnTo>
                    <a:pt x="1948375" y="100441"/>
                  </a:lnTo>
                  <a:lnTo>
                    <a:pt x="1989945" y="95048"/>
                  </a:lnTo>
                  <a:lnTo>
                    <a:pt x="2030235" y="89822"/>
                  </a:lnTo>
                  <a:lnTo>
                    <a:pt x="2069322" y="84751"/>
                  </a:lnTo>
                  <a:lnTo>
                    <a:pt x="2107276" y="79828"/>
                  </a:lnTo>
                  <a:lnTo>
                    <a:pt x="2144161" y="75043"/>
                  </a:lnTo>
                  <a:lnTo>
                    <a:pt x="2180035" y="70390"/>
                  </a:lnTo>
                  <a:lnTo>
                    <a:pt x="2214953" y="65860"/>
                  </a:lnTo>
                  <a:lnTo>
                    <a:pt x="2248963" y="61448"/>
                  </a:lnTo>
                  <a:lnTo>
                    <a:pt x="2282112" y="57148"/>
                  </a:lnTo>
                  <a:lnTo>
                    <a:pt x="2314443" y="52954"/>
                  </a:lnTo>
                  <a:lnTo>
                    <a:pt x="2345994" y="48861"/>
                  </a:lnTo>
                  <a:lnTo>
                    <a:pt x="2376803" y="44865"/>
                  </a:lnTo>
                  <a:lnTo>
                    <a:pt x="2406904" y="40960"/>
                  </a:lnTo>
                  <a:lnTo>
                    <a:pt x="2436328" y="37143"/>
                  </a:lnTo>
                  <a:lnTo>
                    <a:pt x="2465106" y="33410"/>
                  </a:lnTo>
                  <a:lnTo>
                    <a:pt x="2493265" y="29757"/>
                  </a:lnTo>
                  <a:lnTo>
                    <a:pt x="2520830" y="26181"/>
                  </a:lnTo>
                  <a:lnTo>
                    <a:pt x="2547828" y="22679"/>
                  </a:lnTo>
                  <a:lnTo>
                    <a:pt x="2574280" y="19248"/>
                  </a:lnTo>
                  <a:lnTo>
                    <a:pt x="2600208" y="15885"/>
                  </a:lnTo>
                  <a:lnTo>
                    <a:pt x="2625632" y="12586"/>
                  </a:lnTo>
                  <a:lnTo>
                    <a:pt x="2650572" y="9351"/>
                  </a:lnTo>
                  <a:lnTo>
                    <a:pt x="2675047" y="6176"/>
                  </a:lnTo>
                  <a:lnTo>
                    <a:pt x="2699072" y="3060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707426" y="3944533"/>
              <a:ext cx="2722664" cy="317899"/>
            </a:xfrm>
            <a:custGeom>
              <a:avLst/>
              <a:pathLst>
                <a:path w="2722664" h="317899">
                  <a:moveTo>
                    <a:pt x="0" y="317899"/>
                  </a:moveTo>
                  <a:lnTo>
                    <a:pt x="174835" y="297485"/>
                  </a:lnTo>
                  <a:lnTo>
                    <a:pt x="329052" y="279479"/>
                  </a:lnTo>
                  <a:lnTo>
                    <a:pt x="467003" y="263372"/>
                  </a:lnTo>
                  <a:lnTo>
                    <a:pt x="591795" y="248801"/>
                  </a:lnTo>
                  <a:lnTo>
                    <a:pt x="705721" y="235499"/>
                  </a:lnTo>
                  <a:lnTo>
                    <a:pt x="810523" y="223262"/>
                  </a:lnTo>
                  <a:lnTo>
                    <a:pt x="907554" y="211933"/>
                  </a:lnTo>
                  <a:lnTo>
                    <a:pt x="997888" y="201385"/>
                  </a:lnTo>
                  <a:lnTo>
                    <a:pt x="1082390" y="191519"/>
                  </a:lnTo>
                  <a:lnTo>
                    <a:pt x="1161767" y="182251"/>
                  </a:lnTo>
                  <a:lnTo>
                    <a:pt x="1236606" y="173512"/>
                  </a:lnTo>
                  <a:lnTo>
                    <a:pt x="1307398" y="165247"/>
                  </a:lnTo>
                  <a:lnTo>
                    <a:pt x="1374558" y="157405"/>
                  </a:lnTo>
                  <a:lnTo>
                    <a:pt x="1438440" y="149946"/>
                  </a:lnTo>
                  <a:lnTo>
                    <a:pt x="1499349" y="142834"/>
                  </a:lnTo>
                  <a:lnTo>
                    <a:pt x="1557551" y="136039"/>
                  </a:lnTo>
                  <a:lnTo>
                    <a:pt x="1613276" y="129532"/>
                  </a:lnTo>
                  <a:lnTo>
                    <a:pt x="1666725" y="123291"/>
                  </a:lnTo>
                  <a:lnTo>
                    <a:pt x="1718078" y="117296"/>
                  </a:lnTo>
                  <a:lnTo>
                    <a:pt x="1767492" y="111526"/>
                  </a:lnTo>
                  <a:lnTo>
                    <a:pt x="1815109" y="105966"/>
                  </a:lnTo>
                  <a:lnTo>
                    <a:pt x="1861055" y="100601"/>
                  </a:lnTo>
                  <a:lnTo>
                    <a:pt x="1905443" y="95419"/>
                  </a:lnTo>
                  <a:lnTo>
                    <a:pt x="1948375" y="90406"/>
                  </a:lnTo>
                  <a:lnTo>
                    <a:pt x="1989945" y="85552"/>
                  </a:lnTo>
                  <a:lnTo>
                    <a:pt x="2030235" y="80848"/>
                  </a:lnTo>
                  <a:lnTo>
                    <a:pt x="2069322" y="76284"/>
                  </a:lnTo>
                  <a:lnTo>
                    <a:pt x="2107276" y="71852"/>
                  </a:lnTo>
                  <a:lnTo>
                    <a:pt x="2144161" y="67546"/>
                  </a:lnTo>
                  <a:lnTo>
                    <a:pt x="2180035" y="63357"/>
                  </a:lnTo>
                  <a:lnTo>
                    <a:pt x="2214953" y="59280"/>
                  </a:lnTo>
                  <a:lnTo>
                    <a:pt x="2248963" y="55309"/>
                  </a:lnTo>
                  <a:lnTo>
                    <a:pt x="2282112" y="51439"/>
                  </a:lnTo>
                  <a:lnTo>
                    <a:pt x="2314443" y="47664"/>
                  </a:lnTo>
                  <a:lnTo>
                    <a:pt x="2345994" y="43980"/>
                  </a:lnTo>
                  <a:lnTo>
                    <a:pt x="2376803" y="40382"/>
                  </a:lnTo>
                  <a:lnTo>
                    <a:pt x="2406904" y="36868"/>
                  </a:lnTo>
                  <a:lnTo>
                    <a:pt x="2436328" y="33432"/>
                  </a:lnTo>
                  <a:lnTo>
                    <a:pt x="2465106" y="30072"/>
                  </a:lnTo>
                  <a:lnTo>
                    <a:pt x="2493265" y="26784"/>
                  </a:lnTo>
                  <a:lnTo>
                    <a:pt x="2520830" y="23566"/>
                  </a:lnTo>
                  <a:lnTo>
                    <a:pt x="2547828" y="20413"/>
                  </a:lnTo>
                  <a:lnTo>
                    <a:pt x="2574280" y="17325"/>
                  </a:lnTo>
                  <a:lnTo>
                    <a:pt x="2600208" y="14298"/>
                  </a:lnTo>
                  <a:lnTo>
                    <a:pt x="2625632" y="11329"/>
                  </a:lnTo>
                  <a:lnTo>
                    <a:pt x="2650572" y="8417"/>
                  </a:lnTo>
                  <a:lnTo>
                    <a:pt x="2675047" y="5559"/>
                  </a:lnTo>
                  <a:lnTo>
                    <a:pt x="2699072" y="2754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707426" y="4056052"/>
              <a:ext cx="2722664" cy="10133"/>
            </a:xfrm>
            <a:custGeom>
              <a:avLst/>
              <a:pathLst>
                <a:path w="2722664" h="10133">
                  <a:moveTo>
                    <a:pt x="0" y="10133"/>
                  </a:moveTo>
                  <a:lnTo>
                    <a:pt x="174835" y="9483"/>
                  </a:lnTo>
                  <a:lnTo>
                    <a:pt x="329052" y="8909"/>
                  </a:lnTo>
                  <a:lnTo>
                    <a:pt x="467003" y="8395"/>
                  </a:lnTo>
                  <a:lnTo>
                    <a:pt x="591795" y="7931"/>
                  </a:lnTo>
                  <a:lnTo>
                    <a:pt x="705721" y="7507"/>
                  </a:lnTo>
                  <a:lnTo>
                    <a:pt x="810523" y="7117"/>
                  </a:lnTo>
                  <a:lnTo>
                    <a:pt x="907554" y="6755"/>
                  </a:lnTo>
                  <a:lnTo>
                    <a:pt x="997888" y="6419"/>
                  </a:lnTo>
                  <a:lnTo>
                    <a:pt x="1082390" y="6105"/>
                  </a:lnTo>
                  <a:lnTo>
                    <a:pt x="1161767" y="5809"/>
                  </a:lnTo>
                  <a:lnTo>
                    <a:pt x="1236606" y="5531"/>
                  </a:lnTo>
                  <a:lnTo>
                    <a:pt x="1307398" y="5267"/>
                  </a:lnTo>
                  <a:lnTo>
                    <a:pt x="1374558" y="5017"/>
                  </a:lnTo>
                  <a:lnTo>
                    <a:pt x="1438440" y="4779"/>
                  </a:lnTo>
                  <a:lnTo>
                    <a:pt x="1499349" y="4553"/>
                  </a:lnTo>
                  <a:lnTo>
                    <a:pt x="1557551" y="4336"/>
                  </a:lnTo>
                  <a:lnTo>
                    <a:pt x="1613276" y="4129"/>
                  </a:lnTo>
                  <a:lnTo>
                    <a:pt x="1666725" y="3930"/>
                  </a:lnTo>
                  <a:lnTo>
                    <a:pt x="1718078" y="3739"/>
                  </a:lnTo>
                  <a:lnTo>
                    <a:pt x="1767492" y="3555"/>
                  </a:lnTo>
                  <a:lnTo>
                    <a:pt x="1815109" y="3377"/>
                  </a:lnTo>
                  <a:lnTo>
                    <a:pt x="1861055" y="3206"/>
                  </a:lnTo>
                  <a:lnTo>
                    <a:pt x="1905443" y="3041"/>
                  </a:lnTo>
                  <a:lnTo>
                    <a:pt x="1948375" y="2881"/>
                  </a:lnTo>
                  <a:lnTo>
                    <a:pt x="1989945" y="2727"/>
                  </a:lnTo>
                  <a:lnTo>
                    <a:pt x="2030235" y="2577"/>
                  </a:lnTo>
                  <a:lnTo>
                    <a:pt x="2069322" y="2431"/>
                  </a:lnTo>
                  <a:lnTo>
                    <a:pt x="2107276" y="2290"/>
                  </a:lnTo>
                  <a:lnTo>
                    <a:pt x="2144161" y="2153"/>
                  </a:lnTo>
                  <a:lnTo>
                    <a:pt x="2180035" y="2019"/>
                  </a:lnTo>
                  <a:lnTo>
                    <a:pt x="2214953" y="1889"/>
                  </a:lnTo>
                  <a:lnTo>
                    <a:pt x="2248963" y="1763"/>
                  </a:lnTo>
                  <a:lnTo>
                    <a:pt x="2282112" y="1639"/>
                  </a:lnTo>
                  <a:lnTo>
                    <a:pt x="2314443" y="1519"/>
                  </a:lnTo>
                  <a:lnTo>
                    <a:pt x="2345994" y="1401"/>
                  </a:lnTo>
                  <a:lnTo>
                    <a:pt x="2376803" y="1287"/>
                  </a:lnTo>
                  <a:lnTo>
                    <a:pt x="2406904" y="1175"/>
                  </a:lnTo>
                  <a:lnTo>
                    <a:pt x="2436328" y="1065"/>
                  </a:lnTo>
                  <a:lnTo>
                    <a:pt x="2465106" y="958"/>
                  </a:lnTo>
                  <a:lnTo>
                    <a:pt x="2493265" y="853"/>
                  </a:lnTo>
                  <a:lnTo>
                    <a:pt x="2520830" y="751"/>
                  </a:lnTo>
                  <a:lnTo>
                    <a:pt x="2547828" y="650"/>
                  </a:lnTo>
                  <a:lnTo>
                    <a:pt x="2574280" y="552"/>
                  </a:lnTo>
                  <a:lnTo>
                    <a:pt x="2600208" y="455"/>
                  </a:lnTo>
                  <a:lnTo>
                    <a:pt x="2625632" y="361"/>
                  </a:lnTo>
                  <a:lnTo>
                    <a:pt x="2650572" y="268"/>
                  </a:lnTo>
                  <a:lnTo>
                    <a:pt x="2675047" y="177"/>
                  </a:lnTo>
                  <a:lnTo>
                    <a:pt x="2699072" y="87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707426" y="4337250"/>
              <a:ext cx="2722664" cy="216322"/>
            </a:xfrm>
            <a:custGeom>
              <a:avLst/>
              <a:pathLst>
                <a:path w="2722664" h="216322">
                  <a:moveTo>
                    <a:pt x="0" y="216322"/>
                  </a:moveTo>
                  <a:lnTo>
                    <a:pt x="174835" y="202431"/>
                  </a:lnTo>
                  <a:lnTo>
                    <a:pt x="329052" y="190178"/>
                  </a:lnTo>
                  <a:lnTo>
                    <a:pt x="467003" y="179217"/>
                  </a:lnTo>
                  <a:lnTo>
                    <a:pt x="591795" y="169302"/>
                  </a:lnTo>
                  <a:lnTo>
                    <a:pt x="705721" y="160251"/>
                  </a:lnTo>
                  <a:lnTo>
                    <a:pt x="810523" y="151924"/>
                  </a:lnTo>
                  <a:lnTo>
                    <a:pt x="907554" y="144215"/>
                  </a:lnTo>
                  <a:lnTo>
                    <a:pt x="997888" y="137037"/>
                  </a:lnTo>
                  <a:lnTo>
                    <a:pt x="1082390" y="130323"/>
                  </a:lnTo>
                  <a:lnTo>
                    <a:pt x="1161767" y="124017"/>
                  </a:lnTo>
                  <a:lnTo>
                    <a:pt x="1236606" y="118071"/>
                  </a:lnTo>
                  <a:lnTo>
                    <a:pt x="1307398" y="112446"/>
                  </a:lnTo>
                  <a:lnTo>
                    <a:pt x="1374558" y="107110"/>
                  </a:lnTo>
                  <a:lnTo>
                    <a:pt x="1438440" y="102034"/>
                  </a:lnTo>
                  <a:lnTo>
                    <a:pt x="1499349" y="97195"/>
                  </a:lnTo>
                  <a:lnTo>
                    <a:pt x="1557551" y="92571"/>
                  </a:lnTo>
                  <a:lnTo>
                    <a:pt x="1613276" y="88143"/>
                  </a:lnTo>
                  <a:lnTo>
                    <a:pt x="1666725" y="83897"/>
                  </a:lnTo>
                  <a:lnTo>
                    <a:pt x="1718078" y="79816"/>
                  </a:lnTo>
                  <a:lnTo>
                    <a:pt x="1767492" y="75890"/>
                  </a:lnTo>
                  <a:lnTo>
                    <a:pt x="1815109" y="72107"/>
                  </a:lnTo>
                  <a:lnTo>
                    <a:pt x="1861055" y="68457"/>
                  </a:lnTo>
                  <a:lnTo>
                    <a:pt x="1905443" y="64930"/>
                  </a:lnTo>
                  <a:lnTo>
                    <a:pt x="1948375" y="61519"/>
                  </a:lnTo>
                  <a:lnTo>
                    <a:pt x="1989945" y="58216"/>
                  </a:lnTo>
                  <a:lnTo>
                    <a:pt x="2030235" y="55015"/>
                  </a:lnTo>
                  <a:lnTo>
                    <a:pt x="2069322" y="51909"/>
                  </a:lnTo>
                  <a:lnTo>
                    <a:pt x="2107276" y="48894"/>
                  </a:lnTo>
                  <a:lnTo>
                    <a:pt x="2144161" y="45963"/>
                  </a:lnTo>
                  <a:lnTo>
                    <a:pt x="2180035" y="43113"/>
                  </a:lnTo>
                  <a:lnTo>
                    <a:pt x="2214953" y="40338"/>
                  </a:lnTo>
                  <a:lnTo>
                    <a:pt x="2248963" y="37636"/>
                  </a:lnTo>
                  <a:lnTo>
                    <a:pt x="2282112" y="35002"/>
                  </a:lnTo>
                  <a:lnTo>
                    <a:pt x="2314443" y="32434"/>
                  </a:lnTo>
                  <a:lnTo>
                    <a:pt x="2345994" y="29927"/>
                  </a:lnTo>
                  <a:lnTo>
                    <a:pt x="2376803" y="27479"/>
                  </a:lnTo>
                  <a:lnTo>
                    <a:pt x="2406904" y="25087"/>
                  </a:lnTo>
                  <a:lnTo>
                    <a:pt x="2436328" y="22750"/>
                  </a:lnTo>
                  <a:lnTo>
                    <a:pt x="2465106" y="20463"/>
                  </a:lnTo>
                  <a:lnTo>
                    <a:pt x="2493265" y="18226"/>
                  </a:lnTo>
                  <a:lnTo>
                    <a:pt x="2520830" y="16036"/>
                  </a:lnTo>
                  <a:lnTo>
                    <a:pt x="2547828" y="13891"/>
                  </a:lnTo>
                  <a:lnTo>
                    <a:pt x="2574280" y="11789"/>
                  </a:lnTo>
                  <a:lnTo>
                    <a:pt x="2600208" y="9729"/>
                  </a:lnTo>
                  <a:lnTo>
                    <a:pt x="2625632" y="7709"/>
                  </a:lnTo>
                  <a:lnTo>
                    <a:pt x="2650572" y="5727"/>
                  </a:lnTo>
                  <a:lnTo>
                    <a:pt x="2675047" y="3783"/>
                  </a:lnTo>
                  <a:lnTo>
                    <a:pt x="2699072" y="1874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07426" y="4306283"/>
              <a:ext cx="2722664" cy="310305"/>
            </a:xfrm>
            <a:custGeom>
              <a:avLst/>
              <a:pathLst>
                <a:path w="2722664" h="310305">
                  <a:moveTo>
                    <a:pt x="0" y="310305"/>
                  </a:moveTo>
                  <a:lnTo>
                    <a:pt x="174835" y="290379"/>
                  </a:lnTo>
                  <a:lnTo>
                    <a:pt x="329052" y="272802"/>
                  </a:lnTo>
                  <a:lnTo>
                    <a:pt x="467003" y="257080"/>
                  </a:lnTo>
                  <a:lnTo>
                    <a:pt x="591795" y="242857"/>
                  </a:lnTo>
                  <a:lnTo>
                    <a:pt x="705721" y="229873"/>
                  </a:lnTo>
                  <a:lnTo>
                    <a:pt x="810523" y="217929"/>
                  </a:lnTo>
                  <a:lnTo>
                    <a:pt x="907554" y="206870"/>
                  </a:lnTo>
                  <a:lnTo>
                    <a:pt x="997888" y="196574"/>
                  </a:lnTo>
                  <a:lnTo>
                    <a:pt x="1082390" y="186944"/>
                  </a:lnTo>
                  <a:lnTo>
                    <a:pt x="1161767" y="177897"/>
                  </a:lnTo>
                  <a:lnTo>
                    <a:pt x="1236606" y="169367"/>
                  </a:lnTo>
                  <a:lnTo>
                    <a:pt x="1307398" y="161299"/>
                  </a:lnTo>
                  <a:lnTo>
                    <a:pt x="1374558" y="153645"/>
                  </a:lnTo>
                  <a:lnTo>
                    <a:pt x="1438440" y="146364"/>
                  </a:lnTo>
                  <a:lnTo>
                    <a:pt x="1499349" y="139422"/>
                  </a:lnTo>
                  <a:lnTo>
                    <a:pt x="1557551" y="132789"/>
                  </a:lnTo>
                  <a:lnTo>
                    <a:pt x="1613276" y="126438"/>
                  </a:lnTo>
                  <a:lnTo>
                    <a:pt x="1666725" y="120346"/>
                  </a:lnTo>
                  <a:lnTo>
                    <a:pt x="1718078" y="114493"/>
                  </a:lnTo>
                  <a:lnTo>
                    <a:pt x="1767492" y="108862"/>
                  </a:lnTo>
                  <a:lnTo>
                    <a:pt x="1815109" y="103435"/>
                  </a:lnTo>
                  <a:lnTo>
                    <a:pt x="1861055" y="98198"/>
                  </a:lnTo>
                  <a:lnTo>
                    <a:pt x="1905443" y="93139"/>
                  </a:lnTo>
                  <a:lnTo>
                    <a:pt x="1948375" y="88246"/>
                  </a:lnTo>
                  <a:lnTo>
                    <a:pt x="1989945" y="83508"/>
                  </a:lnTo>
                  <a:lnTo>
                    <a:pt x="2030235" y="78916"/>
                  </a:lnTo>
                  <a:lnTo>
                    <a:pt x="2069322" y="74462"/>
                  </a:lnTo>
                  <a:lnTo>
                    <a:pt x="2107276" y="70136"/>
                  </a:lnTo>
                  <a:lnTo>
                    <a:pt x="2144161" y="65932"/>
                  </a:lnTo>
                  <a:lnTo>
                    <a:pt x="2180035" y="61844"/>
                  </a:lnTo>
                  <a:lnTo>
                    <a:pt x="2214953" y="57864"/>
                  </a:lnTo>
                  <a:lnTo>
                    <a:pt x="2248963" y="53988"/>
                  </a:lnTo>
                  <a:lnTo>
                    <a:pt x="2282112" y="50210"/>
                  </a:lnTo>
                  <a:lnTo>
                    <a:pt x="2314443" y="46525"/>
                  </a:lnTo>
                  <a:lnTo>
                    <a:pt x="2345994" y="42929"/>
                  </a:lnTo>
                  <a:lnTo>
                    <a:pt x="2376803" y="39418"/>
                  </a:lnTo>
                  <a:lnTo>
                    <a:pt x="2406904" y="35987"/>
                  </a:lnTo>
                  <a:lnTo>
                    <a:pt x="2436328" y="32633"/>
                  </a:lnTo>
                  <a:lnTo>
                    <a:pt x="2465106" y="29354"/>
                  </a:lnTo>
                  <a:lnTo>
                    <a:pt x="2493265" y="26144"/>
                  </a:lnTo>
                  <a:lnTo>
                    <a:pt x="2520830" y="23003"/>
                  </a:lnTo>
                  <a:lnTo>
                    <a:pt x="2547828" y="19926"/>
                  </a:lnTo>
                  <a:lnTo>
                    <a:pt x="2574280" y="16911"/>
                  </a:lnTo>
                  <a:lnTo>
                    <a:pt x="2600208" y="13956"/>
                  </a:lnTo>
                  <a:lnTo>
                    <a:pt x="2625632" y="11058"/>
                  </a:lnTo>
                  <a:lnTo>
                    <a:pt x="2650572" y="8216"/>
                  </a:lnTo>
                  <a:lnTo>
                    <a:pt x="2675047" y="5426"/>
                  </a:lnTo>
                  <a:lnTo>
                    <a:pt x="2699072" y="2688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707426" y="4051298"/>
              <a:ext cx="2722664" cy="335189"/>
            </a:xfrm>
            <a:custGeom>
              <a:avLst/>
              <a:pathLst>
                <a:path w="2722664" h="335189">
                  <a:moveTo>
                    <a:pt x="0" y="335189"/>
                  </a:moveTo>
                  <a:lnTo>
                    <a:pt x="174835" y="313665"/>
                  </a:lnTo>
                  <a:lnTo>
                    <a:pt x="329052" y="294679"/>
                  </a:lnTo>
                  <a:lnTo>
                    <a:pt x="467003" y="277696"/>
                  </a:lnTo>
                  <a:lnTo>
                    <a:pt x="591795" y="262332"/>
                  </a:lnTo>
                  <a:lnTo>
                    <a:pt x="705721" y="248307"/>
                  </a:lnTo>
                  <a:lnTo>
                    <a:pt x="810523" y="235405"/>
                  </a:lnTo>
                  <a:lnTo>
                    <a:pt x="907554" y="223459"/>
                  </a:lnTo>
                  <a:lnTo>
                    <a:pt x="997888" y="212338"/>
                  </a:lnTo>
                  <a:lnTo>
                    <a:pt x="1082390" y="201935"/>
                  </a:lnTo>
                  <a:lnTo>
                    <a:pt x="1161767" y="192163"/>
                  </a:lnTo>
                  <a:lnTo>
                    <a:pt x="1236606" y="182949"/>
                  </a:lnTo>
                  <a:lnTo>
                    <a:pt x="1307398" y="174234"/>
                  </a:lnTo>
                  <a:lnTo>
                    <a:pt x="1374558" y="165966"/>
                  </a:lnTo>
                  <a:lnTo>
                    <a:pt x="1438440" y="158101"/>
                  </a:lnTo>
                  <a:lnTo>
                    <a:pt x="1499349" y="150603"/>
                  </a:lnTo>
                  <a:lnTo>
                    <a:pt x="1557551" y="143437"/>
                  </a:lnTo>
                  <a:lnTo>
                    <a:pt x="1613276" y="136577"/>
                  </a:lnTo>
                  <a:lnTo>
                    <a:pt x="1666725" y="129997"/>
                  </a:lnTo>
                  <a:lnTo>
                    <a:pt x="1718078" y="123675"/>
                  </a:lnTo>
                  <a:lnTo>
                    <a:pt x="1767492" y="117591"/>
                  </a:lnTo>
                  <a:lnTo>
                    <a:pt x="1815109" y="111729"/>
                  </a:lnTo>
                  <a:lnTo>
                    <a:pt x="1861055" y="106073"/>
                  </a:lnTo>
                  <a:lnTo>
                    <a:pt x="1905443" y="100608"/>
                  </a:lnTo>
                  <a:lnTo>
                    <a:pt x="1948375" y="95323"/>
                  </a:lnTo>
                  <a:lnTo>
                    <a:pt x="1989945" y="90205"/>
                  </a:lnTo>
                  <a:lnTo>
                    <a:pt x="2030235" y="85245"/>
                  </a:lnTo>
                  <a:lnTo>
                    <a:pt x="2069322" y="80433"/>
                  </a:lnTo>
                  <a:lnTo>
                    <a:pt x="2107276" y="75760"/>
                  </a:lnTo>
                  <a:lnTo>
                    <a:pt x="2144161" y="71219"/>
                  </a:lnTo>
                  <a:lnTo>
                    <a:pt x="2180035" y="66803"/>
                  </a:lnTo>
                  <a:lnTo>
                    <a:pt x="2214953" y="62504"/>
                  </a:lnTo>
                  <a:lnTo>
                    <a:pt x="2248963" y="58317"/>
                  </a:lnTo>
                  <a:lnTo>
                    <a:pt x="2282112" y="54236"/>
                  </a:lnTo>
                  <a:lnTo>
                    <a:pt x="2314443" y="50256"/>
                  </a:lnTo>
                  <a:lnTo>
                    <a:pt x="2345994" y="46372"/>
                  </a:lnTo>
                  <a:lnTo>
                    <a:pt x="2376803" y="42579"/>
                  </a:lnTo>
                  <a:lnTo>
                    <a:pt x="2406904" y="38873"/>
                  </a:lnTo>
                  <a:lnTo>
                    <a:pt x="2436328" y="35250"/>
                  </a:lnTo>
                  <a:lnTo>
                    <a:pt x="2465106" y="31708"/>
                  </a:lnTo>
                  <a:lnTo>
                    <a:pt x="2493265" y="28241"/>
                  </a:lnTo>
                  <a:lnTo>
                    <a:pt x="2520830" y="24847"/>
                  </a:lnTo>
                  <a:lnTo>
                    <a:pt x="2547828" y="21524"/>
                  </a:lnTo>
                  <a:lnTo>
                    <a:pt x="2574280" y="18267"/>
                  </a:lnTo>
                  <a:lnTo>
                    <a:pt x="2600208" y="15075"/>
                  </a:lnTo>
                  <a:lnTo>
                    <a:pt x="2625632" y="11945"/>
                  </a:lnTo>
                  <a:lnTo>
                    <a:pt x="2650572" y="8875"/>
                  </a:lnTo>
                  <a:lnTo>
                    <a:pt x="2675047" y="5862"/>
                  </a:lnTo>
                  <a:lnTo>
                    <a:pt x="2699072" y="2904"/>
                  </a:lnTo>
                  <a:lnTo>
                    <a:pt x="272266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503277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72281" y="462138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72281" y="437173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72281" y="412209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72281" y="387244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72281" y="362280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465319" y="46714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465319" y="44218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465319" y="41722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465319" y="39225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465319" y="36729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503277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70742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614980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522535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4430090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66856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576118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483673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4391228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696037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04992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503277" y="323772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68426" y="423359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47669" y="36245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01296" y="429531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45883" y="407878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87550" y="43412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26385" y="354287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53821" y="35078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51074" y="38371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078153" y="447555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13797" y="41343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974707" y="43788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16329" y="391738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045672" y="429980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006116" y="45127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026774" y="419651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36115" y="389605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78549" y="458606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62886" y="44871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61721" y="436760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78156" y="45802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012292" y="44793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67614" y="45829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36054" y="43298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044246" y="428269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68927" y="40556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029627" y="409319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53738" y="438077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42756" y="46335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52001" y="437098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957937" y="44304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937923" y="440601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916469" y="445654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931633" y="368007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56885" y="372125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947121" y="421302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86831" y="43609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908740" y="44683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34467" y="41836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99369" y="39886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917967" y="45187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922304" y="384509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86645" y="416563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930685" y="42170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55026" y="44597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959894" y="39892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957104" y="42067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61107" y="39676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48921" y="417772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790986" y="432065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752168" y="44051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760500" y="419256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812474" y="39992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750308" y="41678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762217" y="42033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828860" y="43362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803413" y="423989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7824258" y="43365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7786442" y="425923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7761530" y="40338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7789236" y="37759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7784826" y="43491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7834149" y="44913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7800565" y="44604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7761124" y="42348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7856664" y="440220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7862385" y="43032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7848152" y="384761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7840044" y="414715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7847594" y="422858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7735747" y="417752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7807486" y="44548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7758532" y="41380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119513" y="4163570"/>
              <a:ext cx="2710493" cy="149511"/>
            </a:xfrm>
            <a:custGeom>
              <a:avLst/>
              <a:pathLst>
                <a:path w="2710493" h="149511">
                  <a:moveTo>
                    <a:pt x="0" y="0"/>
                  </a:moveTo>
                  <a:lnTo>
                    <a:pt x="174054" y="9600"/>
                  </a:lnTo>
                  <a:lnTo>
                    <a:pt x="327581" y="18069"/>
                  </a:lnTo>
                  <a:lnTo>
                    <a:pt x="464915" y="25644"/>
                  </a:lnTo>
                  <a:lnTo>
                    <a:pt x="589149" y="32497"/>
                  </a:lnTo>
                  <a:lnTo>
                    <a:pt x="702566" y="38753"/>
                  </a:lnTo>
                  <a:lnTo>
                    <a:pt x="806900" y="44508"/>
                  </a:lnTo>
                  <a:lnTo>
                    <a:pt x="903497" y="49837"/>
                  </a:lnTo>
                  <a:lnTo>
                    <a:pt x="993428" y="54797"/>
                  </a:lnTo>
                  <a:lnTo>
                    <a:pt x="1077552" y="59437"/>
                  </a:lnTo>
                  <a:lnTo>
                    <a:pt x="1156574" y="63796"/>
                  </a:lnTo>
                  <a:lnTo>
                    <a:pt x="1231079" y="67906"/>
                  </a:lnTo>
                  <a:lnTo>
                    <a:pt x="1301554" y="71793"/>
                  </a:lnTo>
                  <a:lnTo>
                    <a:pt x="1368413" y="75481"/>
                  </a:lnTo>
                  <a:lnTo>
                    <a:pt x="1432010" y="78989"/>
                  </a:lnTo>
                  <a:lnTo>
                    <a:pt x="1492647" y="82334"/>
                  </a:lnTo>
                  <a:lnTo>
                    <a:pt x="1550589" y="85530"/>
                  </a:lnTo>
                  <a:lnTo>
                    <a:pt x="1606064" y="88590"/>
                  </a:lnTo>
                  <a:lnTo>
                    <a:pt x="1659275" y="91525"/>
                  </a:lnTo>
                  <a:lnTo>
                    <a:pt x="1710398" y="94345"/>
                  </a:lnTo>
                  <a:lnTo>
                    <a:pt x="1759591" y="97059"/>
                  </a:lnTo>
                  <a:lnTo>
                    <a:pt x="1806995" y="99674"/>
                  </a:lnTo>
                  <a:lnTo>
                    <a:pt x="1852736" y="102197"/>
                  </a:lnTo>
                  <a:lnTo>
                    <a:pt x="1896926" y="104634"/>
                  </a:lnTo>
                  <a:lnTo>
                    <a:pt x="1939666" y="106992"/>
                  </a:lnTo>
                  <a:lnTo>
                    <a:pt x="1981050" y="109274"/>
                  </a:lnTo>
                  <a:lnTo>
                    <a:pt x="2021160" y="111487"/>
                  </a:lnTo>
                  <a:lnTo>
                    <a:pt x="2060072" y="113633"/>
                  </a:lnTo>
                  <a:lnTo>
                    <a:pt x="2097857" y="115718"/>
                  </a:lnTo>
                  <a:lnTo>
                    <a:pt x="2134577" y="117743"/>
                  </a:lnTo>
                  <a:lnTo>
                    <a:pt x="2170290" y="119713"/>
                  </a:lnTo>
                  <a:lnTo>
                    <a:pt x="2205052" y="121630"/>
                  </a:lnTo>
                  <a:lnTo>
                    <a:pt x="2238910" y="123498"/>
                  </a:lnTo>
                  <a:lnTo>
                    <a:pt x="2271911" y="125318"/>
                  </a:lnTo>
                  <a:lnTo>
                    <a:pt x="2304097" y="127094"/>
                  </a:lnTo>
                  <a:lnTo>
                    <a:pt x="2335508" y="128826"/>
                  </a:lnTo>
                  <a:lnTo>
                    <a:pt x="2366179" y="130518"/>
                  </a:lnTo>
                  <a:lnTo>
                    <a:pt x="2396145" y="132171"/>
                  </a:lnTo>
                  <a:lnTo>
                    <a:pt x="2425438" y="133787"/>
                  </a:lnTo>
                  <a:lnTo>
                    <a:pt x="2454087" y="135367"/>
                  </a:lnTo>
                  <a:lnTo>
                    <a:pt x="2482120" y="136914"/>
                  </a:lnTo>
                  <a:lnTo>
                    <a:pt x="2509562" y="138427"/>
                  </a:lnTo>
                  <a:lnTo>
                    <a:pt x="2536439" y="139910"/>
                  </a:lnTo>
                  <a:lnTo>
                    <a:pt x="2562772" y="141362"/>
                  </a:lnTo>
                  <a:lnTo>
                    <a:pt x="2588585" y="142786"/>
                  </a:lnTo>
                  <a:lnTo>
                    <a:pt x="2613896" y="144182"/>
                  </a:lnTo>
                  <a:lnTo>
                    <a:pt x="2638724" y="145552"/>
                  </a:lnTo>
                  <a:lnTo>
                    <a:pt x="2663089" y="146896"/>
                  </a:lnTo>
                  <a:lnTo>
                    <a:pt x="2687007" y="148215"/>
                  </a:lnTo>
                  <a:lnTo>
                    <a:pt x="2710493" y="14951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119513" y="3863385"/>
              <a:ext cx="2710493" cy="461097"/>
            </a:xfrm>
            <a:custGeom>
              <a:avLst/>
              <a:pathLst>
                <a:path w="2710493" h="461097">
                  <a:moveTo>
                    <a:pt x="0" y="0"/>
                  </a:moveTo>
                  <a:lnTo>
                    <a:pt x="174054" y="29609"/>
                  </a:lnTo>
                  <a:lnTo>
                    <a:pt x="327581" y="55726"/>
                  </a:lnTo>
                  <a:lnTo>
                    <a:pt x="464915" y="79089"/>
                  </a:lnTo>
                  <a:lnTo>
                    <a:pt x="589149" y="100223"/>
                  </a:lnTo>
                  <a:lnTo>
                    <a:pt x="702566" y="119517"/>
                  </a:lnTo>
                  <a:lnTo>
                    <a:pt x="806900" y="137266"/>
                  </a:lnTo>
                  <a:lnTo>
                    <a:pt x="903497" y="153699"/>
                  </a:lnTo>
                  <a:lnTo>
                    <a:pt x="993428" y="168997"/>
                  </a:lnTo>
                  <a:lnTo>
                    <a:pt x="1077552" y="183308"/>
                  </a:lnTo>
                  <a:lnTo>
                    <a:pt x="1156574" y="196751"/>
                  </a:lnTo>
                  <a:lnTo>
                    <a:pt x="1231079" y="209425"/>
                  </a:lnTo>
                  <a:lnTo>
                    <a:pt x="1301554" y="221414"/>
                  </a:lnTo>
                  <a:lnTo>
                    <a:pt x="1368413" y="232788"/>
                  </a:lnTo>
                  <a:lnTo>
                    <a:pt x="1432010" y="243607"/>
                  </a:lnTo>
                  <a:lnTo>
                    <a:pt x="1492647" y="253922"/>
                  </a:lnTo>
                  <a:lnTo>
                    <a:pt x="1550589" y="263779"/>
                  </a:lnTo>
                  <a:lnTo>
                    <a:pt x="1606064" y="273216"/>
                  </a:lnTo>
                  <a:lnTo>
                    <a:pt x="1659275" y="282268"/>
                  </a:lnTo>
                  <a:lnTo>
                    <a:pt x="1710398" y="290965"/>
                  </a:lnTo>
                  <a:lnTo>
                    <a:pt x="1759591" y="299333"/>
                  </a:lnTo>
                  <a:lnTo>
                    <a:pt x="1806995" y="307398"/>
                  </a:lnTo>
                  <a:lnTo>
                    <a:pt x="1852736" y="315179"/>
                  </a:lnTo>
                  <a:lnTo>
                    <a:pt x="1896926" y="322696"/>
                  </a:lnTo>
                  <a:lnTo>
                    <a:pt x="1939666" y="329967"/>
                  </a:lnTo>
                  <a:lnTo>
                    <a:pt x="1981050" y="337007"/>
                  </a:lnTo>
                  <a:lnTo>
                    <a:pt x="2021160" y="343830"/>
                  </a:lnTo>
                  <a:lnTo>
                    <a:pt x="2060072" y="350450"/>
                  </a:lnTo>
                  <a:lnTo>
                    <a:pt x="2097857" y="356878"/>
                  </a:lnTo>
                  <a:lnTo>
                    <a:pt x="2134577" y="363124"/>
                  </a:lnTo>
                  <a:lnTo>
                    <a:pt x="2170290" y="369200"/>
                  </a:lnTo>
                  <a:lnTo>
                    <a:pt x="2205052" y="375113"/>
                  </a:lnTo>
                  <a:lnTo>
                    <a:pt x="2238910" y="380873"/>
                  </a:lnTo>
                  <a:lnTo>
                    <a:pt x="2271911" y="386487"/>
                  </a:lnTo>
                  <a:lnTo>
                    <a:pt x="2304097" y="391962"/>
                  </a:lnTo>
                  <a:lnTo>
                    <a:pt x="2335508" y="397306"/>
                  </a:lnTo>
                  <a:lnTo>
                    <a:pt x="2366179" y="402524"/>
                  </a:lnTo>
                  <a:lnTo>
                    <a:pt x="2396145" y="407621"/>
                  </a:lnTo>
                  <a:lnTo>
                    <a:pt x="2425438" y="412604"/>
                  </a:lnTo>
                  <a:lnTo>
                    <a:pt x="2454087" y="417478"/>
                  </a:lnTo>
                  <a:lnTo>
                    <a:pt x="2482120" y="422247"/>
                  </a:lnTo>
                  <a:lnTo>
                    <a:pt x="2509562" y="426915"/>
                  </a:lnTo>
                  <a:lnTo>
                    <a:pt x="2536439" y="431487"/>
                  </a:lnTo>
                  <a:lnTo>
                    <a:pt x="2562772" y="435967"/>
                  </a:lnTo>
                  <a:lnTo>
                    <a:pt x="2588585" y="440358"/>
                  </a:lnTo>
                  <a:lnTo>
                    <a:pt x="2613896" y="444664"/>
                  </a:lnTo>
                  <a:lnTo>
                    <a:pt x="2638724" y="448888"/>
                  </a:lnTo>
                  <a:lnTo>
                    <a:pt x="2663089" y="453033"/>
                  </a:lnTo>
                  <a:lnTo>
                    <a:pt x="2687007" y="457101"/>
                  </a:lnTo>
                  <a:lnTo>
                    <a:pt x="2710493" y="46109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19513" y="4283083"/>
              <a:ext cx="2710493" cy="71995"/>
            </a:xfrm>
            <a:custGeom>
              <a:avLst/>
              <a:pathLst>
                <a:path w="2710493" h="71995">
                  <a:moveTo>
                    <a:pt x="0" y="71995"/>
                  </a:moveTo>
                  <a:lnTo>
                    <a:pt x="174054" y="67372"/>
                  </a:lnTo>
                  <a:lnTo>
                    <a:pt x="327581" y="63294"/>
                  </a:lnTo>
                  <a:lnTo>
                    <a:pt x="464915" y="59646"/>
                  </a:lnTo>
                  <a:lnTo>
                    <a:pt x="589149" y="56346"/>
                  </a:lnTo>
                  <a:lnTo>
                    <a:pt x="702566" y="53334"/>
                  </a:lnTo>
                  <a:lnTo>
                    <a:pt x="806900" y="50562"/>
                  </a:lnTo>
                  <a:lnTo>
                    <a:pt x="903497" y="47997"/>
                  </a:lnTo>
                  <a:lnTo>
                    <a:pt x="993428" y="45608"/>
                  </a:lnTo>
                  <a:lnTo>
                    <a:pt x="1077552" y="43373"/>
                  </a:lnTo>
                  <a:lnTo>
                    <a:pt x="1156574" y="41274"/>
                  </a:lnTo>
                  <a:lnTo>
                    <a:pt x="1231079" y="39295"/>
                  </a:lnTo>
                  <a:lnTo>
                    <a:pt x="1301554" y="37424"/>
                  </a:lnTo>
                  <a:lnTo>
                    <a:pt x="1368413" y="35648"/>
                  </a:lnTo>
                  <a:lnTo>
                    <a:pt x="1432010" y="33958"/>
                  </a:lnTo>
                  <a:lnTo>
                    <a:pt x="1492647" y="32348"/>
                  </a:lnTo>
                  <a:lnTo>
                    <a:pt x="1550589" y="30809"/>
                  </a:lnTo>
                  <a:lnTo>
                    <a:pt x="1606064" y="29335"/>
                  </a:lnTo>
                  <a:lnTo>
                    <a:pt x="1659275" y="27922"/>
                  </a:lnTo>
                  <a:lnTo>
                    <a:pt x="1710398" y="26564"/>
                  </a:lnTo>
                  <a:lnTo>
                    <a:pt x="1759591" y="25257"/>
                  </a:lnTo>
                  <a:lnTo>
                    <a:pt x="1806995" y="23998"/>
                  </a:lnTo>
                  <a:lnTo>
                    <a:pt x="1852736" y="22783"/>
                  </a:lnTo>
                  <a:lnTo>
                    <a:pt x="1896926" y="21609"/>
                  </a:lnTo>
                  <a:lnTo>
                    <a:pt x="1939666" y="20474"/>
                  </a:lnTo>
                  <a:lnTo>
                    <a:pt x="1981050" y="19375"/>
                  </a:lnTo>
                  <a:lnTo>
                    <a:pt x="2021160" y="18309"/>
                  </a:lnTo>
                  <a:lnTo>
                    <a:pt x="2060072" y="17276"/>
                  </a:lnTo>
                  <a:lnTo>
                    <a:pt x="2097857" y="16272"/>
                  </a:lnTo>
                  <a:lnTo>
                    <a:pt x="2134577" y="15297"/>
                  </a:lnTo>
                  <a:lnTo>
                    <a:pt x="2170290" y="14348"/>
                  </a:lnTo>
                  <a:lnTo>
                    <a:pt x="2205052" y="13425"/>
                  </a:lnTo>
                  <a:lnTo>
                    <a:pt x="2238910" y="12526"/>
                  </a:lnTo>
                  <a:lnTo>
                    <a:pt x="2271911" y="11649"/>
                  </a:lnTo>
                  <a:lnTo>
                    <a:pt x="2304097" y="10794"/>
                  </a:lnTo>
                  <a:lnTo>
                    <a:pt x="2335508" y="9960"/>
                  </a:lnTo>
                  <a:lnTo>
                    <a:pt x="2366179" y="9145"/>
                  </a:lnTo>
                  <a:lnTo>
                    <a:pt x="2396145" y="8349"/>
                  </a:lnTo>
                  <a:lnTo>
                    <a:pt x="2425438" y="7571"/>
                  </a:lnTo>
                  <a:lnTo>
                    <a:pt x="2454087" y="6810"/>
                  </a:lnTo>
                  <a:lnTo>
                    <a:pt x="2482120" y="6066"/>
                  </a:lnTo>
                  <a:lnTo>
                    <a:pt x="2509562" y="5337"/>
                  </a:lnTo>
                  <a:lnTo>
                    <a:pt x="2536439" y="4623"/>
                  </a:lnTo>
                  <a:lnTo>
                    <a:pt x="2562772" y="3923"/>
                  </a:lnTo>
                  <a:lnTo>
                    <a:pt x="2588585" y="3238"/>
                  </a:lnTo>
                  <a:lnTo>
                    <a:pt x="2613896" y="2565"/>
                  </a:lnTo>
                  <a:lnTo>
                    <a:pt x="2638724" y="1906"/>
                  </a:lnTo>
                  <a:lnTo>
                    <a:pt x="2663089" y="1259"/>
                  </a:lnTo>
                  <a:lnTo>
                    <a:pt x="2687007" y="623"/>
                  </a:lnTo>
                  <a:lnTo>
                    <a:pt x="271049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19513" y="3940127"/>
              <a:ext cx="2710493" cy="326572"/>
            </a:xfrm>
            <a:custGeom>
              <a:avLst/>
              <a:pathLst>
                <a:path w="2710493" h="326572">
                  <a:moveTo>
                    <a:pt x="0" y="326572"/>
                  </a:moveTo>
                  <a:lnTo>
                    <a:pt x="174054" y="305601"/>
                  </a:lnTo>
                  <a:lnTo>
                    <a:pt x="327581" y="287104"/>
                  </a:lnTo>
                  <a:lnTo>
                    <a:pt x="464915" y="270557"/>
                  </a:lnTo>
                  <a:lnTo>
                    <a:pt x="589149" y="255589"/>
                  </a:lnTo>
                  <a:lnTo>
                    <a:pt x="702566" y="241924"/>
                  </a:lnTo>
                  <a:lnTo>
                    <a:pt x="806900" y="229353"/>
                  </a:lnTo>
                  <a:lnTo>
                    <a:pt x="903497" y="217715"/>
                  </a:lnTo>
                  <a:lnTo>
                    <a:pt x="993428" y="206879"/>
                  </a:lnTo>
                  <a:lnTo>
                    <a:pt x="1077552" y="196744"/>
                  </a:lnTo>
                  <a:lnTo>
                    <a:pt x="1156574" y="187223"/>
                  </a:lnTo>
                  <a:lnTo>
                    <a:pt x="1231079" y="178246"/>
                  </a:lnTo>
                  <a:lnTo>
                    <a:pt x="1301554" y="169755"/>
                  </a:lnTo>
                  <a:lnTo>
                    <a:pt x="1368413" y="161699"/>
                  </a:lnTo>
                  <a:lnTo>
                    <a:pt x="1432010" y="154037"/>
                  </a:lnTo>
                  <a:lnTo>
                    <a:pt x="1492647" y="146731"/>
                  </a:lnTo>
                  <a:lnTo>
                    <a:pt x="1550589" y="139750"/>
                  </a:lnTo>
                  <a:lnTo>
                    <a:pt x="1606064" y="133066"/>
                  </a:lnTo>
                  <a:lnTo>
                    <a:pt x="1659275" y="126655"/>
                  </a:lnTo>
                  <a:lnTo>
                    <a:pt x="1710398" y="120496"/>
                  </a:lnTo>
                  <a:lnTo>
                    <a:pt x="1759591" y="114569"/>
                  </a:lnTo>
                  <a:lnTo>
                    <a:pt x="1806995" y="108857"/>
                  </a:lnTo>
                  <a:lnTo>
                    <a:pt x="1852736" y="103346"/>
                  </a:lnTo>
                  <a:lnTo>
                    <a:pt x="1896926" y="98022"/>
                  </a:lnTo>
                  <a:lnTo>
                    <a:pt x="1939666" y="92872"/>
                  </a:lnTo>
                  <a:lnTo>
                    <a:pt x="1981050" y="87886"/>
                  </a:lnTo>
                  <a:lnTo>
                    <a:pt x="2021160" y="83054"/>
                  </a:lnTo>
                  <a:lnTo>
                    <a:pt x="2060072" y="78365"/>
                  </a:lnTo>
                  <a:lnTo>
                    <a:pt x="2097857" y="73813"/>
                  </a:lnTo>
                  <a:lnTo>
                    <a:pt x="2134577" y="69389"/>
                  </a:lnTo>
                  <a:lnTo>
                    <a:pt x="2170290" y="65086"/>
                  </a:lnTo>
                  <a:lnTo>
                    <a:pt x="2205052" y="60897"/>
                  </a:lnTo>
                  <a:lnTo>
                    <a:pt x="2238910" y="56818"/>
                  </a:lnTo>
                  <a:lnTo>
                    <a:pt x="2271911" y="52842"/>
                  </a:lnTo>
                  <a:lnTo>
                    <a:pt x="2304097" y="48964"/>
                  </a:lnTo>
                  <a:lnTo>
                    <a:pt x="2335508" y="45179"/>
                  </a:lnTo>
                  <a:lnTo>
                    <a:pt x="2366179" y="41484"/>
                  </a:lnTo>
                  <a:lnTo>
                    <a:pt x="2396145" y="37874"/>
                  </a:lnTo>
                  <a:lnTo>
                    <a:pt x="2425438" y="34344"/>
                  </a:lnTo>
                  <a:lnTo>
                    <a:pt x="2454087" y="30893"/>
                  </a:lnTo>
                  <a:lnTo>
                    <a:pt x="2482120" y="27515"/>
                  </a:lnTo>
                  <a:lnTo>
                    <a:pt x="2509562" y="24209"/>
                  </a:lnTo>
                  <a:lnTo>
                    <a:pt x="2536439" y="20970"/>
                  </a:lnTo>
                  <a:lnTo>
                    <a:pt x="2562772" y="17798"/>
                  </a:lnTo>
                  <a:lnTo>
                    <a:pt x="2588585" y="14688"/>
                  </a:lnTo>
                  <a:lnTo>
                    <a:pt x="2613896" y="11638"/>
                  </a:lnTo>
                  <a:lnTo>
                    <a:pt x="2638724" y="8647"/>
                  </a:lnTo>
                  <a:lnTo>
                    <a:pt x="2663089" y="5711"/>
                  </a:lnTo>
                  <a:lnTo>
                    <a:pt x="2687007" y="2829"/>
                  </a:lnTo>
                  <a:lnTo>
                    <a:pt x="271049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19513" y="4055517"/>
              <a:ext cx="2710493" cy="328010"/>
            </a:xfrm>
            <a:custGeom>
              <a:avLst/>
              <a:pathLst>
                <a:path w="2710493" h="328010">
                  <a:moveTo>
                    <a:pt x="0" y="328010"/>
                  </a:moveTo>
                  <a:lnTo>
                    <a:pt x="174054" y="306947"/>
                  </a:lnTo>
                  <a:lnTo>
                    <a:pt x="327581" y="288368"/>
                  </a:lnTo>
                  <a:lnTo>
                    <a:pt x="464915" y="271748"/>
                  </a:lnTo>
                  <a:lnTo>
                    <a:pt x="589149" y="256714"/>
                  </a:lnTo>
                  <a:lnTo>
                    <a:pt x="702566" y="242989"/>
                  </a:lnTo>
                  <a:lnTo>
                    <a:pt x="806900" y="230363"/>
                  </a:lnTo>
                  <a:lnTo>
                    <a:pt x="903497" y="218673"/>
                  </a:lnTo>
                  <a:lnTo>
                    <a:pt x="993428" y="207790"/>
                  </a:lnTo>
                  <a:lnTo>
                    <a:pt x="1077552" y="197610"/>
                  </a:lnTo>
                  <a:lnTo>
                    <a:pt x="1156574" y="188047"/>
                  </a:lnTo>
                  <a:lnTo>
                    <a:pt x="1231079" y="179031"/>
                  </a:lnTo>
                  <a:lnTo>
                    <a:pt x="1301554" y="170502"/>
                  </a:lnTo>
                  <a:lnTo>
                    <a:pt x="1368413" y="162411"/>
                  </a:lnTo>
                  <a:lnTo>
                    <a:pt x="1432010" y="154715"/>
                  </a:lnTo>
                  <a:lnTo>
                    <a:pt x="1492647" y="147377"/>
                  </a:lnTo>
                  <a:lnTo>
                    <a:pt x="1550589" y="140365"/>
                  </a:lnTo>
                  <a:lnTo>
                    <a:pt x="1606064" y="133652"/>
                  </a:lnTo>
                  <a:lnTo>
                    <a:pt x="1659275" y="127213"/>
                  </a:lnTo>
                  <a:lnTo>
                    <a:pt x="1710398" y="121026"/>
                  </a:lnTo>
                  <a:lnTo>
                    <a:pt x="1759591" y="115073"/>
                  </a:lnTo>
                  <a:lnTo>
                    <a:pt x="1806995" y="109336"/>
                  </a:lnTo>
                  <a:lnTo>
                    <a:pt x="1852736" y="103801"/>
                  </a:lnTo>
                  <a:lnTo>
                    <a:pt x="1896926" y="98453"/>
                  </a:lnTo>
                  <a:lnTo>
                    <a:pt x="1939666" y="93281"/>
                  </a:lnTo>
                  <a:lnTo>
                    <a:pt x="1981050" y="88273"/>
                  </a:lnTo>
                  <a:lnTo>
                    <a:pt x="2021160" y="83419"/>
                  </a:lnTo>
                  <a:lnTo>
                    <a:pt x="2060072" y="78710"/>
                  </a:lnTo>
                  <a:lnTo>
                    <a:pt x="2097857" y="74138"/>
                  </a:lnTo>
                  <a:lnTo>
                    <a:pt x="2134577" y="69694"/>
                  </a:lnTo>
                  <a:lnTo>
                    <a:pt x="2170290" y="65372"/>
                  </a:lnTo>
                  <a:lnTo>
                    <a:pt x="2205052" y="61165"/>
                  </a:lnTo>
                  <a:lnTo>
                    <a:pt x="2238910" y="57068"/>
                  </a:lnTo>
                  <a:lnTo>
                    <a:pt x="2271911" y="53075"/>
                  </a:lnTo>
                  <a:lnTo>
                    <a:pt x="2304097" y="49180"/>
                  </a:lnTo>
                  <a:lnTo>
                    <a:pt x="2335508" y="45378"/>
                  </a:lnTo>
                  <a:lnTo>
                    <a:pt x="2366179" y="41667"/>
                  </a:lnTo>
                  <a:lnTo>
                    <a:pt x="2396145" y="38040"/>
                  </a:lnTo>
                  <a:lnTo>
                    <a:pt x="2425438" y="34495"/>
                  </a:lnTo>
                  <a:lnTo>
                    <a:pt x="2454087" y="31029"/>
                  </a:lnTo>
                  <a:lnTo>
                    <a:pt x="2482120" y="27636"/>
                  </a:lnTo>
                  <a:lnTo>
                    <a:pt x="2509562" y="24315"/>
                  </a:lnTo>
                  <a:lnTo>
                    <a:pt x="2536439" y="21063"/>
                  </a:lnTo>
                  <a:lnTo>
                    <a:pt x="2562772" y="17876"/>
                  </a:lnTo>
                  <a:lnTo>
                    <a:pt x="2588585" y="14752"/>
                  </a:lnTo>
                  <a:lnTo>
                    <a:pt x="2613896" y="11689"/>
                  </a:lnTo>
                  <a:lnTo>
                    <a:pt x="2638724" y="8685"/>
                  </a:lnTo>
                  <a:lnTo>
                    <a:pt x="2663089" y="5736"/>
                  </a:lnTo>
                  <a:lnTo>
                    <a:pt x="2687007" y="2842"/>
                  </a:lnTo>
                  <a:lnTo>
                    <a:pt x="271049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119513" y="3874387"/>
              <a:ext cx="2710493" cy="270464"/>
            </a:xfrm>
            <a:custGeom>
              <a:avLst/>
              <a:pathLst>
                <a:path w="2710493" h="270464">
                  <a:moveTo>
                    <a:pt x="0" y="0"/>
                  </a:moveTo>
                  <a:lnTo>
                    <a:pt x="174054" y="17367"/>
                  </a:lnTo>
                  <a:lnTo>
                    <a:pt x="327581" y="32687"/>
                  </a:lnTo>
                  <a:lnTo>
                    <a:pt x="464915" y="46391"/>
                  </a:lnTo>
                  <a:lnTo>
                    <a:pt x="589149" y="58787"/>
                  </a:lnTo>
                  <a:lnTo>
                    <a:pt x="702566" y="70104"/>
                  </a:lnTo>
                  <a:lnTo>
                    <a:pt x="806900" y="80515"/>
                  </a:lnTo>
                  <a:lnTo>
                    <a:pt x="903497" y="90154"/>
                  </a:lnTo>
                  <a:lnTo>
                    <a:pt x="993428" y="99128"/>
                  </a:lnTo>
                  <a:lnTo>
                    <a:pt x="1077552" y="107522"/>
                  </a:lnTo>
                  <a:lnTo>
                    <a:pt x="1156574" y="115407"/>
                  </a:lnTo>
                  <a:lnTo>
                    <a:pt x="1231079" y="122842"/>
                  </a:lnTo>
                  <a:lnTo>
                    <a:pt x="1301554" y="129874"/>
                  </a:lnTo>
                  <a:lnTo>
                    <a:pt x="1368413" y="136545"/>
                  </a:lnTo>
                  <a:lnTo>
                    <a:pt x="1432010" y="142891"/>
                  </a:lnTo>
                  <a:lnTo>
                    <a:pt x="1492647" y="148942"/>
                  </a:lnTo>
                  <a:lnTo>
                    <a:pt x="1550589" y="154724"/>
                  </a:lnTo>
                  <a:lnTo>
                    <a:pt x="1606064" y="160259"/>
                  </a:lnTo>
                  <a:lnTo>
                    <a:pt x="1659275" y="165569"/>
                  </a:lnTo>
                  <a:lnTo>
                    <a:pt x="1710398" y="170670"/>
                  </a:lnTo>
                  <a:lnTo>
                    <a:pt x="1759591" y="175579"/>
                  </a:lnTo>
                  <a:lnTo>
                    <a:pt x="1806995" y="180309"/>
                  </a:lnTo>
                  <a:lnTo>
                    <a:pt x="1852736" y="184873"/>
                  </a:lnTo>
                  <a:lnTo>
                    <a:pt x="1896926" y="189282"/>
                  </a:lnTo>
                  <a:lnTo>
                    <a:pt x="1939666" y="193547"/>
                  </a:lnTo>
                  <a:lnTo>
                    <a:pt x="1981050" y="197677"/>
                  </a:lnTo>
                  <a:lnTo>
                    <a:pt x="2021160" y="201679"/>
                  </a:lnTo>
                  <a:lnTo>
                    <a:pt x="2060072" y="205562"/>
                  </a:lnTo>
                  <a:lnTo>
                    <a:pt x="2097857" y="209332"/>
                  </a:lnTo>
                  <a:lnTo>
                    <a:pt x="2134577" y="212996"/>
                  </a:lnTo>
                  <a:lnTo>
                    <a:pt x="2170290" y="216560"/>
                  </a:lnTo>
                  <a:lnTo>
                    <a:pt x="2205052" y="220029"/>
                  </a:lnTo>
                  <a:lnTo>
                    <a:pt x="2238910" y="223407"/>
                  </a:lnTo>
                  <a:lnTo>
                    <a:pt x="2271911" y="226700"/>
                  </a:lnTo>
                  <a:lnTo>
                    <a:pt x="2304097" y="229912"/>
                  </a:lnTo>
                  <a:lnTo>
                    <a:pt x="2335508" y="233046"/>
                  </a:lnTo>
                  <a:lnTo>
                    <a:pt x="2366179" y="236106"/>
                  </a:lnTo>
                  <a:lnTo>
                    <a:pt x="2396145" y="239097"/>
                  </a:lnTo>
                  <a:lnTo>
                    <a:pt x="2425438" y="242020"/>
                  </a:lnTo>
                  <a:lnTo>
                    <a:pt x="2454087" y="244878"/>
                  </a:lnTo>
                  <a:lnTo>
                    <a:pt x="2482120" y="247675"/>
                  </a:lnTo>
                  <a:lnTo>
                    <a:pt x="2509562" y="250414"/>
                  </a:lnTo>
                  <a:lnTo>
                    <a:pt x="2536439" y="253096"/>
                  </a:lnTo>
                  <a:lnTo>
                    <a:pt x="2562772" y="255723"/>
                  </a:lnTo>
                  <a:lnTo>
                    <a:pt x="2588585" y="258299"/>
                  </a:lnTo>
                  <a:lnTo>
                    <a:pt x="2613896" y="260825"/>
                  </a:lnTo>
                  <a:lnTo>
                    <a:pt x="2638724" y="263302"/>
                  </a:lnTo>
                  <a:lnTo>
                    <a:pt x="2663089" y="265733"/>
                  </a:lnTo>
                  <a:lnTo>
                    <a:pt x="2687007" y="268120"/>
                  </a:lnTo>
                  <a:lnTo>
                    <a:pt x="2710493" y="27046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119513" y="3934359"/>
              <a:ext cx="2710493" cy="447357"/>
            </a:xfrm>
            <a:custGeom>
              <a:avLst/>
              <a:pathLst>
                <a:path w="2710493" h="447357">
                  <a:moveTo>
                    <a:pt x="0" y="0"/>
                  </a:moveTo>
                  <a:lnTo>
                    <a:pt x="174054" y="28727"/>
                  </a:lnTo>
                  <a:lnTo>
                    <a:pt x="327581" y="54066"/>
                  </a:lnTo>
                  <a:lnTo>
                    <a:pt x="464915" y="76732"/>
                  </a:lnTo>
                  <a:lnTo>
                    <a:pt x="589149" y="97237"/>
                  </a:lnTo>
                  <a:lnTo>
                    <a:pt x="702566" y="115956"/>
                  </a:lnTo>
                  <a:lnTo>
                    <a:pt x="806900" y="133176"/>
                  </a:lnTo>
                  <a:lnTo>
                    <a:pt x="903497" y="149119"/>
                  </a:lnTo>
                  <a:lnTo>
                    <a:pt x="993428" y="163961"/>
                  </a:lnTo>
                  <a:lnTo>
                    <a:pt x="1077552" y="177846"/>
                  </a:lnTo>
                  <a:lnTo>
                    <a:pt x="1156574" y="190888"/>
                  </a:lnTo>
                  <a:lnTo>
                    <a:pt x="1231079" y="203185"/>
                  </a:lnTo>
                  <a:lnTo>
                    <a:pt x="1301554" y="214817"/>
                  </a:lnTo>
                  <a:lnTo>
                    <a:pt x="1368413" y="225851"/>
                  </a:lnTo>
                  <a:lnTo>
                    <a:pt x="1432010" y="236348"/>
                  </a:lnTo>
                  <a:lnTo>
                    <a:pt x="1492647" y="246356"/>
                  </a:lnTo>
                  <a:lnTo>
                    <a:pt x="1550589" y="255919"/>
                  </a:lnTo>
                  <a:lnTo>
                    <a:pt x="1606064" y="265075"/>
                  </a:lnTo>
                  <a:lnTo>
                    <a:pt x="1659275" y="273857"/>
                  </a:lnTo>
                  <a:lnTo>
                    <a:pt x="1710398" y="282295"/>
                  </a:lnTo>
                  <a:lnTo>
                    <a:pt x="1759591" y="290414"/>
                  </a:lnTo>
                  <a:lnTo>
                    <a:pt x="1806995" y="298238"/>
                  </a:lnTo>
                  <a:lnTo>
                    <a:pt x="1852736" y="305787"/>
                  </a:lnTo>
                  <a:lnTo>
                    <a:pt x="1896926" y="313081"/>
                  </a:lnTo>
                  <a:lnTo>
                    <a:pt x="1939666" y="320135"/>
                  </a:lnTo>
                  <a:lnTo>
                    <a:pt x="1981050" y="326965"/>
                  </a:lnTo>
                  <a:lnTo>
                    <a:pt x="2021160" y="333585"/>
                  </a:lnTo>
                  <a:lnTo>
                    <a:pt x="2060072" y="340007"/>
                  </a:lnTo>
                  <a:lnTo>
                    <a:pt x="2097857" y="346244"/>
                  </a:lnTo>
                  <a:lnTo>
                    <a:pt x="2134577" y="352304"/>
                  </a:lnTo>
                  <a:lnTo>
                    <a:pt x="2170290" y="358198"/>
                  </a:lnTo>
                  <a:lnTo>
                    <a:pt x="2205052" y="363936"/>
                  </a:lnTo>
                  <a:lnTo>
                    <a:pt x="2238910" y="369524"/>
                  </a:lnTo>
                  <a:lnTo>
                    <a:pt x="2271911" y="374971"/>
                  </a:lnTo>
                  <a:lnTo>
                    <a:pt x="2304097" y="380283"/>
                  </a:lnTo>
                  <a:lnTo>
                    <a:pt x="2335508" y="385467"/>
                  </a:lnTo>
                  <a:lnTo>
                    <a:pt x="2366179" y="390529"/>
                  </a:lnTo>
                  <a:lnTo>
                    <a:pt x="2396145" y="395475"/>
                  </a:lnTo>
                  <a:lnTo>
                    <a:pt x="2425438" y="400310"/>
                  </a:lnTo>
                  <a:lnTo>
                    <a:pt x="2454087" y="405038"/>
                  </a:lnTo>
                  <a:lnTo>
                    <a:pt x="2482120" y="409665"/>
                  </a:lnTo>
                  <a:lnTo>
                    <a:pt x="2509562" y="414194"/>
                  </a:lnTo>
                  <a:lnTo>
                    <a:pt x="2536439" y="418630"/>
                  </a:lnTo>
                  <a:lnTo>
                    <a:pt x="2562772" y="422976"/>
                  </a:lnTo>
                  <a:lnTo>
                    <a:pt x="2588585" y="427236"/>
                  </a:lnTo>
                  <a:lnTo>
                    <a:pt x="2613896" y="431414"/>
                  </a:lnTo>
                  <a:lnTo>
                    <a:pt x="2638724" y="435512"/>
                  </a:lnTo>
                  <a:lnTo>
                    <a:pt x="2663089" y="439533"/>
                  </a:lnTo>
                  <a:lnTo>
                    <a:pt x="2687007" y="443481"/>
                  </a:lnTo>
                  <a:lnTo>
                    <a:pt x="2710493" y="44735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119513" y="4331208"/>
              <a:ext cx="2710493" cy="202932"/>
            </a:xfrm>
            <a:custGeom>
              <a:avLst/>
              <a:pathLst>
                <a:path w="2710493" h="202932">
                  <a:moveTo>
                    <a:pt x="0" y="0"/>
                  </a:moveTo>
                  <a:lnTo>
                    <a:pt x="174054" y="13031"/>
                  </a:lnTo>
                  <a:lnTo>
                    <a:pt x="327581" y="24525"/>
                  </a:lnTo>
                  <a:lnTo>
                    <a:pt x="464915" y="34807"/>
                  </a:lnTo>
                  <a:lnTo>
                    <a:pt x="589149" y="44109"/>
                  </a:lnTo>
                  <a:lnTo>
                    <a:pt x="702566" y="52600"/>
                  </a:lnTo>
                  <a:lnTo>
                    <a:pt x="806900" y="60411"/>
                  </a:lnTo>
                  <a:lnTo>
                    <a:pt x="903497" y="67644"/>
                  </a:lnTo>
                  <a:lnTo>
                    <a:pt x="993428" y="74376"/>
                  </a:lnTo>
                  <a:lnTo>
                    <a:pt x="1077552" y="80675"/>
                  </a:lnTo>
                  <a:lnTo>
                    <a:pt x="1156574" y="86591"/>
                  </a:lnTo>
                  <a:lnTo>
                    <a:pt x="1231079" y="92169"/>
                  </a:lnTo>
                  <a:lnTo>
                    <a:pt x="1301554" y="97446"/>
                  </a:lnTo>
                  <a:lnTo>
                    <a:pt x="1368413" y="102451"/>
                  </a:lnTo>
                  <a:lnTo>
                    <a:pt x="1432010" y="107213"/>
                  </a:lnTo>
                  <a:lnTo>
                    <a:pt x="1492647" y="111753"/>
                  </a:lnTo>
                  <a:lnTo>
                    <a:pt x="1550589" y="116091"/>
                  </a:lnTo>
                  <a:lnTo>
                    <a:pt x="1606064" y="120244"/>
                  </a:lnTo>
                  <a:lnTo>
                    <a:pt x="1659275" y="124228"/>
                  </a:lnTo>
                  <a:lnTo>
                    <a:pt x="1710398" y="128055"/>
                  </a:lnTo>
                  <a:lnTo>
                    <a:pt x="1759591" y="131738"/>
                  </a:lnTo>
                  <a:lnTo>
                    <a:pt x="1806995" y="135288"/>
                  </a:lnTo>
                  <a:lnTo>
                    <a:pt x="1852736" y="138712"/>
                  </a:lnTo>
                  <a:lnTo>
                    <a:pt x="1896926" y="142020"/>
                  </a:lnTo>
                  <a:lnTo>
                    <a:pt x="1939666" y="145220"/>
                  </a:lnTo>
                  <a:lnTo>
                    <a:pt x="1981050" y="148319"/>
                  </a:lnTo>
                  <a:lnTo>
                    <a:pt x="2021160" y="151322"/>
                  </a:lnTo>
                  <a:lnTo>
                    <a:pt x="2060072" y="154235"/>
                  </a:lnTo>
                  <a:lnTo>
                    <a:pt x="2097857" y="157064"/>
                  </a:lnTo>
                  <a:lnTo>
                    <a:pt x="2134577" y="159813"/>
                  </a:lnTo>
                  <a:lnTo>
                    <a:pt x="2170290" y="162487"/>
                  </a:lnTo>
                  <a:lnTo>
                    <a:pt x="2205052" y="165090"/>
                  </a:lnTo>
                  <a:lnTo>
                    <a:pt x="2238910" y="167625"/>
                  </a:lnTo>
                  <a:lnTo>
                    <a:pt x="2271911" y="170095"/>
                  </a:lnTo>
                  <a:lnTo>
                    <a:pt x="2304097" y="172505"/>
                  </a:lnTo>
                  <a:lnTo>
                    <a:pt x="2335508" y="174857"/>
                  </a:lnTo>
                  <a:lnTo>
                    <a:pt x="2366179" y="177153"/>
                  </a:lnTo>
                  <a:lnTo>
                    <a:pt x="2396145" y="179397"/>
                  </a:lnTo>
                  <a:lnTo>
                    <a:pt x="2425438" y="181590"/>
                  </a:lnTo>
                  <a:lnTo>
                    <a:pt x="2454087" y="183735"/>
                  </a:lnTo>
                  <a:lnTo>
                    <a:pt x="2482120" y="185833"/>
                  </a:lnTo>
                  <a:lnTo>
                    <a:pt x="2509562" y="187888"/>
                  </a:lnTo>
                  <a:lnTo>
                    <a:pt x="2536439" y="189900"/>
                  </a:lnTo>
                  <a:lnTo>
                    <a:pt x="2562772" y="191872"/>
                  </a:lnTo>
                  <a:lnTo>
                    <a:pt x="2588585" y="193804"/>
                  </a:lnTo>
                  <a:lnTo>
                    <a:pt x="2613896" y="195699"/>
                  </a:lnTo>
                  <a:lnTo>
                    <a:pt x="2638724" y="197558"/>
                  </a:lnTo>
                  <a:lnTo>
                    <a:pt x="2663089" y="199382"/>
                  </a:lnTo>
                  <a:lnTo>
                    <a:pt x="2687007" y="201173"/>
                  </a:lnTo>
                  <a:lnTo>
                    <a:pt x="2710493" y="20293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119513" y="4300851"/>
              <a:ext cx="2710493" cy="64033"/>
            </a:xfrm>
            <a:custGeom>
              <a:avLst/>
              <a:pathLst>
                <a:path w="2710493" h="64033">
                  <a:moveTo>
                    <a:pt x="0" y="0"/>
                  </a:moveTo>
                  <a:lnTo>
                    <a:pt x="174054" y="4111"/>
                  </a:lnTo>
                  <a:lnTo>
                    <a:pt x="327581" y="7738"/>
                  </a:lnTo>
                  <a:lnTo>
                    <a:pt x="464915" y="10983"/>
                  </a:lnTo>
                  <a:lnTo>
                    <a:pt x="589149" y="13918"/>
                  </a:lnTo>
                  <a:lnTo>
                    <a:pt x="702566" y="16597"/>
                  </a:lnTo>
                  <a:lnTo>
                    <a:pt x="806900" y="19062"/>
                  </a:lnTo>
                  <a:lnTo>
                    <a:pt x="903497" y="21344"/>
                  </a:lnTo>
                  <a:lnTo>
                    <a:pt x="993428" y="23469"/>
                  </a:lnTo>
                  <a:lnTo>
                    <a:pt x="1077552" y="25456"/>
                  </a:lnTo>
                  <a:lnTo>
                    <a:pt x="1156574" y="27323"/>
                  </a:lnTo>
                  <a:lnTo>
                    <a:pt x="1231079" y="29083"/>
                  </a:lnTo>
                  <a:lnTo>
                    <a:pt x="1301554" y="30748"/>
                  </a:lnTo>
                  <a:lnTo>
                    <a:pt x="1368413" y="32327"/>
                  </a:lnTo>
                  <a:lnTo>
                    <a:pt x="1432010" y="33830"/>
                  </a:lnTo>
                  <a:lnTo>
                    <a:pt x="1492647" y="35262"/>
                  </a:lnTo>
                  <a:lnTo>
                    <a:pt x="1550589" y="36631"/>
                  </a:lnTo>
                  <a:lnTo>
                    <a:pt x="1606064" y="37942"/>
                  </a:lnTo>
                  <a:lnTo>
                    <a:pt x="1659275" y="39199"/>
                  </a:lnTo>
                  <a:lnTo>
                    <a:pt x="1710398" y="40407"/>
                  </a:lnTo>
                  <a:lnTo>
                    <a:pt x="1759591" y="41569"/>
                  </a:lnTo>
                  <a:lnTo>
                    <a:pt x="1806995" y="42689"/>
                  </a:lnTo>
                  <a:lnTo>
                    <a:pt x="1852736" y="43769"/>
                  </a:lnTo>
                  <a:lnTo>
                    <a:pt x="1896926" y="44813"/>
                  </a:lnTo>
                  <a:lnTo>
                    <a:pt x="1939666" y="45823"/>
                  </a:lnTo>
                  <a:lnTo>
                    <a:pt x="1981050" y="46801"/>
                  </a:lnTo>
                  <a:lnTo>
                    <a:pt x="2021160" y="47748"/>
                  </a:lnTo>
                  <a:lnTo>
                    <a:pt x="2060072" y="48668"/>
                  </a:lnTo>
                  <a:lnTo>
                    <a:pt x="2097857" y="49560"/>
                  </a:lnTo>
                  <a:lnTo>
                    <a:pt x="2134577" y="50428"/>
                  </a:lnTo>
                  <a:lnTo>
                    <a:pt x="2170290" y="51271"/>
                  </a:lnTo>
                  <a:lnTo>
                    <a:pt x="2205052" y="52093"/>
                  </a:lnTo>
                  <a:lnTo>
                    <a:pt x="2238910" y="52892"/>
                  </a:lnTo>
                  <a:lnTo>
                    <a:pt x="2271911" y="53672"/>
                  </a:lnTo>
                  <a:lnTo>
                    <a:pt x="2304097" y="54432"/>
                  </a:lnTo>
                  <a:lnTo>
                    <a:pt x="2335508" y="55175"/>
                  </a:lnTo>
                  <a:lnTo>
                    <a:pt x="2366179" y="55899"/>
                  </a:lnTo>
                  <a:lnTo>
                    <a:pt x="2396145" y="56607"/>
                  </a:lnTo>
                  <a:lnTo>
                    <a:pt x="2425438" y="57299"/>
                  </a:lnTo>
                  <a:lnTo>
                    <a:pt x="2454087" y="57976"/>
                  </a:lnTo>
                  <a:lnTo>
                    <a:pt x="2482120" y="58638"/>
                  </a:lnTo>
                  <a:lnTo>
                    <a:pt x="2509562" y="59286"/>
                  </a:lnTo>
                  <a:lnTo>
                    <a:pt x="2536439" y="59921"/>
                  </a:lnTo>
                  <a:lnTo>
                    <a:pt x="2562772" y="60544"/>
                  </a:lnTo>
                  <a:lnTo>
                    <a:pt x="2588585" y="61153"/>
                  </a:lnTo>
                  <a:lnTo>
                    <a:pt x="2613896" y="61751"/>
                  </a:lnTo>
                  <a:lnTo>
                    <a:pt x="2638724" y="62338"/>
                  </a:lnTo>
                  <a:lnTo>
                    <a:pt x="2663089" y="62913"/>
                  </a:lnTo>
                  <a:lnTo>
                    <a:pt x="2687007" y="63479"/>
                  </a:lnTo>
                  <a:lnTo>
                    <a:pt x="2710493" y="6403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119513" y="4237907"/>
              <a:ext cx="2710493" cy="61087"/>
            </a:xfrm>
            <a:custGeom>
              <a:avLst/>
              <a:pathLst>
                <a:path w="2710493" h="61087">
                  <a:moveTo>
                    <a:pt x="0" y="61087"/>
                  </a:moveTo>
                  <a:lnTo>
                    <a:pt x="174054" y="57164"/>
                  </a:lnTo>
                  <a:lnTo>
                    <a:pt x="327581" y="53704"/>
                  </a:lnTo>
                  <a:lnTo>
                    <a:pt x="464915" y="50609"/>
                  </a:lnTo>
                  <a:lnTo>
                    <a:pt x="589149" y="47809"/>
                  </a:lnTo>
                  <a:lnTo>
                    <a:pt x="702566" y="45253"/>
                  </a:lnTo>
                  <a:lnTo>
                    <a:pt x="806900" y="42901"/>
                  </a:lnTo>
                  <a:lnTo>
                    <a:pt x="903497" y="40724"/>
                  </a:lnTo>
                  <a:lnTo>
                    <a:pt x="993428" y="38698"/>
                  </a:lnTo>
                  <a:lnTo>
                    <a:pt x="1077552" y="36802"/>
                  </a:lnTo>
                  <a:lnTo>
                    <a:pt x="1156574" y="35021"/>
                  </a:lnTo>
                  <a:lnTo>
                    <a:pt x="1231079" y="33342"/>
                  </a:lnTo>
                  <a:lnTo>
                    <a:pt x="1301554" y="31753"/>
                  </a:lnTo>
                  <a:lnTo>
                    <a:pt x="1368413" y="30246"/>
                  </a:lnTo>
                  <a:lnTo>
                    <a:pt x="1432010" y="28813"/>
                  </a:lnTo>
                  <a:lnTo>
                    <a:pt x="1492647" y="27446"/>
                  </a:lnTo>
                  <a:lnTo>
                    <a:pt x="1550589" y="26141"/>
                  </a:lnTo>
                  <a:lnTo>
                    <a:pt x="1606064" y="24890"/>
                  </a:lnTo>
                  <a:lnTo>
                    <a:pt x="1659275" y="23691"/>
                  </a:lnTo>
                  <a:lnTo>
                    <a:pt x="1710398" y="22539"/>
                  </a:lnTo>
                  <a:lnTo>
                    <a:pt x="1759591" y="21430"/>
                  </a:lnTo>
                  <a:lnTo>
                    <a:pt x="1806995" y="20362"/>
                  </a:lnTo>
                  <a:lnTo>
                    <a:pt x="1852736" y="19331"/>
                  </a:lnTo>
                  <a:lnTo>
                    <a:pt x="1896926" y="18335"/>
                  </a:lnTo>
                  <a:lnTo>
                    <a:pt x="1939666" y="17372"/>
                  </a:lnTo>
                  <a:lnTo>
                    <a:pt x="1981050" y="16439"/>
                  </a:lnTo>
                  <a:lnTo>
                    <a:pt x="2021160" y="15535"/>
                  </a:lnTo>
                  <a:lnTo>
                    <a:pt x="2060072" y="14658"/>
                  </a:lnTo>
                  <a:lnTo>
                    <a:pt x="2097857" y="13807"/>
                  </a:lnTo>
                  <a:lnTo>
                    <a:pt x="2134577" y="12979"/>
                  </a:lnTo>
                  <a:lnTo>
                    <a:pt x="2170290" y="12174"/>
                  </a:lnTo>
                  <a:lnTo>
                    <a:pt x="2205052" y="11391"/>
                  </a:lnTo>
                  <a:lnTo>
                    <a:pt x="2238910" y="10628"/>
                  </a:lnTo>
                  <a:lnTo>
                    <a:pt x="2271911" y="9884"/>
                  </a:lnTo>
                  <a:lnTo>
                    <a:pt x="2304097" y="9159"/>
                  </a:lnTo>
                  <a:lnTo>
                    <a:pt x="2335508" y="8451"/>
                  </a:lnTo>
                  <a:lnTo>
                    <a:pt x="2366179" y="7759"/>
                  </a:lnTo>
                  <a:lnTo>
                    <a:pt x="2396145" y="7084"/>
                  </a:lnTo>
                  <a:lnTo>
                    <a:pt x="2425438" y="6424"/>
                  </a:lnTo>
                  <a:lnTo>
                    <a:pt x="2454087" y="5778"/>
                  </a:lnTo>
                  <a:lnTo>
                    <a:pt x="2482120" y="5146"/>
                  </a:lnTo>
                  <a:lnTo>
                    <a:pt x="2509562" y="4528"/>
                  </a:lnTo>
                  <a:lnTo>
                    <a:pt x="2536439" y="3922"/>
                  </a:lnTo>
                  <a:lnTo>
                    <a:pt x="2562772" y="3329"/>
                  </a:lnTo>
                  <a:lnTo>
                    <a:pt x="2588585" y="2747"/>
                  </a:lnTo>
                  <a:lnTo>
                    <a:pt x="2613896" y="2177"/>
                  </a:lnTo>
                  <a:lnTo>
                    <a:pt x="2638724" y="1617"/>
                  </a:lnTo>
                  <a:lnTo>
                    <a:pt x="2663089" y="1068"/>
                  </a:lnTo>
                  <a:lnTo>
                    <a:pt x="2687007" y="529"/>
                  </a:lnTo>
                  <a:lnTo>
                    <a:pt x="271049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913885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875928" y="45571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875928" y="43264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875928" y="40958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875928" y="38651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875928" y="36345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913885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5119513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6023010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6926508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783000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5080651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984148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6887646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779114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6106645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913885" y="323772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655760" y="63796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11059" y="626278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660666" y="633401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00204" y="649924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664985" y="66395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642522" y="635525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696159" y="646918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615777" y="65012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654722" y="658987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706936" y="631790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74318" y="648115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82824" y="58318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78988" y="59655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631016" y="61776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72189" y="630126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528969" y="67607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602355" y="651793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588391" y="613707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604120" y="571008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582988" y="56350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63727" y="637451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578876" y="61191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604595" y="59382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641450" y="60598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548341" y="65130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22294" y="64632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50233" y="598015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638816" y="60231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16679" y="655269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534866" y="628014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500861" y="63859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499689" y="661487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428577" y="62572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488626" y="651438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542360" y="57637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488209" y="64482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462440" y="616608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533805" y="59955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469267" y="56848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461740" y="58860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498441" y="64675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468156" y="610442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464795" y="622770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539623" y="60606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428808" y="644158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514322" y="609912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518064" y="64098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484854" y="637096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333868" y="642142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336179" y="63758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333850" y="653836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396174" y="614609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448678" y="62007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447835" y="571360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439590" y="61796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357601" y="637169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413969" y="619283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360113" y="608688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346549" y="60320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361586" y="59061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427012" y="63282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380518" y="58136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429619" y="659867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442073" y="646834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395215" y="631030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389788" y="63931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360981" y="627233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431939" y="64330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451776" y="62473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370732" y="617609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366410" y="61843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439541" y="62425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701448" y="6301681"/>
              <a:ext cx="2721018" cy="51917"/>
            </a:xfrm>
            <a:custGeom>
              <a:avLst/>
              <a:pathLst>
                <a:path w="2721018" h="51917">
                  <a:moveTo>
                    <a:pt x="0" y="51917"/>
                  </a:moveTo>
                  <a:lnTo>
                    <a:pt x="174730" y="48583"/>
                  </a:lnTo>
                  <a:lnTo>
                    <a:pt x="328853" y="45643"/>
                  </a:lnTo>
                  <a:lnTo>
                    <a:pt x="466720" y="43012"/>
                  </a:lnTo>
                  <a:lnTo>
                    <a:pt x="591437" y="40632"/>
                  </a:lnTo>
                  <a:lnTo>
                    <a:pt x="705294" y="38460"/>
                  </a:lnTo>
                  <a:lnTo>
                    <a:pt x="810033" y="36462"/>
                  </a:lnTo>
                  <a:lnTo>
                    <a:pt x="907006" y="34611"/>
                  </a:lnTo>
                  <a:lnTo>
                    <a:pt x="997285" y="32889"/>
                  </a:lnTo>
                  <a:lnTo>
                    <a:pt x="1081736" y="31277"/>
                  </a:lnTo>
                  <a:lnTo>
                    <a:pt x="1161065" y="29764"/>
                  </a:lnTo>
                  <a:lnTo>
                    <a:pt x="1235859" y="28337"/>
                  </a:lnTo>
                  <a:lnTo>
                    <a:pt x="1306608" y="26987"/>
                  </a:lnTo>
                  <a:lnTo>
                    <a:pt x="1373727" y="25706"/>
                  </a:lnTo>
                  <a:lnTo>
                    <a:pt x="1437570" y="24488"/>
                  </a:lnTo>
                  <a:lnTo>
                    <a:pt x="1498443" y="23326"/>
                  </a:lnTo>
                  <a:lnTo>
                    <a:pt x="1556610" y="22217"/>
                  </a:lnTo>
                  <a:lnTo>
                    <a:pt x="1612300" y="21154"/>
                  </a:lnTo>
                  <a:lnTo>
                    <a:pt x="1665717" y="20135"/>
                  </a:lnTo>
                  <a:lnTo>
                    <a:pt x="1717039" y="19156"/>
                  </a:lnTo>
                  <a:lnTo>
                    <a:pt x="1766423" y="18213"/>
                  </a:lnTo>
                  <a:lnTo>
                    <a:pt x="1814012" y="17305"/>
                  </a:lnTo>
                  <a:lnTo>
                    <a:pt x="1859930" y="16429"/>
                  </a:lnTo>
                  <a:lnTo>
                    <a:pt x="1904291" y="15583"/>
                  </a:lnTo>
                  <a:lnTo>
                    <a:pt x="1947198" y="14764"/>
                  </a:lnTo>
                  <a:lnTo>
                    <a:pt x="1988742" y="13971"/>
                  </a:lnTo>
                  <a:lnTo>
                    <a:pt x="2029008" y="13203"/>
                  </a:lnTo>
                  <a:lnTo>
                    <a:pt x="2068071" y="12458"/>
                  </a:lnTo>
                  <a:lnTo>
                    <a:pt x="2106002" y="11734"/>
                  </a:lnTo>
                  <a:lnTo>
                    <a:pt x="2142865" y="11031"/>
                  </a:lnTo>
                  <a:lnTo>
                    <a:pt x="2178717" y="10347"/>
                  </a:lnTo>
                  <a:lnTo>
                    <a:pt x="2213614" y="9681"/>
                  </a:lnTo>
                  <a:lnTo>
                    <a:pt x="2247603" y="9032"/>
                  </a:lnTo>
                  <a:lnTo>
                    <a:pt x="2280733" y="8400"/>
                  </a:lnTo>
                  <a:lnTo>
                    <a:pt x="2313044" y="7784"/>
                  </a:lnTo>
                  <a:lnTo>
                    <a:pt x="2344576" y="7182"/>
                  </a:lnTo>
                  <a:lnTo>
                    <a:pt x="2375367" y="6595"/>
                  </a:lnTo>
                  <a:lnTo>
                    <a:pt x="2405449" y="6021"/>
                  </a:lnTo>
                  <a:lnTo>
                    <a:pt x="2434856" y="5460"/>
                  </a:lnTo>
                  <a:lnTo>
                    <a:pt x="2463616" y="4911"/>
                  </a:lnTo>
                  <a:lnTo>
                    <a:pt x="2491757" y="4374"/>
                  </a:lnTo>
                  <a:lnTo>
                    <a:pt x="2519306" y="3848"/>
                  </a:lnTo>
                  <a:lnTo>
                    <a:pt x="2546287" y="3333"/>
                  </a:lnTo>
                  <a:lnTo>
                    <a:pt x="2572723" y="2829"/>
                  </a:lnTo>
                  <a:lnTo>
                    <a:pt x="2598636" y="2335"/>
                  </a:lnTo>
                  <a:lnTo>
                    <a:pt x="2624045" y="1850"/>
                  </a:lnTo>
                  <a:lnTo>
                    <a:pt x="2648970" y="1374"/>
                  </a:lnTo>
                  <a:lnTo>
                    <a:pt x="2673429" y="907"/>
                  </a:lnTo>
                  <a:lnTo>
                    <a:pt x="2697440" y="449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701448" y="6318253"/>
              <a:ext cx="2721018" cy="198541"/>
            </a:xfrm>
            <a:custGeom>
              <a:avLst/>
              <a:pathLst>
                <a:path w="2721018" h="198541">
                  <a:moveTo>
                    <a:pt x="0" y="198541"/>
                  </a:moveTo>
                  <a:lnTo>
                    <a:pt x="174730" y="185791"/>
                  </a:lnTo>
                  <a:lnTo>
                    <a:pt x="328853" y="174546"/>
                  </a:lnTo>
                  <a:lnTo>
                    <a:pt x="466720" y="164486"/>
                  </a:lnTo>
                  <a:lnTo>
                    <a:pt x="591437" y="155386"/>
                  </a:lnTo>
                  <a:lnTo>
                    <a:pt x="705294" y="147078"/>
                  </a:lnTo>
                  <a:lnTo>
                    <a:pt x="810033" y="139436"/>
                  </a:lnTo>
                  <a:lnTo>
                    <a:pt x="907006" y="132360"/>
                  </a:lnTo>
                  <a:lnTo>
                    <a:pt x="997285" y="125773"/>
                  </a:lnTo>
                  <a:lnTo>
                    <a:pt x="1081736" y="119611"/>
                  </a:lnTo>
                  <a:lnTo>
                    <a:pt x="1161065" y="113823"/>
                  </a:lnTo>
                  <a:lnTo>
                    <a:pt x="1235859" y="108365"/>
                  </a:lnTo>
                  <a:lnTo>
                    <a:pt x="1306608" y="103203"/>
                  </a:lnTo>
                  <a:lnTo>
                    <a:pt x="1373727" y="98306"/>
                  </a:lnTo>
                  <a:lnTo>
                    <a:pt x="1437570" y="93647"/>
                  </a:lnTo>
                  <a:lnTo>
                    <a:pt x="1498443" y="89206"/>
                  </a:lnTo>
                  <a:lnTo>
                    <a:pt x="1556610" y="84961"/>
                  </a:lnTo>
                  <a:lnTo>
                    <a:pt x="1612300" y="80898"/>
                  </a:lnTo>
                  <a:lnTo>
                    <a:pt x="1665717" y="77000"/>
                  </a:lnTo>
                  <a:lnTo>
                    <a:pt x="1717039" y="73256"/>
                  </a:lnTo>
                  <a:lnTo>
                    <a:pt x="1766423" y="69652"/>
                  </a:lnTo>
                  <a:lnTo>
                    <a:pt x="1814012" y="66180"/>
                  </a:lnTo>
                  <a:lnTo>
                    <a:pt x="1859930" y="62829"/>
                  </a:lnTo>
                  <a:lnTo>
                    <a:pt x="1904291" y="59593"/>
                  </a:lnTo>
                  <a:lnTo>
                    <a:pt x="1947198" y="56462"/>
                  </a:lnTo>
                  <a:lnTo>
                    <a:pt x="1988742" y="53431"/>
                  </a:lnTo>
                  <a:lnTo>
                    <a:pt x="2029008" y="50493"/>
                  </a:lnTo>
                  <a:lnTo>
                    <a:pt x="2068071" y="47642"/>
                  </a:lnTo>
                  <a:lnTo>
                    <a:pt x="2106002" y="44875"/>
                  </a:lnTo>
                  <a:lnTo>
                    <a:pt x="2142865" y="42185"/>
                  </a:lnTo>
                  <a:lnTo>
                    <a:pt x="2178717" y="39569"/>
                  </a:lnTo>
                  <a:lnTo>
                    <a:pt x="2213614" y="37023"/>
                  </a:lnTo>
                  <a:lnTo>
                    <a:pt x="2247603" y="34543"/>
                  </a:lnTo>
                  <a:lnTo>
                    <a:pt x="2280733" y="32125"/>
                  </a:lnTo>
                  <a:lnTo>
                    <a:pt x="2313044" y="29768"/>
                  </a:lnTo>
                  <a:lnTo>
                    <a:pt x="2344576" y="27467"/>
                  </a:lnTo>
                  <a:lnTo>
                    <a:pt x="2375367" y="25220"/>
                  </a:lnTo>
                  <a:lnTo>
                    <a:pt x="2405449" y="23025"/>
                  </a:lnTo>
                  <a:lnTo>
                    <a:pt x="2434856" y="20880"/>
                  </a:lnTo>
                  <a:lnTo>
                    <a:pt x="2463616" y="18781"/>
                  </a:lnTo>
                  <a:lnTo>
                    <a:pt x="2491757" y="16728"/>
                  </a:lnTo>
                  <a:lnTo>
                    <a:pt x="2519306" y="14718"/>
                  </a:lnTo>
                  <a:lnTo>
                    <a:pt x="2546287" y="12749"/>
                  </a:lnTo>
                  <a:lnTo>
                    <a:pt x="2572723" y="10820"/>
                  </a:lnTo>
                  <a:lnTo>
                    <a:pt x="2598636" y="8929"/>
                  </a:lnTo>
                  <a:lnTo>
                    <a:pt x="2624045" y="7075"/>
                  </a:lnTo>
                  <a:lnTo>
                    <a:pt x="2648970" y="5257"/>
                  </a:lnTo>
                  <a:lnTo>
                    <a:pt x="2673429" y="3472"/>
                  </a:lnTo>
                  <a:lnTo>
                    <a:pt x="2697440" y="1720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701448" y="6380719"/>
              <a:ext cx="2721018" cy="222953"/>
            </a:xfrm>
            <a:custGeom>
              <a:avLst/>
              <a:pathLst>
                <a:path w="2721018" h="222953">
                  <a:moveTo>
                    <a:pt x="0" y="0"/>
                  </a:moveTo>
                  <a:lnTo>
                    <a:pt x="174730" y="14316"/>
                  </a:lnTo>
                  <a:lnTo>
                    <a:pt x="328853" y="26945"/>
                  </a:lnTo>
                  <a:lnTo>
                    <a:pt x="466720" y="38241"/>
                  </a:lnTo>
                  <a:lnTo>
                    <a:pt x="591437" y="48460"/>
                  </a:lnTo>
                  <a:lnTo>
                    <a:pt x="705294" y="57790"/>
                  </a:lnTo>
                  <a:lnTo>
                    <a:pt x="810033" y="66372"/>
                  </a:lnTo>
                  <a:lnTo>
                    <a:pt x="907006" y="74317"/>
                  </a:lnTo>
                  <a:lnTo>
                    <a:pt x="997285" y="81715"/>
                  </a:lnTo>
                  <a:lnTo>
                    <a:pt x="1081736" y="88634"/>
                  </a:lnTo>
                  <a:lnTo>
                    <a:pt x="1161065" y="95134"/>
                  </a:lnTo>
                  <a:lnTo>
                    <a:pt x="1235859" y="101263"/>
                  </a:lnTo>
                  <a:lnTo>
                    <a:pt x="1306608" y="107060"/>
                  </a:lnTo>
                  <a:lnTo>
                    <a:pt x="1373727" y="112559"/>
                  </a:lnTo>
                  <a:lnTo>
                    <a:pt x="1437570" y="117791"/>
                  </a:lnTo>
                  <a:lnTo>
                    <a:pt x="1498443" y="122778"/>
                  </a:lnTo>
                  <a:lnTo>
                    <a:pt x="1556610" y="127544"/>
                  </a:lnTo>
                  <a:lnTo>
                    <a:pt x="1612300" y="132107"/>
                  </a:lnTo>
                  <a:lnTo>
                    <a:pt x="1665717" y="136484"/>
                  </a:lnTo>
                  <a:lnTo>
                    <a:pt x="1717039" y="140689"/>
                  </a:lnTo>
                  <a:lnTo>
                    <a:pt x="1766423" y="144736"/>
                  </a:lnTo>
                  <a:lnTo>
                    <a:pt x="1814012" y="148635"/>
                  </a:lnTo>
                  <a:lnTo>
                    <a:pt x="1859930" y="152398"/>
                  </a:lnTo>
                  <a:lnTo>
                    <a:pt x="1904291" y="156032"/>
                  </a:lnTo>
                  <a:lnTo>
                    <a:pt x="1947198" y="159548"/>
                  </a:lnTo>
                  <a:lnTo>
                    <a:pt x="1988742" y="162952"/>
                  </a:lnTo>
                  <a:lnTo>
                    <a:pt x="2029008" y="166251"/>
                  </a:lnTo>
                  <a:lnTo>
                    <a:pt x="2068071" y="169452"/>
                  </a:lnTo>
                  <a:lnTo>
                    <a:pt x="2106002" y="172560"/>
                  </a:lnTo>
                  <a:lnTo>
                    <a:pt x="2142865" y="175581"/>
                  </a:lnTo>
                  <a:lnTo>
                    <a:pt x="2178717" y="178518"/>
                  </a:lnTo>
                  <a:lnTo>
                    <a:pt x="2213614" y="181378"/>
                  </a:lnTo>
                  <a:lnTo>
                    <a:pt x="2247603" y="184163"/>
                  </a:lnTo>
                  <a:lnTo>
                    <a:pt x="2280733" y="186877"/>
                  </a:lnTo>
                  <a:lnTo>
                    <a:pt x="2313044" y="189525"/>
                  </a:lnTo>
                  <a:lnTo>
                    <a:pt x="2344576" y="192108"/>
                  </a:lnTo>
                  <a:lnTo>
                    <a:pt x="2375367" y="194631"/>
                  </a:lnTo>
                  <a:lnTo>
                    <a:pt x="2405449" y="197096"/>
                  </a:lnTo>
                  <a:lnTo>
                    <a:pt x="2434856" y="199506"/>
                  </a:lnTo>
                  <a:lnTo>
                    <a:pt x="2463616" y="201862"/>
                  </a:lnTo>
                  <a:lnTo>
                    <a:pt x="2491757" y="204168"/>
                  </a:lnTo>
                  <a:lnTo>
                    <a:pt x="2519306" y="206425"/>
                  </a:lnTo>
                  <a:lnTo>
                    <a:pt x="2546287" y="208636"/>
                  </a:lnTo>
                  <a:lnTo>
                    <a:pt x="2572723" y="210802"/>
                  </a:lnTo>
                  <a:lnTo>
                    <a:pt x="2598636" y="212925"/>
                  </a:lnTo>
                  <a:lnTo>
                    <a:pt x="2624045" y="215007"/>
                  </a:lnTo>
                  <a:lnTo>
                    <a:pt x="2648970" y="217050"/>
                  </a:lnTo>
                  <a:lnTo>
                    <a:pt x="2673429" y="219054"/>
                  </a:lnTo>
                  <a:lnTo>
                    <a:pt x="2697440" y="221021"/>
                  </a:lnTo>
                  <a:lnTo>
                    <a:pt x="2721018" y="22295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701448" y="6294954"/>
              <a:ext cx="2721018" cy="65447"/>
            </a:xfrm>
            <a:custGeom>
              <a:avLst/>
              <a:pathLst>
                <a:path w="2721018" h="65447">
                  <a:moveTo>
                    <a:pt x="0" y="65447"/>
                  </a:moveTo>
                  <a:lnTo>
                    <a:pt x="174730" y="61244"/>
                  </a:lnTo>
                  <a:lnTo>
                    <a:pt x="328853" y="57537"/>
                  </a:lnTo>
                  <a:lnTo>
                    <a:pt x="466720" y="54221"/>
                  </a:lnTo>
                  <a:lnTo>
                    <a:pt x="591437" y="51222"/>
                  </a:lnTo>
                  <a:lnTo>
                    <a:pt x="705294" y="48483"/>
                  </a:lnTo>
                  <a:lnTo>
                    <a:pt x="810033" y="45964"/>
                  </a:lnTo>
                  <a:lnTo>
                    <a:pt x="907006" y="43631"/>
                  </a:lnTo>
                  <a:lnTo>
                    <a:pt x="997285" y="41460"/>
                  </a:lnTo>
                  <a:lnTo>
                    <a:pt x="1081736" y="39429"/>
                  </a:lnTo>
                  <a:lnTo>
                    <a:pt x="1161065" y="37520"/>
                  </a:lnTo>
                  <a:lnTo>
                    <a:pt x="1235859" y="35721"/>
                  </a:lnTo>
                  <a:lnTo>
                    <a:pt x="1306608" y="34020"/>
                  </a:lnTo>
                  <a:lnTo>
                    <a:pt x="1373727" y="32405"/>
                  </a:lnTo>
                  <a:lnTo>
                    <a:pt x="1437570" y="30870"/>
                  </a:lnTo>
                  <a:lnTo>
                    <a:pt x="1498443" y="29406"/>
                  </a:lnTo>
                  <a:lnTo>
                    <a:pt x="1556610" y="28007"/>
                  </a:lnTo>
                  <a:lnTo>
                    <a:pt x="1612300" y="26667"/>
                  </a:lnTo>
                  <a:lnTo>
                    <a:pt x="1665717" y="25382"/>
                  </a:lnTo>
                  <a:lnTo>
                    <a:pt x="1717039" y="24148"/>
                  </a:lnTo>
                  <a:lnTo>
                    <a:pt x="1766423" y="22960"/>
                  </a:lnTo>
                  <a:lnTo>
                    <a:pt x="1814012" y="21815"/>
                  </a:lnTo>
                  <a:lnTo>
                    <a:pt x="1859930" y="20711"/>
                  </a:lnTo>
                  <a:lnTo>
                    <a:pt x="1904291" y="19644"/>
                  </a:lnTo>
                  <a:lnTo>
                    <a:pt x="1947198" y="18612"/>
                  </a:lnTo>
                  <a:lnTo>
                    <a:pt x="1988742" y="17613"/>
                  </a:lnTo>
                  <a:lnTo>
                    <a:pt x="2029008" y="16644"/>
                  </a:lnTo>
                  <a:lnTo>
                    <a:pt x="2068071" y="15705"/>
                  </a:lnTo>
                  <a:lnTo>
                    <a:pt x="2106002" y="14792"/>
                  </a:lnTo>
                  <a:lnTo>
                    <a:pt x="2142865" y="13906"/>
                  </a:lnTo>
                  <a:lnTo>
                    <a:pt x="2178717" y="13043"/>
                  </a:lnTo>
                  <a:lnTo>
                    <a:pt x="2213614" y="12204"/>
                  </a:lnTo>
                  <a:lnTo>
                    <a:pt x="2247603" y="11386"/>
                  </a:lnTo>
                  <a:lnTo>
                    <a:pt x="2280733" y="10590"/>
                  </a:lnTo>
                  <a:lnTo>
                    <a:pt x="2313044" y="9812"/>
                  </a:lnTo>
                  <a:lnTo>
                    <a:pt x="2344576" y="9054"/>
                  </a:lnTo>
                  <a:lnTo>
                    <a:pt x="2375367" y="8313"/>
                  </a:lnTo>
                  <a:lnTo>
                    <a:pt x="2405449" y="7590"/>
                  </a:lnTo>
                  <a:lnTo>
                    <a:pt x="2434856" y="6882"/>
                  </a:lnTo>
                  <a:lnTo>
                    <a:pt x="2463616" y="6191"/>
                  </a:lnTo>
                  <a:lnTo>
                    <a:pt x="2491757" y="5514"/>
                  </a:lnTo>
                  <a:lnTo>
                    <a:pt x="2519306" y="4851"/>
                  </a:lnTo>
                  <a:lnTo>
                    <a:pt x="2546287" y="4202"/>
                  </a:lnTo>
                  <a:lnTo>
                    <a:pt x="2572723" y="3566"/>
                  </a:lnTo>
                  <a:lnTo>
                    <a:pt x="2598636" y="2943"/>
                  </a:lnTo>
                  <a:lnTo>
                    <a:pt x="2624045" y="2332"/>
                  </a:lnTo>
                  <a:lnTo>
                    <a:pt x="2648970" y="1732"/>
                  </a:lnTo>
                  <a:lnTo>
                    <a:pt x="2673429" y="1144"/>
                  </a:lnTo>
                  <a:lnTo>
                    <a:pt x="2697440" y="567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701448" y="6207329"/>
              <a:ext cx="2721018" cy="285674"/>
            </a:xfrm>
            <a:custGeom>
              <a:avLst/>
              <a:pathLst>
                <a:path w="2721018" h="285674">
                  <a:moveTo>
                    <a:pt x="0" y="285674"/>
                  </a:moveTo>
                  <a:lnTo>
                    <a:pt x="174730" y="267330"/>
                  </a:lnTo>
                  <a:lnTo>
                    <a:pt x="328853" y="251149"/>
                  </a:lnTo>
                  <a:lnTo>
                    <a:pt x="466720" y="236674"/>
                  </a:lnTo>
                  <a:lnTo>
                    <a:pt x="591437" y="223580"/>
                  </a:lnTo>
                  <a:lnTo>
                    <a:pt x="705294" y="211627"/>
                  </a:lnTo>
                  <a:lnTo>
                    <a:pt x="810033" y="200630"/>
                  </a:lnTo>
                  <a:lnTo>
                    <a:pt x="907006" y="190449"/>
                  </a:lnTo>
                  <a:lnTo>
                    <a:pt x="997285" y="180971"/>
                  </a:lnTo>
                  <a:lnTo>
                    <a:pt x="1081736" y="172105"/>
                  </a:lnTo>
                  <a:lnTo>
                    <a:pt x="1161065" y="163776"/>
                  </a:lnTo>
                  <a:lnTo>
                    <a:pt x="1235859" y="155924"/>
                  </a:lnTo>
                  <a:lnTo>
                    <a:pt x="1306608" y="148496"/>
                  </a:lnTo>
                  <a:lnTo>
                    <a:pt x="1373727" y="141449"/>
                  </a:lnTo>
                  <a:lnTo>
                    <a:pt x="1437570" y="134746"/>
                  </a:lnTo>
                  <a:lnTo>
                    <a:pt x="1498443" y="128355"/>
                  </a:lnTo>
                  <a:lnTo>
                    <a:pt x="1556610" y="122249"/>
                  </a:lnTo>
                  <a:lnTo>
                    <a:pt x="1612300" y="116402"/>
                  </a:lnTo>
                  <a:lnTo>
                    <a:pt x="1665717" y="110794"/>
                  </a:lnTo>
                  <a:lnTo>
                    <a:pt x="1717039" y="105405"/>
                  </a:lnTo>
                  <a:lnTo>
                    <a:pt x="1766423" y="100221"/>
                  </a:lnTo>
                  <a:lnTo>
                    <a:pt x="1814012" y="95224"/>
                  </a:lnTo>
                  <a:lnTo>
                    <a:pt x="1859930" y="90404"/>
                  </a:lnTo>
                  <a:lnTo>
                    <a:pt x="1904291" y="85746"/>
                  </a:lnTo>
                  <a:lnTo>
                    <a:pt x="1947198" y="81242"/>
                  </a:lnTo>
                  <a:lnTo>
                    <a:pt x="1988742" y="76880"/>
                  </a:lnTo>
                  <a:lnTo>
                    <a:pt x="2029008" y="72652"/>
                  </a:lnTo>
                  <a:lnTo>
                    <a:pt x="2068071" y="68551"/>
                  </a:lnTo>
                  <a:lnTo>
                    <a:pt x="2106002" y="64569"/>
                  </a:lnTo>
                  <a:lnTo>
                    <a:pt x="2142865" y="60699"/>
                  </a:lnTo>
                  <a:lnTo>
                    <a:pt x="2178717" y="56935"/>
                  </a:lnTo>
                  <a:lnTo>
                    <a:pt x="2213614" y="53271"/>
                  </a:lnTo>
                  <a:lnTo>
                    <a:pt x="2247603" y="49702"/>
                  </a:lnTo>
                  <a:lnTo>
                    <a:pt x="2280733" y="46224"/>
                  </a:lnTo>
                  <a:lnTo>
                    <a:pt x="2313044" y="42832"/>
                  </a:lnTo>
                  <a:lnTo>
                    <a:pt x="2344576" y="39521"/>
                  </a:lnTo>
                  <a:lnTo>
                    <a:pt x="2375367" y="36289"/>
                  </a:lnTo>
                  <a:lnTo>
                    <a:pt x="2405449" y="33130"/>
                  </a:lnTo>
                  <a:lnTo>
                    <a:pt x="2434856" y="30043"/>
                  </a:lnTo>
                  <a:lnTo>
                    <a:pt x="2463616" y="27024"/>
                  </a:lnTo>
                  <a:lnTo>
                    <a:pt x="2491757" y="24069"/>
                  </a:lnTo>
                  <a:lnTo>
                    <a:pt x="2519306" y="21177"/>
                  </a:lnTo>
                  <a:lnTo>
                    <a:pt x="2546287" y="18344"/>
                  </a:lnTo>
                  <a:lnTo>
                    <a:pt x="2572723" y="15569"/>
                  </a:lnTo>
                  <a:lnTo>
                    <a:pt x="2598636" y="12848"/>
                  </a:lnTo>
                  <a:lnTo>
                    <a:pt x="2624045" y="10180"/>
                  </a:lnTo>
                  <a:lnTo>
                    <a:pt x="2648970" y="7564"/>
                  </a:lnTo>
                  <a:lnTo>
                    <a:pt x="2673429" y="4996"/>
                  </a:lnTo>
                  <a:lnTo>
                    <a:pt x="2697440" y="2475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701448" y="6097457"/>
              <a:ext cx="2721018" cy="25172"/>
            </a:xfrm>
            <a:custGeom>
              <a:avLst/>
              <a:pathLst>
                <a:path w="2721018" h="25172">
                  <a:moveTo>
                    <a:pt x="0" y="25172"/>
                  </a:moveTo>
                  <a:lnTo>
                    <a:pt x="174730" y="23555"/>
                  </a:lnTo>
                  <a:lnTo>
                    <a:pt x="328853" y="22129"/>
                  </a:lnTo>
                  <a:lnTo>
                    <a:pt x="466720" y="20854"/>
                  </a:lnTo>
                  <a:lnTo>
                    <a:pt x="591437" y="19700"/>
                  </a:lnTo>
                  <a:lnTo>
                    <a:pt x="705294" y="18647"/>
                  </a:lnTo>
                  <a:lnTo>
                    <a:pt x="810033" y="17678"/>
                  </a:lnTo>
                  <a:lnTo>
                    <a:pt x="907006" y="16781"/>
                  </a:lnTo>
                  <a:lnTo>
                    <a:pt x="997285" y="15946"/>
                  </a:lnTo>
                  <a:lnTo>
                    <a:pt x="1081736" y="15165"/>
                  </a:lnTo>
                  <a:lnTo>
                    <a:pt x="1161065" y="14431"/>
                  </a:lnTo>
                  <a:lnTo>
                    <a:pt x="1235859" y="13739"/>
                  </a:lnTo>
                  <a:lnTo>
                    <a:pt x="1306608" y="13084"/>
                  </a:lnTo>
                  <a:lnTo>
                    <a:pt x="1373727" y="12463"/>
                  </a:lnTo>
                  <a:lnTo>
                    <a:pt x="1437570" y="11873"/>
                  </a:lnTo>
                  <a:lnTo>
                    <a:pt x="1498443" y="11310"/>
                  </a:lnTo>
                  <a:lnTo>
                    <a:pt x="1556610" y="10771"/>
                  </a:lnTo>
                  <a:lnTo>
                    <a:pt x="1612300" y="10256"/>
                  </a:lnTo>
                  <a:lnTo>
                    <a:pt x="1665717" y="9762"/>
                  </a:lnTo>
                  <a:lnTo>
                    <a:pt x="1717039" y="9287"/>
                  </a:lnTo>
                  <a:lnTo>
                    <a:pt x="1766423" y="8830"/>
                  </a:lnTo>
                  <a:lnTo>
                    <a:pt x="1814012" y="8390"/>
                  </a:lnTo>
                  <a:lnTo>
                    <a:pt x="1859930" y="7965"/>
                  </a:lnTo>
                  <a:lnTo>
                    <a:pt x="1904291" y="7555"/>
                  </a:lnTo>
                  <a:lnTo>
                    <a:pt x="1947198" y="7158"/>
                  </a:lnTo>
                  <a:lnTo>
                    <a:pt x="1988742" y="6774"/>
                  </a:lnTo>
                  <a:lnTo>
                    <a:pt x="2029008" y="6401"/>
                  </a:lnTo>
                  <a:lnTo>
                    <a:pt x="2068071" y="6040"/>
                  </a:lnTo>
                  <a:lnTo>
                    <a:pt x="2106002" y="5689"/>
                  </a:lnTo>
                  <a:lnTo>
                    <a:pt x="2142865" y="5348"/>
                  </a:lnTo>
                  <a:lnTo>
                    <a:pt x="2178717" y="5016"/>
                  </a:lnTo>
                  <a:lnTo>
                    <a:pt x="2213614" y="4694"/>
                  </a:lnTo>
                  <a:lnTo>
                    <a:pt x="2247603" y="4379"/>
                  </a:lnTo>
                  <a:lnTo>
                    <a:pt x="2280733" y="4073"/>
                  </a:lnTo>
                  <a:lnTo>
                    <a:pt x="2313044" y="3774"/>
                  </a:lnTo>
                  <a:lnTo>
                    <a:pt x="2344576" y="3482"/>
                  </a:lnTo>
                  <a:lnTo>
                    <a:pt x="2375367" y="3197"/>
                  </a:lnTo>
                  <a:lnTo>
                    <a:pt x="2405449" y="2919"/>
                  </a:lnTo>
                  <a:lnTo>
                    <a:pt x="2434856" y="2647"/>
                  </a:lnTo>
                  <a:lnTo>
                    <a:pt x="2463616" y="2381"/>
                  </a:lnTo>
                  <a:lnTo>
                    <a:pt x="2491757" y="2120"/>
                  </a:lnTo>
                  <a:lnTo>
                    <a:pt x="2519306" y="1866"/>
                  </a:lnTo>
                  <a:lnTo>
                    <a:pt x="2546287" y="1616"/>
                  </a:lnTo>
                  <a:lnTo>
                    <a:pt x="2572723" y="1371"/>
                  </a:lnTo>
                  <a:lnTo>
                    <a:pt x="2598636" y="1132"/>
                  </a:lnTo>
                  <a:lnTo>
                    <a:pt x="2624045" y="897"/>
                  </a:lnTo>
                  <a:lnTo>
                    <a:pt x="2648970" y="666"/>
                  </a:lnTo>
                  <a:lnTo>
                    <a:pt x="2673429" y="440"/>
                  </a:lnTo>
                  <a:lnTo>
                    <a:pt x="2697440" y="218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701448" y="6059174"/>
              <a:ext cx="2721018" cy="214592"/>
            </a:xfrm>
            <a:custGeom>
              <a:avLst/>
              <a:pathLst>
                <a:path w="2721018" h="214592">
                  <a:moveTo>
                    <a:pt x="0" y="214592"/>
                  </a:moveTo>
                  <a:lnTo>
                    <a:pt x="174730" y="200812"/>
                  </a:lnTo>
                  <a:lnTo>
                    <a:pt x="328853" y="188657"/>
                  </a:lnTo>
                  <a:lnTo>
                    <a:pt x="466720" y="177784"/>
                  </a:lnTo>
                  <a:lnTo>
                    <a:pt x="591437" y="167949"/>
                  </a:lnTo>
                  <a:lnTo>
                    <a:pt x="705294" y="158969"/>
                  </a:lnTo>
                  <a:lnTo>
                    <a:pt x="810033" y="150709"/>
                  </a:lnTo>
                  <a:lnTo>
                    <a:pt x="907006" y="143061"/>
                  </a:lnTo>
                  <a:lnTo>
                    <a:pt x="997285" y="135941"/>
                  </a:lnTo>
                  <a:lnTo>
                    <a:pt x="1081736" y="129281"/>
                  </a:lnTo>
                  <a:lnTo>
                    <a:pt x="1161065" y="123025"/>
                  </a:lnTo>
                  <a:lnTo>
                    <a:pt x="1235859" y="117126"/>
                  </a:lnTo>
                  <a:lnTo>
                    <a:pt x="1306608" y="111547"/>
                  </a:lnTo>
                  <a:lnTo>
                    <a:pt x="1373727" y="106253"/>
                  </a:lnTo>
                  <a:lnTo>
                    <a:pt x="1437570" y="101218"/>
                  </a:lnTo>
                  <a:lnTo>
                    <a:pt x="1498443" y="96418"/>
                  </a:lnTo>
                  <a:lnTo>
                    <a:pt x="1556610" y="91830"/>
                  </a:lnTo>
                  <a:lnTo>
                    <a:pt x="1612300" y="87438"/>
                  </a:lnTo>
                  <a:lnTo>
                    <a:pt x="1665717" y="83226"/>
                  </a:lnTo>
                  <a:lnTo>
                    <a:pt x="1717039" y="79178"/>
                  </a:lnTo>
                  <a:lnTo>
                    <a:pt x="1766423" y="75283"/>
                  </a:lnTo>
                  <a:lnTo>
                    <a:pt x="1814012" y="71530"/>
                  </a:lnTo>
                  <a:lnTo>
                    <a:pt x="1859930" y="67909"/>
                  </a:lnTo>
                  <a:lnTo>
                    <a:pt x="1904291" y="64411"/>
                  </a:lnTo>
                  <a:lnTo>
                    <a:pt x="1947198" y="61027"/>
                  </a:lnTo>
                  <a:lnTo>
                    <a:pt x="1988742" y="57750"/>
                  </a:lnTo>
                  <a:lnTo>
                    <a:pt x="2029008" y="54575"/>
                  </a:lnTo>
                  <a:lnTo>
                    <a:pt x="2068071" y="51494"/>
                  </a:lnTo>
                  <a:lnTo>
                    <a:pt x="2106002" y="48503"/>
                  </a:lnTo>
                  <a:lnTo>
                    <a:pt x="2142865" y="45595"/>
                  </a:lnTo>
                  <a:lnTo>
                    <a:pt x="2178717" y="42768"/>
                  </a:lnTo>
                  <a:lnTo>
                    <a:pt x="2213614" y="40016"/>
                  </a:lnTo>
                  <a:lnTo>
                    <a:pt x="2247603" y="37335"/>
                  </a:lnTo>
                  <a:lnTo>
                    <a:pt x="2280733" y="34723"/>
                  </a:lnTo>
                  <a:lnTo>
                    <a:pt x="2313044" y="32174"/>
                  </a:lnTo>
                  <a:lnTo>
                    <a:pt x="2344576" y="29688"/>
                  </a:lnTo>
                  <a:lnTo>
                    <a:pt x="2375367" y="27259"/>
                  </a:lnTo>
                  <a:lnTo>
                    <a:pt x="2405449" y="24887"/>
                  </a:lnTo>
                  <a:lnTo>
                    <a:pt x="2434856" y="22568"/>
                  </a:lnTo>
                  <a:lnTo>
                    <a:pt x="2463616" y="20299"/>
                  </a:lnTo>
                  <a:lnTo>
                    <a:pt x="2491757" y="18080"/>
                  </a:lnTo>
                  <a:lnTo>
                    <a:pt x="2519306" y="15907"/>
                  </a:lnTo>
                  <a:lnTo>
                    <a:pt x="2546287" y="13780"/>
                  </a:lnTo>
                  <a:lnTo>
                    <a:pt x="2572723" y="11695"/>
                  </a:lnTo>
                  <a:lnTo>
                    <a:pt x="2598636" y="9651"/>
                  </a:lnTo>
                  <a:lnTo>
                    <a:pt x="2624045" y="7647"/>
                  </a:lnTo>
                  <a:lnTo>
                    <a:pt x="2648970" y="5682"/>
                  </a:lnTo>
                  <a:lnTo>
                    <a:pt x="2673429" y="3753"/>
                  </a:lnTo>
                  <a:lnTo>
                    <a:pt x="2697440" y="1859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701448" y="6091179"/>
              <a:ext cx="2721018" cy="211985"/>
            </a:xfrm>
            <a:custGeom>
              <a:avLst/>
              <a:pathLst>
                <a:path w="2721018" h="211985">
                  <a:moveTo>
                    <a:pt x="0" y="211985"/>
                  </a:moveTo>
                  <a:lnTo>
                    <a:pt x="174730" y="198373"/>
                  </a:lnTo>
                  <a:lnTo>
                    <a:pt x="328853" y="186365"/>
                  </a:lnTo>
                  <a:lnTo>
                    <a:pt x="466720" y="175624"/>
                  </a:lnTo>
                  <a:lnTo>
                    <a:pt x="591437" y="165908"/>
                  </a:lnTo>
                  <a:lnTo>
                    <a:pt x="705294" y="157038"/>
                  </a:lnTo>
                  <a:lnTo>
                    <a:pt x="810033" y="148878"/>
                  </a:lnTo>
                  <a:lnTo>
                    <a:pt x="907006" y="141323"/>
                  </a:lnTo>
                  <a:lnTo>
                    <a:pt x="997285" y="134290"/>
                  </a:lnTo>
                  <a:lnTo>
                    <a:pt x="1081736" y="127711"/>
                  </a:lnTo>
                  <a:lnTo>
                    <a:pt x="1161065" y="121530"/>
                  </a:lnTo>
                  <a:lnTo>
                    <a:pt x="1235859" y="115703"/>
                  </a:lnTo>
                  <a:lnTo>
                    <a:pt x="1306608" y="110192"/>
                  </a:lnTo>
                  <a:lnTo>
                    <a:pt x="1373727" y="104963"/>
                  </a:lnTo>
                  <a:lnTo>
                    <a:pt x="1437570" y="99989"/>
                  </a:lnTo>
                  <a:lnTo>
                    <a:pt x="1498443" y="95246"/>
                  </a:lnTo>
                  <a:lnTo>
                    <a:pt x="1556610" y="90715"/>
                  </a:lnTo>
                  <a:lnTo>
                    <a:pt x="1612300" y="86376"/>
                  </a:lnTo>
                  <a:lnTo>
                    <a:pt x="1665717" y="82215"/>
                  </a:lnTo>
                  <a:lnTo>
                    <a:pt x="1717039" y="78216"/>
                  </a:lnTo>
                  <a:lnTo>
                    <a:pt x="1766423" y="74369"/>
                  </a:lnTo>
                  <a:lnTo>
                    <a:pt x="1814012" y="70661"/>
                  </a:lnTo>
                  <a:lnTo>
                    <a:pt x="1859930" y="67084"/>
                  </a:lnTo>
                  <a:lnTo>
                    <a:pt x="1904291" y="63628"/>
                  </a:lnTo>
                  <a:lnTo>
                    <a:pt x="1947198" y="60285"/>
                  </a:lnTo>
                  <a:lnTo>
                    <a:pt x="1988742" y="57049"/>
                  </a:lnTo>
                  <a:lnTo>
                    <a:pt x="2029008" y="53912"/>
                  </a:lnTo>
                  <a:lnTo>
                    <a:pt x="2068071" y="50868"/>
                  </a:lnTo>
                  <a:lnTo>
                    <a:pt x="2106002" y="47913"/>
                  </a:lnTo>
                  <a:lnTo>
                    <a:pt x="2142865" y="45042"/>
                  </a:lnTo>
                  <a:lnTo>
                    <a:pt x="2178717" y="42248"/>
                  </a:lnTo>
                  <a:lnTo>
                    <a:pt x="2213614" y="39530"/>
                  </a:lnTo>
                  <a:lnTo>
                    <a:pt x="2247603" y="36882"/>
                  </a:lnTo>
                  <a:lnTo>
                    <a:pt x="2280733" y="34301"/>
                  </a:lnTo>
                  <a:lnTo>
                    <a:pt x="2313044" y="31783"/>
                  </a:lnTo>
                  <a:lnTo>
                    <a:pt x="2344576" y="29327"/>
                  </a:lnTo>
                  <a:lnTo>
                    <a:pt x="2375367" y="26928"/>
                  </a:lnTo>
                  <a:lnTo>
                    <a:pt x="2405449" y="24584"/>
                  </a:lnTo>
                  <a:lnTo>
                    <a:pt x="2434856" y="22293"/>
                  </a:lnTo>
                  <a:lnTo>
                    <a:pt x="2463616" y="20053"/>
                  </a:lnTo>
                  <a:lnTo>
                    <a:pt x="2491757" y="17860"/>
                  </a:lnTo>
                  <a:lnTo>
                    <a:pt x="2519306" y="15714"/>
                  </a:lnTo>
                  <a:lnTo>
                    <a:pt x="2546287" y="13612"/>
                  </a:lnTo>
                  <a:lnTo>
                    <a:pt x="2572723" y="11553"/>
                  </a:lnTo>
                  <a:lnTo>
                    <a:pt x="2598636" y="9534"/>
                  </a:lnTo>
                  <a:lnTo>
                    <a:pt x="2624045" y="7554"/>
                  </a:lnTo>
                  <a:lnTo>
                    <a:pt x="2648970" y="5612"/>
                  </a:lnTo>
                  <a:lnTo>
                    <a:pt x="2673429" y="3707"/>
                  </a:lnTo>
                  <a:lnTo>
                    <a:pt x="2697440" y="1836"/>
                  </a:lnTo>
                  <a:lnTo>
                    <a:pt x="272101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701448" y="6334958"/>
              <a:ext cx="2721018" cy="159176"/>
            </a:xfrm>
            <a:custGeom>
              <a:avLst/>
              <a:pathLst>
                <a:path w="2721018" h="159176">
                  <a:moveTo>
                    <a:pt x="0" y="0"/>
                  </a:moveTo>
                  <a:lnTo>
                    <a:pt x="174730" y="10221"/>
                  </a:lnTo>
                  <a:lnTo>
                    <a:pt x="328853" y="19237"/>
                  </a:lnTo>
                  <a:lnTo>
                    <a:pt x="466720" y="27302"/>
                  </a:lnTo>
                  <a:lnTo>
                    <a:pt x="591437" y="34598"/>
                  </a:lnTo>
                  <a:lnTo>
                    <a:pt x="705294" y="41259"/>
                  </a:lnTo>
                  <a:lnTo>
                    <a:pt x="810033" y="47386"/>
                  </a:lnTo>
                  <a:lnTo>
                    <a:pt x="907006" y="53058"/>
                  </a:lnTo>
                  <a:lnTo>
                    <a:pt x="997285" y="58340"/>
                  </a:lnTo>
                  <a:lnTo>
                    <a:pt x="1081736" y="63280"/>
                  </a:lnTo>
                  <a:lnTo>
                    <a:pt x="1161065" y="67921"/>
                  </a:lnTo>
                  <a:lnTo>
                    <a:pt x="1235859" y="72296"/>
                  </a:lnTo>
                  <a:lnTo>
                    <a:pt x="1306608" y="76435"/>
                  </a:lnTo>
                  <a:lnTo>
                    <a:pt x="1373727" y="80361"/>
                  </a:lnTo>
                  <a:lnTo>
                    <a:pt x="1437570" y="84096"/>
                  </a:lnTo>
                  <a:lnTo>
                    <a:pt x="1498443" y="87657"/>
                  </a:lnTo>
                  <a:lnTo>
                    <a:pt x="1556610" y="91060"/>
                  </a:lnTo>
                  <a:lnTo>
                    <a:pt x="1612300" y="94318"/>
                  </a:lnTo>
                  <a:lnTo>
                    <a:pt x="1665717" y="97442"/>
                  </a:lnTo>
                  <a:lnTo>
                    <a:pt x="1717039" y="100445"/>
                  </a:lnTo>
                  <a:lnTo>
                    <a:pt x="1766423" y="103334"/>
                  </a:lnTo>
                  <a:lnTo>
                    <a:pt x="1814012" y="106117"/>
                  </a:lnTo>
                  <a:lnTo>
                    <a:pt x="1859930" y="108804"/>
                  </a:lnTo>
                  <a:lnTo>
                    <a:pt x="1904291" y="111399"/>
                  </a:lnTo>
                  <a:lnTo>
                    <a:pt x="1947198" y="113909"/>
                  </a:lnTo>
                  <a:lnTo>
                    <a:pt x="1988742" y="116339"/>
                  </a:lnTo>
                  <a:lnTo>
                    <a:pt x="2029008" y="118695"/>
                  </a:lnTo>
                  <a:lnTo>
                    <a:pt x="2068071" y="120980"/>
                  </a:lnTo>
                  <a:lnTo>
                    <a:pt x="2106002" y="123199"/>
                  </a:lnTo>
                  <a:lnTo>
                    <a:pt x="2142865" y="125355"/>
                  </a:lnTo>
                  <a:lnTo>
                    <a:pt x="2178717" y="127452"/>
                  </a:lnTo>
                  <a:lnTo>
                    <a:pt x="2213614" y="129494"/>
                  </a:lnTo>
                  <a:lnTo>
                    <a:pt x="2247603" y="131482"/>
                  </a:lnTo>
                  <a:lnTo>
                    <a:pt x="2280733" y="133420"/>
                  </a:lnTo>
                  <a:lnTo>
                    <a:pt x="2313044" y="135310"/>
                  </a:lnTo>
                  <a:lnTo>
                    <a:pt x="2344576" y="137155"/>
                  </a:lnTo>
                  <a:lnTo>
                    <a:pt x="2375367" y="138956"/>
                  </a:lnTo>
                  <a:lnTo>
                    <a:pt x="2405449" y="140716"/>
                  </a:lnTo>
                  <a:lnTo>
                    <a:pt x="2434856" y="142436"/>
                  </a:lnTo>
                  <a:lnTo>
                    <a:pt x="2463616" y="144119"/>
                  </a:lnTo>
                  <a:lnTo>
                    <a:pt x="2491757" y="145765"/>
                  </a:lnTo>
                  <a:lnTo>
                    <a:pt x="2519306" y="147377"/>
                  </a:lnTo>
                  <a:lnTo>
                    <a:pt x="2546287" y="148955"/>
                  </a:lnTo>
                  <a:lnTo>
                    <a:pt x="2572723" y="150501"/>
                  </a:lnTo>
                  <a:lnTo>
                    <a:pt x="2598636" y="152017"/>
                  </a:lnTo>
                  <a:lnTo>
                    <a:pt x="2624045" y="153504"/>
                  </a:lnTo>
                  <a:lnTo>
                    <a:pt x="2648970" y="154962"/>
                  </a:lnTo>
                  <a:lnTo>
                    <a:pt x="2673429" y="156393"/>
                  </a:lnTo>
                  <a:lnTo>
                    <a:pt x="2697440" y="157797"/>
                  </a:lnTo>
                  <a:lnTo>
                    <a:pt x="2721018" y="15917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01448" y="6294496"/>
              <a:ext cx="2721018" cy="88674"/>
            </a:xfrm>
            <a:custGeom>
              <a:avLst/>
              <a:pathLst>
                <a:path w="2721018" h="88674">
                  <a:moveTo>
                    <a:pt x="0" y="0"/>
                  </a:moveTo>
                  <a:lnTo>
                    <a:pt x="174730" y="5694"/>
                  </a:lnTo>
                  <a:lnTo>
                    <a:pt x="328853" y="10716"/>
                  </a:lnTo>
                  <a:lnTo>
                    <a:pt x="466720" y="15209"/>
                  </a:lnTo>
                  <a:lnTo>
                    <a:pt x="591437" y="19274"/>
                  </a:lnTo>
                  <a:lnTo>
                    <a:pt x="705294" y="22984"/>
                  </a:lnTo>
                  <a:lnTo>
                    <a:pt x="810033" y="26398"/>
                  </a:lnTo>
                  <a:lnTo>
                    <a:pt x="907006" y="29558"/>
                  </a:lnTo>
                  <a:lnTo>
                    <a:pt x="997285" y="32500"/>
                  </a:lnTo>
                  <a:lnTo>
                    <a:pt x="1081736" y="35252"/>
                  </a:lnTo>
                  <a:lnTo>
                    <a:pt x="1161065" y="37837"/>
                  </a:lnTo>
                  <a:lnTo>
                    <a:pt x="1235859" y="40275"/>
                  </a:lnTo>
                  <a:lnTo>
                    <a:pt x="1306608" y="42580"/>
                  </a:lnTo>
                  <a:lnTo>
                    <a:pt x="1373727" y="44768"/>
                  </a:lnTo>
                  <a:lnTo>
                    <a:pt x="1437570" y="46848"/>
                  </a:lnTo>
                  <a:lnTo>
                    <a:pt x="1498443" y="48832"/>
                  </a:lnTo>
                  <a:lnTo>
                    <a:pt x="1556610" y="50728"/>
                  </a:lnTo>
                  <a:lnTo>
                    <a:pt x="1612300" y="52542"/>
                  </a:lnTo>
                  <a:lnTo>
                    <a:pt x="1665717" y="54283"/>
                  </a:lnTo>
                  <a:lnTo>
                    <a:pt x="1717039" y="55956"/>
                  </a:lnTo>
                  <a:lnTo>
                    <a:pt x="1766423" y="57565"/>
                  </a:lnTo>
                  <a:lnTo>
                    <a:pt x="1814012" y="59116"/>
                  </a:lnTo>
                  <a:lnTo>
                    <a:pt x="1859930" y="60612"/>
                  </a:lnTo>
                  <a:lnTo>
                    <a:pt x="1904291" y="62058"/>
                  </a:lnTo>
                  <a:lnTo>
                    <a:pt x="1947198" y="63456"/>
                  </a:lnTo>
                  <a:lnTo>
                    <a:pt x="1988742" y="64810"/>
                  </a:lnTo>
                  <a:lnTo>
                    <a:pt x="2029008" y="66122"/>
                  </a:lnTo>
                  <a:lnTo>
                    <a:pt x="2068071" y="67395"/>
                  </a:lnTo>
                  <a:lnTo>
                    <a:pt x="2106002" y="68632"/>
                  </a:lnTo>
                  <a:lnTo>
                    <a:pt x="2142865" y="69833"/>
                  </a:lnTo>
                  <a:lnTo>
                    <a:pt x="2178717" y="71001"/>
                  </a:lnTo>
                  <a:lnTo>
                    <a:pt x="2213614" y="72139"/>
                  </a:lnTo>
                  <a:lnTo>
                    <a:pt x="2247603" y="73246"/>
                  </a:lnTo>
                  <a:lnTo>
                    <a:pt x="2280733" y="74326"/>
                  </a:lnTo>
                  <a:lnTo>
                    <a:pt x="2313044" y="75379"/>
                  </a:lnTo>
                  <a:lnTo>
                    <a:pt x="2344576" y="76406"/>
                  </a:lnTo>
                  <a:lnTo>
                    <a:pt x="2375367" y="77410"/>
                  </a:lnTo>
                  <a:lnTo>
                    <a:pt x="2405449" y="78390"/>
                  </a:lnTo>
                  <a:lnTo>
                    <a:pt x="2434856" y="79349"/>
                  </a:lnTo>
                  <a:lnTo>
                    <a:pt x="2463616" y="80286"/>
                  </a:lnTo>
                  <a:lnTo>
                    <a:pt x="2491757" y="81203"/>
                  </a:lnTo>
                  <a:lnTo>
                    <a:pt x="2519306" y="82101"/>
                  </a:lnTo>
                  <a:lnTo>
                    <a:pt x="2546287" y="82980"/>
                  </a:lnTo>
                  <a:lnTo>
                    <a:pt x="2572723" y="83841"/>
                  </a:lnTo>
                  <a:lnTo>
                    <a:pt x="2598636" y="84686"/>
                  </a:lnTo>
                  <a:lnTo>
                    <a:pt x="2624045" y="85514"/>
                  </a:lnTo>
                  <a:lnTo>
                    <a:pt x="2648970" y="86326"/>
                  </a:lnTo>
                  <a:lnTo>
                    <a:pt x="2673429" y="87123"/>
                  </a:lnTo>
                  <a:lnTo>
                    <a:pt x="2697440" y="87906"/>
                  </a:lnTo>
                  <a:lnTo>
                    <a:pt x="2721018" y="8867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503277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72281" y="671277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72281" y="636714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72281" y="602152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72281" y="567589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465319" y="67628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465319" y="64172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465319" y="60716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465319" y="572600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503277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701448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608454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515461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4422467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662586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569592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476599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4383605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696037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04992" y="6167780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503277" y="5364938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30892" y="630749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89084" y="62429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01251" y="629293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81912" y="656347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83078" y="652965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31830" y="649049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026385" y="60879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51574" y="63257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085225" y="651241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67137" y="621900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95219" y="67607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06674" y="643329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89183" y="62491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31286" y="66414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25726" y="636271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007896" y="602864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053255" y="639399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035659" y="64536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026815" y="623017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047027" y="65320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013181" y="618071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93169" y="649834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039546" y="615640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022226" y="58543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44298" y="608890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67121" y="613211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77891" y="623484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32825" y="647984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942562" y="628555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914901" y="63341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942858" y="651451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842282" y="613222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950394" y="633555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850184" y="61497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874545" y="575695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942847" y="63859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923801" y="623252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883000" y="56350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958309" y="623812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888839" y="63371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78082" y="612982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938452" y="60699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829878" y="595293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916726" y="64211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56567" y="644910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867484" y="66237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48446" y="627531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60304" y="62056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778433" y="624675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771707" y="635627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761340" y="642261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794279" y="64525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769332" y="628217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800663" y="622651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738712" y="64188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862385" y="616885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800479" y="648428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808465" y="635135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844928" y="628742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858125" y="636039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846643" y="63247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850918" y="65884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762115" y="634394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830036" y="635968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767559" y="62580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856177" y="62830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7804259" y="660165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7834542" y="62535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7785097" y="61543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7784343" y="61784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7809328" y="64448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7793224" y="65041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115766" y="6344935"/>
              <a:ext cx="2712006" cy="4210"/>
            </a:xfrm>
            <a:custGeom>
              <a:avLst/>
              <a:pathLst>
                <a:path w="2712006" h="4210">
                  <a:moveTo>
                    <a:pt x="0" y="0"/>
                  </a:moveTo>
                  <a:lnTo>
                    <a:pt x="174151" y="270"/>
                  </a:lnTo>
                  <a:lnTo>
                    <a:pt x="327764" y="508"/>
                  </a:lnTo>
                  <a:lnTo>
                    <a:pt x="465175" y="722"/>
                  </a:lnTo>
                  <a:lnTo>
                    <a:pt x="589478" y="915"/>
                  </a:lnTo>
                  <a:lnTo>
                    <a:pt x="702959" y="1091"/>
                  </a:lnTo>
                  <a:lnTo>
                    <a:pt x="807350" y="1253"/>
                  </a:lnTo>
                  <a:lnTo>
                    <a:pt x="904002" y="1403"/>
                  </a:lnTo>
                  <a:lnTo>
                    <a:pt x="993982" y="1543"/>
                  </a:lnTo>
                  <a:lnTo>
                    <a:pt x="1078153" y="1673"/>
                  </a:lnTo>
                  <a:lnTo>
                    <a:pt x="1157220" y="1796"/>
                  </a:lnTo>
                  <a:lnTo>
                    <a:pt x="1231766" y="1912"/>
                  </a:lnTo>
                  <a:lnTo>
                    <a:pt x="1302280" y="2021"/>
                  </a:lnTo>
                  <a:lnTo>
                    <a:pt x="1369177" y="2125"/>
                  </a:lnTo>
                  <a:lnTo>
                    <a:pt x="1432809" y="2224"/>
                  </a:lnTo>
                  <a:lnTo>
                    <a:pt x="1493481" y="2318"/>
                  </a:lnTo>
                  <a:lnTo>
                    <a:pt x="1551455" y="2408"/>
                  </a:lnTo>
                  <a:lnTo>
                    <a:pt x="1606961" y="2495"/>
                  </a:lnTo>
                  <a:lnTo>
                    <a:pt x="1660201" y="2577"/>
                  </a:lnTo>
                  <a:lnTo>
                    <a:pt x="1711353" y="2657"/>
                  </a:lnTo>
                  <a:lnTo>
                    <a:pt x="1760573" y="2733"/>
                  </a:lnTo>
                  <a:lnTo>
                    <a:pt x="1808004" y="2807"/>
                  </a:lnTo>
                  <a:lnTo>
                    <a:pt x="1853770" y="2878"/>
                  </a:lnTo>
                  <a:lnTo>
                    <a:pt x="1897985" y="2946"/>
                  </a:lnTo>
                  <a:lnTo>
                    <a:pt x="1940749" y="3013"/>
                  </a:lnTo>
                  <a:lnTo>
                    <a:pt x="1982156" y="3077"/>
                  </a:lnTo>
                  <a:lnTo>
                    <a:pt x="2022288" y="3139"/>
                  </a:lnTo>
                  <a:lnTo>
                    <a:pt x="2061222" y="3200"/>
                  </a:lnTo>
                  <a:lnTo>
                    <a:pt x="2099028" y="3259"/>
                  </a:lnTo>
                  <a:lnTo>
                    <a:pt x="2135768" y="3316"/>
                  </a:lnTo>
                  <a:lnTo>
                    <a:pt x="2171502" y="3371"/>
                  </a:lnTo>
                  <a:lnTo>
                    <a:pt x="2206283" y="3425"/>
                  </a:lnTo>
                  <a:lnTo>
                    <a:pt x="2240160" y="3478"/>
                  </a:lnTo>
                  <a:lnTo>
                    <a:pt x="2273179" y="3529"/>
                  </a:lnTo>
                  <a:lnTo>
                    <a:pt x="2305384" y="3579"/>
                  </a:lnTo>
                  <a:lnTo>
                    <a:pt x="2336812" y="3628"/>
                  </a:lnTo>
                  <a:lnTo>
                    <a:pt x="2367500" y="3675"/>
                  </a:lnTo>
                  <a:lnTo>
                    <a:pt x="2397483" y="3722"/>
                  </a:lnTo>
                  <a:lnTo>
                    <a:pt x="2426792" y="3767"/>
                  </a:lnTo>
                  <a:lnTo>
                    <a:pt x="2455457" y="3812"/>
                  </a:lnTo>
                  <a:lnTo>
                    <a:pt x="2483505" y="3856"/>
                  </a:lnTo>
                  <a:lnTo>
                    <a:pt x="2510963" y="3898"/>
                  </a:lnTo>
                  <a:lnTo>
                    <a:pt x="2537855" y="3940"/>
                  </a:lnTo>
                  <a:lnTo>
                    <a:pt x="2564203" y="3981"/>
                  </a:lnTo>
                  <a:lnTo>
                    <a:pt x="2590030" y="4021"/>
                  </a:lnTo>
                  <a:lnTo>
                    <a:pt x="2615355" y="4060"/>
                  </a:lnTo>
                  <a:lnTo>
                    <a:pt x="2640197" y="4099"/>
                  </a:lnTo>
                  <a:lnTo>
                    <a:pt x="2664576" y="4137"/>
                  </a:lnTo>
                  <a:lnTo>
                    <a:pt x="2688507" y="4174"/>
                  </a:lnTo>
                  <a:lnTo>
                    <a:pt x="2712006" y="421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5115766" y="6153879"/>
              <a:ext cx="2712006" cy="89197"/>
            </a:xfrm>
            <a:custGeom>
              <a:avLst/>
              <a:pathLst>
                <a:path w="2712006" h="89197">
                  <a:moveTo>
                    <a:pt x="0" y="0"/>
                  </a:moveTo>
                  <a:lnTo>
                    <a:pt x="174151" y="5727"/>
                  </a:lnTo>
                  <a:lnTo>
                    <a:pt x="327764" y="10780"/>
                  </a:lnTo>
                  <a:lnTo>
                    <a:pt x="465175" y="15299"/>
                  </a:lnTo>
                  <a:lnTo>
                    <a:pt x="589478" y="19387"/>
                  </a:lnTo>
                  <a:lnTo>
                    <a:pt x="702959" y="23120"/>
                  </a:lnTo>
                  <a:lnTo>
                    <a:pt x="807350" y="26553"/>
                  </a:lnTo>
                  <a:lnTo>
                    <a:pt x="904002" y="29732"/>
                  </a:lnTo>
                  <a:lnTo>
                    <a:pt x="993982" y="32692"/>
                  </a:lnTo>
                  <a:lnTo>
                    <a:pt x="1078153" y="35460"/>
                  </a:lnTo>
                  <a:lnTo>
                    <a:pt x="1157220" y="38060"/>
                  </a:lnTo>
                  <a:lnTo>
                    <a:pt x="1231766" y="40512"/>
                  </a:lnTo>
                  <a:lnTo>
                    <a:pt x="1302280" y="42832"/>
                  </a:lnTo>
                  <a:lnTo>
                    <a:pt x="1369177" y="45032"/>
                  </a:lnTo>
                  <a:lnTo>
                    <a:pt x="1432809" y="47125"/>
                  </a:lnTo>
                  <a:lnTo>
                    <a:pt x="1493481" y="49120"/>
                  </a:lnTo>
                  <a:lnTo>
                    <a:pt x="1551455" y="51027"/>
                  </a:lnTo>
                  <a:lnTo>
                    <a:pt x="1606961" y="52852"/>
                  </a:lnTo>
                  <a:lnTo>
                    <a:pt x="1660201" y="54604"/>
                  </a:lnTo>
                  <a:lnTo>
                    <a:pt x="1711353" y="56286"/>
                  </a:lnTo>
                  <a:lnTo>
                    <a:pt x="1760573" y="57905"/>
                  </a:lnTo>
                  <a:lnTo>
                    <a:pt x="1808004" y="59465"/>
                  </a:lnTo>
                  <a:lnTo>
                    <a:pt x="1853770" y="60970"/>
                  </a:lnTo>
                  <a:lnTo>
                    <a:pt x="1897985" y="62424"/>
                  </a:lnTo>
                  <a:lnTo>
                    <a:pt x="1940749" y="63831"/>
                  </a:lnTo>
                  <a:lnTo>
                    <a:pt x="1982156" y="65193"/>
                  </a:lnTo>
                  <a:lnTo>
                    <a:pt x="2022288" y="66513"/>
                  </a:lnTo>
                  <a:lnTo>
                    <a:pt x="2061222" y="67793"/>
                  </a:lnTo>
                  <a:lnTo>
                    <a:pt x="2099028" y="69037"/>
                  </a:lnTo>
                  <a:lnTo>
                    <a:pt x="2135768" y="70245"/>
                  </a:lnTo>
                  <a:lnTo>
                    <a:pt x="2171502" y="71420"/>
                  </a:lnTo>
                  <a:lnTo>
                    <a:pt x="2206283" y="72564"/>
                  </a:lnTo>
                  <a:lnTo>
                    <a:pt x="2240160" y="73678"/>
                  </a:lnTo>
                  <a:lnTo>
                    <a:pt x="2273179" y="74764"/>
                  </a:lnTo>
                  <a:lnTo>
                    <a:pt x="2305384" y="75824"/>
                  </a:lnTo>
                  <a:lnTo>
                    <a:pt x="2336812" y="76857"/>
                  </a:lnTo>
                  <a:lnTo>
                    <a:pt x="2367500" y="77867"/>
                  </a:lnTo>
                  <a:lnTo>
                    <a:pt x="2397483" y="78853"/>
                  </a:lnTo>
                  <a:lnTo>
                    <a:pt x="2426792" y="79817"/>
                  </a:lnTo>
                  <a:lnTo>
                    <a:pt x="2455457" y="80760"/>
                  </a:lnTo>
                  <a:lnTo>
                    <a:pt x="2483505" y="81682"/>
                  </a:lnTo>
                  <a:lnTo>
                    <a:pt x="2510963" y="82585"/>
                  </a:lnTo>
                  <a:lnTo>
                    <a:pt x="2537855" y="83470"/>
                  </a:lnTo>
                  <a:lnTo>
                    <a:pt x="2564203" y="84336"/>
                  </a:lnTo>
                  <a:lnTo>
                    <a:pt x="2590030" y="85186"/>
                  </a:lnTo>
                  <a:lnTo>
                    <a:pt x="2615355" y="86019"/>
                  </a:lnTo>
                  <a:lnTo>
                    <a:pt x="2640197" y="86836"/>
                  </a:lnTo>
                  <a:lnTo>
                    <a:pt x="2664576" y="87637"/>
                  </a:lnTo>
                  <a:lnTo>
                    <a:pt x="2688507" y="88425"/>
                  </a:lnTo>
                  <a:lnTo>
                    <a:pt x="2712006" y="8919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5115766" y="6302827"/>
              <a:ext cx="2712006" cy="107796"/>
            </a:xfrm>
            <a:custGeom>
              <a:avLst/>
              <a:pathLst>
                <a:path w="2712006" h="107796">
                  <a:moveTo>
                    <a:pt x="0" y="0"/>
                  </a:moveTo>
                  <a:lnTo>
                    <a:pt x="174151" y="6922"/>
                  </a:lnTo>
                  <a:lnTo>
                    <a:pt x="327764" y="13027"/>
                  </a:lnTo>
                  <a:lnTo>
                    <a:pt x="465175" y="18489"/>
                  </a:lnTo>
                  <a:lnTo>
                    <a:pt x="589478" y="23430"/>
                  </a:lnTo>
                  <a:lnTo>
                    <a:pt x="702959" y="27941"/>
                  </a:lnTo>
                  <a:lnTo>
                    <a:pt x="807350" y="32090"/>
                  </a:lnTo>
                  <a:lnTo>
                    <a:pt x="904002" y="35932"/>
                  </a:lnTo>
                  <a:lnTo>
                    <a:pt x="993982" y="39508"/>
                  </a:lnTo>
                  <a:lnTo>
                    <a:pt x="1078153" y="42854"/>
                  </a:lnTo>
                  <a:lnTo>
                    <a:pt x="1157220" y="45997"/>
                  </a:lnTo>
                  <a:lnTo>
                    <a:pt x="1231766" y="48960"/>
                  </a:lnTo>
                  <a:lnTo>
                    <a:pt x="1302280" y="51762"/>
                  </a:lnTo>
                  <a:lnTo>
                    <a:pt x="1369177" y="54421"/>
                  </a:lnTo>
                  <a:lnTo>
                    <a:pt x="1432809" y="56951"/>
                  </a:lnTo>
                  <a:lnTo>
                    <a:pt x="1493481" y="59362"/>
                  </a:lnTo>
                  <a:lnTo>
                    <a:pt x="1551455" y="61667"/>
                  </a:lnTo>
                  <a:lnTo>
                    <a:pt x="1606961" y="63873"/>
                  </a:lnTo>
                  <a:lnTo>
                    <a:pt x="1660201" y="65989"/>
                  </a:lnTo>
                  <a:lnTo>
                    <a:pt x="1711353" y="68022"/>
                  </a:lnTo>
                  <a:lnTo>
                    <a:pt x="1760573" y="69979"/>
                  </a:lnTo>
                  <a:lnTo>
                    <a:pt x="1808004" y="71864"/>
                  </a:lnTo>
                  <a:lnTo>
                    <a:pt x="1853770" y="73683"/>
                  </a:lnTo>
                  <a:lnTo>
                    <a:pt x="1897985" y="75440"/>
                  </a:lnTo>
                  <a:lnTo>
                    <a:pt x="1940749" y="77140"/>
                  </a:lnTo>
                  <a:lnTo>
                    <a:pt x="1982156" y="78786"/>
                  </a:lnTo>
                  <a:lnTo>
                    <a:pt x="2022288" y="80381"/>
                  </a:lnTo>
                  <a:lnTo>
                    <a:pt x="2061222" y="81929"/>
                  </a:lnTo>
                  <a:lnTo>
                    <a:pt x="2099028" y="83432"/>
                  </a:lnTo>
                  <a:lnTo>
                    <a:pt x="2135768" y="84892"/>
                  </a:lnTo>
                  <a:lnTo>
                    <a:pt x="2171502" y="86312"/>
                  </a:lnTo>
                  <a:lnTo>
                    <a:pt x="2206283" y="87695"/>
                  </a:lnTo>
                  <a:lnTo>
                    <a:pt x="2240160" y="89041"/>
                  </a:lnTo>
                  <a:lnTo>
                    <a:pt x="2273179" y="90354"/>
                  </a:lnTo>
                  <a:lnTo>
                    <a:pt x="2305384" y="91634"/>
                  </a:lnTo>
                  <a:lnTo>
                    <a:pt x="2336812" y="92883"/>
                  </a:lnTo>
                  <a:lnTo>
                    <a:pt x="2367500" y="94103"/>
                  </a:lnTo>
                  <a:lnTo>
                    <a:pt x="2397483" y="95294"/>
                  </a:lnTo>
                  <a:lnTo>
                    <a:pt x="2426792" y="96459"/>
                  </a:lnTo>
                  <a:lnTo>
                    <a:pt x="2455457" y="97599"/>
                  </a:lnTo>
                  <a:lnTo>
                    <a:pt x="2483505" y="98714"/>
                  </a:lnTo>
                  <a:lnTo>
                    <a:pt x="2510963" y="99805"/>
                  </a:lnTo>
                  <a:lnTo>
                    <a:pt x="2537855" y="100874"/>
                  </a:lnTo>
                  <a:lnTo>
                    <a:pt x="2564203" y="101921"/>
                  </a:lnTo>
                  <a:lnTo>
                    <a:pt x="2590030" y="102948"/>
                  </a:lnTo>
                  <a:lnTo>
                    <a:pt x="2615355" y="103954"/>
                  </a:lnTo>
                  <a:lnTo>
                    <a:pt x="2640197" y="104942"/>
                  </a:lnTo>
                  <a:lnTo>
                    <a:pt x="2664576" y="105911"/>
                  </a:lnTo>
                  <a:lnTo>
                    <a:pt x="2688507" y="106862"/>
                  </a:lnTo>
                  <a:lnTo>
                    <a:pt x="2712006" y="10779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5115766" y="6442289"/>
              <a:ext cx="2712006" cy="98364"/>
            </a:xfrm>
            <a:custGeom>
              <a:avLst/>
              <a:pathLst>
                <a:path w="2712006" h="98364">
                  <a:moveTo>
                    <a:pt x="0" y="0"/>
                  </a:moveTo>
                  <a:lnTo>
                    <a:pt x="174151" y="6316"/>
                  </a:lnTo>
                  <a:lnTo>
                    <a:pt x="327764" y="11887"/>
                  </a:lnTo>
                  <a:lnTo>
                    <a:pt x="465175" y="16871"/>
                  </a:lnTo>
                  <a:lnTo>
                    <a:pt x="589478" y="21380"/>
                  </a:lnTo>
                  <a:lnTo>
                    <a:pt x="702959" y="25496"/>
                  </a:lnTo>
                  <a:lnTo>
                    <a:pt x="807350" y="29282"/>
                  </a:lnTo>
                  <a:lnTo>
                    <a:pt x="904002" y="32788"/>
                  </a:lnTo>
                  <a:lnTo>
                    <a:pt x="993982" y="36051"/>
                  </a:lnTo>
                  <a:lnTo>
                    <a:pt x="1078153" y="39104"/>
                  </a:lnTo>
                  <a:lnTo>
                    <a:pt x="1157220" y="41972"/>
                  </a:lnTo>
                  <a:lnTo>
                    <a:pt x="1231766" y="44676"/>
                  </a:lnTo>
                  <a:lnTo>
                    <a:pt x="1302280" y="47233"/>
                  </a:lnTo>
                  <a:lnTo>
                    <a:pt x="1369177" y="49660"/>
                  </a:lnTo>
                  <a:lnTo>
                    <a:pt x="1432809" y="51967"/>
                  </a:lnTo>
                  <a:lnTo>
                    <a:pt x="1493481" y="54168"/>
                  </a:lnTo>
                  <a:lnTo>
                    <a:pt x="1551455" y="56271"/>
                  </a:lnTo>
                  <a:lnTo>
                    <a:pt x="1606961" y="58284"/>
                  </a:lnTo>
                  <a:lnTo>
                    <a:pt x="1660201" y="60215"/>
                  </a:lnTo>
                  <a:lnTo>
                    <a:pt x="1711353" y="62070"/>
                  </a:lnTo>
                  <a:lnTo>
                    <a:pt x="1760573" y="63855"/>
                  </a:lnTo>
                  <a:lnTo>
                    <a:pt x="1808004" y="65576"/>
                  </a:lnTo>
                  <a:lnTo>
                    <a:pt x="1853770" y="67236"/>
                  </a:lnTo>
                  <a:lnTo>
                    <a:pt x="1897985" y="68839"/>
                  </a:lnTo>
                  <a:lnTo>
                    <a:pt x="1940749" y="70390"/>
                  </a:lnTo>
                  <a:lnTo>
                    <a:pt x="1982156" y="71892"/>
                  </a:lnTo>
                  <a:lnTo>
                    <a:pt x="2022288" y="73348"/>
                  </a:lnTo>
                  <a:lnTo>
                    <a:pt x="2061222" y="74760"/>
                  </a:lnTo>
                  <a:lnTo>
                    <a:pt x="2099028" y="76131"/>
                  </a:lnTo>
                  <a:lnTo>
                    <a:pt x="2135768" y="77464"/>
                  </a:lnTo>
                  <a:lnTo>
                    <a:pt x="2171502" y="78760"/>
                  </a:lnTo>
                  <a:lnTo>
                    <a:pt x="2206283" y="80021"/>
                  </a:lnTo>
                  <a:lnTo>
                    <a:pt x="2240160" y="81250"/>
                  </a:lnTo>
                  <a:lnTo>
                    <a:pt x="2273179" y="82448"/>
                  </a:lnTo>
                  <a:lnTo>
                    <a:pt x="2305384" y="83616"/>
                  </a:lnTo>
                  <a:lnTo>
                    <a:pt x="2336812" y="84756"/>
                  </a:lnTo>
                  <a:lnTo>
                    <a:pt x="2367500" y="85869"/>
                  </a:lnTo>
                  <a:lnTo>
                    <a:pt x="2397483" y="86956"/>
                  </a:lnTo>
                  <a:lnTo>
                    <a:pt x="2426792" y="88019"/>
                  </a:lnTo>
                  <a:lnTo>
                    <a:pt x="2455457" y="89059"/>
                  </a:lnTo>
                  <a:lnTo>
                    <a:pt x="2483505" y="90076"/>
                  </a:lnTo>
                  <a:lnTo>
                    <a:pt x="2510963" y="91072"/>
                  </a:lnTo>
                  <a:lnTo>
                    <a:pt x="2537855" y="92047"/>
                  </a:lnTo>
                  <a:lnTo>
                    <a:pt x="2564203" y="93003"/>
                  </a:lnTo>
                  <a:lnTo>
                    <a:pt x="2590030" y="93940"/>
                  </a:lnTo>
                  <a:lnTo>
                    <a:pt x="2615355" y="94858"/>
                  </a:lnTo>
                  <a:lnTo>
                    <a:pt x="2640197" y="95759"/>
                  </a:lnTo>
                  <a:lnTo>
                    <a:pt x="2664576" y="96644"/>
                  </a:lnTo>
                  <a:lnTo>
                    <a:pt x="2688507" y="97512"/>
                  </a:lnTo>
                  <a:lnTo>
                    <a:pt x="2712006" y="9836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5115766" y="6309721"/>
              <a:ext cx="2712006" cy="33843"/>
            </a:xfrm>
            <a:custGeom>
              <a:avLst/>
              <a:pathLst>
                <a:path w="2712006" h="33843">
                  <a:moveTo>
                    <a:pt x="0" y="0"/>
                  </a:moveTo>
                  <a:lnTo>
                    <a:pt x="174151" y="2173"/>
                  </a:lnTo>
                  <a:lnTo>
                    <a:pt x="327764" y="4090"/>
                  </a:lnTo>
                  <a:lnTo>
                    <a:pt x="465175" y="5804"/>
                  </a:lnTo>
                  <a:lnTo>
                    <a:pt x="589478" y="7356"/>
                  </a:lnTo>
                  <a:lnTo>
                    <a:pt x="702959" y="8772"/>
                  </a:lnTo>
                  <a:lnTo>
                    <a:pt x="807350" y="10074"/>
                  </a:lnTo>
                  <a:lnTo>
                    <a:pt x="904002" y="11281"/>
                  </a:lnTo>
                  <a:lnTo>
                    <a:pt x="993982" y="12403"/>
                  </a:lnTo>
                  <a:lnTo>
                    <a:pt x="1078153" y="13454"/>
                  </a:lnTo>
                  <a:lnTo>
                    <a:pt x="1157220" y="14440"/>
                  </a:lnTo>
                  <a:lnTo>
                    <a:pt x="1231766" y="15371"/>
                  </a:lnTo>
                  <a:lnTo>
                    <a:pt x="1302280" y="16251"/>
                  </a:lnTo>
                  <a:lnTo>
                    <a:pt x="1369177" y="17085"/>
                  </a:lnTo>
                  <a:lnTo>
                    <a:pt x="1432809" y="17880"/>
                  </a:lnTo>
                  <a:lnTo>
                    <a:pt x="1493481" y="18637"/>
                  </a:lnTo>
                  <a:lnTo>
                    <a:pt x="1551455" y="19360"/>
                  </a:lnTo>
                  <a:lnTo>
                    <a:pt x="1606961" y="20053"/>
                  </a:lnTo>
                  <a:lnTo>
                    <a:pt x="1660201" y="20717"/>
                  </a:lnTo>
                  <a:lnTo>
                    <a:pt x="1711353" y="21355"/>
                  </a:lnTo>
                  <a:lnTo>
                    <a:pt x="1760573" y="21970"/>
                  </a:lnTo>
                  <a:lnTo>
                    <a:pt x="1808004" y="22562"/>
                  </a:lnTo>
                  <a:lnTo>
                    <a:pt x="1853770" y="23133"/>
                  </a:lnTo>
                  <a:lnTo>
                    <a:pt x="1897985" y="23684"/>
                  </a:lnTo>
                  <a:lnTo>
                    <a:pt x="1940749" y="24218"/>
                  </a:lnTo>
                  <a:lnTo>
                    <a:pt x="1982156" y="24735"/>
                  </a:lnTo>
                  <a:lnTo>
                    <a:pt x="2022288" y="25236"/>
                  </a:lnTo>
                  <a:lnTo>
                    <a:pt x="2061222" y="25721"/>
                  </a:lnTo>
                  <a:lnTo>
                    <a:pt x="2099028" y="26193"/>
                  </a:lnTo>
                  <a:lnTo>
                    <a:pt x="2135768" y="26652"/>
                  </a:lnTo>
                  <a:lnTo>
                    <a:pt x="2171502" y="27098"/>
                  </a:lnTo>
                  <a:lnTo>
                    <a:pt x="2206283" y="27532"/>
                  </a:lnTo>
                  <a:lnTo>
                    <a:pt x="2240160" y="27954"/>
                  </a:lnTo>
                  <a:lnTo>
                    <a:pt x="2273179" y="28367"/>
                  </a:lnTo>
                  <a:lnTo>
                    <a:pt x="2305384" y="28768"/>
                  </a:lnTo>
                  <a:lnTo>
                    <a:pt x="2336812" y="29161"/>
                  </a:lnTo>
                  <a:lnTo>
                    <a:pt x="2367500" y="29544"/>
                  </a:lnTo>
                  <a:lnTo>
                    <a:pt x="2397483" y="29918"/>
                  </a:lnTo>
                  <a:lnTo>
                    <a:pt x="2426792" y="30283"/>
                  </a:lnTo>
                  <a:lnTo>
                    <a:pt x="2455457" y="30641"/>
                  </a:lnTo>
                  <a:lnTo>
                    <a:pt x="2483505" y="30991"/>
                  </a:lnTo>
                  <a:lnTo>
                    <a:pt x="2510963" y="31334"/>
                  </a:lnTo>
                  <a:lnTo>
                    <a:pt x="2537855" y="31669"/>
                  </a:lnTo>
                  <a:lnTo>
                    <a:pt x="2564203" y="31998"/>
                  </a:lnTo>
                  <a:lnTo>
                    <a:pt x="2590030" y="32320"/>
                  </a:lnTo>
                  <a:lnTo>
                    <a:pt x="2615355" y="32637"/>
                  </a:lnTo>
                  <a:lnTo>
                    <a:pt x="2640197" y="32947"/>
                  </a:lnTo>
                  <a:lnTo>
                    <a:pt x="2664576" y="33251"/>
                  </a:lnTo>
                  <a:lnTo>
                    <a:pt x="2688507" y="33549"/>
                  </a:lnTo>
                  <a:lnTo>
                    <a:pt x="2712006" y="33843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5115766" y="6240227"/>
              <a:ext cx="2712006" cy="155799"/>
            </a:xfrm>
            <a:custGeom>
              <a:avLst/>
              <a:pathLst>
                <a:path w="2712006" h="155799">
                  <a:moveTo>
                    <a:pt x="0" y="155799"/>
                  </a:moveTo>
                  <a:lnTo>
                    <a:pt x="174151" y="145795"/>
                  </a:lnTo>
                  <a:lnTo>
                    <a:pt x="327764" y="136970"/>
                  </a:lnTo>
                  <a:lnTo>
                    <a:pt x="465175" y="129076"/>
                  </a:lnTo>
                  <a:lnTo>
                    <a:pt x="589478" y="121935"/>
                  </a:lnTo>
                  <a:lnTo>
                    <a:pt x="702959" y="115416"/>
                  </a:lnTo>
                  <a:lnTo>
                    <a:pt x="807350" y="109419"/>
                  </a:lnTo>
                  <a:lnTo>
                    <a:pt x="904002" y="103866"/>
                  </a:lnTo>
                  <a:lnTo>
                    <a:pt x="993982" y="98697"/>
                  </a:lnTo>
                  <a:lnTo>
                    <a:pt x="1078153" y="93861"/>
                  </a:lnTo>
                  <a:lnTo>
                    <a:pt x="1157220" y="89319"/>
                  </a:lnTo>
                  <a:lnTo>
                    <a:pt x="1231766" y="85037"/>
                  </a:lnTo>
                  <a:lnTo>
                    <a:pt x="1302280" y="80986"/>
                  </a:lnTo>
                  <a:lnTo>
                    <a:pt x="1369177" y="77143"/>
                  </a:lnTo>
                  <a:lnTo>
                    <a:pt x="1432809" y="73487"/>
                  </a:lnTo>
                  <a:lnTo>
                    <a:pt x="1493481" y="70002"/>
                  </a:lnTo>
                  <a:lnTo>
                    <a:pt x="1551455" y="66671"/>
                  </a:lnTo>
                  <a:lnTo>
                    <a:pt x="1606961" y="63482"/>
                  </a:lnTo>
                  <a:lnTo>
                    <a:pt x="1660201" y="60424"/>
                  </a:lnTo>
                  <a:lnTo>
                    <a:pt x="1711353" y="57485"/>
                  </a:lnTo>
                  <a:lnTo>
                    <a:pt x="1760573" y="54658"/>
                  </a:lnTo>
                  <a:lnTo>
                    <a:pt x="1808004" y="51933"/>
                  </a:lnTo>
                  <a:lnTo>
                    <a:pt x="1853770" y="49304"/>
                  </a:lnTo>
                  <a:lnTo>
                    <a:pt x="1897985" y="46764"/>
                  </a:lnTo>
                  <a:lnTo>
                    <a:pt x="1940749" y="44307"/>
                  </a:lnTo>
                  <a:lnTo>
                    <a:pt x="1982156" y="41928"/>
                  </a:lnTo>
                  <a:lnTo>
                    <a:pt x="2022288" y="39623"/>
                  </a:lnTo>
                  <a:lnTo>
                    <a:pt x="2061222" y="37386"/>
                  </a:lnTo>
                  <a:lnTo>
                    <a:pt x="2099028" y="35214"/>
                  </a:lnTo>
                  <a:lnTo>
                    <a:pt x="2135768" y="33103"/>
                  </a:lnTo>
                  <a:lnTo>
                    <a:pt x="2171502" y="31050"/>
                  </a:lnTo>
                  <a:lnTo>
                    <a:pt x="2206283" y="29052"/>
                  </a:lnTo>
                  <a:lnTo>
                    <a:pt x="2240160" y="27106"/>
                  </a:lnTo>
                  <a:lnTo>
                    <a:pt x="2273179" y="25209"/>
                  </a:lnTo>
                  <a:lnTo>
                    <a:pt x="2305384" y="23359"/>
                  </a:lnTo>
                  <a:lnTo>
                    <a:pt x="2336812" y="21554"/>
                  </a:lnTo>
                  <a:lnTo>
                    <a:pt x="2367500" y="19791"/>
                  </a:lnTo>
                  <a:lnTo>
                    <a:pt x="2397483" y="18068"/>
                  </a:lnTo>
                  <a:lnTo>
                    <a:pt x="2426792" y="16385"/>
                  </a:lnTo>
                  <a:lnTo>
                    <a:pt x="2455457" y="14738"/>
                  </a:lnTo>
                  <a:lnTo>
                    <a:pt x="2483505" y="13126"/>
                  </a:lnTo>
                  <a:lnTo>
                    <a:pt x="2510963" y="11549"/>
                  </a:lnTo>
                  <a:lnTo>
                    <a:pt x="2537855" y="10004"/>
                  </a:lnTo>
                  <a:lnTo>
                    <a:pt x="2564203" y="8491"/>
                  </a:lnTo>
                  <a:lnTo>
                    <a:pt x="2590030" y="7007"/>
                  </a:lnTo>
                  <a:lnTo>
                    <a:pt x="2615355" y="5552"/>
                  </a:lnTo>
                  <a:lnTo>
                    <a:pt x="2640197" y="4125"/>
                  </a:lnTo>
                  <a:lnTo>
                    <a:pt x="2664576" y="2724"/>
                  </a:lnTo>
                  <a:lnTo>
                    <a:pt x="2688507" y="1350"/>
                  </a:lnTo>
                  <a:lnTo>
                    <a:pt x="271200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5115766" y="6017138"/>
              <a:ext cx="2712006" cy="189402"/>
            </a:xfrm>
            <a:custGeom>
              <a:avLst/>
              <a:pathLst>
                <a:path w="2712006" h="189402">
                  <a:moveTo>
                    <a:pt x="0" y="0"/>
                  </a:moveTo>
                  <a:lnTo>
                    <a:pt x="174151" y="12162"/>
                  </a:lnTo>
                  <a:lnTo>
                    <a:pt x="327764" y="22890"/>
                  </a:lnTo>
                  <a:lnTo>
                    <a:pt x="465175" y="32487"/>
                  </a:lnTo>
                  <a:lnTo>
                    <a:pt x="589478" y="41168"/>
                  </a:lnTo>
                  <a:lnTo>
                    <a:pt x="702959" y="49093"/>
                  </a:lnTo>
                  <a:lnTo>
                    <a:pt x="807350" y="56384"/>
                  </a:lnTo>
                  <a:lnTo>
                    <a:pt x="904002" y="63134"/>
                  </a:lnTo>
                  <a:lnTo>
                    <a:pt x="993982" y="69418"/>
                  </a:lnTo>
                  <a:lnTo>
                    <a:pt x="1078153" y="75296"/>
                  </a:lnTo>
                  <a:lnTo>
                    <a:pt x="1157220" y="80818"/>
                  </a:lnTo>
                  <a:lnTo>
                    <a:pt x="1231766" y="86024"/>
                  </a:lnTo>
                  <a:lnTo>
                    <a:pt x="1302280" y="90949"/>
                  </a:lnTo>
                  <a:lnTo>
                    <a:pt x="1369177" y="95621"/>
                  </a:lnTo>
                  <a:lnTo>
                    <a:pt x="1432809" y="100065"/>
                  </a:lnTo>
                  <a:lnTo>
                    <a:pt x="1493481" y="104302"/>
                  </a:lnTo>
                  <a:lnTo>
                    <a:pt x="1551455" y="108351"/>
                  </a:lnTo>
                  <a:lnTo>
                    <a:pt x="1606961" y="112227"/>
                  </a:lnTo>
                  <a:lnTo>
                    <a:pt x="1660201" y="115945"/>
                  </a:lnTo>
                  <a:lnTo>
                    <a:pt x="1711353" y="119518"/>
                  </a:lnTo>
                  <a:lnTo>
                    <a:pt x="1760573" y="122955"/>
                  </a:lnTo>
                  <a:lnTo>
                    <a:pt x="1808004" y="126268"/>
                  </a:lnTo>
                  <a:lnTo>
                    <a:pt x="1853770" y="129464"/>
                  </a:lnTo>
                  <a:lnTo>
                    <a:pt x="1897985" y="132552"/>
                  </a:lnTo>
                  <a:lnTo>
                    <a:pt x="1940749" y="135538"/>
                  </a:lnTo>
                  <a:lnTo>
                    <a:pt x="1982156" y="138430"/>
                  </a:lnTo>
                  <a:lnTo>
                    <a:pt x="2022288" y="141233"/>
                  </a:lnTo>
                  <a:lnTo>
                    <a:pt x="2061222" y="143952"/>
                  </a:lnTo>
                  <a:lnTo>
                    <a:pt x="2099028" y="146592"/>
                  </a:lnTo>
                  <a:lnTo>
                    <a:pt x="2135768" y="149158"/>
                  </a:lnTo>
                  <a:lnTo>
                    <a:pt x="2171502" y="151654"/>
                  </a:lnTo>
                  <a:lnTo>
                    <a:pt x="2206283" y="154083"/>
                  </a:lnTo>
                  <a:lnTo>
                    <a:pt x="2240160" y="156449"/>
                  </a:lnTo>
                  <a:lnTo>
                    <a:pt x="2273179" y="158755"/>
                  </a:lnTo>
                  <a:lnTo>
                    <a:pt x="2305384" y="161004"/>
                  </a:lnTo>
                  <a:lnTo>
                    <a:pt x="2336812" y="163199"/>
                  </a:lnTo>
                  <a:lnTo>
                    <a:pt x="2367500" y="165342"/>
                  </a:lnTo>
                  <a:lnTo>
                    <a:pt x="2397483" y="167436"/>
                  </a:lnTo>
                  <a:lnTo>
                    <a:pt x="2426792" y="169483"/>
                  </a:lnTo>
                  <a:lnTo>
                    <a:pt x="2455457" y="171485"/>
                  </a:lnTo>
                  <a:lnTo>
                    <a:pt x="2483505" y="173443"/>
                  </a:lnTo>
                  <a:lnTo>
                    <a:pt x="2510963" y="175361"/>
                  </a:lnTo>
                  <a:lnTo>
                    <a:pt x="2537855" y="177239"/>
                  </a:lnTo>
                  <a:lnTo>
                    <a:pt x="2564203" y="179079"/>
                  </a:lnTo>
                  <a:lnTo>
                    <a:pt x="2590030" y="180883"/>
                  </a:lnTo>
                  <a:lnTo>
                    <a:pt x="2615355" y="182652"/>
                  </a:lnTo>
                  <a:lnTo>
                    <a:pt x="2640197" y="184387"/>
                  </a:lnTo>
                  <a:lnTo>
                    <a:pt x="2664576" y="186089"/>
                  </a:lnTo>
                  <a:lnTo>
                    <a:pt x="2688507" y="187760"/>
                  </a:lnTo>
                  <a:lnTo>
                    <a:pt x="2712006" y="1894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5115766" y="6498513"/>
              <a:ext cx="2712006" cy="38931"/>
            </a:xfrm>
            <a:custGeom>
              <a:avLst/>
              <a:pathLst>
                <a:path w="2712006" h="38931">
                  <a:moveTo>
                    <a:pt x="0" y="38931"/>
                  </a:moveTo>
                  <a:lnTo>
                    <a:pt x="174151" y="36431"/>
                  </a:lnTo>
                  <a:lnTo>
                    <a:pt x="327764" y="34226"/>
                  </a:lnTo>
                  <a:lnTo>
                    <a:pt x="465175" y="32254"/>
                  </a:lnTo>
                  <a:lnTo>
                    <a:pt x="589478" y="30469"/>
                  </a:lnTo>
                  <a:lnTo>
                    <a:pt x="702959" y="28840"/>
                  </a:lnTo>
                  <a:lnTo>
                    <a:pt x="807350" y="27342"/>
                  </a:lnTo>
                  <a:lnTo>
                    <a:pt x="904002" y="25954"/>
                  </a:lnTo>
                  <a:lnTo>
                    <a:pt x="993982" y="24662"/>
                  </a:lnTo>
                  <a:lnTo>
                    <a:pt x="1078153" y="23454"/>
                  </a:lnTo>
                  <a:lnTo>
                    <a:pt x="1157220" y="22319"/>
                  </a:lnTo>
                  <a:lnTo>
                    <a:pt x="1231766" y="21249"/>
                  </a:lnTo>
                  <a:lnTo>
                    <a:pt x="1302280" y="20237"/>
                  </a:lnTo>
                  <a:lnTo>
                    <a:pt x="1369177" y="19276"/>
                  </a:lnTo>
                  <a:lnTo>
                    <a:pt x="1432809" y="18363"/>
                  </a:lnTo>
                  <a:lnTo>
                    <a:pt x="1493481" y="17492"/>
                  </a:lnTo>
                  <a:lnTo>
                    <a:pt x="1551455" y="16660"/>
                  </a:lnTo>
                  <a:lnTo>
                    <a:pt x="1606961" y="15863"/>
                  </a:lnTo>
                  <a:lnTo>
                    <a:pt x="1660201" y="15099"/>
                  </a:lnTo>
                  <a:lnTo>
                    <a:pt x="1711353" y="14364"/>
                  </a:lnTo>
                  <a:lnTo>
                    <a:pt x="1760573" y="13658"/>
                  </a:lnTo>
                  <a:lnTo>
                    <a:pt x="1808004" y="12977"/>
                  </a:lnTo>
                  <a:lnTo>
                    <a:pt x="1853770" y="12320"/>
                  </a:lnTo>
                  <a:lnTo>
                    <a:pt x="1897985" y="11685"/>
                  </a:lnTo>
                  <a:lnTo>
                    <a:pt x="1940749" y="11071"/>
                  </a:lnTo>
                  <a:lnTo>
                    <a:pt x="1982156" y="10477"/>
                  </a:lnTo>
                  <a:lnTo>
                    <a:pt x="2022288" y="9901"/>
                  </a:lnTo>
                  <a:lnTo>
                    <a:pt x="2061222" y="9342"/>
                  </a:lnTo>
                  <a:lnTo>
                    <a:pt x="2099028" y="8799"/>
                  </a:lnTo>
                  <a:lnTo>
                    <a:pt x="2135768" y="8272"/>
                  </a:lnTo>
                  <a:lnTo>
                    <a:pt x="2171502" y="7759"/>
                  </a:lnTo>
                  <a:lnTo>
                    <a:pt x="2206283" y="7259"/>
                  </a:lnTo>
                  <a:lnTo>
                    <a:pt x="2240160" y="6773"/>
                  </a:lnTo>
                  <a:lnTo>
                    <a:pt x="2273179" y="6299"/>
                  </a:lnTo>
                  <a:lnTo>
                    <a:pt x="2305384" y="5837"/>
                  </a:lnTo>
                  <a:lnTo>
                    <a:pt x="2336812" y="5386"/>
                  </a:lnTo>
                  <a:lnTo>
                    <a:pt x="2367500" y="4945"/>
                  </a:lnTo>
                  <a:lnTo>
                    <a:pt x="2397483" y="4515"/>
                  </a:lnTo>
                  <a:lnTo>
                    <a:pt x="2426792" y="4094"/>
                  </a:lnTo>
                  <a:lnTo>
                    <a:pt x="2455457" y="3682"/>
                  </a:lnTo>
                  <a:lnTo>
                    <a:pt x="2483505" y="3280"/>
                  </a:lnTo>
                  <a:lnTo>
                    <a:pt x="2510963" y="2886"/>
                  </a:lnTo>
                  <a:lnTo>
                    <a:pt x="2537855" y="2500"/>
                  </a:lnTo>
                  <a:lnTo>
                    <a:pt x="2564203" y="2121"/>
                  </a:lnTo>
                  <a:lnTo>
                    <a:pt x="2590030" y="1751"/>
                  </a:lnTo>
                  <a:lnTo>
                    <a:pt x="2615355" y="1387"/>
                  </a:lnTo>
                  <a:lnTo>
                    <a:pt x="2640197" y="1030"/>
                  </a:lnTo>
                  <a:lnTo>
                    <a:pt x="2664576" y="680"/>
                  </a:lnTo>
                  <a:lnTo>
                    <a:pt x="2688507" y="337"/>
                  </a:lnTo>
                  <a:lnTo>
                    <a:pt x="271200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5115766" y="6236115"/>
              <a:ext cx="2712006" cy="276823"/>
            </a:xfrm>
            <a:custGeom>
              <a:avLst/>
              <a:pathLst>
                <a:path w="2712006" h="276823">
                  <a:moveTo>
                    <a:pt x="0" y="276823"/>
                  </a:moveTo>
                  <a:lnTo>
                    <a:pt x="174151" y="259047"/>
                  </a:lnTo>
                  <a:lnTo>
                    <a:pt x="327764" y="243367"/>
                  </a:lnTo>
                  <a:lnTo>
                    <a:pt x="465175" y="229341"/>
                  </a:lnTo>
                  <a:lnTo>
                    <a:pt x="589478" y="216653"/>
                  </a:lnTo>
                  <a:lnTo>
                    <a:pt x="702959" y="205070"/>
                  </a:lnTo>
                  <a:lnTo>
                    <a:pt x="807350" y="194414"/>
                  </a:lnTo>
                  <a:lnTo>
                    <a:pt x="904002" y="184548"/>
                  </a:lnTo>
                  <a:lnTo>
                    <a:pt x="993982" y="175364"/>
                  </a:lnTo>
                  <a:lnTo>
                    <a:pt x="1078153" y="166772"/>
                  </a:lnTo>
                  <a:lnTo>
                    <a:pt x="1157220" y="158702"/>
                  </a:lnTo>
                  <a:lnTo>
                    <a:pt x="1231766" y="151092"/>
                  </a:lnTo>
                  <a:lnTo>
                    <a:pt x="1302280" y="143895"/>
                  </a:lnTo>
                  <a:lnTo>
                    <a:pt x="1369177" y="137066"/>
                  </a:lnTo>
                  <a:lnTo>
                    <a:pt x="1432809" y="130571"/>
                  </a:lnTo>
                  <a:lnTo>
                    <a:pt x="1493481" y="124378"/>
                  </a:lnTo>
                  <a:lnTo>
                    <a:pt x="1551455" y="118461"/>
                  </a:lnTo>
                  <a:lnTo>
                    <a:pt x="1606961" y="112795"/>
                  </a:lnTo>
                  <a:lnTo>
                    <a:pt x="1660201" y="107361"/>
                  </a:lnTo>
                  <a:lnTo>
                    <a:pt x="1711353" y="102139"/>
                  </a:lnTo>
                  <a:lnTo>
                    <a:pt x="1760573" y="97115"/>
                  </a:lnTo>
                  <a:lnTo>
                    <a:pt x="1808004" y="92274"/>
                  </a:lnTo>
                  <a:lnTo>
                    <a:pt x="1853770" y="87602"/>
                  </a:lnTo>
                  <a:lnTo>
                    <a:pt x="1897985" y="83089"/>
                  </a:lnTo>
                  <a:lnTo>
                    <a:pt x="1940749" y="78724"/>
                  </a:lnTo>
                  <a:lnTo>
                    <a:pt x="1982156" y="74498"/>
                  </a:lnTo>
                  <a:lnTo>
                    <a:pt x="2022288" y="70401"/>
                  </a:lnTo>
                  <a:lnTo>
                    <a:pt x="2061222" y="66427"/>
                  </a:lnTo>
                  <a:lnTo>
                    <a:pt x="2099028" y="62568"/>
                  </a:lnTo>
                  <a:lnTo>
                    <a:pt x="2135768" y="58818"/>
                  </a:lnTo>
                  <a:lnTo>
                    <a:pt x="2171502" y="55171"/>
                  </a:lnTo>
                  <a:lnTo>
                    <a:pt x="2206283" y="51620"/>
                  </a:lnTo>
                  <a:lnTo>
                    <a:pt x="2240160" y="48162"/>
                  </a:lnTo>
                  <a:lnTo>
                    <a:pt x="2273179" y="44792"/>
                  </a:lnTo>
                  <a:lnTo>
                    <a:pt x="2305384" y="41505"/>
                  </a:lnTo>
                  <a:lnTo>
                    <a:pt x="2336812" y="38297"/>
                  </a:lnTo>
                  <a:lnTo>
                    <a:pt x="2367500" y="35164"/>
                  </a:lnTo>
                  <a:lnTo>
                    <a:pt x="2397483" y="32104"/>
                  </a:lnTo>
                  <a:lnTo>
                    <a:pt x="2426792" y="29112"/>
                  </a:lnTo>
                  <a:lnTo>
                    <a:pt x="2455457" y="26186"/>
                  </a:lnTo>
                  <a:lnTo>
                    <a:pt x="2483505" y="23323"/>
                  </a:lnTo>
                  <a:lnTo>
                    <a:pt x="2510963" y="20521"/>
                  </a:lnTo>
                  <a:lnTo>
                    <a:pt x="2537855" y="17776"/>
                  </a:lnTo>
                  <a:lnTo>
                    <a:pt x="2564203" y="15086"/>
                  </a:lnTo>
                  <a:lnTo>
                    <a:pt x="2590030" y="12450"/>
                  </a:lnTo>
                  <a:lnTo>
                    <a:pt x="2615355" y="9865"/>
                  </a:lnTo>
                  <a:lnTo>
                    <a:pt x="2640197" y="7329"/>
                  </a:lnTo>
                  <a:lnTo>
                    <a:pt x="2664576" y="4841"/>
                  </a:lnTo>
                  <a:lnTo>
                    <a:pt x="2688507" y="2398"/>
                  </a:lnTo>
                  <a:lnTo>
                    <a:pt x="271200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5115766" y="6244846"/>
              <a:ext cx="2712006" cy="182519"/>
            </a:xfrm>
            <a:custGeom>
              <a:avLst/>
              <a:pathLst>
                <a:path w="2712006" h="182519">
                  <a:moveTo>
                    <a:pt x="0" y="0"/>
                  </a:moveTo>
                  <a:lnTo>
                    <a:pt x="174151" y="11720"/>
                  </a:lnTo>
                  <a:lnTo>
                    <a:pt x="327764" y="22058"/>
                  </a:lnTo>
                  <a:lnTo>
                    <a:pt x="465175" y="31306"/>
                  </a:lnTo>
                  <a:lnTo>
                    <a:pt x="589478" y="39672"/>
                  </a:lnTo>
                  <a:lnTo>
                    <a:pt x="702959" y="47309"/>
                  </a:lnTo>
                  <a:lnTo>
                    <a:pt x="807350" y="54335"/>
                  </a:lnTo>
                  <a:lnTo>
                    <a:pt x="904002" y="60839"/>
                  </a:lnTo>
                  <a:lnTo>
                    <a:pt x="993982" y="66895"/>
                  </a:lnTo>
                  <a:lnTo>
                    <a:pt x="1078153" y="72560"/>
                  </a:lnTo>
                  <a:lnTo>
                    <a:pt x="1157220" y="77881"/>
                  </a:lnTo>
                  <a:lnTo>
                    <a:pt x="1231766" y="82898"/>
                  </a:lnTo>
                  <a:lnTo>
                    <a:pt x="1302280" y="87644"/>
                  </a:lnTo>
                  <a:lnTo>
                    <a:pt x="1369177" y="92146"/>
                  </a:lnTo>
                  <a:lnTo>
                    <a:pt x="1432809" y="96428"/>
                  </a:lnTo>
                  <a:lnTo>
                    <a:pt x="1493481" y="100511"/>
                  </a:lnTo>
                  <a:lnTo>
                    <a:pt x="1551455" y="104413"/>
                  </a:lnTo>
                  <a:lnTo>
                    <a:pt x="1606961" y="108149"/>
                  </a:lnTo>
                  <a:lnTo>
                    <a:pt x="1660201" y="111732"/>
                  </a:lnTo>
                  <a:lnTo>
                    <a:pt x="1711353" y="115174"/>
                  </a:lnTo>
                  <a:lnTo>
                    <a:pt x="1760573" y="118487"/>
                  </a:lnTo>
                  <a:lnTo>
                    <a:pt x="1808004" y="121679"/>
                  </a:lnTo>
                  <a:lnTo>
                    <a:pt x="1853770" y="124759"/>
                  </a:lnTo>
                  <a:lnTo>
                    <a:pt x="1897985" y="127735"/>
                  </a:lnTo>
                  <a:lnTo>
                    <a:pt x="1940749" y="130613"/>
                  </a:lnTo>
                  <a:lnTo>
                    <a:pt x="1982156" y="133400"/>
                  </a:lnTo>
                  <a:lnTo>
                    <a:pt x="2022288" y="136100"/>
                  </a:lnTo>
                  <a:lnTo>
                    <a:pt x="2061222" y="138721"/>
                  </a:lnTo>
                  <a:lnTo>
                    <a:pt x="2099028" y="141265"/>
                  </a:lnTo>
                  <a:lnTo>
                    <a:pt x="2135768" y="143738"/>
                  </a:lnTo>
                  <a:lnTo>
                    <a:pt x="2171502" y="146143"/>
                  </a:lnTo>
                  <a:lnTo>
                    <a:pt x="2206283" y="148483"/>
                  </a:lnTo>
                  <a:lnTo>
                    <a:pt x="2240160" y="150763"/>
                  </a:lnTo>
                  <a:lnTo>
                    <a:pt x="2273179" y="152986"/>
                  </a:lnTo>
                  <a:lnTo>
                    <a:pt x="2305384" y="155153"/>
                  </a:lnTo>
                  <a:lnTo>
                    <a:pt x="2336812" y="157268"/>
                  </a:lnTo>
                  <a:lnTo>
                    <a:pt x="2367500" y="159333"/>
                  </a:lnTo>
                  <a:lnTo>
                    <a:pt x="2397483" y="161351"/>
                  </a:lnTo>
                  <a:lnTo>
                    <a:pt x="2426792" y="163324"/>
                  </a:lnTo>
                  <a:lnTo>
                    <a:pt x="2455457" y="165253"/>
                  </a:lnTo>
                  <a:lnTo>
                    <a:pt x="2483505" y="167141"/>
                  </a:lnTo>
                  <a:lnTo>
                    <a:pt x="2510963" y="168988"/>
                  </a:lnTo>
                  <a:lnTo>
                    <a:pt x="2537855" y="170798"/>
                  </a:lnTo>
                  <a:lnTo>
                    <a:pt x="2564203" y="172572"/>
                  </a:lnTo>
                  <a:lnTo>
                    <a:pt x="2590030" y="174310"/>
                  </a:lnTo>
                  <a:lnTo>
                    <a:pt x="2615355" y="176014"/>
                  </a:lnTo>
                  <a:lnTo>
                    <a:pt x="2640197" y="177686"/>
                  </a:lnTo>
                  <a:lnTo>
                    <a:pt x="2664576" y="179327"/>
                  </a:lnTo>
                  <a:lnTo>
                    <a:pt x="2688507" y="180937"/>
                  </a:lnTo>
                  <a:lnTo>
                    <a:pt x="2712006" y="18251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913885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875928" y="67713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875928" y="65250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875928" y="62786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875928" y="60323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875928" y="57860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913885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5115766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6019769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6923771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7827773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5076904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980907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6884909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7788911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6106645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913885" y="5364938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460720" y="73782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4480299" y="73951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460720" y="75975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21420" y="76582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478720" y="76875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460720" y="78534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521420" y="79141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478720" y="79434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00981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070512" y="76582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02781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00981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070512" y="79141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02781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55113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11832" y="76582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56913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455113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611832" y="79141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56913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07699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137698" y="76582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509499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507699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137698" y="79141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509499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61831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679018" y="76582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563631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561831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679018" y="79141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563631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716636" y="76374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716636" y="78933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265728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4265728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807047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807047" y="78933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5332914" y="76374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5332914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874233" y="76374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874233" y="78933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2026-07-20T00:30:52Z</dcterms:modified>
  <cp:category/>
</cp:coreProperties>
</file>