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57095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22106" y="952357"/>
              <a:ext cx="2861683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762189"/>
              <a:ext cx="3157095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22106" y="2762189"/>
              <a:ext cx="2861683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572020"/>
              <a:ext cx="3157095" cy="2424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22106" y="4572020"/>
              <a:ext cx="2861683" cy="2424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42663" y="1185068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69836" y="242661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95508" y="235198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71033" y="246442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448002" y="246134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50341" y="248894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42518" y="233135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46014" y="22435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53531" y="24440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38219" y="252058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75847" y="230954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14429" y="25294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50331" y="246202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69341" y="182092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15820" y="23764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72809" y="245560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11721" y="252358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17984" y="255101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301015" y="236764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37816" y="168760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27866" y="18859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41576" y="254105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12704" y="23254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14030" y="226579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10341" y="227623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65839" y="244813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70865" y="238440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14136" y="187742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305723" y="202246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65452" y="248644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61410" y="225548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99884" y="24997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14815" y="259559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60884" y="232535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89965" y="247530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81943" y="150425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49067" y="25237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09897" y="215939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53202" y="180569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118250" y="122511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60019" y="205311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17966" y="222894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24536" y="208038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65952" y="220143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68497" y="236285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25572" y="227062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16677" y="225522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65357" y="236144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17266" y="235020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17484" y="236869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904143" y="236619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89640" y="232012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40899" y="24659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37641" y="207324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50313" y="209230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14420" y="232262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31538" y="224250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76936" y="214823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905814" y="191033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76131" y="198074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32371" y="183614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47239" y="208132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911266" y="20121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75244" y="243254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21478" y="226032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918975" y="216290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34881" y="222719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07514" y="195540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908096" y="219673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73157" y="205521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41562" y="19385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39166" y="211389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52962" y="208209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496463" y="2242224"/>
              <a:ext cx="2394082" cy="235884"/>
            </a:xfrm>
            <a:custGeom>
              <a:avLst/>
              <a:pathLst>
                <a:path w="2394082" h="235884">
                  <a:moveTo>
                    <a:pt x="0" y="235884"/>
                  </a:moveTo>
                  <a:lnTo>
                    <a:pt x="153736" y="220737"/>
                  </a:lnTo>
                  <a:lnTo>
                    <a:pt x="289340" y="207376"/>
                  </a:lnTo>
                  <a:lnTo>
                    <a:pt x="410643" y="195424"/>
                  </a:lnTo>
                  <a:lnTo>
                    <a:pt x="520375" y="184613"/>
                  </a:lnTo>
                  <a:lnTo>
                    <a:pt x="620552" y="174742"/>
                  </a:lnTo>
                  <a:lnTo>
                    <a:pt x="712706" y="165662"/>
                  </a:lnTo>
                  <a:lnTo>
                    <a:pt x="798027" y="157256"/>
                  </a:lnTo>
                  <a:lnTo>
                    <a:pt x="877459" y="149430"/>
                  </a:lnTo>
                  <a:lnTo>
                    <a:pt x="951763" y="142109"/>
                  </a:lnTo>
                  <a:lnTo>
                    <a:pt x="1021561" y="135232"/>
                  </a:lnTo>
                  <a:lnTo>
                    <a:pt x="1087368" y="128748"/>
                  </a:lnTo>
                  <a:lnTo>
                    <a:pt x="1149616" y="122615"/>
                  </a:lnTo>
                  <a:lnTo>
                    <a:pt x="1208670" y="116796"/>
                  </a:lnTo>
                  <a:lnTo>
                    <a:pt x="1264843" y="111261"/>
                  </a:lnTo>
                  <a:lnTo>
                    <a:pt x="1318402" y="105984"/>
                  </a:lnTo>
                  <a:lnTo>
                    <a:pt x="1369580" y="100942"/>
                  </a:lnTo>
                  <a:lnTo>
                    <a:pt x="1418579" y="96114"/>
                  </a:lnTo>
                  <a:lnTo>
                    <a:pt x="1465578" y="91483"/>
                  </a:lnTo>
                  <a:lnTo>
                    <a:pt x="1510733" y="87034"/>
                  </a:lnTo>
                  <a:lnTo>
                    <a:pt x="1554184" y="82753"/>
                  </a:lnTo>
                  <a:lnTo>
                    <a:pt x="1596054" y="78628"/>
                  </a:lnTo>
                  <a:lnTo>
                    <a:pt x="1636455" y="74647"/>
                  </a:lnTo>
                  <a:lnTo>
                    <a:pt x="1675487" y="70801"/>
                  </a:lnTo>
                  <a:lnTo>
                    <a:pt x="1713238" y="67082"/>
                  </a:lnTo>
                  <a:lnTo>
                    <a:pt x="1749790" y="63480"/>
                  </a:lnTo>
                  <a:lnTo>
                    <a:pt x="1785218" y="59990"/>
                  </a:lnTo>
                  <a:lnTo>
                    <a:pt x="1819588" y="56603"/>
                  </a:lnTo>
                  <a:lnTo>
                    <a:pt x="1852962" y="53315"/>
                  </a:lnTo>
                  <a:lnTo>
                    <a:pt x="1885395" y="50119"/>
                  </a:lnTo>
                  <a:lnTo>
                    <a:pt x="1916940" y="47011"/>
                  </a:lnTo>
                  <a:lnTo>
                    <a:pt x="1947643" y="43986"/>
                  </a:lnTo>
                  <a:lnTo>
                    <a:pt x="1977549" y="41040"/>
                  </a:lnTo>
                  <a:lnTo>
                    <a:pt x="2006698" y="38168"/>
                  </a:lnTo>
                  <a:lnTo>
                    <a:pt x="2035127" y="35367"/>
                  </a:lnTo>
                  <a:lnTo>
                    <a:pt x="2062871" y="32633"/>
                  </a:lnTo>
                  <a:lnTo>
                    <a:pt x="2089961" y="29964"/>
                  </a:lnTo>
                  <a:lnTo>
                    <a:pt x="2116429" y="27356"/>
                  </a:lnTo>
                  <a:lnTo>
                    <a:pt x="2142303" y="24807"/>
                  </a:lnTo>
                  <a:lnTo>
                    <a:pt x="2167607" y="22314"/>
                  </a:lnTo>
                  <a:lnTo>
                    <a:pt x="2192368" y="19874"/>
                  </a:lnTo>
                  <a:lnTo>
                    <a:pt x="2216607" y="17486"/>
                  </a:lnTo>
                  <a:lnTo>
                    <a:pt x="2240346" y="15147"/>
                  </a:lnTo>
                  <a:lnTo>
                    <a:pt x="2263605" y="12855"/>
                  </a:lnTo>
                  <a:lnTo>
                    <a:pt x="2286404" y="10609"/>
                  </a:lnTo>
                  <a:lnTo>
                    <a:pt x="2308761" y="8406"/>
                  </a:lnTo>
                  <a:lnTo>
                    <a:pt x="2330691" y="6245"/>
                  </a:lnTo>
                  <a:lnTo>
                    <a:pt x="2352211" y="4125"/>
                  </a:lnTo>
                  <a:lnTo>
                    <a:pt x="2373337" y="2043"/>
                  </a:lnTo>
                  <a:lnTo>
                    <a:pt x="239408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496463" y="2178320"/>
              <a:ext cx="2394082" cy="337477"/>
            </a:xfrm>
            <a:custGeom>
              <a:avLst/>
              <a:pathLst>
                <a:path w="2394082" h="337477">
                  <a:moveTo>
                    <a:pt x="0" y="337477"/>
                  </a:moveTo>
                  <a:lnTo>
                    <a:pt x="153736" y="315806"/>
                  </a:lnTo>
                  <a:lnTo>
                    <a:pt x="289340" y="296691"/>
                  </a:lnTo>
                  <a:lnTo>
                    <a:pt x="410643" y="279592"/>
                  </a:lnTo>
                  <a:lnTo>
                    <a:pt x="520375" y="264123"/>
                  </a:lnTo>
                  <a:lnTo>
                    <a:pt x="620552" y="250002"/>
                  </a:lnTo>
                  <a:lnTo>
                    <a:pt x="712706" y="237012"/>
                  </a:lnTo>
                  <a:lnTo>
                    <a:pt x="798027" y="224985"/>
                  </a:lnTo>
                  <a:lnTo>
                    <a:pt x="877459" y="213788"/>
                  </a:lnTo>
                  <a:lnTo>
                    <a:pt x="951763" y="203314"/>
                  </a:lnTo>
                  <a:lnTo>
                    <a:pt x="1021561" y="193475"/>
                  </a:lnTo>
                  <a:lnTo>
                    <a:pt x="1087368" y="184198"/>
                  </a:lnTo>
                  <a:lnTo>
                    <a:pt x="1149616" y="175424"/>
                  </a:lnTo>
                  <a:lnTo>
                    <a:pt x="1208670" y="167099"/>
                  </a:lnTo>
                  <a:lnTo>
                    <a:pt x="1264843" y="159181"/>
                  </a:lnTo>
                  <a:lnTo>
                    <a:pt x="1318402" y="151631"/>
                  </a:lnTo>
                  <a:lnTo>
                    <a:pt x="1369580" y="144417"/>
                  </a:lnTo>
                  <a:lnTo>
                    <a:pt x="1418579" y="137510"/>
                  </a:lnTo>
                  <a:lnTo>
                    <a:pt x="1465578" y="130884"/>
                  </a:lnTo>
                  <a:lnTo>
                    <a:pt x="1510733" y="124519"/>
                  </a:lnTo>
                  <a:lnTo>
                    <a:pt x="1554184" y="118394"/>
                  </a:lnTo>
                  <a:lnTo>
                    <a:pt x="1596054" y="112492"/>
                  </a:lnTo>
                  <a:lnTo>
                    <a:pt x="1636455" y="106797"/>
                  </a:lnTo>
                  <a:lnTo>
                    <a:pt x="1675487" y="101295"/>
                  </a:lnTo>
                  <a:lnTo>
                    <a:pt x="1713238" y="95974"/>
                  </a:lnTo>
                  <a:lnTo>
                    <a:pt x="1749790" y="90821"/>
                  </a:lnTo>
                  <a:lnTo>
                    <a:pt x="1785218" y="85827"/>
                  </a:lnTo>
                  <a:lnTo>
                    <a:pt x="1819588" y="80982"/>
                  </a:lnTo>
                  <a:lnTo>
                    <a:pt x="1852962" y="76278"/>
                  </a:lnTo>
                  <a:lnTo>
                    <a:pt x="1885395" y="71706"/>
                  </a:lnTo>
                  <a:lnTo>
                    <a:pt x="1916940" y="67259"/>
                  </a:lnTo>
                  <a:lnTo>
                    <a:pt x="1947643" y="62931"/>
                  </a:lnTo>
                  <a:lnTo>
                    <a:pt x="1977549" y="58715"/>
                  </a:lnTo>
                  <a:lnTo>
                    <a:pt x="2006698" y="54606"/>
                  </a:lnTo>
                  <a:lnTo>
                    <a:pt x="2035127" y="50599"/>
                  </a:lnTo>
                  <a:lnTo>
                    <a:pt x="2062871" y="46688"/>
                  </a:lnTo>
                  <a:lnTo>
                    <a:pt x="2089961" y="42869"/>
                  </a:lnTo>
                  <a:lnTo>
                    <a:pt x="2116429" y="39138"/>
                  </a:lnTo>
                  <a:lnTo>
                    <a:pt x="2142303" y="35491"/>
                  </a:lnTo>
                  <a:lnTo>
                    <a:pt x="2167607" y="31924"/>
                  </a:lnTo>
                  <a:lnTo>
                    <a:pt x="2192368" y="28434"/>
                  </a:lnTo>
                  <a:lnTo>
                    <a:pt x="2216607" y="25017"/>
                  </a:lnTo>
                  <a:lnTo>
                    <a:pt x="2240346" y="21671"/>
                  </a:lnTo>
                  <a:lnTo>
                    <a:pt x="2263605" y="18392"/>
                  </a:lnTo>
                  <a:lnTo>
                    <a:pt x="2286404" y="15178"/>
                  </a:lnTo>
                  <a:lnTo>
                    <a:pt x="2308761" y="12027"/>
                  </a:lnTo>
                  <a:lnTo>
                    <a:pt x="2330691" y="8935"/>
                  </a:lnTo>
                  <a:lnTo>
                    <a:pt x="2352211" y="5902"/>
                  </a:lnTo>
                  <a:lnTo>
                    <a:pt x="2373337" y="2924"/>
                  </a:lnTo>
                  <a:lnTo>
                    <a:pt x="239408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496463" y="2399279"/>
              <a:ext cx="2394082" cy="118991"/>
            </a:xfrm>
            <a:custGeom>
              <a:avLst/>
              <a:pathLst>
                <a:path w="2394082" h="118991">
                  <a:moveTo>
                    <a:pt x="0" y="118991"/>
                  </a:moveTo>
                  <a:lnTo>
                    <a:pt x="153736" y="111350"/>
                  </a:lnTo>
                  <a:lnTo>
                    <a:pt x="289340" y="104610"/>
                  </a:lnTo>
                  <a:lnTo>
                    <a:pt x="410643" y="98581"/>
                  </a:lnTo>
                  <a:lnTo>
                    <a:pt x="520375" y="93128"/>
                  </a:lnTo>
                  <a:lnTo>
                    <a:pt x="620552" y="88148"/>
                  </a:lnTo>
                  <a:lnTo>
                    <a:pt x="712706" y="83568"/>
                  </a:lnTo>
                  <a:lnTo>
                    <a:pt x="798027" y="79327"/>
                  </a:lnTo>
                  <a:lnTo>
                    <a:pt x="877459" y="75379"/>
                  </a:lnTo>
                  <a:lnTo>
                    <a:pt x="951763" y="71686"/>
                  </a:lnTo>
                  <a:lnTo>
                    <a:pt x="1021561" y="68217"/>
                  </a:lnTo>
                  <a:lnTo>
                    <a:pt x="1087368" y="64947"/>
                  </a:lnTo>
                  <a:lnTo>
                    <a:pt x="1149616" y="61853"/>
                  </a:lnTo>
                  <a:lnTo>
                    <a:pt x="1208670" y="58917"/>
                  </a:lnTo>
                  <a:lnTo>
                    <a:pt x="1264843" y="56126"/>
                  </a:lnTo>
                  <a:lnTo>
                    <a:pt x="1318402" y="53464"/>
                  </a:lnTo>
                  <a:lnTo>
                    <a:pt x="1369580" y="50920"/>
                  </a:lnTo>
                  <a:lnTo>
                    <a:pt x="1418579" y="48484"/>
                  </a:lnTo>
                  <a:lnTo>
                    <a:pt x="1465578" y="46149"/>
                  </a:lnTo>
                  <a:lnTo>
                    <a:pt x="1510733" y="43904"/>
                  </a:lnTo>
                  <a:lnTo>
                    <a:pt x="1554184" y="41745"/>
                  </a:lnTo>
                  <a:lnTo>
                    <a:pt x="1596054" y="39663"/>
                  </a:lnTo>
                  <a:lnTo>
                    <a:pt x="1636455" y="37655"/>
                  </a:lnTo>
                  <a:lnTo>
                    <a:pt x="1675487" y="35716"/>
                  </a:lnTo>
                  <a:lnTo>
                    <a:pt x="1713238" y="33839"/>
                  </a:lnTo>
                  <a:lnTo>
                    <a:pt x="1749790" y="32022"/>
                  </a:lnTo>
                  <a:lnTo>
                    <a:pt x="1785218" y="30262"/>
                  </a:lnTo>
                  <a:lnTo>
                    <a:pt x="1819588" y="28553"/>
                  </a:lnTo>
                  <a:lnTo>
                    <a:pt x="1852962" y="26895"/>
                  </a:lnTo>
                  <a:lnTo>
                    <a:pt x="1885395" y="25283"/>
                  </a:lnTo>
                  <a:lnTo>
                    <a:pt x="1916940" y="23715"/>
                  </a:lnTo>
                  <a:lnTo>
                    <a:pt x="1947643" y="22189"/>
                  </a:lnTo>
                  <a:lnTo>
                    <a:pt x="1977549" y="20702"/>
                  </a:lnTo>
                  <a:lnTo>
                    <a:pt x="2006698" y="19253"/>
                  </a:lnTo>
                  <a:lnTo>
                    <a:pt x="2035127" y="17840"/>
                  </a:lnTo>
                  <a:lnTo>
                    <a:pt x="2062871" y="16462"/>
                  </a:lnTo>
                  <a:lnTo>
                    <a:pt x="2089961" y="15115"/>
                  </a:lnTo>
                  <a:lnTo>
                    <a:pt x="2116429" y="13800"/>
                  </a:lnTo>
                  <a:lnTo>
                    <a:pt x="2142303" y="12514"/>
                  </a:lnTo>
                  <a:lnTo>
                    <a:pt x="2167607" y="11256"/>
                  </a:lnTo>
                  <a:lnTo>
                    <a:pt x="2192368" y="10025"/>
                  </a:lnTo>
                  <a:lnTo>
                    <a:pt x="2216607" y="8820"/>
                  </a:lnTo>
                  <a:lnTo>
                    <a:pt x="2240346" y="7641"/>
                  </a:lnTo>
                  <a:lnTo>
                    <a:pt x="2263605" y="6485"/>
                  </a:lnTo>
                  <a:lnTo>
                    <a:pt x="2286404" y="5351"/>
                  </a:lnTo>
                  <a:lnTo>
                    <a:pt x="2308761" y="4240"/>
                  </a:lnTo>
                  <a:lnTo>
                    <a:pt x="2330691" y="3150"/>
                  </a:lnTo>
                  <a:lnTo>
                    <a:pt x="2352211" y="2081"/>
                  </a:lnTo>
                  <a:lnTo>
                    <a:pt x="2373337" y="1031"/>
                  </a:lnTo>
                  <a:lnTo>
                    <a:pt x="239408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496463" y="2000994"/>
              <a:ext cx="2394082" cy="337356"/>
            </a:xfrm>
            <a:custGeom>
              <a:avLst/>
              <a:pathLst>
                <a:path w="2394082" h="337356">
                  <a:moveTo>
                    <a:pt x="0" y="337356"/>
                  </a:moveTo>
                  <a:lnTo>
                    <a:pt x="153736" y="315692"/>
                  </a:lnTo>
                  <a:lnTo>
                    <a:pt x="289340" y="296584"/>
                  </a:lnTo>
                  <a:lnTo>
                    <a:pt x="410643" y="279491"/>
                  </a:lnTo>
                  <a:lnTo>
                    <a:pt x="520375" y="264028"/>
                  </a:lnTo>
                  <a:lnTo>
                    <a:pt x="620552" y="249912"/>
                  </a:lnTo>
                  <a:lnTo>
                    <a:pt x="712706" y="236926"/>
                  </a:lnTo>
                  <a:lnTo>
                    <a:pt x="798027" y="224904"/>
                  </a:lnTo>
                  <a:lnTo>
                    <a:pt x="877459" y="213711"/>
                  </a:lnTo>
                  <a:lnTo>
                    <a:pt x="951763" y="203240"/>
                  </a:lnTo>
                  <a:lnTo>
                    <a:pt x="1021561" y="193405"/>
                  </a:lnTo>
                  <a:lnTo>
                    <a:pt x="1087368" y="184132"/>
                  </a:lnTo>
                  <a:lnTo>
                    <a:pt x="1149616" y="175360"/>
                  </a:lnTo>
                  <a:lnTo>
                    <a:pt x="1208670" y="167039"/>
                  </a:lnTo>
                  <a:lnTo>
                    <a:pt x="1264843" y="159123"/>
                  </a:lnTo>
                  <a:lnTo>
                    <a:pt x="1318402" y="151576"/>
                  </a:lnTo>
                  <a:lnTo>
                    <a:pt x="1369580" y="144365"/>
                  </a:lnTo>
                  <a:lnTo>
                    <a:pt x="1418579" y="137460"/>
                  </a:lnTo>
                  <a:lnTo>
                    <a:pt x="1465578" y="130837"/>
                  </a:lnTo>
                  <a:lnTo>
                    <a:pt x="1510733" y="124474"/>
                  </a:lnTo>
                  <a:lnTo>
                    <a:pt x="1554184" y="118352"/>
                  </a:lnTo>
                  <a:lnTo>
                    <a:pt x="1596054" y="112452"/>
                  </a:lnTo>
                  <a:lnTo>
                    <a:pt x="1636455" y="106759"/>
                  </a:lnTo>
                  <a:lnTo>
                    <a:pt x="1675487" y="101259"/>
                  </a:lnTo>
                  <a:lnTo>
                    <a:pt x="1713238" y="95939"/>
                  </a:lnTo>
                  <a:lnTo>
                    <a:pt x="1749790" y="90788"/>
                  </a:lnTo>
                  <a:lnTo>
                    <a:pt x="1785218" y="85796"/>
                  </a:lnTo>
                  <a:lnTo>
                    <a:pt x="1819588" y="80953"/>
                  </a:lnTo>
                  <a:lnTo>
                    <a:pt x="1852962" y="76250"/>
                  </a:lnTo>
                  <a:lnTo>
                    <a:pt x="1885395" y="71680"/>
                  </a:lnTo>
                  <a:lnTo>
                    <a:pt x="1916940" y="67235"/>
                  </a:lnTo>
                  <a:lnTo>
                    <a:pt x="1947643" y="62908"/>
                  </a:lnTo>
                  <a:lnTo>
                    <a:pt x="1977549" y="58694"/>
                  </a:lnTo>
                  <a:lnTo>
                    <a:pt x="2006698" y="54587"/>
                  </a:lnTo>
                  <a:lnTo>
                    <a:pt x="2035127" y="50581"/>
                  </a:lnTo>
                  <a:lnTo>
                    <a:pt x="2062871" y="46671"/>
                  </a:lnTo>
                  <a:lnTo>
                    <a:pt x="2089961" y="42854"/>
                  </a:lnTo>
                  <a:lnTo>
                    <a:pt x="2116429" y="39124"/>
                  </a:lnTo>
                  <a:lnTo>
                    <a:pt x="2142303" y="35478"/>
                  </a:lnTo>
                  <a:lnTo>
                    <a:pt x="2167607" y="31913"/>
                  </a:lnTo>
                  <a:lnTo>
                    <a:pt x="2192368" y="28424"/>
                  </a:lnTo>
                  <a:lnTo>
                    <a:pt x="2216607" y="25008"/>
                  </a:lnTo>
                  <a:lnTo>
                    <a:pt x="2240346" y="21663"/>
                  </a:lnTo>
                  <a:lnTo>
                    <a:pt x="2263605" y="18385"/>
                  </a:lnTo>
                  <a:lnTo>
                    <a:pt x="2286404" y="15173"/>
                  </a:lnTo>
                  <a:lnTo>
                    <a:pt x="2308761" y="12022"/>
                  </a:lnTo>
                  <a:lnTo>
                    <a:pt x="2330691" y="8932"/>
                  </a:lnTo>
                  <a:lnTo>
                    <a:pt x="2352211" y="5900"/>
                  </a:lnTo>
                  <a:lnTo>
                    <a:pt x="2373337" y="2923"/>
                  </a:lnTo>
                  <a:lnTo>
                    <a:pt x="239408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496463" y="2225822"/>
              <a:ext cx="2394082" cy="298718"/>
            </a:xfrm>
            <a:custGeom>
              <a:avLst/>
              <a:pathLst>
                <a:path w="2394082" h="298718">
                  <a:moveTo>
                    <a:pt x="0" y="298718"/>
                  </a:moveTo>
                  <a:lnTo>
                    <a:pt x="153736" y="279536"/>
                  </a:lnTo>
                  <a:lnTo>
                    <a:pt x="289340" y="262616"/>
                  </a:lnTo>
                  <a:lnTo>
                    <a:pt x="410643" y="247480"/>
                  </a:lnTo>
                  <a:lnTo>
                    <a:pt x="520375" y="233789"/>
                  </a:lnTo>
                  <a:lnTo>
                    <a:pt x="620552" y="221289"/>
                  </a:lnTo>
                  <a:lnTo>
                    <a:pt x="712706" y="209791"/>
                  </a:lnTo>
                  <a:lnTo>
                    <a:pt x="798027" y="199145"/>
                  </a:lnTo>
                  <a:lnTo>
                    <a:pt x="877459" y="189234"/>
                  </a:lnTo>
                  <a:lnTo>
                    <a:pt x="951763" y="179963"/>
                  </a:lnTo>
                  <a:lnTo>
                    <a:pt x="1021561" y="171254"/>
                  </a:lnTo>
                  <a:lnTo>
                    <a:pt x="1087368" y="163043"/>
                  </a:lnTo>
                  <a:lnTo>
                    <a:pt x="1149616" y="155276"/>
                  </a:lnTo>
                  <a:lnTo>
                    <a:pt x="1208670" y="147908"/>
                  </a:lnTo>
                  <a:lnTo>
                    <a:pt x="1264843" y="140899"/>
                  </a:lnTo>
                  <a:lnTo>
                    <a:pt x="1318402" y="134216"/>
                  </a:lnTo>
                  <a:lnTo>
                    <a:pt x="1369580" y="127830"/>
                  </a:lnTo>
                  <a:lnTo>
                    <a:pt x="1418579" y="121716"/>
                  </a:lnTo>
                  <a:lnTo>
                    <a:pt x="1465578" y="115852"/>
                  </a:lnTo>
                  <a:lnTo>
                    <a:pt x="1510733" y="110218"/>
                  </a:lnTo>
                  <a:lnTo>
                    <a:pt x="1554184" y="104797"/>
                  </a:lnTo>
                  <a:lnTo>
                    <a:pt x="1596054" y="99572"/>
                  </a:lnTo>
                  <a:lnTo>
                    <a:pt x="1636455" y="94531"/>
                  </a:lnTo>
                  <a:lnTo>
                    <a:pt x="1675487" y="89661"/>
                  </a:lnTo>
                  <a:lnTo>
                    <a:pt x="1713238" y="84951"/>
                  </a:lnTo>
                  <a:lnTo>
                    <a:pt x="1749790" y="80390"/>
                  </a:lnTo>
                  <a:lnTo>
                    <a:pt x="1785218" y="75970"/>
                  </a:lnTo>
                  <a:lnTo>
                    <a:pt x="1819588" y="71681"/>
                  </a:lnTo>
                  <a:lnTo>
                    <a:pt x="1852962" y="67517"/>
                  </a:lnTo>
                  <a:lnTo>
                    <a:pt x="1885395" y="63470"/>
                  </a:lnTo>
                  <a:lnTo>
                    <a:pt x="1916940" y="59534"/>
                  </a:lnTo>
                  <a:lnTo>
                    <a:pt x="1947643" y="55703"/>
                  </a:lnTo>
                  <a:lnTo>
                    <a:pt x="1977549" y="51972"/>
                  </a:lnTo>
                  <a:lnTo>
                    <a:pt x="2006698" y="48335"/>
                  </a:lnTo>
                  <a:lnTo>
                    <a:pt x="2035127" y="44788"/>
                  </a:lnTo>
                  <a:lnTo>
                    <a:pt x="2062871" y="41326"/>
                  </a:lnTo>
                  <a:lnTo>
                    <a:pt x="2089961" y="37946"/>
                  </a:lnTo>
                  <a:lnTo>
                    <a:pt x="2116429" y="34643"/>
                  </a:lnTo>
                  <a:lnTo>
                    <a:pt x="2142303" y="31415"/>
                  </a:lnTo>
                  <a:lnTo>
                    <a:pt x="2167607" y="28258"/>
                  </a:lnTo>
                  <a:lnTo>
                    <a:pt x="2192368" y="25168"/>
                  </a:lnTo>
                  <a:lnTo>
                    <a:pt x="2216607" y="22144"/>
                  </a:lnTo>
                  <a:lnTo>
                    <a:pt x="2240346" y="19182"/>
                  </a:lnTo>
                  <a:lnTo>
                    <a:pt x="2263605" y="16280"/>
                  </a:lnTo>
                  <a:lnTo>
                    <a:pt x="2286404" y="13435"/>
                  </a:lnTo>
                  <a:lnTo>
                    <a:pt x="2308761" y="10645"/>
                  </a:lnTo>
                  <a:lnTo>
                    <a:pt x="2330691" y="7909"/>
                  </a:lnTo>
                  <a:lnTo>
                    <a:pt x="2352211" y="5224"/>
                  </a:lnTo>
                  <a:lnTo>
                    <a:pt x="2373337" y="2588"/>
                  </a:lnTo>
                  <a:lnTo>
                    <a:pt x="239408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96463" y="1936573"/>
              <a:ext cx="2394082" cy="144650"/>
            </a:xfrm>
            <a:custGeom>
              <a:avLst/>
              <a:pathLst>
                <a:path w="2394082" h="144650">
                  <a:moveTo>
                    <a:pt x="0" y="144650"/>
                  </a:moveTo>
                  <a:lnTo>
                    <a:pt x="153736" y="135362"/>
                  </a:lnTo>
                  <a:lnTo>
                    <a:pt x="289340" y="127168"/>
                  </a:lnTo>
                  <a:lnTo>
                    <a:pt x="410643" y="119839"/>
                  </a:lnTo>
                  <a:lnTo>
                    <a:pt x="520375" y="113209"/>
                  </a:lnTo>
                  <a:lnTo>
                    <a:pt x="620552" y="107156"/>
                  </a:lnTo>
                  <a:lnTo>
                    <a:pt x="712706" y="101589"/>
                  </a:lnTo>
                  <a:lnTo>
                    <a:pt x="798027" y="96433"/>
                  </a:lnTo>
                  <a:lnTo>
                    <a:pt x="877459" y="91634"/>
                  </a:lnTo>
                  <a:lnTo>
                    <a:pt x="951763" y="87145"/>
                  </a:lnTo>
                  <a:lnTo>
                    <a:pt x="1021561" y="82927"/>
                  </a:lnTo>
                  <a:lnTo>
                    <a:pt x="1087368" y="78951"/>
                  </a:lnTo>
                  <a:lnTo>
                    <a:pt x="1149616" y="75190"/>
                  </a:lnTo>
                  <a:lnTo>
                    <a:pt x="1208670" y="71622"/>
                  </a:lnTo>
                  <a:lnTo>
                    <a:pt x="1264843" y="68228"/>
                  </a:lnTo>
                  <a:lnTo>
                    <a:pt x="1318402" y="64992"/>
                  </a:lnTo>
                  <a:lnTo>
                    <a:pt x="1369580" y="61900"/>
                  </a:lnTo>
                  <a:lnTo>
                    <a:pt x="1418579" y="58940"/>
                  </a:lnTo>
                  <a:lnTo>
                    <a:pt x="1465578" y="56100"/>
                  </a:lnTo>
                  <a:lnTo>
                    <a:pt x="1510733" y="53372"/>
                  </a:lnTo>
                  <a:lnTo>
                    <a:pt x="1554184" y="50746"/>
                  </a:lnTo>
                  <a:lnTo>
                    <a:pt x="1596054" y="48216"/>
                  </a:lnTo>
                  <a:lnTo>
                    <a:pt x="1636455" y="45775"/>
                  </a:lnTo>
                  <a:lnTo>
                    <a:pt x="1675487" y="43417"/>
                  </a:lnTo>
                  <a:lnTo>
                    <a:pt x="1713238" y="41136"/>
                  </a:lnTo>
                  <a:lnTo>
                    <a:pt x="1749790" y="38928"/>
                  </a:lnTo>
                  <a:lnTo>
                    <a:pt x="1785218" y="36787"/>
                  </a:lnTo>
                  <a:lnTo>
                    <a:pt x="1819588" y="34711"/>
                  </a:lnTo>
                  <a:lnTo>
                    <a:pt x="1852962" y="32694"/>
                  </a:lnTo>
                  <a:lnTo>
                    <a:pt x="1885395" y="30734"/>
                  </a:lnTo>
                  <a:lnTo>
                    <a:pt x="1916940" y="28828"/>
                  </a:lnTo>
                  <a:lnTo>
                    <a:pt x="1947643" y="26973"/>
                  </a:lnTo>
                  <a:lnTo>
                    <a:pt x="1977549" y="25166"/>
                  </a:lnTo>
                  <a:lnTo>
                    <a:pt x="2006698" y="23405"/>
                  </a:lnTo>
                  <a:lnTo>
                    <a:pt x="2035127" y="21688"/>
                  </a:lnTo>
                  <a:lnTo>
                    <a:pt x="2062871" y="20011"/>
                  </a:lnTo>
                  <a:lnTo>
                    <a:pt x="2089961" y="18375"/>
                  </a:lnTo>
                  <a:lnTo>
                    <a:pt x="2116429" y="16775"/>
                  </a:lnTo>
                  <a:lnTo>
                    <a:pt x="2142303" y="15212"/>
                  </a:lnTo>
                  <a:lnTo>
                    <a:pt x="2167607" y="13683"/>
                  </a:lnTo>
                  <a:lnTo>
                    <a:pt x="2192368" y="12187"/>
                  </a:lnTo>
                  <a:lnTo>
                    <a:pt x="2216607" y="10723"/>
                  </a:lnTo>
                  <a:lnTo>
                    <a:pt x="2240346" y="9288"/>
                  </a:lnTo>
                  <a:lnTo>
                    <a:pt x="2263605" y="7883"/>
                  </a:lnTo>
                  <a:lnTo>
                    <a:pt x="2286404" y="6505"/>
                  </a:lnTo>
                  <a:lnTo>
                    <a:pt x="2308761" y="5155"/>
                  </a:lnTo>
                  <a:lnTo>
                    <a:pt x="2330691" y="3830"/>
                  </a:lnTo>
                  <a:lnTo>
                    <a:pt x="2352211" y="2529"/>
                  </a:lnTo>
                  <a:lnTo>
                    <a:pt x="2373337" y="1253"/>
                  </a:lnTo>
                  <a:lnTo>
                    <a:pt x="239408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96463" y="2021260"/>
              <a:ext cx="2394082" cy="143738"/>
            </a:xfrm>
            <a:custGeom>
              <a:avLst/>
              <a:pathLst>
                <a:path w="2394082" h="143738">
                  <a:moveTo>
                    <a:pt x="0" y="143738"/>
                  </a:moveTo>
                  <a:lnTo>
                    <a:pt x="153736" y="134508"/>
                  </a:lnTo>
                  <a:lnTo>
                    <a:pt x="289340" y="126366"/>
                  </a:lnTo>
                  <a:lnTo>
                    <a:pt x="410643" y="119083"/>
                  </a:lnTo>
                  <a:lnTo>
                    <a:pt x="520375" y="112495"/>
                  </a:lnTo>
                  <a:lnTo>
                    <a:pt x="620552" y="106481"/>
                  </a:lnTo>
                  <a:lnTo>
                    <a:pt x="712706" y="100948"/>
                  </a:lnTo>
                  <a:lnTo>
                    <a:pt x="798027" y="95825"/>
                  </a:lnTo>
                  <a:lnTo>
                    <a:pt x="877459" y="91056"/>
                  </a:lnTo>
                  <a:lnTo>
                    <a:pt x="951763" y="86595"/>
                  </a:lnTo>
                  <a:lnTo>
                    <a:pt x="1021561" y="82404"/>
                  </a:lnTo>
                  <a:lnTo>
                    <a:pt x="1087368" y="78453"/>
                  </a:lnTo>
                  <a:lnTo>
                    <a:pt x="1149616" y="74716"/>
                  </a:lnTo>
                  <a:lnTo>
                    <a:pt x="1208670" y="71171"/>
                  </a:lnTo>
                  <a:lnTo>
                    <a:pt x="1264843" y="67798"/>
                  </a:lnTo>
                  <a:lnTo>
                    <a:pt x="1318402" y="64582"/>
                  </a:lnTo>
                  <a:lnTo>
                    <a:pt x="1369580" y="61510"/>
                  </a:lnTo>
                  <a:lnTo>
                    <a:pt x="1418579" y="58568"/>
                  </a:lnTo>
                  <a:lnTo>
                    <a:pt x="1465578" y="55746"/>
                  </a:lnTo>
                  <a:lnTo>
                    <a:pt x="1510733" y="53035"/>
                  </a:lnTo>
                  <a:lnTo>
                    <a:pt x="1554184" y="50426"/>
                  </a:lnTo>
                  <a:lnTo>
                    <a:pt x="1596054" y="47912"/>
                  </a:lnTo>
                  <a:lnTo>
                    <a:pt x="1636455" y="45487"/>
                  </a:lnTo>
                  <a:lnTo>
                    <a:pt x="1675487" y="43143"/>
                  </a:lnTo>
                  <a:lnTo>
                    <a:pt x="1713238" y="40877"/>
                  </a:lnTo>
                  <a:lnTo>
                    <a:pt x="1749790" y="38682"/>
                  </a:lnTo>
                  <a:lnTo>
                    <a:pt x="1785218" y="36555"/>
                  </a:lnTo>
                  <a:lnTo>
                    <a:pt x="1819588" y="34492"/>
                  </a:lnTo>
                  <a:lnTo>
                    <a:pt x="1852962" y="32488"/>
                  </a:lnTo>
                  <a:lnTo>
                    <a:pt x="1885395" y="30541"/>
                  </a:lnTo>
                  <a:lnTo>
                    <a:pt x="1916940" y="28647"/>
                  </a:lnTo>
                  <a:lnTo>
                    <a:pt x="1947643" y="26803"/>
                  </a:lnTo>
                  <a:lnTo>
                    <a:pt x="1977549" y="25008"/>
                  </a:lnTo>
                  <a:lnTo>
                    <a:pt x="2006698" y="23258"/>
                  </a:lnTo>
                  <a:lnTo>
                    <a:pt x="2035127" y="21551"/>
                  </a:lnTo>
                  <a:lnTo>
                    <a:pt x="2062871" y="19885"/>
                  </a:lnTo>
                  <a:lnTo>
                    <a:pt x="2089961" y="18259"/>
                  </a:lnTo>
                  <a:lnTo>
                    <a:pt x="2116429" y="16669"/>
                  </a:lnTo>
                  <a:lnTo>
                    <a:pt x="2142303" y="15116"/>
                  </a:lnTo>
                  <a:lnTo>
                    <a:pt x="2167607" y="13597"/>
                  </a:lnTo>
                  <a:lnTo>
                    <a:pt x="2192368" y="12110"/>
                  </a:lnTo>
                  <a:lnTo>
                    <a:pt x="2216607" y="10655"/>
                  </a:lnTo>
                  <a:lnTo>
                    <a:pt x="2240346" y="9230"/>
                  </a:lnTo>
                  <a:lnTo>
                    <a:pt x="2263605" y="7833"/>
                  </a:lnTo>
                  <a:lnTo>
                    <a:pt x="2286404" y="6464"/>
                  </a:lnTo>
                  <a:lnTo>
                    <a:pt x="2308761" y="5122"/>
                  </a:lnTo>
                  <a:lnTo>
                    <a:pt x="2330691" y="3805"/>
                  </a:lnTo>
                  <a:lnTo>
                    <a:pt x="2352211" y="2513"/>
                  </a:lnTo>
                  <a:lnTo>
                    <a:pt x="2373337" y="1245"/>
                  </a:lnTo>
                  <a:lnTo>
                    <a:pt x="239408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96463" y="2231058"/>
              <a:ext cx="2394082" cy="208892"/>
            </a:xfrm>
            <a:custGeom>
              <a:avLst/>
              <a:pathLst>
                <a:path w="2394082" h="208892">
                  <a:moveTo>
                    <a:pt x="0" y="208892"/>
                  </a:moveTo>
                  <a:lnTo>
                    <a:pt x="153736" y="195478"/>
                  </a:lnTo>
                  <a:lnTo>
                    <a:pt x="289340" y="183646"/>
                  </a:lnTo>
                  <a:lnTo>
                    <a:pt x="410643" y="173062"/>
                  </a:lnTo>
                  <a:lnTo>
                    <a:pt x="520375" y="163487"/>
                  </a:lnTo>
                  <a:lnTo>
                    <a:pt x="620552" y="154747"/>
                  </a:lnTo>
                  <a:lnTo>
                    <a:pt x="712706" y="146706"/>
                  </a:lnTo>
                  <a:lnTo>
                    <a:pt x="798027" y="139261"/>
                  </a:lnTo>
                  <a:lnTo>
                    <a:pt x="877459" y="132330"/>
                  </a:lnTo>
                  <a:lnTo>
                    <a:pt x="951763" y="125847"/>
                  </a:lnTo>
                  <a:lnTo>
                    <a:pt x="1021561" y="119757"/>
                  </a:lnTo>
                  <a:lnTo>
                    <a:pt x="1087368" y="114015"/>
                  </a:lnTo>
                  <a:lnTo>
                    <a:pt x="1149616" y="108584"/>
                  </a:lnTo>
                  <a:lnTo>
                    <a:pt x="1208670" y="103431"/>
                  </a:lnTo>
                  <a:lnTo>
                    <a:pt x="1264843" y="98530"/>
                  </a:lnTo>
                  <a:lnTo>
                    <a:pt x="1318402" y="93857"/>
                  </a:lnTo>
                  <a:lnTo>
                    <a:pt x="1369580" y="89391"/>
                  </a:lnTo>
                  <a:lnTo>
                    <a:pt x="1418579" y="85116"/>
                  </a:lnTo>
                  <a:lnTo>
                    <a:pt x="1465578" y="81015"/>
                  </a:lnTo>
                  <a:lnTo>
                    <a:pt x="1510733" y="77075"/>
                  </a:lnTo>
                  <a:lnTo>
                    <a:pt x="1554184" y="73284"/>
                  </a:lnTo>
                  <a:lnTo>
                    <a:pt x="1596054" y="69630"/>
                  </a:lnTo>
                  <a:lnTo>
                    <a:pt x="1636455" y="66105"/>
                  </a:lnTo>
                  <a:lnTo>
                    <a:pt x="1675487" y="62700"/>
                  </a:lnTo>
                  <a:lnTo>
                    <a:pt x="1713238" y="59406"/>
                  </a:lnTo>
                  <a:lnTo>
                    <a:pt x="1749790" y="56216"/>
                  </a:lnTo>
                  <a:lnTo>
                    <a:pt x="1785218" y="53125"/>
                  </a:lnTo>
                  <a:lnTo>
                    <a:pt x="1819588" y="50126"/>
                  </a:lnTo>
                  <a:lnTo>
                    <a:pt x="1852962" y="47214"/>
                  </a:lnTo>
                  <a:lnTo>
                    <a:pt x="1885395" y="44384"/>
                  </a:lnTo>
                  <a:lnTo>
                    <a:pt x="1916940" y="41632"/>
                  </a:lnTo>
                  <a:lnTo>
                    <a:pt x="1947643" y="38953"/>
                  </a:lnTo>
                  <a:lnTo>
                    <a:pt x="1977549" y="36344"/>
                  </a:lnTo>
                  <a:lnTo>
                    <a:pt x="2006698" y="33800"/>
                  </a:lnTo>
                  <a:lnTo>
                    <a:pt x="2035127" y="31320"/>
                  </a:lnTo>
                  <a:lnTo>
                    <a:pt x="2062871" y="28899"/>
                  </a:lnTo>
                  <a:lnTo>
                    <a:pt x="2089961" y="26535"/>
                  </a:lnTo>
                  <a:lnTo>
                    <a:pt x="2116429" y="24226"/>
                  </a:lnTo>
                  <a:lnTo>
                    <a:pt x="2142303" y="21968"/>
                  </a:lnTo>
                  <a:lnTo>
                    <a:pt x="2167607" y="19760"/>
                  </a:lnTo>
                  <a:lnTo>
                    <a:pt x="2192368" y="17600"/>
                  </a:lnTo>
                  <a:lnTo>
                    <a:pt x="2216607" y="15485"/>
                  </a:lnTo>
                  <a:lnTo>
                    <a:pt x="2240346" y="13414"/>
                  </a:lnTo>
                  <a:lnTo>
                    <a:pt x="2263605" y="11384"/>
                  </a:lnTo>
                  <a:lnTo>
                    <a:pt x="2286404" y="9395"/>
                  </a:lnTo>
                  <a:lnTo>
                    <a:pt x="2308761" y="7444"/>
                  </a:lnTo>
                  <a:lnTo>
                    <a:pt x="2330691" y="5531"/>
                  </a:lnTo>
                  <a:lnTo>
                    <a:pt x="2352211" y="3653"/>
                  </a:lnTo>
                  <a:lnTo>
                    <a:pt x="2373337" y="1810"/>
                  </a:lnTo>
                  <a:lnTo>
                    <a:pt x="239408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96463" y="2412533"/>
              <a:ext cx="2394082" cy="166523"/>
            </a:xfrm>
            <a:custGeom>
              <a:avLst/>
              <a:pathLst>
                <a:path w="2394082" h="166523">
                  <a:moveTo>
                    <a:pt x="0" y="166523"/>
                  </a:moveTo>
                  <a:lnTo>
                    <a:pt x="153736" y="155829"/>
                  </a:lnTo>
                  <a:lnTo>
                    <a:pt x="289340" y="146397"/>
                  </a:lnTo>
                  <a:lnTo>
                    <a:pt x="410643" y="137960"/>
                  </a:lnTo>
                  <a:lnTo>
                    <a:pt x="520375" y="130327"/>
                  </a:lnTo>
                  <a:lnTo>
                    <a:pt x="620552" y="123359"/>
                  </a:lnTo>
                  <a:lnTo>
                    <a:pt x="712706" y="116950"/>
                  </a:lnTo>
                  <a:lnTo>
                    <a:pt x="798027" y="111015"/>
                  </a:lnTo>
                  <a:lnTo>
                    <a:pt x="877459" y="105490"/>
                  </a:lnTo>
                  <a:lnTo>
                    <a:pt x="951763" y="100322"/>
                  </a:lnTo>
                  <a:lnTo>
                    <a:pt x="1021561" y="95467"/>
                  </a:lnTo>
                  <a:lnTo>
                    <a:pt x="1087368" y="90890"/>
                  </a:lnTo>
                  <a:lnTo>
                    <a:pt x="1149616" y="86560"/>
                  </a:lnTo>
                  <a:lnTo>
                    <a:pt x="1208670" y="82452"/>
                  </a:lnTo>
                  <a:lnTo>
                    <a:pt x="1264843" y="78545"/>
                  </a:lnTo>
                  <a:lnTo>
                    <a:pt x="1318402" y="74820"/>
                  </a:lnTo>
                  <a:lnTo>
                    <a:pt x="1369580" y="71260"/>
                  </a:lnTo>
                  <a:lnTo>
                    <a:pt x="1418579" y="67852"/>
                  </a:lnTo>
                  <a:lnTo>
                    <a:pt x="1465578" y="64583"/>
                  </a:lnTo>
                  <a:lnTo>
                    <a:pt x="1510733" y="61442"/>
                  </a:lnTo>
                  <a:lnTo>
                    <a:pt x="1554184" y="58420"/>
                  </a:lnTo>
                  <a:lnTo>
                    <a:pt x="1596054" y="55507"/>
                  </a:lnTo>
                  <a:lnTo>
                    <a:pt x="1636455" y="52697"/>
                  </a:lnTo>
                  <a:lnTo>
                    <a:pt x="1675487" y="49982"/>
                  </a:lnTo>
                  <a:lnTo>
                    <a:pt x="1713238" y="47356"/>
                  </a:lnTo>
                  <a:lnTo>
                    <a:pt x="1749790" y="44814"/>
                  </a:lnTo>
                  <a:lnTo>
                    <a:pt x="1785218" y="42350"/>
                  </a:lnTo>
                  <a:lnTo>
                    <a:pt x="1819588" y="39959"/>
                  </a:lnTo>
                  <a:lnTo>
                    <a:pt x="1852962" y="37638"/>
                  </a:lnTo>
                  <a:lnTo>
                    <a:pt x="1885395" y="35382"/>
                  </a:lnTo>
                  <a:lnTo>
                    <a:pt x="1916940" y="33188"/>
                  </a:lnTo>
                  <a:lnTo>
                    <a:pt x="1947643" y="31052"/>
                  </a:lnTo>
                  <a:lnTo>
                    <a:pt x="1977549" y="28972"/>
                  </a:lnTo>
                  <a:lnTo>
                    <a:pt x="2006698" y="26944"/>
                  </a:lnTo>
                  <a:lnTo>
                    <a:pt x="2035127" y="24967"/>
                  </a:lnTo>
                  <a:lnTo>
                    <a:pt x="2062871" y="23037"/>
                  </a:lnTo>
                  <a:lnTo>
                    <a:pt x="2089961" y="21153"/>
                  </a:lnTo>
                  <a:lnTo>
                    <a:pt x="2116429" y="19312"/>
                  </a:lnTo>
                  <a:lnTo>
                    <a:pt x="2142303" y="17512"/>
                  </a:lnTo>
                  <a:lnTo>
                    <a:pt x="2167607" y="15752"/>
                  </a:lnTo>
                  <a:lnTo>
                    <a:pt x="2192368" y="14030"/>
                  </a:lnTo>
                  <a:lnTo>
                    <a:pt x="2216607" y="12344"/>
                  </a:lnTo>
                  <a:lnTo>
                    <a:pt x="2240346" y="10693"/>
                  </a:lnTo>
                  <a:lnTo>
                    <a:pt x="2263605" y="9075"/>
                  </a:lnTo>
                  <a:lnTo>
                    <a:pt x="2286404" y="7489"/>
                  </a:lnTo>
                  <a:lnTo>
                    <a:pt x="2308761" y="5934"/>
                  </a:lnTo>
                  <a:lnTo>
                    <a:pt x="2330691" y="4409"/>
                  </a:lnTo>
                  <a:lnTo>
                    <a:pt x="2352211" y="2912"/>
                  </a:lnTo>
                  <a:lnTo>
                    <a:pt x="2373337" y="1442"/>
                  </a:lnTo>
                  <a:lnTo>
                    <a:pt x="239408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96463" y="2224463"/>
              <a:ext cx="2394082" cy="87498"/>
            </a:xfrm>
            <a:custGeom>
              <a:avLst/>
              <a:pathLst>
                <a:path w="2394082" h="87498">
                  <a:moveTo>
                    <a:pt x="0" y="87498"/>
                  </a:moveTo>
                  <a:lnTo>
                    <a:pt x="153736" y="81879"/>
                  </a:lnTo>
                  <a:lnTo>
                    <a:pt x="289340" y="76923"/>
                  </a:lnTo>
                  <a:lnTo>
                    <a:pt x="410643" y="72490"/>
                  </a:lnTo>
                  <a:lnTo>
                    <a:pt x="520375" y="68479"/>
                  </a:lnTo>
                  <a:lnTo>
                    <a:pt x="620552" y="64818"/>
                  </a:lnTo>
                  <a:lnTo>
                    <a:pt x="712706" y="61450"/>
                  </a:lnTo>
                  <a:lnTo>
                    <a:pt x="798027" y="58332"/>
                  </a:lnTo>
                  <a:lnTo>
                    <a:pt x="877459" y="55429"/>
                  </a:lnTo>
                  <a:lnTo>
                    <a:pt x="951763" y="52713"/>
                  </a:lnTo>
                  <a:lnTo>
                    <a:pt x="1021561" y="50162"/>
                  </a:lnTo>
                  <a:lnTo>
                    <a:pt x="1087368" y="47757"/>
                  </a:lnTo>
                  <a:lnTo>
                    <a:pt x="1149616" y="45482"/>
                  </a:lnTo>
                  <a:lnTo>
                    <a:pt x="1208670" y="43324"/>
                  </a:lnTo>
                  <a:lnTo>
                    <a:pt x="1264843" y="41271"/>
                  </a:lnTo>
                  <a:lnTo>
                    <a:pt x="1318402" y="39313"/>
                  </a:lnTo>
                  <a:lnTo>
                    <a:pt x="1369580" y="37443"/>
                  </a:lnTo>
                  <a:lnTo>
                    <a:pt x="1418579" y="35652"/>
                  </a:lnTo>
                  <a:lnTo>
                    <a:pt x="1465578" y="33934"/>
                  </a:lnTo>
                  <a:lnTo>
                    <a:pt x="1510733" y="32284"/>
                  </a:lnTo>
                  <a:lnTo>
                    <a:pt x="1554184" y="30696"/>
                  </a:lnTo>
                  <a:lnTo>
                    <a:pt x="1596054" y="29166"/>
                  </a:lnTo>
                  <a:lnTo>
                    <a:pt x="1636455" y="27689"/>
                  </a:lnTo>
                  <a:lnTo>
                    <a:pt x="1675487" y="26263"/>
                  </a:lnTo>
                  <a:lnTo>
                    <a:pt x="1713238" y="24883"/>
                  </a:lnTo>
                  <a:lnTo>
                    <a:pt x="1749790" y="23547"/>
                  </a:lnTo>
                  <a:lnTo>
                    <a:pt x="1785218" y="22252"/>
                  </a:lnTo>
                  <a:lnTo>
                    <a:pt x="1819588" y="20996"/>
                  </a:lnTo>
                  <a:lnTo>
                    <a:pt x="1852962" y="19776"/>
                  </a:lnTo>
                  <a:lnTo>
                    <a:pt x="1885395" y="18591"/>
                  </a:lnTo>
                  <a:lnTo>
                    <a:pt x="1916940" y="17438"/>
                  </a:lnTo>
                  <a:lnTo>
                    <a:pt x="1947643" y="16316"/>
                  </a:lnTo>
                  <a:lnTo>
                    <a:pt x="1977549" y="15223"/>
                  </a:lnTo>
                  <a:lnTo>
                    <a:pt x="2006698" y="14158"/>
                  </a:lnTo>
                  <a:lnTo>
                    <a:pt x="2035127" y="13119"/>
                  </a:lnTo>
                  <a:lnTo>
                    <a:pt x="2062871" y="12105"/>
                  </a:lnTo>
                  <a:lnTo>
                    <a:pt x="2089961" y="11114"/>
                  </a:lnTo>
                  <a:lnTo>
                    <a:pt x="2116429" y="10147"/>
                  </a:lnTo>
                  <a:lnTo>
                    <a:pt x="2142303" y="9201"/>
                  </a:lnTo>
                  <a:lnTo>
                    <a:pt x="2167607" y="8277"/>
                  </a:lnTo>
                  <a:lnTo>
                    <a:pt x="2192368" y="7372"/>
                  </a:lnTo>
                  <a:lnTo>
                    <a:pt x="2216607" y="6486"/>
                  </a:lnTo>
                  <a:lnTo>
                    <a:pt x="2240346" y="5618"/>
                  </a:lnTo>
                  <a:lnTo>
                    <a:pt x="2263605" y="4768"/>
                  </a:lnTo>
                  <a:lnTo>
                    <a:pt x="2286404" y="3935"/>
                  </a:lnTo>
                  <a:lnTo>
                    <a:pt x="2308761" y="3118"/>
                  </a:lnTo>
                  <a:lnTo>
                    <a:pt x="2330691" y="2316"/>
                  </a:lnTo>
                  <a:lnTo>
                    <a:pt x="2352211" y="1530"/>
                  </a:lnTo>
                  <a:lnTo>
                    <a:pt x="2373337" y="758"/>
                  </a:lnTo>
                  <a:lnTo>
                    <a:pt x="239408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342663" y="1185068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42663" y="1185068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152636" y="237255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152636" y="196313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52636" y="155372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20861" y="114430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311032" y="241356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311032" y="200415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11032" y="15947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11032" y="11853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42663" y="2692600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96463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294491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92518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90546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204347" y="1185068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76203" y="228196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46740" y="145544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24436" y="227418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45225" y="217696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44986" y="235615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299903" y="170534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07233" y="128393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96564" y="20472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05948" y="255724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25245" y="200866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161261" y="25773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05061" y="17060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86855" y="219145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43125" y="25955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86336" y="188380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98351" y="122511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09309" y="256399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28500" y="25073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22466" y="221458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34238" y="25702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70861" y="236995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52951" y="256703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52483" y="210402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097322" y="197602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96962" y="20332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37076" y="184509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33340" y="233838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79643" y="256052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02851" y="231790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84792" y="240836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02802" y="25057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22618" y="227304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97521" y="176860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08642" y="143199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06734" y="165948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54175" y="23483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15436" y="229189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15733" y="173160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85146" y="193191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83898" y="248163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23264" y="168280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92811" y="187323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58041" y="20593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75800" y="24533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67153" y="205060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83821" y="242677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53185" y="18532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19524" y="206421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697051" y="217152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739535" y="231358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691512" y="236908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78346" y="215427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76398" y="203574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92319" y="208701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45124" y="23121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82703" y="211024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29791" y="234768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97364" y="223501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707271" y="20698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02240" y="176260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96862" y="233536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80659" y="25383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694202" y="239911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47940" y="217936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73509" y="230567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682258" y="215540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766798" y="213225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85449" y="196338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751150" y="200669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06749" y="207345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718393" y="24361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755866" y="214765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3"/>
            <p:cNvSpPr/>
            <p:nvPr/>
          </p:nvSpPr>
          <p:spPr>
            <a:xfrm>
              <a:off x="4384335" y="2084407"/>
              <a:ext cx="2370783" cy="141489"/>
            </a:xfrm>
            <a:custGeom>
              <a:avLst/>
              <a:pathLst>
                <a:path w="2370783" h="141489">
                  <a:moveTo>
                    <a:pt x="0" y="0"/>
                  </a:moveTo>
                  <a:lnTo>
                    <a:pt x="152239" y="9085"/>
                  </a:lnTo>
                  <a:lnTo>
                    <a:pt x="286525" y="17099"/>
                  </a:lnTo>
                  <a:lnTo>
                    <a:pt x="406647" y="24268"/>
                  </a:lnTo>
                  <a:lnTo>
                    <a:pt x="515310" y="30753"/>
                  </a:lnTo>
                  <a:lnTo>
                    <a:pt x="614512" y="36674"/>
                  </a:lnTo>
                  <a:lnTo>
                    <a:pt x="705770" y="42120"/>
                  </a:lnTo>
                  <a:lnTo>
                    <a:pt x="790261" y="47163"/>
                  </a:lnTo>
                  <a:lnTo>
                    <a:pt x="868920" y="51857"/>
                  </a:lnTo>
                  <a:lnTo>
                    <a:pt x="942500" y="56248"/>
                  </a:lnTo>
                  <a:lnTo>
                    <a:pt x="1011619" y="60373"/>
                  </a:lnTo>
                  <a:lnTo>
                    <a:pt x="1076786" y="64263"/>
                  </a:lnTo>
                  <a:lnTo>
                    <a:pt x="1138428" y="67941"/>
                  </a:lnTo>
                  <a:lnTo>
                    <a:pt x="1196908" y="71432"/>
                  </a:lnTo>
                  <a:lnTo>
                    <a:pt x="1252534" y="74751"/>
                  </a:lnTo>
                  <a:lnTo>
                    <a:pt x="1305571" y="77917"/>
                  </a:lnTo>
                  <a:lnTo>
                    <a:pt x="1356251" y="80941"/>
                  </a:lnTo>
                  <a:lnTo>
                    <a:pt x="1404773" y="83837"/>
                  </a:lnTo>
                  <a:lnTo>
                    <a:pt x="1451315" y="86615"/>
                  </a:lnTo>
                  <a:lnTo>
                    <a:pt x="1496031" y="89283"/>
                  </a:lnTo>
                  <a:lnTo>
                    <a:pt x="1539059" y="91851"/>
                  </a:lnTo>
                  <a:lnTo>
                    <a:pt x="1580522" y="94326"/>
                  </a:lnTo>
                  <a:lnTo>
                    <a:pt x="1620529" y="96713"/>
                  </a:lnTo>
                  <a:lnTo>
                    <a:pt x="1659181" y="99020"/>
                  </a:lnTo>
                  <a:lnTo>
                    <a:pt x="1696565" y="101251"/>
                  </a:lnTo>
                  <a:lnTo>
                    <a:pt x="1732761" y="103412"/>
                  </a:lnTo>
                  <a:lnTo>
                    <a:pt x="1767844" y="105505"/>
                  </a:lnTo>
                  <a:lnTo>
                    <a:pt x="1801880" y="107537"/>
                  </a:lnTo>
                  <a:lnTo>
                    <a:pt x="1834929" y="109509"/>
                  </a:lnTo>
                  <a:lnTo>
                    <a:pt x="1867047" y="111426"/>
                  </a:lnTo>
                  <a:lnTo>
                    <a:pt x="1898284" y="113290"/>
                  </a:lnTo>
                  <a:lnTo>
                    <a:pt x="1928689" y="115105"/>
                  </a:lnTo>
                  <a:lnTo>
                    <a:pt x="1958304" y="116872"/>
                  </a:lnTo>
                  <a:lnTo>
                    <a:pt x="1987169" y="118595"/>
                  </a:lnTo>
                  <a:lnTo>
                    <a:pt x="2015321" y="120275"/>
                  </a:lnTo>
                  <a:lnTo>
                    <a:pt x="2042795" y="121914"/>
                  </a:lnTo>
                  <a:lnTo>
                    <a:pt x="2069622" y="123515"/>
                  </a:lnTo>
                  <a:lnTo>
                    <a:pt x="2095832" y="125080"/>
                  </a:lnTo>
                  <a:lnTo>
                    <a:pt x="2121454" y="126609"/>
                  </a:lnTo>
                  <a:lnTo>
                    <a:pt x="2146512" y="128104"/>
                  </a:lnTo>
                  <a:lnTo>
                    <a:pt x="2171031" y="129568"/>
                  </a:lnTo>
                  <a:lnTo>
                    <a:pt x="2195035" y="131000"/>
                  </a:lnTo>
                  <a:lnTo>
                    <a:pt x="2218543" y="132403"/>
                  </a:lnTo>
                  <a:lnTo>
                    <a:pt x="2241576" y="133778"/>
                  </a:lnTo>
                  <a:lnTo>
                    <a:pt x="2264153" y="135125"/>
                  </a:lnTo>
                  <a:lnTo>
                    <a:pt x="2286292" y="136446"/>
                  </a:lnTo>
                  <a:lnTo>
                    <a:pt x="2308009" y="137743"/>
                  </a:lnTo>
                  <a:lnTo>
                    <a:pt x="2329320" y="139014"/>
                  </a:lnTo>
                  <a:lnTo>
                    <a:pt x="2350240" y="140263"/>
                  </a:lnTo>
                  <a:lnTo>
                    <a:pt x="2370783" y="14148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384335" y="1517545"/>
              <a:ext cx="2370783" cy="639896"/>
            </a:xfrm>
            <a:custGeom>
              <a:avLst/>
              <a:pathLst>
                <a:path w="2370783" h="639896">
                  <a:moveTo>
                    <a:pt x="0" y="0"/>
                  </a:moveTo>
                  <a:lnTo>
                    <a:pt x="152239" y="41091"/>
                  </a:lnTo>
                  <a:lnTo>
                    <a:pt x="286525" y="77335"/>
                  </a:lnTo>
                  <a:lnTo>
                    <a:pt x="406647" y="109757"/>
                  </a:lnTo>
                  <a:lnTo>
                    <a:pt x="515310" y="139087"/>
                  </a:lnTo>
                  <a:lnTo>
                    <a:pt x="614512" y="165862"/>
                  </a:lnTo>
                  <a:lnTo>
                    <a:pt x="705770" y="190494"/>
                  </a:lnTo>
                  <a:lnTo>
                    <a:pt x="790261" y="213298"/>
                  </a:lnTo>
                  <a:lnTo>
                    <a:pt x="868920" y="234529"/>
                  </a:lnTo>
                  <a:lnTo>
                    <a:pt x="942500" y="254390"/>
                  </a:lnTo>
                  <a:lnTo>
                    <a:pt x="1011619" y="273045"/>
                  </a:lnTo>
                  <a:lnTo>
                    <a:pt x="1076786" y="290634"/>
                  </a:lnTo>
                  <a:lnTo>
                    <a:pt x="1138428" y="307272"/>
                  </a:lnTo>
                  <a:lnTo>
                    <a:pt x="1196908" y="323056"/>
                  </a:lnTo>
                  <a:lnTo>
                    <a:pt x="1252534" y="338070"/>
                  </a:lnTo>
                  <a:lnTo>
                    <a:pt x="1305571" y="352386"/>
                  </a:lnTo>
                  <a:lnTo>
                    <a:pt x="1356251" y="366065"/>
                  </a:lnTo>
                  <a:lnTo>
                    <a:pt x="1404773" y="379161"/>
                  </a:lnTo>
                  <a:lnTo>
                    <a:pt x="1451315" y="391723"/>
                  </a:lnTo>
                  <a:lnTo>
                    <a:pt x="1496031" y="403793"/>
                  </a:lnTo>
                  <a:lnTo>
                    <a:pt x="1539059" y="415406"/>
                  </a:lnTo>
                  <a:lnTo>
                    <a:pt x="1580522" y="426597"/>
                  </a:lnTo>
                  <a:lnTo>
                    <a:pt x="1620529" y="437396"/>
                  </a:lnTo>
                  <a:lnTo>
                    <a:pt x="1659181" y="447828"/>
                  </a:lnTo>
                  <a:lnTo>
                    <a:pt x="1696565" y="457919"/>
                  </a:lnTo>
                  <a:lnTo>
                    <a:pt x="1732761" y="467689"/>
                  </a:lnTo>
                  <a:lnTo>
                    <a:pt x="1767844" y="477158"/>
                  </a:lnTo>
                  <a:lnTo>
                    <a:pt x="1801880" y="486344"/>
                  </a:lnTo>
                  <a:lnTo>
                    <a:pt x="1834929" y="495264"/>
                  </a:lnTo>
                  <a:lnTo>
                    <a:pt x="1867047" y="503933"/>
                  </a:lnTo>
                  <a:lnTo>
                    <a:pt x="1898284" y="512365"/>
                  </a:lnTo>
                  <a:lnTo>
                    <a:pt x="1928689" y="520571"/>
                  </a:lnTo>
                  <a:lnTo>
                    <a:pt x="1958304" y="528565"/>
                  </a:lnTo>
                  <a:lnTo>
                    <a:pt x="1987169" y="536355"/>
                  </a:lnTo>
                  <a:lnTo>
                    <a:pt x="2015321" y="543954"/>
                  </a:lnTo>
                  <a:lnTo>
                    <a:pt x="2042795" y="551369"/>
                  </a:lnTo>
                  <a:lnTo>
                    <a:pt x="2069622" y="558610"/>
                  </a:lnTo>
                  <a:lnTo>
                    <a:pt x="2095832" y="565685"/>
                  </a:lnTo>
                  <a:lnTo>
                    <a:pt x="2121454" y="572600"/>
                  </a:lnTo>
                  <a:lnTo>
                    <a:pt x="2146512" y="579364"/>
                  </a:lnTo>
                  <a:lnTo>
                    <a:pt x="2171031" y="585982"/>
                  </a:lnTo>
                  <a:lnTo>
                    <a:pt x="2195035" y="592460"/>
                  </a:lnTo>
                  <a:lnTo>
                    <a:pt x="2218543" y="598805"/>
                  </a:lnTo>
                  <a:lnTo>
                    <a:pt x="2241576" y="605022"/>
                  </a:lnTo>
                  <a:lnTo>
                    <a:pt x="2264153" y="611116"/>
                  </a:lnTo>
                  <a:lnTo>
                    <a:pt x="2286292" y="617092"/>
                  </a:lnTo>
                  <a:lnTo>
                    <a:pt x="2308009" y="622953"/>
                  </a:lnTo>
                  <a:lnTo>
                    <a:pt x="2329320" y="628705"/>
                  </a:lnTo>
                  <a:lnTo>
                    <a:pt x="2350240" y="634352"/>
                  </a:lnTo>
                  <a:lnTo>
                    <a:pt x="2370783" y="63989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384335" y="2298557"/>
              <a:ext cx="2370783" cy="90760"/>
            </a:xfrm>
            <a:custGeom>
              <a:avLst/>
              <a:pathLst>
                <a:path w="2370783" h="90760">
                  <a:moveTo>
                    <a:pt x="0" y="0"/>
                  </a:moveTo>
                  <a:lnTo>
                    <a:pt x="152239" y="5828"/>
                  </a:lnTo>
                  <a:lnTo>
                    <a:pt x="286525" y="10969"/>
                  </a:lnTo>
                  <a:lnTo>
                    <a:pt x="406647" y="15567"/>
                  </a:lnTo>
                  <a:lnTo>
                    <a:pt x="515310" y="19727"/>
                  </a:lnTo>
                  <a:lnTo>
                    <a:pt x="614512" y="23525"/>
                  </a:lnTo>
                  <a:lnTo>
                    <a:pt x="705770" y="27019"/>
                  </a:lnTo>
                  <a:lnTo>
                    <a:pt x="790261" y="30253"/>
                  </a:lnTo>
                  <a:lnTo>
                    <a:pt x="868920" y="33264"/>
                  </a:lnTo>
                  <a:lnTo>
                    <a:pt x="942500" y="36081"/>
                  </a:lnTo>
                  <a:lnTo>
                    <a:pt x="1011619" y="38727"/>
                  </a:lnTo>
                  <a:lnTo>
                    <a:pt x="1076786" y="41222"/>
                  </a:lnTo>
                  <a:lnTo>
                    <a:pt x="1138428" y="43582"/>
                  </a:lnTo>
                  <a:lnTo>
                    <a:pt x="1196908" y="45821"/>
                  </a:lnTo>
                  <a:lnTo>
                    <a:pt x="1252534" y="47950"/>
                  </a:lnTo>
                  <a:lnTo>
                    <a:pt x="1305571" y="49981"/>
                  </a:lnTo>
                  <a:lnTo>
                    <a:pt x="1356251" y="51921"/>
                  </a:lnTo>
                  <a:lnTo>
                    <a:pt x="1404773" y="53779"/>
                  </a:lnTo>
                  <a:lnTo>
                    <a:pt x="1451315" y="55560"/>
                  </a:lnTo>
                  <a:lnTo>
                    <a:pt x="1496031" y="57272"/>
                  </a:lnTo>
                  <a:lnTo>
                    <a:pt x="1539059" y="58919"/>
                  </a:lnTo>
                  <a:lnTo>
                    <a:pt x="1580522" y="60507"/>
                  </a:lnTo>
                  <a:lnTo>
                    <a:pt x="1620529" y="62038"/>
                  </a:lnTo>
                  <a:lnTo>
                    <a:pt x="1659181" y="63518"/>
                  </a:lnTo>
                  <a:lnTo>
                    <a:pt x="1696565" y="64949"/>
                  </a:lnTo>
                  <a:lnTo>
                    <a:pt x="1732761" y="66335"/>
                  </a:lnTo>
                  <a:lnTo>
                    <a:pt x="1767844" y="67678"/>
                  </a:lnTo>
                  <a:lnTo>
                    <a:pt x="1801880" y="68981"/>
                  </a:lnTo>
                  <a:lnTo>
                    <a:pt x="1834929" y="70246"/>
                  </a:lnTo>
                  <a:lnTo>
                    <a:pt x="1867047" y="71476"/>
                  </a:lnTo>
                  <a:lnTo>
                    <a:pt x="1898284" y="72672"/>
                  </a:lnTo>
                  <a:lnTo>
                    <a:pt x="1928689" y="73836"/>
                  </a:lnTo>
                  <a:lnTo>
                    <a:pt x="1958304" y="74969"/>
                  </a:lnTo>
                  <a:lnTo>
                    <a:pt x="1987169" y="76075"/>
                  </a:lnTo>
                  <a:lnTo>
                    <a:pt x="2015321" y="77152"/>
                  </a:lnTo>
                  <a:lnTo>
                    <a:pt x="2042795" y="78204"/>
                  </a:lnTo>
                  <a:lnTo>
                    <a:pt x="2069622" y="79231"/>
                  </a:lnTo>
                  <a:lnTo>
                    <a:pt x="2095832" y="80234"/>
                  </a:lnTo>
                  <a:lnTo>
                    <a:pt x="2121454" y="81215"/>
                  </a:lnTo>
                  <a:lnTo>
                    <a:pt x="2146512" y="82175"/>
                  </a:lnTo>
                  <a:lnTo>
                    <a:pt x="2171031" y="83113"/>
                  </a:lnTo>
                  <a:lnTo>
                    <a:pt x="2195035" y="84032"/>
                  </a:lnTo>
                  <a:lnTo>
                    <a:pt x="2218543" y="84932"/>
                  </a:lnTo>
                  <a:lnTo>
                    <a:pt x="2241576" y="85814"/>
                  </a:lnTo>
                  <a:lnTo>
                    <a:pt x="2264153" y="86678"/>
                  </a:lnTo>
                  <a:lnTo>
                    <a:pt x="2286292" y="87526"/>
                  </a:lnTo>
                  <a:lnTo>
                    <a:pt x="2308009" y="88357"/>
                  </a:lnTo>
                  <a:lnTo>
                    <a:pt x="2329320" y="89173"/>
                  </a:lnTo>
                  <a:lnTo>
                    <a:pt x="2350240" y="89974"/>
                  </a:lnTo>
                  <a:lnTo>
                    <a:pt x="2370783" y="9076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384335" y="2139828"/>
              <a:ext cx="2370783" cy="126598"/>
            </a:xfrm>
            <a:custGeom>
              <a:avLst/>
              <a:pathLst>
                <a:path w="2370783" h="126598">
                  <a:moveTo>
                    <a:pt x="0" y="126598"/>
                  </a:moveTo>
                  <a:lnTo>
                    <a:pt x="152239" y="118468"/>
                  </a:lnTo>
                  <a:lnTo>
                    <a:pt x="286525" y="111298"/>
                  </a:lnTo>
                  <a:lnTo>
                    <a:pt x="406647" y="104883"/>
                  </a:lnTo>
                  <a:lnTo>
                    <a:pt x="515310" y="99081"/>
                  </a:lnTo>
                  <a:lnTo>
                    <a:pt x="614512" y="93783"/>
                  </a:lnTo>
                  <a:lnTo>
                    <a:pt x="705770" y="88910"/>
                  </a:lnTo>
                  <a:lnTo>
                    <a:pt x="790261" y="84398"/>
                  </a:lnTo>
                  <a:lnTo>
                    <a:pt x="868920" y="80198"/>
                  </a:lnTo>
                  <a:lnTo>
                    <a:pt x="942500" y="76269"/>
                  </a:lnTo>
                  <a:lnTo>
                    <a:pt x="1011619" y="72578"/>
                  </a:lnTo>
                  <a:lnTo>
                    <a:pt x="1076786" y="69098"/>
                  </a:lnTo>
                  <a:lnTo>
                    <a:pt x="1138428" y="65807"/>
                  </a:lnTo>
                  <a:lnTo>
                    <a:pt x="1196908" y="62684"/>
                  </a:lnTo>
                  <a:lnTo>
                    <a:pt x="1252534" y="59713"/>
                  </a:lnTo>
                  <a:lnTo>
                    <a:pt x="1305571" y="56881"/>
                  </a:lnTo>
                  <a:lnTo>
                    <a:pt x="1356251" y="54175"/>
                  </a:lnTo>
                  <a:lnTo>
                    <a:pt x="1404773" y="51584"/>
                  </a:lnTo>
                  <a:lnTo>
                    <a:pt x="1451315" y="49099"/>
                  </a:lnTo>
                  <a:lnTo>
                    <a:pt x="1496031" y="46711"/>
                  </a:lnTo>
                  <a:lnTo>
                    <a:pt x="1539059" y="44413"/>
                  </a:lnTo>
                  <a:lnTo>
                    <a:pt x="1580522" y="42199"/>
                  </a:lnTo>
                  <a:lnTo>
                    <a:pt x="1620529" y="40063"/>
                  </a:lnTo>
                  <a:lnTo>
                    <a:pt x="1659181" y="37999"/>
                  </a:lnTo>
                  <a:lnTo>
                    <a:pt x="1696565" y="36002"/>
                  </a:lnTo>
                  <a:lnTo>
                    <a:pt x="1732761" y="34069"/>
                  </a:lnTo>
                  <a:lnTo>
                    <a:pt x="1767844" y="32196"/>
                  </a:lnTo>
                  <a:lnTo>
                    <a:pt x="1801880" y="30379"/>
                  </a:lnTo>
                  <a:lnTo>
                    <a:pt x="1834929" y="28614"/>
                  </a:lnTo>
                  <a:lnTo>
                    <a:pt x="1867047" y="26899"/>
                  </a:lnTo>
                  <a:lnTo>
                    <a:pt x="1898284" y="25231"/>
                  </a:lnTo>
                  <a:lnTo>
                    <a:pt x="1928689" y="23607"/>
                  </a:lnTo>
                  <a:lnTo>
                    <a:pt x="1958304" y="22026"/>
                  </a:lnTo>
                  <a:lnTo>
                    <a:pt x="1987169" y="20484"/>
                  </a:lnTo>
                  <a:lnTo>
                    <a:pt x="2015321" y="18981"/>
                  </a:lnTo>
                  <a:lnTo>
                    <a:pt x="2042795" y="17514"/>
                  </a:lnTo>
                  <a:lnTo>
                    <a:pt x="2069622" y="16081"/>
                  </a:lnTo>
                  <a:lnTo>
                    <a:pt x="2095832" y="14682"/>
                  </a:lnTo>
                  <a:lnTo>
                    <a:pt x="2121454" y="13314"/>
                  </a:lnTo>
                  <a:lnTo>
                    <a:pt x="2146512" y="11975"/>
                  </a:lnTo>
                  <a:lnTo>
                    <a:pt x="2171031" y="10666"/>
                  </a:lnTo>
                  <a:lnTo>
                    <a:pt x="2195035" y="9384"/>
                  </a:lnTo>
                  <a:lnTo>
                    <a:pt x="2218543" y="8129"/>
                  </a:lnTo>
                  <a:lnTo>
                    <a:pt x="2241576" y="6899"/>
                  </a:lnTo>
                  <a:lnTo>
                    <a:pt x="2264153" y="5693"/>
                  </a:lnTo>
                  <a:lnTo>
                    <a:pt x="2286292" y="4511"/>
                  </a:lnTo>
                  <a:lnTo>
                    <a:pt x="2308009" y="3352"/>
                  </a:lnTo>
                  <a:lnTo>
                    <a:pt x="2329320" y="2214"/>
                  </a:lnTo>
                  <a:lnTo>
                    <a:pt x="2350240" y="1096"/>
                  </a:lnTo>
                  <a:lnTo>
                    <a:pt x="237078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84335" y="2058430"/>
              <a:ext cx="2370783" cy="243047"/>
            </a:xfrm>
            <a:custGeom>
              <a:avLst/>
              <a:pathLst>
                <a:path w="2370783" h="243047">
                  <a:moveTo>
                    <a:pt x="0" y="243047"/>
                  </a:moveTo>
                  <a:lnTo>
                    <a:pt x="152239" y="227440"/>
                  </a:lnTo>
                  <a:lnTo>
                    <a:pt x="286525" y="213673"/>
                  </a:lnTo>
                  <a:lnTo>
                    <a:pt x="406647" y="201358"/>
                  </a:lnTo>
                  <a:lnTo>
                    <a:pt x="515310" y="190218"/>
                  </a:lnTo>
                  <a:lnTo>
                    <a:pt x="614512" y="180048"/>
                  </a:lnTo>
                  <a:lnTo>
                    <a:pt x="705770" y="170693"/>
                  </a:lnTo>
                  <a:lnTo>
                    <a:pt x="790261" y="162031"/>
                  </a:lnTo>
                  <a:lnTo>
                    <a:pt x="868920" y="153967"/>
                  </a:lnTo>
                  <a:lnTo>
                    <a:pt x="942500" y="146424"/>
                  </a:lnTo>
                  <a:lnTo>
                    <a:pt x="1011619" y="139338"/>
                  </a:lnTo>
                  <a:lnTo>
                    <a:pt x="1076786" y="132657"/>
                  </a:lnTo>
                  <a:lnTo>
                    <a:pt x="1138428" y="126338"/>
                  </a:lnTo>
                  <a:lnTo>
                    <a:pt x="1196908" y="120343"/>
                  </a:lnTo>
                  <a:lnTo>
                    <a:pt x="1252534" y="114640"/>
                  </a:lnTo>
                  <a:lnTo>
                    <a:pt x="1305571" y="109203"/>
                  </a:lnTo>
                  <a:lnTo>
                    <a:pt x="1356251" y="104007"/>
                  </a:lnTo>
                  <a:lnTo>
                    <a:pt x="1404773" y="99033"/>
                  </a:lnTo>
                  <a:lnTo>
                    <a:pt x="1451315" y="94261"/>
                  </a:lnTo>
                  <a:lnTo>
                    <a:pt x="1496031" y="89677"/>
                  </a:lnTo>
                  <a:lnTo>
                    <a:pt x="1539059" y="85266"/>
                  </a:lnTo>
                  <a:lnTo>
                    <a:pt x="1580522" y="81015"/>
                  </a:lnTo>
                  <a:lnTo>
                    <a:pt x="1620529" y="76914"/>
                  </a:lnTo>
                  <a:lnTo>
                    <a:pt x="1659181" y="72951"/>
                  </a:lnTo>
                  <a:lnTo>
                    <a:pt x="1696565" y="69119"/>
                  </a:lnTo>
                  <a:lnTo>
                    <a:pt x="1732761" y="65408"/>
                  </a:lnTo>
                  <a:lnTo>
                    <a:pt x="1767844" y="61811"/>
                  </a:lnTo>
                  <a:lnTo>
                    <a:pt x="1801880" y="58322"/>
                  </a:lnTo>
                  <a:lnTo>
                    <a:pt x="1834929" y="54934"/>
                  </a:lnTo>
                  <a:lnTo>
                    <a:pt x="1867047" y="51641"/>
                  </a:lnTo>
                  <a:lnTo>
                    <a:pt x="1898284" y="48439"/>
                  </a:lnTo>
                  <a:lnTo>
                    <a:pt x="1928689" y="45322"/>
                  </a:lnTo>
                  <a:lnTo>
                    <a:pt x="1958304" y="42286"/>
                  </a:lnTo>
                  <a:lnTo>
                    <a:pt x="1987169" y="39327"/>
                  </a:lnTo>
                  <a:lnTo>
                    <a:pt x="2015321" y="36441"/>
                  </a:lnTo>
                  <a:lnTo>
                    <a:pt x="2042795" y="33624"/>
                  </a:lnTo>
                  <a:lnTo>
                    <a:pt x="2069622" y="30874"/>
                  </a:lnTo>
                  <a:lnTo>
                    <a:pt x="2095832" y="28187"/>
                  </a:lnTo>
                  <a:lnTo>
                    <a:pt x="2121454" y="25560"/>
                  </a:lnTo>
                  <a:lnTo>
                    <a:pt x="2146512" y="22991"/>
                  </a:lnTo>
                  <a:lnTo>
                    <a:pt x="2171031" y="20478"/>
                  </a:lnTo>
                  <a:lnTo>
                    <a:pt x="2195035" y="18017"/>
                  </a:lnTo>
                  <a:lnTo>
                    <a:pt x="2218543" y="15607"/>
                  </a:lnTo>
                  <a:lnTo>
                    <a:pt x="2241576" y="13245"/>
                  </a:lnTo>
                  <a:lnTo>
                    <a:pt x="2264153" y="10931"/>
                  </a:lnTo>
                  <a:lnTo>
                    <a:pt x="2286292" y="8661"/>
                  </a:lnTo>
                  <a:lnTo>
                    <a:pt x="2308009" y="6435"/>
                  </a:lnTo>
                  <a:lnTo>
                    <a:pt x="2329320" y="4250"/>
                  </a:lnTo>
                  <a:lnTo>
                    <a:pt x="2350240" y="2106"/>
                  </a:lnTo>
                  <a:lnTo>
                    <a:pt x="237078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384335" y="1906614"/>
              <a:ext cx="2370783" cy="67284"/>
            </a:xfrm>
            <a:custGeom>
              <a:avLst/>
              <a:pathLst>
                <a:path w="2370783" h="67284">
                  <a:moveTo>
                    <a:pt x="0" y="0"/>
                  </a:moveTo>
                  <a:lnTo>
                    <a:pt x="152239" y="4320"/>
                  </a:lnTo>
                  <a:lnTo>
                    <a:pt x="286525" y="8131"/>
                  </a:lnTo>
                  <a:lnTo>
                    <a:pt x="406647" y="11540"/>
                  </a:lnTo>
                  <a:lnTo>
                    <a:pt x="515310" y="14624"/>
                  </a:lnTo>
                  <a:lnTo>
                    <a:pt x="614512" y="17440"/>
                  </a:lnTo>
                  <a:lnTo>
                    <a:pt x="705770" y="20030"/>
                  </a:lnTo>
                  <a:lnTo>
                    <a:pt x="790261" y="22428"/>
                  </a:lnTo>
                  <a:lnTo>
                    <a:pt x="868920" y="24660"/>
                  </a:lnTo>
                  <a:lnTo>
                    <a:pt x="942500" y="26748"/>
                  </a:lnTo>
                  <a:lnTo>
                    <a:pt x="1011619" y="28710"/>
                  </a:lnTo>
                  <a:lnTo>
                    <a:pt x="1076786" y="30559"/>
                  </a:lnTo>
                  <a:lnTo>
                    <a:pt x="1138428" y="32309"/>
                  </a:lnTo>
                  <a:lnTo>
                    <a:pt x="1196908" y="33969"/>
                  </a:lnTo>
                  <a:lnTo>
                    <a:pt x="1252534" y="35547"/>
                  </a:lnTo>
                  <a:lnTo>
                    <a:pt x="1305571" y="37053"/>
                  </a:lnTo>
                  <a:lnTo>
                    <a:pt x="1356251" y="38491"/>
                  </a:lnTo>
                  <a:lnTo>
                    <a:pt x="1404773" y="39868"/>
                  </a:lnTo>
                  <a:lnTo>
                    <a:pt x="1451315" y="41189"/>
                  </a:lnTo>
                  <a:lnTo>
                    <a:pt x="1496031" y="42458"/>
                  </a:lnTo>
                  <a:lnTo>
                    <a:pt x="1539059" y="43679"/>
                  </a:lnTo>
                  <a:lnTo>
                    <a:pt x="1580522" y="44856"/>
                  </a:lnTo>
                  <a:lnTo>
                    <a:pt x="1620529" y="45991"/>
                  </a:lnTo>
                  <a:lnTo>
                    <a:pt x="1659181" y="47088"/>
                  </a:lnTo>
                  <a:lnTo>
                    <a:pt x="1696565" y="48149"/>
                  </a:lnTo>
                  <a:lnTo>
                    <a:pt x="1732761" y="49177"/>
                  </a:lnTo>
                  <a:lnTo>
                    <a:pt x="1767844" y="50172"/>
                  </a:lnTo>
                  <a:lnTo>
                    <a:pt x="1801880" y="51138"/>
                  </a:lnTo>
                  <a:lnTo>
                    <a:pt x="1834929" y="52076"/>
                  </a:lnTo>
                  <a:lnTo>
                    <a:pt x="1867047" y="52988"/>
                  </a:lnTo>
                  <a:lnTo>
                    <a:pt x="1898284" y="53874"/>
                  </a:lnTo>
                  <a:lnTo>
                    <a:pt x="1928689" y="54737"/>
                  </a:lnTo>
                  <a:lnTo>
                    <a:pt x="1958304" y="55578"/>
                  </a:lnTo>
                  <a:lnTo>
                    <a:pt x="1987169" y="56397"/>
                  </a:lnTo>
                  <a:lnTo>
                    <a:pt x="2015321" y="57196"/>
                  </a:lnTo>
                  <a:lnTo>
                    <a:pt x="2042795" y="57976"/>
                  </a:lnTo>
                  <a:lnTo>
                    <a:pt x="2069622" y="58737"/>
                  </a:lnTo>
                  <a:lnTo>
                    <a:pt x="2095832" y="59481"/>
                  </a:lnTo>
                  <a:lnTo>
                    <a:pt x="2121454" y="60208"/>
                  </a:lnTo>
                  <a:lnTo>
                    <a:pt x="2146512" y="60919"/>
                  </a:lnTo>
                  <a:lnTo>
                    <a:pt x="2171031" y="61615"/>
                  </a:lnTo>
                  <a:lnTo>
                    <a:pt x="2195035" y="62296"/>
                  </a:lnTo>
                  <a:lnTo>
                    <a:pt x="2218543" y="62963"/>
                  </a:lnTo>
                  <a:lnTo>
                    <a:pt x="2241576" y="63617"/>
                  </a:lnTo>
                  <a:lnTo>
                    <a:pt x="2264153" y="64258"/>
                  </a:lnTo>
                  <a:lnTo>
                    <a:pt x="2286292" y="64886"/>
                  </a:lnTo>
                  <a:lnTo>
                    <a:pt x="2308009" y="65503"/>
                  </a:lnTo>
                  <a:lnTo>
                    <a:pt x="2329320" y="66107"/>
                  </a:lnTo>
                  <a:lnTo>
                    <a:pt x="2350240" y="66701"/>
                  </a:lnTo>
                  <a:lnTo>
                    <a:pt x="2370783" y="6728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384335" y="1660868"/>
              <a:ext cx="2370783" cy="596981"/>
            </a:xfrm>
            <a:custGeom>
              <a:avLst/>
              <a:pathLst>
                <a:path w="2370783" h="596981">
                  <a:moveTo>
                    <a:pt x="0" y="0"/>
                  </a:moveTo>
                  <a:lnTo>
                    <a:pt x="152239" y="38335"/>
                  </a:lnTo>
                  <a:lnTo>
                    <a:pt x="286525" y="72149"/>
                  </a:lnTo>
                  <a:lnTo>
                    <a:pt x="406647" y="102396"/>
                  </a:lnTo>
                  <a:lnTo>
                    <a:pt x="515310" y="129759"/>
                  </a:lnTo>
                  <a:lnTo>
                    <a:pt x="614512" y="154739"/>
                  </a:lnTo>
                  <a:lnTo>
                    <a:pt x="705770" y="177718"/>
                  </a:lnTo>
                  <a:lnTo>
                    <a:pt x="790261" y="198993"/>
                  </a:lnTo>
                  <a:lnTo>
                    <a:pt x="868920" y="218800"/>
                  </a:lnTo>
                  <a:lnTo>
                    <a:pt x="942500" y="237329"/>
                  </a:lnTo>
                  <a:lnTo>
                    <a:pt x="1011619" y="254733"/>
                  </a:lnTo>
                  <a:lnTo>
                    <a:pt x="1076786" y="271143"/>
                  </a:lnTo>
                  <a:lnTo>
                    <a:pt x="1138428" y="286665"/>
                  </a:lnTo>
                  <a:lnTo>
                    <a:pt x="1196908" y="301390"/>
                  </a:lnTo>
                  <a:lnTo>
                    <a:pt x="1252534" y="315397"/>
                  </a:lnTo>
                  <a:lnTo>
                    <a:pt x="1305571" y="328753"/>
                  </a:lnTo>
                  <a:lnTo>
                    <a:pt x="1356251" y="341514"/>
                  </a:lnTo>
                  <a:lnTo>
                    <a:pt x="1404773" y="353733"/>
                  </a:lnTo>
                  <a:lnTo>
                    <a:pt x="1451315" y="365452"/>
                  </a:lnTo>
                  <a:lnTo>
                    <a:pt x="1496031" y="376712"/>
                  </a:lnTo>
                  <a:lnTo>
                    <a:pt x="1539059" y="387547"/>
                  </a:lnTo>
                  <a:lnTo>
                    <a:pt x="1580522" y="397987"/>
                  </a:lnTo>
                  <a:lnTo>
                    <a:pt x="1620529" y="408062"/>
                  </a:lnTo>
                  <a:lnTo>
                    <a:pt x="1659181" y="417794"/>
                  </a:lnTo>
                  <a:lnTo>
                    <a:pt x="1696565" y="427208"/>
                  </a:lnTo>
                  <a:lnTo>
                    <a:pt x="1732761" y="436323"/>
                  </a:lnTo>
                  <a:lnTo>
                    <a:pt x="1767844" y="445157"/>
                  </a:lnTo>
                  <a:lnTo>
                    <a:pt x="1801880" y="453727"/>
                  </a:lnTo>
                  <a:lnTo>
                    <a:pt x="1834929" y="462049"/>
                  </a:lnTo>
                  <a:lnTo>
                    <a:pt x="1867047" y="470137"/>
                  </a:lnTo>
                  <a:lnTo>
                    <a:pt x="1898284" y="478003"/>
                  </a:lnTo>
                  <a:lnTo>
                    <a:pt x="1928689" y="485659"/>
                  </a:lnTo>
                  <a:lnTo>
                    <a:pt x="1958304" y="493116"/>
                  </a:lnTo>
                  <a:lnTo>
                    <a:pt x="1987169" y="500384"/>
                  </a:lnTo>
                  <a:lnTo>
                    <a:pt x="2015321" y="507473"/>
                  </a:lnTo>
                  <a:lnTo>
                    <a:pt x="2042795" y="514391"/>
                  </a:lnTo>
                  <a:lnTo>
                    <a:pt x="2069622" y="521147"/>
                  </a:lnTo>
                  <a:lnTo>
                    <a:pt x="2095832" y="527747"/>
                  </a:lnTo>
                  <a:lnTo>
                    <a:pt x="2121454" y="534198"/>
                  </a:lnTo>
                  <a:lnTo>
                    <a:pt x="2146512" y="540508"/>
                  </a:lnTo>
                  <a:lnTo>
                    <a:pt x="2171031" y="546682"/>
                  </a:lnTo>
                  <a:lnTo>
                    <a:pt x="2195035" y="552727"/>
                  </a:lnTo>
                  <a:lnTo>
                    <a:pt x="2218543" y="558646"/>
                  </a:lnTo>
                  <a:lnTo>
                    <a:pt x="2241576" y="564446"/>
                  </a:lnTo>
                  <a:lnTo>
                    <a:pt x="2264153" y="570131"/>
                  </a:lnTo>
                  <a:lnTo>
                    <a:pt x="2286292" y="575706"/>
                  </a:lnTo>
                  <a:lnTo>
                    <a:pt x="2308009" y="581174"/>
                  </a:lnTo>
                  <a:lnTo>
                    <a:pt x="2329320" y="586541"/>
                  </a:lnTo>
                  <a:lnTo>
                    <a:pt x="2350240" y="591808"/>
                  </a:lnTo>
                  <a:lnTo>
                    <a:pt x="2370783" y="59698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384335" y="2453729"/>
              <a:ext cx="2370783" cy="56281"/>
            </a:xfrm>
            <a:custGeom>
              <a:avLst/>
              <a:pathLst>
                <a:path w="2370783" h="56281">
                  <a:moveTo>
                    <a:pt x="0" y="0"/>
                  </a:moveTo>
                  <a:lnTo>
                    <a:pt x="152239" y="3614"/>
                  </a:lnTo>
                  <a:lnTo>
                    <a:pt x="286525" y="6801"/>
                  </a:lnTo>
                  <a:lnTo>
                    <a:pt x="406647" y="9653"/>
                  </a:lnTo>
                  <a:lnTo>
                    <a:pt x="515310" y="12233"/>
                  </a:lnTo>
                  <a:lnTo>
                    <a:pt x="614512" y="14588"/>
                  </a:lnTo>
                  <a:lnTo>
                    <a:pt x="705770" y="16754"/>
                  </a:lnTo>
                  <a:lnTo>
                    <a:pt x="790261" y="18760"/>
                  </a:lnTo>
                  <a:lnTo>
                    <a:pt x="868920" y="20627"/>
                  </a:lnTo>
                  <a:lnTo>
                    <a:pt x="942500" y="22374"/>
                  </a:lnTo>
                  <a:lnTo>
                    <a:pt x="1011619" y="24015"/>
                  </a:lnTo>
                  <a:lnTo>
                    <a:pt x="1076786" y="25562"/>
                  </a:lnTo>
                  <a:lnTo>
                    <a:pt x="1138428" y="27025"/>
                  </a:lnTo>
                  <a:lnTo>
                    <a:pt x="1196908" y="28414"/>
                  </a:lnTo>
                  <a:lnTo>
                    <a:pt x="1252534" y="29734"/>
                  </a:lnTo>
                  <a:lnTo>
                    <a:pt x="1305571" y="30993"/>
                  </a:lnTo>
                  <a:lnTo>
                    <a:pt x="1356251" y="32196"/>
                  </a:lnTo>
                  <a:lnTo>
                    <a:pt x="1404773" y="33348"/>
                  </a:lnTo>
                  <a:lnTo>
                    <a:pt x="1451315" y="34453"/>
                  </a:lnTo>
                  <a:lnTo>
                    <a:pt x="1496031" y="35515"/>
                  </a:lnTo>
                  <a:lnTo>
                    <a:pt x="1539059" y="36536"/>
                  </a:lnTo>
                  <a:lnTo>
                    <a:pt x="1580522" y="37520"/>
                  </a:lnTo>
                  <a:lnTo>
                    <a:pt x="1620529" y="38470"/>
                  </a:lnTo>
                  <a:lnTo>
                    <a:pt x="1659181" y="39388"/>
                  </a:lnTo>
                  <a:lnTo>
                    <a:pt x="1696565" y="40275"/>
                  </a:lnTo>
                  <a:lnTo>
                    <a:pt x="1732761" y="41134"/>
                  </a:lnTo>
                  <a:lnTo>
                    <a:pt x="1767844" y="41967"/>
                  </a:lnTo>
                  <a:lnTo>
                    <a:pt x="1801880" y="42775"/>
                  </a:lnTo>
                  <a:lnTo>
                    <a:pt x="1834929" y="43560"/>
                  </a:lnTo>
                  <a:lnTo>
                    <a:pt x="1867047" y="44322"/>
                  </a:lnTo>
                  <a:lnTo>
                    <a:pt x="1898284" y="45064"/>
                  </a:lnTo>
                  <a:lnTo>
                    <a:pt x="1928689" y="45786"/>
                  </a:lnTo>
                  <a:lnTo>
                    <a:pt x="1958304" y="46489"/>
                  </a:lnTo>
                  <a:lnTo>
                    <a:pt x="1987169" y="47174"/>
                  </a:lnTo>
                  <a:lnTo>
                    <a:pt x="2015321" y="47842"/>
                  </a:lnTo>
                  <a:lnTo>
                    <a:pt x="2042795" y="48495"/>
                  </a:lnTo>
                  <a:lnTo>
                    <a:pt x="2069622" y="49131"/>
                  </a:lnTo>
                  <a:lnTo>
                    <a:pt x="2095832" y="49754"/>
                  </a:lnTo>
                  <a:lnTo>
                    <a:pt x="2121454" y="50362"/>
                  </a:lnTo>
                  <a:lnTo>
                    <a:pt x="2146512" y="50957"/>
                  </a:lnTo>
                  <a:lnTo>
                    <a:pt x="2171031" y="51539"/>
                  </a:lnTo>
                  <a:lnTo>
                    <a:pt x="2195035" y="52109"/>
                  </a:lnTo>
                  <a:lnTo>
                    <a:pt x="2218543" y="52667"/>
                  </a:lnTo>
                  <a:lnTo>
                    <a:pt x="2241576" y="53214"/>
                  </a:lnTo>
                  <a:lnTo>
                    <a:pt x="2264153" y="53749"/>
                  </a:lnTo>
                  <a:lnTo>
                    <a:pt x="2286292" y="54275"/>
                  </a:lnTo>
                  <a:lnTo>
                    <a:pt x="2308009" y="54791"/>
                  </a:lnTo>
                  <a:lnTo>
                    <a:pt x="2329320" y="55296"/>
                  </a:lnTo>
                  <a:lnTo>
                    <a:pt x="2350240" y="55793"/>
                  </a:lnTo>
                  <a:lnTo>
                    <a:pt x="2370783" y="5628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384335" y="2219580"/>
              <a:ext cx="2370783" cy="45023"/>
            </a:xfrm>
            <a:custGeom>
              <a:avLst/>
              <a:pathLst>
                <a:path w="2370783" h="45023">
                  <a:moveTo>
                    <a:pt x="0" y="45023"/>
                  </a:moveTo>
                  <a:lnTo>
                    <a:pt x="152239" y="42131"/>
                  </a:lnTo>
                  <a:lnTo>
                    <a:pt x="286525" y="39581"/>
                  </a:lnTo>
                  <a:lnTo>
                    <a:pt x="406647" y="37300"/>
                  </a:lnTo>
                  <a:lnTo>
                    <a:pt x="515310" y="35236"/>
                  </a:lnTo>
                  <a:lnTo>
                    <a:pt x="614512" y="33353"/>
                  </a:lnTo>
                  <a:lnTo>
                    <a:pt x="705770" y="31619"/>
                  </a:lnTo>
                  <a:lnTo>
                    <a:pt x="790261" y="30015"/>
                  </a:lnTo>
                  <a:lnTo>
                    <a:pt x="868920" y="28521"/>
                  </a:lnTo>
                  <a:lnTo>
                    <a:pt x="942500" y="27124"/>
                  </a:lnTo>
                  <a:lnTo>
                    <a:pt x="1011619" y="25811"/>
                  </a:lnTo>
                  <a:lnTo>
                    <a:pt x="1076786" y="24574"/>
                  </a:lnTo>
                  <a:lnTo>
                    <a:pt x="1138428" y="23403"/>
                  </a:lnTo>
                  <a:lnTo>
                    <a:pt x="1196908" y="22292"/>
                  </a:lnTo>
                  <a:lnTo>
                    <a:pt x="1252534" y="21236"/>
                  </a:lnTo>
                  <a:lnTo>
                    <a:pt x="1305571" y="20229"/>
                  </a:lnTo>
                  <a:lnTo>
                    <a:pt x="1356251" y="19266"/>
                  </a:lnTo>
                  <a:lnTo>
                    <a:pt x="1404773" y="18345"/>
                  </a:lnTo>
                  <a:lnTo>
                    <a:pt x="1451315" y="17461"/>
                  </a:lnTo>
                  <a:lnTo>
                    <a:pt x="1496031" y="16612"/>
                  </a:lnTo>
                  <a:lnTo>
                    <a:pt x="1539059" y="15795"/>
                  </a:lnTo>
                  <a:lnTo>
                    <a:pt x="1580522" y="15007"/>
                  </a:lnTo>
                  <a:lnTo>
                    <a:pt x="1620529" y="14247"/>
                  </a:lnTo>
                  <a:lnTo>
                    <a:pt x="1659181" y="13513"/>
                  </a:lnTo>
                  <a:lnTo>
                    <a:pt x="1696565" y="12803"/>
                  </a:lnTo>
                  <a:lnTo>
                    <a:pt x="1732761" y="12116"/>
                  </a:lnTo>
                  <a:lnTo>
                    <a:pt x="1767844" y="11450"/>
                  </a:lnTo>
                  <a:lnTo>
                    <a:pt x="1801880" y="10803"/>
                  </a:lnTo>
                  <a:lnTo>
                    <a:pt x="1834929" y="10176"/>
                  </a:lnTo>
                  <a:lnTo>
                    <a:pt x="1867047" y="9566"/>
                  </a:lnTo>
                  <a:lnTo>
                    <a:pt x="1898284" y="8973"/>
                  </a:lnTo>
                  <a:lnTo>
                    <a:pt x="1928689" y="8395"/>
                  </a:lnTo>
                  <a:lnTo>
                    <a:pt x="1958304" y="7833"/>
                  </a:lnTo>
                  <a:lnTo>
                    <a:pt x="1987169" y="7285"/>
                  </a:lnTo>
                  <a:lnTo>
                    <a:pt x="2015321" y="6750"/>
                  </a:lnTo>
                  <a:lnTo>
                    <a:pt x="2042795" y="6228"/>
                  </a:lnTo>
                  <a:lnTo>
                    <a:pt x="2069622" y="5719"/>
                  </a:lnTo>
                  <a:lnTo>
                    <a:pt x="2095832" y="5221"/>
                  </a:lnTo>
                  <a:lnTo>
                    <a:pt x="2121454" y="4734"/>
                  </a:lnTo>
                  <a:lnTo>
                    <a:pt x="2146512" y="4259"/>
                  </a:lnTo>
                  <a:lnTo>
                    <a:pt x="2171031" y="3793"/>
                  </a:lnTo>
                  <a:lnTo>
                    <a:pt x="2195035" y="3337"/>
                  </a:lnTo>
                  <a:lnTo>
                    <a:pt x="2218543" y="2891"/>
                  </a:lnTo>
                  <a:lnTo>
                    <a:pt x="2241576" y="2453"/>
                  </a:lnTo>
                  <a:lnTo>
                    <a:pt x="2264153" y="2024"/>
                  </a:lnTo>
                  <a:lnTo>
                    <a:pt x="2286292" y="1604"/>
                  </a:lnTo>
                  <a:lnTo>
                    <a:pt x="2308009" y="1192"/>
                  </a:lnTo>
                  <a:lnTo>
                    <a:pt x="2329320" y="787"/>
                  </a:lnTo>
                  <a:lnTo>
                    <a:pt x="2350240" y="390"/>
                  </a:lnTo>
                  <a:lnTo>
                    <a:pt x="237078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384335" y="2123399"/>
              <a:ext cx="2370783" cy="70672"/>
            </a:xfrm>
            <a:custGeom>
              <a:avLst/>
              <a:pathLst>
                <a:path w="2370783" h="70672">
                  <a:moveTo>
                    <a:pt x="0" y="0"/>
                  </a:moveTo>
                  <a:lnTo>
                    <a:pt x="152239" y="4538"/>
                  </a:lnTo>
                  <a:lnTo>
                    <a:pt x="286525" y="8541"/>
                  </a:lnTo>
                  <a:lnTo>
                    <a:pt x="406647" y="12122"/>
                  </a:lnTo>
                  <a:lnTo>
                    <a:pt x="515310" y="15361"/>
                  </a:lnTo>
                  <a:lnTo>
                    <a:pt x="614512" y="18318"/>
                  </a:lnTo>
                  <a:lnTo>
                    <a:pt x="705770" y="21038"/>
                  </a:lnTo>
                  <a:lnTo>
                    <a:pt x="790261" y="23557"/>
                  </a:lnTo>
                  <a:lnTo>
                    <a:pt x="868920" y="25902"/>
                  </a:lnTo>
                  <a:lnTo>
                    <a:pt x="942500" y="28095"/>
                  </a:lnTo>
                  <a:lnTo>
                    <a:pt x="1011619" y="30156"/>
                  </a:lnTo>
                  <a:lnTo>
                    <a:pt x="1076786" y="32098"/>
                  </a:lnTo>
                  <a:lnTo>
                    <a:pt x="1138428" y="33936"/>
                  </a:lnTo>
                  <a:lnTo>
                    <a:pt x="1196908" y="35679"/>
                  </a:lnTo>
                  <a:lnTo>
                    <a:pt x="1252534" y="37337"/>
                  </a:lnTo>
                  <a:lnTo>
                    <a:pt x="1305571" y="38918"/>
                  </a:lnTo>
                  <a:lnTo>
                    <a:pt x="1356251" y="40429"/>
                  </a:lnTo>
                  <a:lnTo>
                    <a:pt x="1404773" y="41876"/>
                  </a:lnTo>
                  <a:lnTo>
                    <a:pt x="1451315" y="43263"/>
                  </a:lnTo>
                  <a:lnTo>
                    <a:pt x="1496031" y="44596"/>
                  </a:lnTo>
                  <a:lnTo>
                    <a:pt x="1539059" y="45879"/>
                  </a:lnTo>
                  <a:lnTo>
                    <a:pt x="1580522" y="47115"/>
                  </a:lnTo>
                  <a:lnTo>
                    <a:pt x="1620529" y="48307"/>
                  </a:lnTo>
                  <a:lnTo>
                    <a:pt x="1659181" y="49459"/>
                  </a:lnTo>
                  <a:lnTo>
                    <a:pt x="1696565" y="50574"/>
                  </a:lnTo>
                  <a:lnTo>
                    <a:pt x="1732761" y="51653"/>
                  </a:lnTo>
                  <a:lnTo>
                    <a:pt x="1767844" y="52699"/>
                  </a:lnTo>
                  <a:lnTo>
                    <a:pt x="1801880" y="53713"/>
                  </a:lnTo>
                  <a:lnTo>
                    <a:pt x="1834929" y="54698"/>
                  </a:lnTo>
                  <a:lnTo>
                    <a:pt x="1867047" y="55656"/>
                  </a:lnTo>
                  <a:lnTo>
                    <a:pt x="1898284" y="56587"/>
                  </a:lnTo>
                  <a:lnTo>
                    <a:pt x="1928689" y="57493"/>
                  </a:lnTo>
                  <a:lnTo>
                    <a:pt x="1958304" y="58376"/>
                  </a:lnTo>
                  <a:lnTo>
                    <a:pt x="1987169" y="59237"/>
                  </a:lnTo>
                  <a:lnTo>
                    <a:pt x="2015321" y="60076"/>
                  </a:lnTo>
                  <a:lnTo>
                    <a:pt x="2042795" y="60895"/>
                  </a:lnTo>
                  <a:lnTo>
                    <a:pt x="2069622" y="61695"/>
                  </a:lnTo>
                  <a:lnTo>
                    <a:pt x="2095832" y="62476"/>
                  </a:lnTo>
                  <a:lnTo>
                    <a:pt x="2121454" y="63240"/>
                  </a:lnTo>
                  <a:lnTo>
                    <a:pt x="2146512" y="63987"/>
                  </a:lnTo>
                  <a:lnTo>
                    <a:pt x="2171031" y="64718"/>
                  </a:lnTo>
                  <a:lnTo>
                    <a:pt x="2195035" y="65433"/>
                  </a:lnTo>
                  <a:lnTo>
                    <a:pt x="2218543" y="66134"/>
                  </a:lnTo>
                  <a:lnTo>
                    <a:pt x="2241576" y="66821"/>
                  </a:lnTo>
                  <a:lnTo>
                    <a:pt x="2264153" y="67494"/>
                  </a:lnTo>
                  <a:lnTo>
                    <a:pt x="2286292" y="68154"/>
                  </a:lnTo>
                  <a:lnTo>
                    <a:pt x="2308009" y="68801"/>
                  </a:lnTo>
                  <a:lnTo>
                    <a:pt x="2329320" y="69436"/>
                  </a:lnTo>
                  <a:lnTo>
                    <a:pt x="2350240" y="70060"/>
                  </a:lnTo>
                  <a:lnTo>
                    <a:pt x="2370783" y="7067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3"/>
            <p:cNvSpPr/>
            <p:nvPr/>
          </p:nvSpPr>
          <p:spPr>
            <a:xfrm>
              <a:off x="4204347" y="1185068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204347" y="1185068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172716" y="239968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172716" y="190144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172716" y="14031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204347" y="2692600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384335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5174596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964857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6755118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tx203"/>
            <p:cNvSpPr/>
            <p:nvPr/>
          </p:nvSpPr>
          <p:spPr>
            <a:xfrm>
              <a:off x="4204347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42663" y="2994900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59850" y="426257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36726" y="409984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496727" y="433210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474388" y="419026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456692" y="422019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82142" y="408212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532781" y="372369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61050" y="418840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38219" y="413985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55088" y="407970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246103" y="43405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231178" y="439576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94689" y="312753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69613" y="42559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242634" y="428292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327858" y="410602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40930" y="42834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61599" y="428809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26244" y="362406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32269" y="377453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74852" y="401461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99685" y="410196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73035" y="393746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29927" y="416506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94314" y="419348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317297" y="405475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318144" y="346886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303315" y="373790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085534" y="403903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87670" y="392108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122416" y="438266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18812" y="437535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125003" y="415186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69586" y="438899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77917" y="335627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113054" y="44054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123705" y="386544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93906" y="315476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79912" y="303494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121866" y="38454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56305" y="370050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86523" y="36530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62912" y="36920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59882" y="430224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110097" y="363780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85652" y="409861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072048" y="412277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117918" y="389998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50943" y="38876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97992" y="400363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31057" y="392285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23228" y="42413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918975" y="364178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14351" y="402606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900388" y="41555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55607" y="382809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91706" y="375124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66529" y="343286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11445" y="345782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904491" y="343435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99399" y="355179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76665" y="383736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912787" y="387014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56701" y="375413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903899" y="371178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39336" y="369815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917780" y="348889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16800" y="362677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63018" y="367449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25499" y="345788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92603" y="371113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22254" y="351767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510365" y="3833615"/>
              <a:ext cx="2379920" cy="546239"/>
            </a:xfrm>
            <a:custGeom>
              <a:avLst/>
              <a:pathLst>
                <a:path w="2379920" h="546239">
                  <a:moveTo>
                    <a:pt x="0" y="546239"/>
                  </a:moveTo>
                  <a:lnTo>
                    <a:pt x="152826" y="511162"/>
                  </a:lnTo>
                  <a:lnTo>
                    <a:pt x="287629" y="480222"/>
                  </a:lnTo>
                  <a:lnTo>
                    <a:pt x="408214" y="452546"/>
                  </a:lnTo>
                  <a:lnTo>
                    <a:pt x="517296" y="427509"/>
                  </a:lnTo>
                  <a:lnTo>
                    <a:pt x="616881" y="404652"/>
                  </a:lnTo>
                  <a:lnTo>
                    <a:pt x="708490" y="383626"/>
                  </a:lnTo>
                  <a:lnTo>
                    <a:pt x="793306" y="364159"/>
                  </a:lnTo>
                  <a:lnTo>
                    <a:pt x="872269" y="346036"/>
                  </a:lnTo>
                  <a:lnTo>
                    <a:pt x="946133" y="329082"/>
                  </a:lnTo>
                  <a:lnTo>
                    <a:pt x="1015518" y="313157"/>
                  </a:lnTo>
                  <a:lnTo>
                    <a:pt x="1080935" y="298143"/>
                  </a:lnTo>
                  <a:lnTo>
                    <a:pt x="1142815" y="283940"/>
                  </a:lnTo>
                  <a:lnTo>
                    <a:pt x="1201521" y="270466"/>
                  </a:lnTo>
                  <a:lnTo>
                    <a:pt x="1257361" y="257649"/>
                  </a:lnTo>
                  <a:lnTo>
                    <a:pt x="1310603" y="245429"/>
                  </a:lnTo>
                  <a:lnTo>
                    <a:pt x="1361478" y="233752"/>
                  </a:lnTo>
                  <a:lnTo>
                    <a:pt x="1410188" y="222573"/>
                  </a:lnTo>
                  <a:lnTo>
                    <a:pt x="1456908" y="211849"/>
                  </a:lnTo>
                  <a:lnTo>
                    <a:pt x="1501796" y="201546"/>
                  </a:lnTo>
                  <a:lnTo>
                    <a:pt x="1544990" y="191633"/>
                  </a:lnTo>
                  <a:lnTo>
                    <a:pt x="1586613" y="182079"/>
                  </a:lnTo>
                  <a:lnTo>
                    <a:pt x="1626775" y="172861"/>
                  </a:lnTo>
                  <a:lnTo>
                    <a:pt x="1665575" y="163956"/>
                  </a:lnTo>
                  <a:lnTo>
                    <a:pt x="1703103" y="155343"/>
                  </a:lnTo>
                  <a:lnTo>
                    <a:pt x="1739440" y="147003"/>
                  </a:lnTo>
                  <a:lnTo>
                    <a:pt x="1774658" y="138919"/>
                  </a:lnTo>
                  <a:lnTo>
                    <a:pt x="1808824" y="131077"/>
                  </a:lnTo>
                  <a:lnTo>
                    <a:pt x="1842001" y="123463"/>
                  </a:lnTo>
                  <a:lnTo>
                    <a:pt x="1874242" y="116063"/>
                  </a:lnTo>
                  <a:lnTo>
                    <a:pt x="1905600" y="108865"/>
                  </a:lnTo>
                  <a:lnTo>
                    <a:pt x="1936122" y="101860"/>
                  </a:lnTo>
                  <a:lnTo>
                    <a:pt x="1965851" y="95037"/>
                  </a:lnTo>
                  <a:lnTo>
                    <a:pt x="1994827" y="88386"/>
                  </a:lnTo>
                  <a:lnTo>
                    <a:pt x="2023088" y="81900"/>
                  </a:lnTo>
                  <a:lnTo>
                    <a:pt x="2050668" y="75569"/>
                  </a:lnTo>
                  <a:lnTo>
                    <a:pt x="2077598" y="69388"/>
                  </a:lnTo>
                  <a:lnTo>
                    <a:pt x="2103910" y="63349"/>
                  </a:lnTo>
                  <a:lnTo>
                    <a:pt x="2129630" y="57446"/>
                  </a:lnTo>
                  <a:lnTo>
                    <a:pt x="2154785" y="51672"/>
                  </a:lnTo>
                  <a:lnTo>
                    <a:pt x="2179399" y="46023"/>
                  </a:lnTo>
                  <a:lnTo>
                    <a:pt x="2203494" y="40493"/>
                  </a:lnTo>
                  <a:lnTo>
                    <a:pt x="2227093" y="35076"/>
                  </a:lnTo>
                  <a:lnTo>
                    <a:pt x="2250215" y="29769"/>
                  </a:lnTo>
                  <a:lnTo>
                    <a:pt x="2272879" y="24567"/>
                  </a:lnTo>
                  <a:lnTo>
                    <a:pt x="2295103" y="19467"/>
                  </a:lnTo>
                  <a:lnTo>
                    <a:pt x="2316904" y="14463"/>
                  </a:lnTo>
                  <a:lnTo>
                    <a:pt x="2338297" y="9553"/>
                  </a:lnTo>
                  <a:lnTo>
                    <a:pt x="2359297" y="4733"/>
                  </a:lnTo>
                  <a:lnTo>
                    <a:pt x="237992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10365" y="3726420"/>
              <a:ext cx="2379920" cy="527446"/>
            </a:xfrm>
            <a:custGeom>
              <a:avLst/>
              <a:pathLst>
                <a:path w="2379920" h="527446">
                  <a:moveTo>
                    <a:pt x="0" y="527446"/>
                  </a:moveTo>
                  <a:lnTo>
                    <a:pt x="152826" y="493576"/>
                  </a:lnTo>
                  <a:lnTo>
                    <a:pt x="287629" y="463701"/>
                  </a:lnTo>
                  <a:lnTo>
                    <a:pt x="408214" y="436976"/>
                  </a:lnTo>
                  <a:lnTo>
                    <a:pt x="517296" y="412801"/>
                  </a:lnTo>
                  <a:lnTo>
                    <a:pt x="616881" y="390731"/>
                  </a:lnTo>
                  <a:lnTo>
                    <a:pt x="708490" y="370428"/>
                  </a:lnTo>
                  <a:lnTo>
                    <a:pt x="793306" y="351630"/>
                  </a:lnTo>
                  <a:lnTo>
                    <a:pt x="872269" y="334131"/>
                  </a:lnTo>
                  <a:lnTo>
                    <a:pt x="946133" y="317761"/>
                  </a:lnTo>
                  <a:lnTo>
                    <a:pt x="1015518" y="302383"/>
                  </a:lnTo>
                  <a:lnTo>
                    <a:pt x="1080935" y="287885"/>
                  </a:lnTo>
                  <a:lnTo>
                    <a:pt x="1142815" y="274171"/>
                  </a:lnTo>
                  <a:lnTo>
                    <a:pt x="1201521" y="261161"/>
                  </a:lnTo>
                  <a:lnTo>
                    <a:pt x="1257361" y="248785"/>
                  </a:lnTo>
                  <a:lnTo>
                    <a:pt x="1310603" y="236985"/>
                  </a:lnTo>
                  <a:lnTo>
                    <a:pt x="1361478" y="225710"/>
                  </a:lnTo>
                  <a:lnTo>
                    <a:pt x="1410188" y="214915"/>
                  </a:lnTo>
                  <a:lnTo>
                    <a:pt x="1456908" y="204561"/>
                  </a:lnTo>
                  <a:lnTo>
                    <a:pt x="1501796" y="194612"/>
                  </a:lnTo>
                  <a:lnTo>
                    <a:pt x="1544990" y="185040"/>
                  </a:lnTo>
                  <a:lnTo>
                    <a:pt x="1586613" y="175815"/>
                  </a:lnTo>
                  <a:lnTo>
                    <a:pt x="1626775" y="166914"/>
                  </a:lnTo>
                  <a:lnTo>
                    <a:pt x="1665575" y="158315"/>
                  </a:lnTo>
                  <a:lnTo>
                    <a:pt x="1703103" y="149998"/>
                  </a:lnTo>
                  <a:lnTo>
                    <a:pt x="1739440" y="141945"/>
                  </a:lnTo>
                  <a:lnTo>
                    <a:pt x="1774658" y="134140"/>
                  </a:lnTo>
                  <a:lnTo>
                    <a:pt x="1808824" y="126568"/>
                  </a:lnTo>
                  <a:lnTo>
                    <a:pt x="1842001" y="119215"/>
                  </a:lnTo>
                  <a:lnTo>
                    <a:pt x="1874242" y="112070"/>
                  </a:lnTo>
                  <a:lnTo>
                    <a:pt x="1905600" y="105120"/>
                  </a:lnTo>
                  <a:lnTo>
                    <a:pt x="1936122" y="98356"/>
                  </a:lnTo>
                  <a:lnTo>
                    <a:pt x="1965851" y="91767"/>
                  </a:lnTo>
                  <a:lnTo>
                    <a:pt x="1994827" y="85345"/>
                  </a:lnTo>
                  <a:lnTo>
                    <a:pt x="2023088" y="79082"/>
                  </a:lnTo>
                  <a:lnTo>
                    <a:pt x="2050668" y="72970"/>
                  </a:lnTo>
                  <a:lnTo>
                    <a:pt x="2077598" y="67001"/>
                  </a:lnTo>
                  <a:lnTo>
                    <a:pt x="2103910" y="61170"/>
                  </a:lnTo>
                  <a:lnTo>
                    <a:pt x="2129630" y="55470"/>
                  </a:lnTo>
                  <a:lnTo>
                    <a:pt x="2154785" y="49895"/>
                  </a:lnTo>
                  <a:lnTo>
                    <a:pt x="2179399" y="44440"/>
                  </a:lnTo>
                  <a:lnTo>
                    <a:pt x="2203494" y="39100"/>
                  </a:lnTo>
                  <a:lnTo>
                    <a:pt x="2227093" y="33869"/>
                  </a:lnTo>
                  <a:lnTo>
                    <a:pt x="2250215" y="28745"/>
                  </a:lnTo>
                  <a:lnTo>
                    <a:pt x="2272879" y="23722"/>
                  </a:lnTo>
                  <a:lnTo>
                    <a:pt x="2295103" y="18797"/>
                  </a:lnTo>
                  <a:lnTo>
                    <a:pt x="2316904" y="13965"/>
                  </a:lnTo>
                  <a:lnTo>
                    <a:pt x="2338297" y="9224"/>
                  </a:lnTo>
                  <a:lnTo>
                    <a:pt x="2359297" y="4570"/>
                  </a:lnTo>
                  <a:lnTo>
                    <a:pt x="237992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10365" y="3942895"/>
              <a:ext cx="2379920" cy="414571"/>
            </a:xfrm>
            <a:custGeom>
              <a:avLst/>
              <a:pathLst>
                <a:path w="2379920" h="414571">
                  <a:moveTo>
                    <a:pt x="0" y="414571"/>
                  </a:moveTo>
                  <a:lnTo>
                    <a:pt x="152826" y="387950"/>
                  </a:lnTo>
                  <a:lnTo>
                    <a:pt x="287629" y="364468"/>
                  </a:lnTo>
                  <a:lnTo>
                    <a:pt x="408214" y="343462"/>
                  </a:lnTo>
                  <a:lnTo>
                    <a:pt x="517296" y="324461"/>
                  </a:lnTo>
                  <a:lnTo>
                    <a:pt x="616881" y="307113"/>
                  </a:lnTo>
                  <a:lnTo>
                    <a:pt x="708490" y="291155"/>
                  </a:lnTo>
                  <a:lnTo>
                    <a:pt x="793306" y="276381"/>
                  </a:lnTo>
                  <a:lnTo>
                    <a:pt x="872269" y="262626"/>
                  </a:lnTo>
                  <a:lnTo>
                    <a:pt x="946133" y="249759"/>
                  </a:lnTo>
                  <a:lnTo>
                    <a:pt x="1015518" y="237673"/>
                  </a:lnTo>
                  <a:lnTo>
                    <a:pt x="1080935" y="226277"/>
                  </a:lnTo>
                  <a:lnTo>
                    <a:pt x="1142815" y="215498"/>
                  </a:lnTo>
                  <a:lnTo>
                    <a:pt x="1201521" y="205272"/>
                  </a:lnTo>
                  <a:lnTo>
                    <a:pt x="1257361" y="195544"/>
                  </a:lnTo>
                  <a:lnTo>
                    <a:pt x="1310603" y="186270"/>
                  </a:lnTo>
                  <a:lnTo>
                    <a:pt x="1361478" y="177408"/>
                  </a:lnTo>
                  <a:lnTo>
                    <a:pt x="1410188" y="168923"/>
                  </a:lnTo>
                  <a:lnTo>
                    <a:pt x="1456908" y="160784"/>
                  </a:lnTo>
                  <a:lnTo>
                    <a:pt x="1501796" y="152965"/>
                  </a:lnTo>
                  <a:lnTo>
                    <a:pt x="1544990" y="145441"/>
                  </a:lnTo>
                  <a:lnTo>
                    <a:pt x="1586613" y="138190"/>
                  </a:lnTo>
                  <a:lnTo>
                    <a:pt x="1626775" y="131194"/>
                  </a:lnTo>
                  <a:lnTo>
                    <a:pt x="1665575" y="124435"/>
                  </a:lnTo>
                  <a:lnTo>
                    <a:pt x="1703103" y="117898"/>
                  </a:lnTo>
                  <a:lnTo>
                    <a:pt x="1739440" y="111568"/>
                  </a:lnTo>
                  <a:lnTo>
                    <a:pt x="1774658" y="105434"/>
                  </a:lnTo>
                  <a:lnTo>
                    <a:pt x="1808824" y="99482"/>
                  </a:lnTo>
                  <a:lnTo>
                    <a:pt x="1842001" y="93703"/>
                  </a:lnTo>
                  <a:lnTo>
                    <a:pt x="1874242" y="88086"/>
                  </a:lnTo>
                  <a:lnTo>
                    <a:pt x="1905600" y="82624"/>
                  </a:lnTo>
                  <a:lnTo>
                    <a:pt x="1936122" y="77307"/>
                  </a:lnTo>
                  <a:lnTo>
                    <a:pt x="1965851" y="72128"/>
                  </a:lnTo>
                  <a:lnTo>
                    <a:pt x="1994827" y="67081"/>
                  </a:lnTo>
                  <a:lnTo>
                    <a:pt x="2023088" y="62158"/>
                  </a:lnTo>
                  <a:lnTo>
                    <a:pt x="2050668" y="57354"/>
                  </a:lnTo>
                  <a:lnTo>
                    <a:pt x="2077598" y="52663"/>
                  </a:lnTo>
                  <a:lnTo>
                    <a:pt x="2103910" y="48079"/>
                  </a:lnTo>
                  <a:lnTo>
                    <a:pt x="2129630" y="43599"/>
                  </a:lnTo>
                  <a:lnTo>
                    <a:pt x="2154785" y="39217"/>
                  </a:lnTo>
                  <a:lnTo>
                    <a:pt x="2179399" y="34929"/>
                  </a:lnTo>
                  <a:lnTo>
                    <a:pt x="2203494" y="30732"/>
                  </a:lnTo>
                  <a:lnTo>
                    <a:pt x="2227093" y="26621"/>
                  </a:lnTo>
                  <a:lnTo>
                    <a:pt x="2250215" y="22593"/>
                  </a:lnTo>
                  <a:lnTo>
                    <a:pt x="2272879" y="18646"/>
                  </a:lnTo>
                  <a:lnTo>
                    <a:pt x="2295103" y="14774"/>
                  </a:lnTo>
                  <a:lnTo>
                    <a:pt x="2316904" y="10977"/>
                  </a:lnTo>
                  <a:lnTo>
                    <a:pt x="2338297" y="7250"/>
                  </a:lnTo>
                  <a:lnTo>
                    <a:pt x="2359297" y="3592"/>
                  </a:lnTo>
                  <a:lnTo>
                    <a:pt x="237992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10365" y="3435810"/>
              <a:ext cx="2379920" cy="577694"/>
            </a:xfrm>
            <a:custGeom>
              <a:avLst/>
              <a:pathLst>
                <a:path w="2379920" h="577694">
                  <a:moveTo>
                    <a:pt x="0" y="577694"/>
                  </a:moveTo>
                  <a:lnTo>
                    <a:pt x="152826" y="540598"/>
                  </a:lnTo>
                  <a:lnTo>
                    <a:pt x="287629" y="507876"/>
                  </a:lnTo>
                  <a:lnTo>
                    <a:pt x="408214" y="478606"/>
                  </a:lnTo>
                  <a:lnTo>
                    <a:pt x="517296" y="452127"/>
                  </a:lnTo>
                  <a:lnTo>
                    <a:pt x="616881" y="427954"/>
                  </a:lnTo>
                  <a:lnTo>
                    <a:pt x="708490" y="405718"/>
                  </a:lnTo>
                  <a:lnTo>
                    <a:pt x="793306" y="385129"/>
                  </a:lnTo>
                  <a:lnTo>
                    <a:pt x="872269" y="365962"/>
                  </a:lnTo>
                  <a:lnTo>
                    <a:pt x="946133" y="348033"/>
                  </a:lnTo>
                  <a:lnTo>
                    <a:pt x="1015518" y="331190"/>
                  </a:lnTo>
                  <a:lnTo>
                    <a:pt x="1080935" y="315311"/>
                  </a:lnTo>
                  <a:lnTo>
                    <a:pt x="1142815" y="300291"/>
                  </a:lnTo>
                  <a:lnTo>
                    <a:pt x="1201521" y="286041"/>
                  </a:lnTo>
                  <a:lnTo>
                    <a:pt x="1257361" y="272486"/>
                  </a:lnTo>
                  <a:lnTo>
                    <a:pt x="1310603" y="259562"/>
                  </a:lnTo>
                  <a:lnTo>
                    <a:pt x="1361478" y="247213"/>
                  </a:lnTo>
                  <a:lnTo>
                    <a:pt x="1410188" y="235389"/>
                  </a:lnTo>
                  <a:lnTo>
                    <a:pt x="1456908" y="224049"/>
                  </a:lnTo>
                  <a:lnTo>
                    <a:pt x="1501796" y="213153"/>
                  </a:lnTo>
                  <a:lnTo>
                    <a:pt x="1544990" y="202668"/>
                  </a:lnTo>
                  <a:lnTo>
                    <a:pt x="1586613" y="192564"/>
                  </a:lnTo>
                  <a:lnTo>
                    <a:pt x="1626775" y="182816"/>
                  </a:lnTo>
                  <a:lnTo>
                    <a:pt x="1665575" y="173397"/>
                  </a:lnTo>
                  <a:lnTo>
                    <a:pt x="1703103" y="164288"/>
                  </a:lnTo>
                  <a:lnTo>
                    <a:pt x="1739440" y="155468"/>
                  </a:lnTo>
                  <a:lnTo>
                    <a:pt x="1774658" y="146919"/>
                  </a:lnTo>
                  <a:lnTo>
                    <a:pt x="1808824" y="138625"/>
                  </a:lnTo>
                  <a:lnTo>
                    <a:pt x="1842001" y="130572"/>
                  </a:lnTo>
                  <a:lnTo>
                    <a:pt x="1874242" y="122746"/>
                  </a:lnTo>
                  <a:lnTo>
                    <a:pt x="1905600" y="115134"/>
                  </a:lnTo>
                  <a:lnTo>
                    <a:pt x="1936122" y="107726"/>
                  </a:lnTo>
                  <a:lnTo>
                    <a:pt x="1965851" y="100509"/>
                  </a:lnTo>
                  <a:lnTo>
                    <a:pt x="1994827" y="93476"/>
                  </a:lnTo>
                  <a:lnTo>
                    <a:pt x="2023088" y="86616"/>
                  </a:lnTo>
                  <a:lnTo>
                    <a:pt x="2050668" y="79921"/>
                  </a:lnTo>
                  <a:lnTo>
                    <a:pt x="2077598" y="73384"/>
                  </a:lnTo>
                  <a:lnTo>
                    <a:pt x="2103910" y="66997"/>
                  </a:lnTo>
                  <a:lnTo>
                    <a:pt x="2129630" y="60754"/>
                  </a:lnTo>
                  <a:lnTo>
                    <a:pt x="2154785" y="54648"/>
                  </a:lnTo>
                  <a:lnTo>
                    <a:pt x="2179399" y="48673"/>
                  </a:lnTo>
                  <a:lnTo>
                    <a:pt x="2203494" y="42824"/>
                  </a:lnTo>
                  <a:lnTo>
                    <a:pt x="2227093" y="37096"/>
                  </a:lnTo>
                  <a:lnTo>
                    <a:pt x="2250215" y="31484"/>
                  </a:lnTo>
                  <a:lnTo>
                    <a:pt x="2272879" y="25982"/>
                  </a:lnTo>
                  <a:lnTo>
                    <a:pt x="2295103" y="20588"/>
                  </a:lnTo>
                  <a:lnTo>
                    <a:pt x="2316904" y="15296"/>
                  </a:lnTo>
                  <a:lnTo>
                    <a:pt x="2338297" y="10103"/>
                  </a:lnTo>
                  <a:lnTo>
                    <a:pt x="2359297" y="5005"/>
                  </a:lnTo>
                  <a:lnTo>
                    <a:pt x="237992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510365" y="3796524"/>
              <a:ext cx="2379920" cy="430258"/>
            </a:xfrm>
            <a:custGeom>
              <a:avLst/>
              <a:pathLst>
                <a:path w="2379920" h="430258">
                  <a:moveTo>
                    <a:pt x="0" y="430258"/>
                  </a:moveTo>
                  <a:lnTo>
                    <a:pt x="152826" y="402629"/>
                  </a:lnTo>
                  <a:lnTo>
                    <a:pt x="287629" y="378258"/>
                  </a:lnTo>
                  <a:lnTo>
                    <a:pt x="408214" y="356458"/>
                  </a:lnTo>
                  <a:lnTo>
                    <a:pt x="517296" y="336738"/>
                  </a:lnTo>
                  <a:lnTo>
                    <a:pt x="616881" y="318734"/>
                  </a:lnTo>
                  <a:lnTo>
                    <a:pt x="708490" y="302172"/>
                  </a:lnTo>
                  <a:lnTo>
                    <a:pt x="793306" y="286839"/>
                  </a:lnTo>
                  <a:lnTo>
                    <a:pt x="872269" y="272563"/>
                  </a:lnTo>
                  <a:lnTo>
                    <a:pt x="946133" y="259209"/>
                  </a:lnTo>
                  <a:lnTo>
                    <a:pt x="1015518" y="246666"/>
                  </a:lnTo>
                  <a:lnTo>
                    <a:pt x="1080935" y="234839"/>
                  </a:lnTo>
                  <a:lnTo>
                    <a:pt x="1142815" y="223652"/>
                  </a:lnTo>
                  <a:lnTo>
                    <a:pt x="1201521" y="213039"/>
                  </a:lnTo>
                  <a:lnTo>
                    <a:pt x="1257361" y="202944"/>
                  </a:lnTo>
                  <a:lnTo>
                    <a:pt x="1310603" y="193318"/>
                  </a:lnTo>
                  <a:lnTo>
                    <a:pt x="1361478" y="184120"/>
                  </a:lnTo>
                  <a:lnTo>
                    <a:pt x="1410188" y="175314"/>
                  </a:lnTo>
                  <a:lnTo>
                    <a:pt x="1456908" y="166868"/>
                  </a:lnTo>
                  <a:lnTo>
                    <a:pt x="1501796" y="158753"/>
                  </a:lnTo>
                  <a:lnTo>
                    <a:pt x="1544990" y="150944"/>
                  </a:lnTo>
                  <a:lnTo>
                    <a:pt x="1586613" y="143419"/>
                  </a:lnTo>
                  <a:lnTo>
                    <a:pt x="1626775" y="136158"/>
                  </a:lnTo>
                  <a:lnTo>
                    <a:pt x="1665575" y="129144"/>
                  </a:lnTo>
                  <a:lnTo>
                    <a:pt x="1703103" y="122359"/>
                  </a:lnTo>
                  <a:lnTo>
                    <a:pt x="1739440" y="115790"/>
                  </a:lnTo>
                  <a:lnTo>
                    <a:pt x="1774658" y="109423"/>
                  </a:lnTo>
                  <a:lnTo>
                    <a:pt x="1808824" y="103246"/>
                  </a:lnTo>
                  <a:lnTo>
                    <a:pt x="1842001" y="97248"/>
                  </a:lnTo>
                  <a:lnTo>
                    <a:pt x="1874242" y="91419"/>
                  </a:lnTo>
                  <a:lnTo>
                    <a:pt x="1905600" y="85750"/>
                  </a:lnTo>
                  <a:lnTo>
                    <a:pt x="1936122" y="80232"/>
                  </a:lnTo>
                  <a:lnTo>
                    <a:pt x="1965851" y="74858"/>
                  </a:lnTo>
                  <a:lnTo>
                    <a:pt x="1994827" y="69619"/>
                  </a:lnTo>
                  <a:lnTo>
                    <a:pt x="2023088" y="64510"/>
                  </a:lnTo>
                  <a:lnTo>
                    <a:pt x="2050668" y="59524"/>
                  </a:lnTo>
                  <a:lnTo>
                    <a:pt x="2077598" y="54655"/>
                  </a:lnTo>
                  <a:lnTo>
                    <a:pt x="2103910" y="49898"/>
                  </a:lnTo>
                  <a:lnTo>
                    <a:pt x="2129630" y="45249"/>
                  </a:lnTo>
                  <a:lnTo>
                    <a:pt x="2154785" y="40701"/>
                  </a:lnTo>
                  <a:lnTo>
                    <a:pt x="2179399" y="36251"/>
                  </a:lnTo>
                  <a:lnTo>
                    <a:pt x="2203494" y="31895"/>
                  </a:lnTo>
                  <a:lnTo>
                    <a:pt x="2227093" y="27629"/>
                  </a:lnTo>
                  <a:lnTo>
                    <a:pt x="2250215" y="23448"/>
                  </a:lnTo>
                  <a:lnTo>
                    <a:pt x="2272879" y="19351"/>
                  </a:lnTo>
                  <a:lnTo>
                    <a:pt x="2295103" y="15333"/>
                  </a:lnTo>
                  <a:lnTo>
                    <a:pt x="2316904" y="11392"/>
                  </a:lnTo>
                  <a:lnTo>
                    <a:pt x="2338297" y="7524"/>
                  </a:lnTo>
                  <a:lnTo>
                    <a:pt x="2359297" y="3728"/>
                  </a:lnTo>
                  <a:lnTo>
                    <a:pt x="237992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510365" y="3557797"/>
              <a:ext cx="2379920" cy="387272"/>
            </a:xfrm>
            <a:custGeom>
              <a:avLst/>
              <a:pathLst>
                <a:path w="2379920" h="387272">
                  <a:moveTo>
                    <a:pt x="0" y="387272"/>
                  </a:moveTo>
                  <a:lnTo>
                    <a:pt x="152826" y="362403"/>
                  </a:lnTo>
                  <a:lnTo>
                    <a:pt x="287629" y="340467"/>
                  </a:lnTo>
                  <a:lnTo>
                    <a:pt x="408214" y="320845"/>
                  </a:lnTo>
                  <a:lnTo>
                    <a:pt x="517296" y="303095"/>
                  </a:lnTo>
                  <a:lnTo>
                    <a:pt x="616881" y="286890"/>
                  </a:lnTo>
                  <a:lnTo>
                    <a:pt x="708490" y="271983"/>
                  </a:lnTo>
                  <a:lnTo>
                    <a:pt x="793306" y="258181"/>
                  </a:lnTo>
                  <a:lnTo>
                    <a:pt x="872269" y="245332"/>
                  </a:lnTo>
                  <a:lnTo>
                    <a:pt x="946133" y="233312"/>
                  </a:lnTo>
                  <a:lnTo>
                    <a:pt x="1015518" y="222022"/>
                  </a:lnTo>
                  <a:lnTo>
                    <a:pt x="1080935" y="211376"/>
                  </a:lnTo>
                  <a:lnTo>
                    <a:pt x="1142815" y="201307"/>
                  </a:lnTo>
                  <a:lnTo>
                    <a:pt x="1201521" y="191754"/>
                  </a:lnTo>
                  <a:lnTo>
                    <a:pt x="1257361" y="182668"/>
                  </a:lnTo>
                  <a:lnTo>
                    <a:pt x="1310603" y="174004"/>
                  </a:lnTo>
                  <a:lnTo>
                    <a:pt x="1361478" y="165725"/>
                  </a:lnTo>
                  <a:lnTo>
                    <a:pt x="1410188" y="157799"/>
                  </a:lnTo>
                  <a:lnTo>
                    <a:pt x="1456908" y="150196"/>
                  </a:lnTo>
                  <a:lnTo>
                    <a:pt x="1501796" y="142892"/>
                  </a:lnTo>
                  <a:lnTo>
                    <a:pt x="1544990" y="135863"/>
                  </a:lnTo>
                  <a:lnTo>
                    <a:pt x="1586613" y="129090"/>
                  </a:lnTo>
                  <a:lnTo>
                    <a:pt x="1626775" y="122555"/>
                  </a:lnTo>
                  <a:lnTo>
                    <a:pt x="1665575" y="116241"/>
                  </a:lnTo>
                  <a:lnTo>
                    <a:pt x="1703103" y="110134"/>
                  </a:lnTo>
                  <a:lnTo>
                    <a:pt x="1739440" y="104222"/>
                  </a:lnTo>
                  <a:lnTo>
                    <a:pt x="1774658" y="98491"/>
                  </a:lnTo>
                  <a:lnTo>
                    <a:pt x="1808824" y="92931"/>
                  </a:lnTo>
                  <a:lnTo>
                    <a:pt x="1842001" y="87532"/>
                  </a:lnTo>
                  <a:lnTo>
                    <a:pt x="1874242" y="82286"/>
                  </a:lnTo>
                  <a:lnTo>
                    <a:pt x="1905600" y="77183"/>
                  </a:lnTo>
                  <a:lnTo>
                    <a:pt x="1936122" y="72216"/>
                  </a:lnTo>
                  <a:lnTo>
                    <a:pt x="1965851" y="67379"/>
                  </a:lnTo>
                  <a:lnTo>
                    <a:pt x="1994827" y="62664"/>
                  </a:lnTo>
                  <a:lnTo>
                    <a:pt x="2023088" y="58065"/>
                  </a:lnTo>
                  <a:lnTo>
                    <a:pt x="2050668" y="53577"/>
                  </a:lnTo>
                  <a:lnTo>
                    <a:pt x="2077598" y="49195"/>
                  </a:lnTo>
                  <a:lnTo>
                    <a:pt x="2103910" y="44913"/>
                  </a:lnTo>
                  <a:lnTo>
                    <a:pt x="2129630" y="40728"/>
                  </a:lnTo>
                  <a:lnTo>
                    <a:pt x="2154785" y="36635"/>
                  </a:lnTo>
                  <a:lnTo>
                    <a:pt x="2179399" y="32629"/>
                  </a:lnTo>
                  <a:lnTo>
                    <a:pt x="2203494" y="28708"/>
                  </a:lnTo>
                  <a:lnTo>
                    <a:pt x="2227093" y="24868"/>
                  </a:lnTo>
                  <a:lnTo>
                    <a:pt x="2250215" y="21106"/>
                  </a:lnTo>
                  <a:lnTo>
                    <a:pt x="2272879" y="17418"/>
                  </a:lnTo>
                  <a:lnTo>
                    <a:pt x="2295103" y="13801"/>
                  </a:lnTo>
                  <a:lnTo>
                    <a:pt x="2316904" y="10254"/>
                  </a:lnTo>
                  <a:lnTo>
                    <a:pt x="2338297" y="6773"/>
                  </a:lnTo>
                  <a:lnTo>
                    <a:pt x="2359297" y="3355"/>
                  </a:lnTo>
                  <a:lnTo>
                    <a:pt x="237992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510365" y="3693653"/>
              <a:ext cx="2379920" cy="12345"/>
            </a:xfrm>
            <a:custGeom>
              <a:avLst/>
              <a:pathLst>
                <a:path w="2379920" h="12345">
                  <a:moveTo>
                    <a:pt x="0" y="12345"/>
                  </a:moveTo>
                  <a:lnTo>
                    <a:pt x="152826" y="11552"/>
                  </a:lnTo>
                  <a:lnTo>
                    <a:pt x="287629" y="10853"/>
                  </a:lnTo>
                  <a:lnTo>
                    <a:pt x="408214" y="10227"/>
                  </a:lnTo>
                  <a:lnTo>
                    <a:pt x="517296" y="9661"/>
                  </a:lnTo>
                  <a:lnTo>
                    <a:pt x="616881" y="9145"/>
                  </a:lnTo>
                  <a:lnTo>
                    <a:pt x="708490" y="8670"/>
                  </a:lnTo>
                  <a:lnTo>
                    <a:pt x="793306" y="8230"/>
                  </a:lnTo>
                  <a:lnTo>
                    <a:pt x="872269" y="7820"/>
                  </a:lnTo>
                  <a:lnTo>
                    <a:pt x="946133" y="7437"/>
                  </a:lnTo>
                  <a:lnTo>
                    <a:pt x="1015518" y="7077"/>
                  </a:lnTo>
                  <a:lnTo>
                    <a:pt x="1080935" y="6738"/>
                  </a:lnTo>
                  <a:lnTo>
                    <a:pt x="1142815" y="6417"/>
                  </a:lnTo>
                  <a:lnTo>
                    <a:pt x="1201521" y="6112"/>
                  </a:lnTo>
                  <a:lnTo>
                    <a:pt x="1257361" y="5823"/>
                  </a:lnTo>
                  <a:lnTo>
                    <a:pt x="1310603" y="5546"/>
                  </a:lnTo>
                  <a:lnTo>
                    <a:pt x="1361478" y="5282"/>
                  </a:lnTo>
                  <a:lnTo>
                    <a:pt x="1410188" y="5030"/>
                  </a:lnTo>
                  <a:lnTo>
                    <a:pt x="1456908" y="4787"/>
                  </a:lnTo>
                  <a:lnTo>
                    <a:pt x="1501796" y="4555"/>
                  </a:lnTo>
                  <a:lnTo>
                    <a:pt x="1544990" y="4331"/>
                  </a:lnTo>
                  <a:lnTo>
                    <a:pt x="1586613" y="4115"/>
                  </a:lnTo>
                  <a:lnTo>
                    <a:pt x="1626775" y="3906"/>
                  </a:lnTo>
                  <a:lnTo>
                    <a:pt x="1665575" y="3705"/>
                  </a:lnTo>
                  <a:lnTo>
                    <a:pt x="1703103" y="3510"/>
                  </a:lnTo>
                  <a:lnTo>
                    <a:pt x="1739440" y="3322"/>
                  </a:lnTo>
                  <a:lnTo>
                    <a:pt x="1774658" y="3139"/>
                  </a:lnTo>
                  <a:lnTo>
                    <a:pt x="1808824" y="2962"/>
                  </a:lnTo>
                  <a:lnTo>
                    <a:pt x="1842001" y="2790"/>
                  </a:lnTo>
                  <a:lnTo>
                    <a:pt x="1874242" y="2623"/>
                  </a:lnTo>
                  <a:lnTo>
                    <a:pt x="1905600" y="2460"/>
                  </a:lnTo>
                  <a:lnTo>
                    <a:pt x="1936122" y="2302"/>
                  </a:lnTo>
                  <a:lnTo>
                    <a:pt x="1965851" y="2147"/>
                  </a:lnTo>
                  <a:lnTo>
                    <a:pt x="1994827" y="1997"/>
                  </a:lnTo>
                  <a:lnTo>
                    <a:pt x="2023088" y="1850"/>
                  </a:lnTo>
                  <a:lnTo>
                    <a:pt x="2050668" y="1707"/>
                  </a:lnTo>
                  <a:lnTo>
                    <a:pt x="2077598" y="1568"/>
                  </a:lnTo>
                  <a:lnTo>
                    <a:pt x="2103910" y="1431"/>
                  </a:lnTo>
                  <a:lnTo>
                    <a:pt x="2129630" y="1298"/>
                  </a:lnTo>
                  <a:lnTo>
                    <a:pt x="2154785" y="1167"/>
                  </a:lnTo>
                  <a:lnTo>
                    <a:pt x="2179399" y="1040"/>
                  </a:lnTo>
                  <a:lnTo>
                    <a:pt x="2203494" y="915"/>
                  </a:lnTo>
                  <a:lnTo>
                    <a:pt x="2227093" y="792"/>
                  </a:lnTo>
                  <a:lnTo>
                    <a:pt x="2250215" y="672"/>
                  </a:lnTo>
                  <a:lnTo>
                    <a:pt x="2272879" y="555"/>
                  </a:lnTo>
                  <a:lnTo>
                    <a:pt x="2295103" y="439"/>
                  </a:lnTo>
                  <a:lnTo>
                    <a:pt x="2316904" y="326"/>
                  </a:lnTo>
                  <a:lnTo>
                    <a:pt x="2338297" y="215"/>
                  </a:lnTo>
                  <a:lnTo>
                    <a:pt x="2359297" y="106"/>
                  </a:lnTo>
                  <a:lnTo>
                    <a:pt x="237992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510365" y="4036214"/>
              <a:ext cx="2379920" cy="263528"/>
            </a:xfrm>
            <a:custGeom>
              <a:avLst/>
              <a:pathLst>
                <a:path w="2379920" h="263528">
                  <a:moveTo>
                    <a:pt x="0" y="263528"/>
                  </a:moveTo>
                  <a:lnTo>
                    <a:pt x="152826" y="246606"/>
                  </a:lnTo>
                  <a:lnTo>
                    <a:pt x="287629" y="231679"/>
                  </a:lnTo>
                  <a:lnTo>
                    <a:pt x="408214" y="218327"/>
                  </a:lnTo>
                  <a:lnTo>
                    <a:pt x="517296" y="206248"/>
                  </a:lnTo>
                  <a:lnTo>
                    <a:pt x="616881" y="195221"/>
                  </a:lnTo>
                  <a:lnTo>
                    <a:pt x="708490" y="185077"/>
                  </a:lnTo>
                  <a:lnTo>
                    <a:pt x="793306" y="175685"/>
                  </a:lnTo>
                  <a:lnTo>
                    <a:pt x="872269" y="166942"/>
                  </a:lnTo>
                  <a:lnTo>
                    <a:pt x="946133" y="158763"/>
                  </a:lnTo>
                  <a:lnTo>
                    <a:pt x="1015518" y="151080"/>
                  </a:lnTo>
                  <a:lnTo>
                    <a:pt x="1080935" y="143836"/>
                  </a:lnTo>
                  <a:lnTo>
                    <a:pt x="1142815" y="136984"/>
                  </a:lnTo>
                  <a:lnTo>
                    <a:pt x="1201521" y="130484"/>
                  </a:lnTo>
                  <a:lnTo>
                    <a:pt x="1257361" y="124300"/>
                  </a:lnTo>
                  <a:lnTo>
                    <a:pt x="1310603" y="118405"/>
                  </a:lnTo>
                  <a:lnTo>
                    <a:pt x="1361478" y="112772"/>
                  </a:lnTo>
                  <a:lnTo>
                    <a:pt x="1410188" y="107378"/>
                  </a:lnTo>
                  <a:lnTo>
                    <a:pt x="1456908" y="102205"/>
                  </a:lnTo>
                  <a:lnTo>
                    <a:pt x="1501796" y="97234"/>
                  </a:lnTo>
                  <a:lnTo>
                    <a:pt x="1544990" y="92451"/>
                  </a:lnTo>
                  <a:lnTo>
                    <a:pt x="1586613" y="87842"/>
                  </a:lnTo>
                  <a:lnTo>
                    <a:pt x="1626775" y="83395"/>
                  </a:lnTo>
                  <a:lnTo>
                    <a:pt x="1665575" y="79099"/>
                  </a:lnTo>
                  <a:lnTo>
                    <a:pt x="1703103" y="74943"/>
                  </a:lnTo>
                  <a:lnTo>
                    <a:pt x="1739440" y="70920"/>
                  </a:lnTo>
                  <a:lnTo>
                    <a:pt x="1774658" y="67020"/>
                  </a:lnTo>
                  <a:lnTo>
                    <a:pt x="1808824" y="63237"/>
                  </a:lnTo>
                  <a:lnTo>
                    <a:pt x="1842001" y="59563"/>
                  </a:lnTo>
                  <a:lnTo>
                    <a:pt x="1874242" y="55993"/>
                  </a:lnTo>
                  <a:lnTo>
                    <a:pt x="1905600" y="52521"/>
                  </a:lnTo>
                  <a:lnTo>
                    <a:pt x="1936122" y="49141"/>
                  </a:lnTo>
                  <a:lnTo>
                    <a:pt x="1965851" y="45849"/>
                  </a:lnTo>
                  <a:lnTo>
                    <a:pt x="1994827" y="42641"/>
                  </a:lnTo>
                  <a:lnTo>
                    <a:pt x="2023088" y="39511"/>
                  </a:lnTo>
                  <a:lnTo>
                    <a:pt x="2050668" y="36458"/>
                  </a:lnTo>
                  <a:lnTo>
                    <a:pt x="2077598" y="33476"/>
                  </a:lnTo>
                  <a:lnTo>
                    <a:pt x="2103910" y="30562"/>
                  </a:lnTo>
                  <a:lnTo>
                    <a:pt x="2129630" y="27714"/>
                  </a:lnTo>
                  <a:lnTo>
                    <a:pt x="2154785" y="24929"/>
                  </a:lnTo>
                  <a:lnTo>
                    <a:pt x="2179399" y="22203"/>
                  </a:lnTo>
                  <a:lnTo>
                    <a:pt x="2203494" y="19535"/>
                  </a:lnTo>
                  <a:lnTo>
                    <a:pt x="2227093" y="16922"/>
                  </a:lnTo>
                  <a:lnTo>
                    <a:pt x="2250215" y="14362"/>
                  </a:lnTo>
                  <a:lnTo>
                    <a:pt x="2272879" y="11852"/>
                  </a:lnTo>
                  <a:lnTo>
                    <a:pt x="2295103" y="9391"/>
                  </a:lnTo>
                  <a:lnTo>
                    <a:pt x="2316904" y="6977"/>
                  </a:lnTo>
                  <a:lnTo>
                    <a:pt x="2338297" y="4608"/>
                  </a:lnTo>
                  <a:lnTo>
                    <a:pt x="2359297" y="2283"/>
                  </a:lnTo>
                  <a:lnTo>
                    <a:pt x="237992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510365" y="3998490"/>
              <a:ext cx="2379920" cy="378020"/>
            </a:xfrm>
            <a:custGeom>
              <a:avLst/>
              <a:pathLst>
                <a:path w="2379920" h="378020">
                  <a:moveTo>
                    <a:pt x="0" y="378020"/>
                  </a:moveTo>
                  <a:lnTo>
                    <a:pt x="152826" y="353745"/>
                  </a:lnTo>
                  <a:lnTo>
                    <a:pt x="287629" y="332334"/>
                  </a:lnTo>
                  <a:lnTo>
                    <a:pt x="408214" y="313180"/>
                  </a:lnTo>
                  <a:lnTo>
                    <a:pt x="517296" y="295854"/>
                  </a:lnTo>
                  <a:lnTo>
                    <a:pt x="616881" y="280036"/>
                  </a:lnTo>
                  <a:lnTo>
                    <a:pt x="708490" y="265485"/>
                  </a:lnTo>
                  <a:lnTo>
                    <a:pt x="793306" y="252013"/>
                  </a:lnTo>
                  <a:lnTo>
                    <a:pt x="872269" y="239471"/>
                  </a:lnTo>
                  <a:lnTo>
                    <a:pt x="946133" y="227739"/>
                  </a:lnTo>
                  <a:lnTo>
                    <a:pt x="1015518" y="216718"/>
                  </a:lnTo>
                  <a:lnTo>
                    <a:pt x="1080935" y="206327"/>
                  </a:lnTo>
                  <a:lnTo>
                    <a:pt x="1142815" y="196498"/>
                  </a:lnTo>
                  <a:lnTo>
                    <a:pt x="1201521" y="187173"/>
                  </a:lnTo>
                  <a:lnTo>
                    <a:pt x="1257361" y="178304"/>
                  </a:lnTo>
                  <a:lnTo>
                    <a:pt x="1310603" y="169847"/>
                  </a:lnTo>
                  <a:lnTo>
                    <a:pt x="1361478" y="161766"/>
                  </a:lnTo>
                  <a:lnTo>
                    <a:pt x="1410188" y="154029"/>
                  </a:lnTo>
                  <a:lnTo>
                    <a:pt x="1456908" y="146608"/>
                  </a:lnTo>
                  <a:lnTo>
                    <a:pt x="1501796" y="139478"/>
                  </a:lnTo>
                  <a:lnTo>
                    <a:pt x="1544990" y="132618"/>
                  </a:lnTo>
                  <a:lnTo>
                    <a:pt x="1586613" y="126006"/>
                  </a:lnTo>
                  <a:lnTo>
                    <a:pt x="1626775" y="119627"/>
                  </a:lnTo>
                  <a:lnTo>
                    <a:pt x="1665575" y="113464"/>
                  </a:lnTo>
                  <a:lnTo>
                    <a:pt x="1703103" y="107503"/>
                  </a:lnTo>
                  <a:lnTo>
                    <a:pt x="1739440" y="101732"/>
                  </a:lnTo>
                  <a:lnTo>
                    <a:pt x="1774658" y="96138"/>
                  </a:lnTo>
                  <a:lnTo>
                    <a:pt x="1808824" y="90711"/>
                  </a:lnTo>
                  <a:lnTo>
                    <a:pt x="1842001" y="85441"/>
                  </a:lnTo>
                  <a:lnTo>
                    <a:pt x="1874242" y="80320"/>
                  </a:lnTo>
                  <a:lnTo>
                    <a:pt x="1905600" y="75339"/>
                  </a:lnTo>
                  <a:lnTo>
                    <a:pt x="1936122" y="70491"/>
                  </a:lnTo>
                  <a:lnTo>
                    <a:pt x="1965851" y="65769"/>
                  </a:lnTo>
                  <a:lnTo>
                    <a:pt x="1994827" y="61167"/>
                  </a:lnTo>
                  <a:lnTo>
                    <a:pt x="2023088" y="56678"/>
                  </a:lnTo>
                  <a:lnTo>
                    <a:pt x="2050668" y="52297"/>
                  </a:lnTo>
                  <a:lnTo>
                    <a:pt x="2077598" y="48019"/>
                  </a:lnTo>
                  <a:lnTo>
                    <a:pt x="2103910" y="43840"/>
                  </a:lnTo>
                  <a:lnTo>
                    <a:pt x="2129630" y="39755"/>
                  </a:lnTo>
                  <a:lnTo>
                    <a:pt x="2154785" y="35759"/>
                  </a:lnTo>
                  <a:lnTo>
                    <a:pt x="2179399" y="31850"/>
                  </a:lnTo>
                  <a:lnTo>
                    <a:pt x="2203494" y="28022"/>
                  </a:lnTo>
                  <a:lnTo>
                    <a:pt x="2227093" y="24274"/>
                  </a:lnTo>
                  <a:lnTo>
                    <a:pt x="2250215" y="20601"/>
                  </a:lnTo>
                  <a:lnTo>
                    <a:pt x="2272879" y="17002"/>
                  </a:lnTo>
                  <a:lnTo>
                    <a:pt x="2295103" y="13472"/>
                  </a:lnTo>
                  <a:lnTo>
                    <a:pt x="2316904" y="10009"/>
                  </a:lnTo>
                  <a:lnTo>
                    <a:pt x="2338297" y="6611"/>
                  </a:lnTo>
                  <a:lnTo>
                    <a:pt x="2359297" y="3275"/>
                  </a:lnTo>
                  <a:lnTo>
                    <a:pt x="237992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510365" y="3687862"/>
              <a:ext cx="2379920" cy="408334"/>
            </a:xfrm>
            <a:custGeom>
              <a:avLst/>
              <a:pathLst>
                <a:path w="2379920" h="408334">
                  <a:moveTo>
                    <a:pt x="0" y="408334"/>
                  </a:moveTo>
                  <a:lnTo>
                    <a:pt x="152826" y="382113"/>
                  </a:lnTo>
                  <a:lnTo>
                    <a:pt x="287629" y="358984"/>
                  </a:lnTo>
                  <a:lnTo>
                    <a:pt x="408214" y="338295"/>
                  </a:lnTo>
                  <a:lnTo>
                    <a:pt x="517296" y="319579"/>
                  </a:lnTo>
                  <a:lnTo>
                    <a:pt x="616881" y="302493"/>
                  </a:lnTo>
                  <a:lnTo>
                    <a:pt x="708490" y="286775"/>
                  </a:lnTo>
                  <a:lnTo>
                    <a:pt x="793306" y="272222"/>
                  </a:lnTo>
                  <a:lnTo>
                    <a:pt x="872269" y="258675"/>
                  </a:lnTo>
                  <a:lnTo>
                    <a:pt x="946133" y="246001"/>
                  </a:lnTo>
                  <a:lnTo>
                    <a:pt x="1015518" y="234097"/>
                  </a:lnTo>
                  <a:lnTo>
                    <a:pt x="1080935" y="222873"/>
                  </a:lnTo>
                  <a:lnTo>
                    <a:pt x="1142815" y="212256"/>
                  </a:lnTo>
                  <a:lnTo>
                    <a:pt x="1201521" y="202183"/>
                  </a:lnTo>
                  <a:lnTo>
                    <a:pt x="1257361" y="192602"/>
                  </a:lnTo>
                  <a:lnTo>
                    <a:pt x="1310603" y="183467"/>
                  </a:lnTo>
                  <a:lnTo>
                    <a:pt x="1361478" y="174738"/>
                  </a:lnTo>
                  <a:lnTo>
                    <a:pt x="1410188" y="166381"/>
                  </a:lnTo>
                  <a:lnTo>
                    <a:pt x="1456908" y="158365"/>
                  </a:lnTo>
                  <a:lnTo>
                    <a:pt x="1501796" y="150663"/>
                  </a:lnTo>
                  <a:lnTo>
                    <a:pt x="1544990" y="143252"/>
                  </a:lnTo>
                  <a:lnTo>
                    <a:pt x="1586613" y="136111"/>
                  </a:lnTo>
                  <a:lnTo>
                    <a:pt x="1626775" y="129220"/>
                  </a:lnTo>
                  <a:lnTo>
                    <a:pt x="1665575" y="122563"/>
                  </a:lnTo>
                  <a:lnTo>
                    <a:pt x="1703103" y="116124"/>
                  </a:lnTo>
                  <a:lnTo>
                    <a:pt x="1739440" y="109890"/>
                  </a:lnTo>
                  <a:lnTo>
                    <a:pt x="1774658" y="103847"/>
                  </a:lnTo>
                  <a:lnTo>
                    <a:pt x="1808824" y="97985"/>
                  </a:lnTo>
                  <a:lnTo>
                    <a:pt x="1842001" y="92293"/>
                  </a:lnTo>
                  <a:lnTo>
                    <a:pt x="1874242" y="86761"/>
                  </a:lnTo>
                  <a:lnTo>
                    <a:pt x="1905600" y="81381"/>
                  </a:lnTo>
                  <a:lnTo>
                    <a:pt x="1936122" y="76144"/>
                  </a:lnTo>
                  <a:lnTo>
                    <a:pt x="1965851" y="71043"/>
                  </a:lnTo>
                  <a:lnTo>
                    <a:pt x="1994827" y="66072"/>
                  </a:lnTo>
                  <a:lnTo>
                    <a:pt x="2023088" y="61223"/>
                  </a:lnTo>
                  <a:lnTo>
                    <a:pt x="2050668" y="56491"/>
                  </a:lnTo>
                  <a:lnTo>
                    <a:pt x="2077598" y="51870"/>
                  </a:lnTo>
                  <a:lnTo>
                    <a:pt x="2103910" y="47356"/>
                  </a:lnTo>
                  <a:lnTo>
                    <a:pt x="2129630" y="42943"/>
                  </a:lnTo>
                  <a:lnTo>
                    <a:pt x="2154785" y="38627"/>
                  </a:lnTo>
                  <a:lnTo>
                    <a:pt x="2179399" y="34404"/>
                  </a:lnTo>
                  <a:lnTo>
                    <a:pt x="2203494" y="30270"/>
                  </a:lnTo>
                  <a:lnTo>
                    <a:pt x="2227093" y="26221"/>
                  </a:lnTo>
                  <a:lnTo>
                    <a:pt x="2250215" y="22254"/>
                  </a:lnTo>
                  <a:lnTo>
                    <a:pt x="2272879" y="18365"/>
                  </a:lnTo>
                  <a:lnTo>
                    <a:pt x="2295103" y="14552"/>
                  </a:lnTo>
                  <a:lnTo>
                    <a:pt x="2316904" y="10811"/>
                  </a:lnTo>
                  <a:lnTo>
                    <a:pt x="2338297" y="7141"/>
                  </a:lnTo>
                  <a:lnTo>
                    <a:pt x="2359297" y="3538"/>
                  </a:lnTo>
                  <a:lnTo>
                    <a:pt x="237992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rc287"/>
            <p:cNvSpPr/>
            <p:nvPr/>
          </p:nvSpPr>
          <p:spPr>
            <a:xfrm>
              <a:off x="1342663" y="2994900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342663" y="2994900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tx289"/>
            <p:cNvSpPr/>
            <p:nvPr/>
          </p:nvSpPr>
          <p:spPr>
            <a:xfrm rot="-5400000">
              <a:off x="1152636" y="440238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52636" y="409826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152636" y="37941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152636" y="349001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152636" y="318589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5" name="pl294"/>
            <p:cNvSpPr/>
            <p:nvPr/>
          </p:nvSpPr>
          <p:spPr>
            <a:xfrm>
              <a:off x="1311032" y="44433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1032" y="413927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311032" y="38351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11032" y="35310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311032" y="322690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42663" y="4502431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510365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2303672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3096979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890285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 rot="-5400000">
              <a:off x="41327" y="3698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342663" y="2800146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204347" y="2994900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306880" y="391313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319989" y="317506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08863" y="399120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53615" y="373076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299903" y="404465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75667" y="307538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28270" y="30349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345247" y="34371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66748" y="420654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305515" y="379395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160250" y="40924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169115" y="353396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90130" y="399822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16781" y="42590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03102" y="387301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86599" y="350723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89267" y="434282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06104" y="422495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22964" y="40764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49401" y="43388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52568" y="421218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04201" y="43382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53291" y="403661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089576" y="397530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43940" y="370334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087037" y="374586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32715" y="409308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72498" y="44054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985812" y="408231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14506" y="41526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10300" y="412908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20192" y="418528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880053" y="324747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98602" y="329317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876774" y="389340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910180" y="40719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73815" y="420242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58227" y="385321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26530" y="362302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62314" y="42613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81099" y="344865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38485" y="383431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31378" y="389864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78342" y="41914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78252" y="362227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59425" y="388304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50876" y="359255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85573" y="384879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699244" y="402465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693287" y="41249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61676" y="386400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693342" y="36334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89990" y="384034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76803" y="388117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12019" y="40382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54712" y="392353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17793" y="403951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679175" y="394767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49322" y="367451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89351" y="336034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24229" y="405658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692245" y="42312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59116" y="419090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42868" y="391808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01730" y="412166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89816" y="400111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72569" y="344568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70381" y="380944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13233" y="390863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22946" y="384965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80659" y="41861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05874" y="379863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4367917" y="3824536"/>
              <a:ext cx="2389862" cy="181557"/>
            </a:xfrm>
            <a:custGeom>
              <a:avLst/>
              <a:pathLst>
                <a:path w="2389862" h="181557">
                  <a:moveTo>
                    <a:pt x="0" y="0"/>
                  </a:moveTo>
                  <a:lnTo>
                    <a:pt x="153465" y="11658"/>
                  </a:lnTo>
                  <a:lnTo>
                    <a:pt x="288830" y="21942"/>
                  </a:lnTo>
                  <a:lnTo>
                    <a:pt x="409919" y="31141"/>
                  </a:lnTo>
                  <a:lnTo>
                    <a:pt x="519457" y="39463"/>
                  </a:lnTo>
                  <a:lnTo>
                    <a:pt x="619458" y="47060"/>
                  </a:lnTo>
                  <a:lnTo>
                    <a:pt x="711450" y="54048"/>
                  </a:lnTo>
                  <a:lnTo>
                    <a:pt x="796620" y="60519"/>
                  </a:lnTo>
                  <a:lnTo>
                    <a:pt x="875913" y="66543"/>
                  </a:lnTo>
                  <a:lnTo>
                    <a:pt x="950086" y="72178"/>
                  </a:lnTo>
                  <a:lnTo>
                    <a:pt x="1019760" y="77471"/>
                  </a:lnTo>
                  <a:lnTo>
                    <a:pt x="1085451" y="82461"/>
                  </a:lnTo>
                  <a:lnTo>
                    <a:pt x="1147590" y="87182"/>
                  </a:lnTo>
                  <a:lnTo>
                    <a:pt x="1206540" y="91660"/>
                  </a:lnTo>
                  <a:lnTo>
                    <a:pt x="1262614" y="95920"/>
                  </a:lnTo>
                  <a:lnTo>
                    <a:pt x="1316078" y="99982"/>
                  </a:lnTo>
                  <a:lnTo>
                    <a:pt x="1367166" y="103863"/>
                  </a:lnTo>
                  <a:lnTo>
                    <a:pt x="1416079" y="107579"/>
                  </a:lnTo>
                  <a:lnTo>
                    <a:pt x="1462995" y="111143"/>
                  </a:lnTo>
                  <a:lnTo>
                    <a:pt x="1508070" y="114568"/>
                  </a:lnTo>
                  <a:lnTo>
                    <a:pt x="1551445" y="117863"/>
                  </a:lnTo>
                  <a:lnTo>
                    <a:pt x="1593241" y="121038"/>
                  </a:lnTo>
                  <a:lnTo>
                    <a:pt x="1633571" y="124102"/>
                  </a:lnTo>
                  <a:lnTo>
                    <a:pt x="1672534" y="127062"/>
                  </a:lnTo>
                  <a:lnTo>
                    <a:pt x="1710218" y="129925"/>
                  </a:lnTo>
                  <a:lnTo>
                    <a:pt x="1746706" y="132697"/>
                  </a:lnTo>
                  <a:lnTo>
                    <a:pt x="1782072" y="135384"/>
                  </a:lnTo>
                  <a:lnTo>
                    <a:pt x="1816381" y="137990"/>
                  </a:lnTo>
                  <a:lnTo>
                    <a:pt x="1849696" y="140521"/>
                  </a:lnTo>
                  <a:lnTo>
                    <a:pt x="1882072" y="142981"/>
                  </a:lnTo>
                  <a:lnTo>
                    <a:pt x="1913561" y="145373"/>
                  </a:lnTo>
                  <a:lnTo>
                    <a:pt x="1944211" y="147701"/>
                  </a:lnTo>
                  <a:lnTo>
                    <a:pt x="1974064" y="149969"/>
                  </a:lnTo>
                  <a:lnTo>
                    <a:pt x="2003161" y="152180"/>
                  </a:lnTo>
                  <a:lnTo>
                    <a:pt x="2031540" y="154336"/>
                  </a:lnTo>
                  <a:lnTo>
                    <a:pt x="2059235" y="156440"/>
                  </a:lnTo>
                  <a:lnTo>
                    <a:pt x="2086278" y="158494"/>
                  </a:lnTo>
                  <a:lnTo>
                    <a:pt x="2112699" y="160501"/>
                  </a:lnTo>
                  <a:lnTo>
                    <a:pt x="2138527" y="162463"/>
                  </a:lnTo>
                  <a:lnTo>
                    <a:pt x="2163787" y="164382"/>
                  </a:lnTo>
                  <a:lnTo>
                    <a:pt x="2188504" y="166260"/>
                  </a:lnTo>
                  <a:lnTo>
                    <a:pt x="2212700" y="168098"/>
                  </a:lnTo>
                  <a:lnTo>
                    <a:pt x="2236397" y="169899"/>
                  </a:lnTo>
                  <a:lnTo>
                    <a:pt x="2259616" y="171663"/>
                  </a:lnTo>
                  <a:lnTo>
                    <a:pt x="2282375" y="173392"/>
                  </a:lnTo>
                  <a:lnTo>
                    <a:pt x="2304691" y="175087"/>
                  </a:lnTo>
                  <a:lnTo>
                    <a:pt x="2326583" y="176750"/>
                  </a:lnTo>
                  <a:lnTo>
                    <a:pt x="2348066" y="178382"/>
                  </a:lnTo>
                  <a:lnTo>
                    <a:pt x="2369154" y="179984"/>
                  </a:lnTo>
                  <a:lnTo>
                    <a:pt x="2389862" y="18155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367917" y="3460008"/>
              <a:ext cx="2389862" cy="559930"/>
            </a:xfrm>
            <a:custGeom>
              <a:avLst/>
              <a:pathLst>
                <a:path w="2389862" h="559930">
                  <a:moveTo>
                    <a:pt x="0" y="0"/>
                  </a:moveTo>
                  <a:lnTo>
                    <a:pt x="153465" y="35955"/>
                  </a:lnTo>
                  <a:lnTo>
                    <a:pt x="288830" y="67671"/>
                  </a:lnTo>
                  <a:lnTo>
                    <a:pt x="409919" y="96041"/>
                  </a:lnTo>
                  <a:lnTo>
                    <a:pt x="519457" y="121705"/>
                  </a:lnTo>
                  <a:lnTo>
                    <a:pt x="619458" y="145135"/>
                  </a:lnTo>
                  <a:lnTo>
                    <a:pt x="711450" y="166688"/>
                  </a:lnTo>
                  <a:lnTo>
                    <a:pt x="796620" y="186643"/>
                  </a:lnTo>
                  <a:lnTo>
                    <a:pt x="875913" y="205221"/>
                  </a:lnTo>
                  <a:lnTo>
                    <a:pt x="950086" y="222599"/>
                  </a:lnTo>
                  <a:lnTo>
                    <a:pt x="1019760" y="238923"/>
                  </a:lnTo>
                  <a:lnTo>
                    <a:pt x="1085451" y="254314"/>
                  </a:lnTo>
                  <a:lnTo>
                    <a:pt x="1147590" y="268873"/>
                  </a:lnTo>
                  <a:lnTo>
                    <a:pt x="1206540" y="282685"/>
                  </a:lnTo>
                  <a:lnTo>
                    <a:pt x="1262614" y="295822"/>
                  </a:lnTo>
                  <a:lnTo>
                    <a:pt x="1316078" y="308349"/>
                  </a:lnTo>
                  <a:lnTo>
                    <a:pt x="1367166" y="320318"/>
                  </a:lnTo>
                  <a:lnTo>
                    <a:pt x="1416079" y="331778"/>
                  </a:lnTo>
                  <a:lnTo>
                    <a:pt x="1462995" y="342771"/>
                  </a:lnTo>
                  <a:lnTo>
                    <a:pt x="1508070" y="353331"/>
                  </a:lnTo>
                  <a:lnTo>
                    <a:pt x="1551445" y="363494"/>
                  </a:lnTo>
                  <a:lnTo>
                    <a:pt x="1593241" y="373287"/>
                  </a:lnTo>
                  <a:lnTo>
                    <a:pt x="1633571" y="382736"/>
                  </a:lnTo>
                  <a:lnTo>
                    <a:pt x="1672534" y="391864"/>
                  </a:lnTo>
                  <a:lnTo>
                    <a:pt x="1710218" y="400694"/>
                  </a:lnTo>
                  <a:lnTo>
                    <a:pt x="1746706" y="409242"/>
                  </a:lnTo>
                  <a:lnTo>
                    <a:pt x="1782072" y="417528"/>
                  </a:lnTo>
                  <a:lnTo>
                    <a:pt x="1816381" y="425567"/>
                  </a:lnTo>
                  <a:lnTo>
                    <a:pt x="1849696" y="433372"/>
                  </a:lnTo>
                  <a:lnTo>
                    <a:pt x="1882072" y="440958"/>
                  </a:lnTo>
                  <a:lnTo>
                    <a:pt x="1913561" y="448336"/>
                  </a:lnTo>
                  <a:lnTo>
                    <a:pt x="1944211" y="455517"/>
                  </a:lnTo>
                  <a:lnTo>
                    <a:pt x="1974064" y="462511"/>
                  </a:lnTo>
                  <a:lnTo>
                    <a:pt x="2003161" y="469328"/>
                  </a:lnTo>
                  <a:lnTo>
                    <a:pt x="2031540" y="475977"/>
                  </a:lnTo>
                  <a:lnTo>
                    <a:pt x="2059235" y="482466"/>
                  </a:lnTo>
                  <a:lnTo>
                    <a:pt x="2086278" y="488802"/>
                  </a:lnTo>
                  <a:lnTo>
                    <a:pt x="2112699" y="494992"/>
                  </a:lnTo>
                  <a:lnTo>
                    <a:pt x="2138527" y="501044"/>
                  </a:lnTo>
                  <a:lnTo>
                    <a:pt x="2163787" y="506962"/>
                  </a:lnTo>
                  <a:lnTo>
                    <a:pt x="2188504" y="512753"/>
                  </a:lnTo>
                  <a:lnTo>
                    <a:pt x="2212700" y="518422"/>
                  </a:lnTo>
                  <a:lnTo>
                    <a:pt x="2236397" y="523974"/>
                  </a:lnTo>
                  <a:lnTo>
                    <a:pt x="2259616" y="529414"/>
                  </a:lnTo>
                  <a:lnTo>
                    <a:pt x="2282375" y="534746"/>
                  </a:lnTo>
                  <a:lnTo>
                    <a:pt x="2304691" y="539975"/>
                  </a:lnTo>
                  <a:lnTo>
                    <a:pt x="2326583" y="545104"/>
                  </a:lnTo>
                  <a:lnTo>
                    <a:pt x="2348066" y="550137"/>
                  </a:lnTo>
                  <a:lnTo>
                    <a:pt x="2369154" y="555078"/>
                  </a:lnTo>
                  <a:lnTo>
                    <a:pt x="2389862" y="55993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367917" y="3969665"/>
              <a:ext cx="2389862" cy="87427"/>
            </a:xfrm>
            <a:custGeom>
              <a:avLst/>
              <a:pathLst>
                <a:path w="2389862" h="87427">
                  <a:moveTo>
                    <a:pt x="0" y="87427"/>
                  </a:moveTo>
                  <a:lnTo>
                    <a:pt x="153465" y="81813"/>
                  </a:lnTo>
                  <a:lnTo>
                    <a:pt x="288830" y="76861"/>
                  </a:lnTo>
                  <a:lnTo>
                    <a:pt x="409919" y="72431"/>
                  </a:lnTo>
                  <a:lnTo>
                    <a:pt x="519457" y="68424"/>
                  </a:lnTo>
                  <a:lnTo>
                    <a:pt x="619458" y="64766"/>
                  </a:lnTo>
                  <a:lnTo>
                    <a:pt x="711450" y="61400"/>
                  </a:lnTo>
                  <a:lnTo>
                    <a:pt x="796620" y="58285"/>
                  </a:lnTo>
                  <a:lnTo>
                    <a:pt x="875913" y="55384"/>
                  </a:lnTo>
                  <a:lnTo>
                    <a:pt x="950086" y="52670"/>
                  </a:lnTo>
                  <a:lnTo>
                    <a:pt x="1019760" y="50121"/>
                  </a:lnTo>
                  <a:lnTo>
                    <a:pt x="1085451" y="47718"/>
                  </a:lnTo>
                  <a:lnTo>
                    <a:pt x="1147590" y="45445"/>
                  </a:lnTo>
                  <a:lnTo>
                    <a:pt x="1206540" y="43289"/>
                  </a:lnTo>
                  <a:lnTo>
                    <a:pt x="1262614" y="41237"/>
                  </a:lnTo>
                  <a:lnTo>
                    <a:pt x="1316078" y="39281"/>
                  </a:lnTo>
                  <a:lnTo>
                    <a:pt x="1367166" y="37412"/>
                  </a:lnTo>
                  <a:lnTo>
                    <a:pt x="1416079" y="35623"/>
                  </a:lnTo>
                  <a:lnTo>
                    <a:pt x="1462995" y="33907"/>
                  </a:lnTo>
                  <a:lnTo>
                    <a:pt x="1508070" y="32258"/>
                  </a:lnTo>
                  <a:lnTo>
                    <a:pt x="1551445" y="30671"/>
                  </a:lnTo>
                  <a:lnTo>
                    <a:pt x="1593241" y="29142"/>
                  </a:lnTo>
                  <a:lnTo>
                    <a:pt x="1633571" y="27667"/>
                  </a:lnTo>
                  <a:lnTo>
                    <a:pt x="1672534" y="26241"/>
                  </a:lnTo>
                  <a:lnTo>
                    <a:pt x="1710218" y="24863"/>
                  </a:lnTo>
                  <a:lnTo>
                    <a:pt x="1746706" y="23528"/>
                  </a:lnTo>
                  <a:lnTo>
                    <a:pt x="1782072" y="22234"/>
                  </a:lnTo>
                  <a:lnTo>
                    <a:pt x="1816381" y="20979"/>
                  </a:lnTo>
                  <a:lnTo>
                    <a:pt x="1849696" y="19760"/>
                  </a:lnTo>
                  <a:lnTo>
                    <a:pt x="1882072" y="18576"/>
                  </a:lnTo>
                  <a:lnTo>
                    <a:pt x="1913561" y="17424"/>
                  </a:lnTo>
                  <a:lnTo>
                    <a:pt x="1944211" y="16303"/>
                  </a:lnTo>
                  <a:lnTo>
                    <a:pt x="1974064" y="15211"/>
                  </a:lnTo>
                  <a:lnTo>
                    <a:pt x="2003161" y="14146"/>
                  </a:lnTo>
                  <a:lnTo>
                    <a:pt x="2031540" y="13108"/>
                  </a:lnTo>
                  <a:lnTo>
                    <a:pt x="2059235" y="12095"/>
                  </a:lnTo>
                  <a:lnTo>
                    <a:pt x="2086278" y="11105"/>
                  </a:lnTo>
                  <a:lnTo>
                    <a:pt x="2112699" y="10139"/>
                  </a:lnTo>
                  <a:lnTo>
                    <a:pt x="2138527" y="9194"/>
                  </a:lnTo>
                  <a:lnTo>
                    <a:pt x="2163787" y="8270"/>
                  </a:lnTo>
                  <a:lnTo>
                    <a:pt x="2188504" y="7366"/>
                  </a:lnTo>
                  <a:lnTo>
                    <a:pt x="2212700" y="6481"/>
                  </a:lnTo>
                  <a:lnTo>
                    <a:pt x="2236397" y="5614"/>
                  </a:lnTo>
                  <a:lnTo>
                    <a:pt x="2259616" y="4764"/>
                  </a:lnTo>
                  <a:lnTo>
                    <a:pt x="2282375" y="3932"/>
                  </a:lnTo>
                  <a:lnTo>
                    <a:pt x="2304691" y="3115"/>
                  </a:lnTo>
                  <a:lnTo>
                    <a:pt x="2326583" y="2314"/>
                  </a:lnTo>
                  <a:lnTo>
                    <a:pt x="2348066" y="1529"/>
                  </a:lnTo>
                  <a:lnTo>
                    <a:pt x="2369154" y="757"/>
                  </a:lnTo>
                  <a:lnTo>
                    <a:pt x="238986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367917" y="3553199"/>
              <a:ext cx="2389862" cy="396571"/>
            </a:xfrm>
            <a:custGeom>
              <a:avLst/>
              <a:pathLst>
                <a:path w="2389862" h="396571">
                  <a:moveTo>
                    <a:pt x="0" y="396571"/>
                  </a:moveTo>
                  <a:lnTo>
                    <a:pt x="153465" y="371105"/>
                  </a:lnTo>
                  <a:lnTo>
                    <a:pt x="288830" y="348643"/>
                  </a:lnTo>
                  <a:lnTo>
                    <a:pt x="409919" y="328549"/>
                  </a:lnTo>
                  <a:lnTo>
                    <a:pt x="519457" y="310373"/>
                  </a:lnTo>
                  <a:lnTo>
                    <a:pt x="619458" y="293779"/>
                  </a:lnTo>
                  <a:lnTo>
                    <a:pt x="711450" y="278514"/>
                  </a:lnTo>
                  <a:lnTo>
                    <a:pt x="796620" y="264380"/>
                  </a:lnTo>
                  <a:lnTo>
                    <a:pt x="875913" y="251223"/>
                  </a:lnTo>
                  <a:lnTo>
                    <a:pt x="950086" y="238915"/>
                  </a:lnTo>
                  <a:lnTo>
                    <a:pt x="1019760" y="227353"/>
                  </a:lnTo>
                  <a:lnTo>
                    <a:pt x="1085451" y="216452"/>
                  </a:lnTo>
                  <a:lnTo>
                    <a:pt x="1147590" y="206141"/>
                  </a:lnTo>
                  <a:lnTo>
                    <a:pt x="1206540" y="196359"/>
                  </a:lnTo>
                  <a:lnTo>
                    <a:pt x="1262614" y="187054"/>
                  </a:lnTo>
                  <a:lnTo>
                    <a:pt x="1316078" y="178182"/>
                  </a:lnTo>
                  <a:lnTo>
                    <a:pt x="1367166" y="169705"/>
                  </a:lnTo>
                  <a:lnTo>
                    <a:pt x="1416079" y="161588"/>
                  </a:lnTo>
                  <a:lnTo>
                    <a:pt x="1462995" y="153803"/>
                  </a:lnTo>
                  <a:lnTo>
                    <a:pt x="1508070" y="146323"/>
                  </a:lnTo>
                  <a:lnTo>
                    <a:pt x="1551445" y="139126"/>
                  </a:lnTo>
                  <a:lnTo>
                    <a:pt x="1593241" y="132190"/>
                  </a:lnTo>
                  <a:lnTo>
                    <a:pt x="1633571" y="125498"/>
                  </a:lnTo>
                  <a:lnTo>
                    <a:pt x="1672534" y="119032"/>
                  </a:lnTo>
                  <a:lnTo>
                    <a:pt x="1710218" y="112779"/>
                  </a:lnTo>
                  <a:lnTo>
                    <a:pt x="1746706" y="106724"/>
                  </a:lnTo>
                  <a:lnTo>
                    <a:pt x="1782072" y="100856"/>
                  </a:lnTo>
                  <a:lnTo>
                    <a:pt x="1816381" y="95162"/>
                  </a:lnTo>
                  <a:lnTo>
                    <a:pt x="1849696" y="89634"/>
                  </a:lnTo>
                  <a:lnTo>
                    <a:pt x="1882072" y="84262"/>
                  </a:lnTo>
                  <a:lnTo>
                    <a:pt x="1913561" y="79036"/>
                  </a:lnTo>
                  <a:lnTo>
                    <a:pt x="1944211" y="73950"/>
                  </a:lnTo>
                  <a:lnTo>
                    <a:pt x="1974064" y="68997"/>
                  </a:lnTo>
                  <a:lnTo>
                    <a:pt x="2003161" y="64168"/>
                  </a:lnTo>
                  <a:lnTo>
                    <a:pt x="2031540" y="59459"/>
                  </a:lnTo>
                  <a:lnTo>
                    <a:pt x="2059235" y="54864"/>
                  </a:lnTo>
                  <a:lnTo>
                    <a:pt x="2086278" y="50376"/>
                  </a:lnTo>
                  <a:lnTo>
                    <a:pt x="2112699" y="45992"/>
                  </a:lnTo>
                  <a:lnTo>
                    <a:pt x="2138527" y="41706"/>
                  </a:lnTo>
                  <a:lnTo>
                    <a:pt x="2163787" y="37514"/>
                  </a:lnTo>
                  <a:lnTo>
                    <a:pt x="2188504" y="33413"/>
                  </a:lnTo>
                  <a:lnTo>
                    <a:pt x="2212700" y="29398"/>
                  </a:lnTo>
                  <a:lnTo>
                    <a:pt x="2236397" y="25465"/>
                  </a:lnTo>
                  <a:lnTo>
                    <a:pt x="2259616" y="21612"/>
                  </a:lnTo>
                  <a:lnTo>
                    <a:pt x="2282375" y="17836"/>
                  </a:lnTo>
                  <a:lnTo>
                    <a:pt x="2304691" y="14133"/>
                  </a:lnTo>
                  <a:lnTo>
                    <a:pt x="2326583" y="10500"/>
                  </a:lnTo>
                  <a:lnTo>
                    <a:pt x="2348066" y="6935"/>
                  </a:lnTo>
                  <a:lnTo>
                    <a:pt x="2369154" y="3436"/>
                  </a:lnTo>
                  <a:lnTo>
                    <a:pt x="238986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367917" y="3693322"/>
              <a:ext cx="2389862" cy="398317"/>
            </a:xfrm>
            <a:custGeom>
              <a:avLst/>
              <a:pathLst>
                <a:path w="2389862" h="398317">
                  <a:moveTo>
                    <a:pt x="0" y="398317"/>
                  </a:moveTo>
                  <a:lnTo>
                    <a:pt x="153465" y="372739"/>
                  </a:lnTo>
                  <a:lnTo>
                    <a:pt x="288830" y="350178"/>
                  </a:lnTo>
                  <a:lnTo>
                    <a:pt x="409919" y="329996"/>
                  </a:lnTo>
                  <a:lnTo>
                    <a:pt x="519457" y="311739"/>
                  </a:lnTo>
                  <a:lnTo>
                    <a:pt x="619458" y="295072"/>
                  </a:lnTo>
                  <a:lnTo>
                    <a:pt x="711450" y="279740"/>
                  </a:lnTo>
                  <a:lnTo>
                    <a:pt x="796620" y="265544"/>
                  </a:lnTo>
                  <a:lnTo>
                    <a:pt x="875913" y="252329"/>
                  </a:lnTo>
                  <a:lnTo>
                    <a:pt x="950086" y="239966"/>
                  </a:lnTo>
                  <a:lnTo>
                    <a:pt x="1019760" y="228354"/>
                  </a:lnTo>
                  <a:lnTo>
                    <a:pt x="1085451" y="217405"/>
                  </a:lnTo>
                  <a:lnTo>
                    <a:pt x="1147590" y="207048"/>
                  </a:lnTo>
                  <a:lnTo>
                    <a:pt x="1206540" y="197223"/>
                  </a:lnTo>
                  <a:lnTo>
                    <a:pt x="1262614" y="187877"/>
                  </a:lnTo>
                  <a:lnTo>
                    <a:pt x="1316078" y="178967"/>
                  </a:lnTo>
                  <a:lnTo>
                    <a:pt x="1367166" y="170452"/>
                  </a:lnTo>
                  <a:lnTo>
                    <a:pt x="1416079" y="162300"/>
                  </a:lnTo>
                  <a:lnTo>
                    <a:pt x="1462995" y="154480"/>
                  </a:lnTo>
                  <a:lnTo>
                    <a:pt x="1508070" y="146967"/>
                  </a:lnTo>
                  <a:lnTo>
                    <a:pt x="1551445" y="139738"/>
                  </a:lnTo>
                  <a:lnTo>
                    <a:pt x="1593241" y="132772"/>
                  </a:lnTo>
                  <a:lnTo>
                    <a:pt x="1633571" y="126050"/>
                  </a:lnTo>
                  <a:lnTo>
                    <a:pt x="1672534" y="119556"/>
                  </a:lnTo>
                  <a:lnTo>
                    <a:pt x="1710218" y="113275"/>
                  </a:lnTo>
                  <a:lnTo>
                    <a:pt x="1746706" y="107194"/>
                  </a:lnTo>
                  <a:lnTo>
                    <a:pt x="1782072" y="101300"/>
                  </a:lnTo>
                  <a:lnTo>
                    <a:pt x="1816381" y="95581"/>
                  </a:lnTo>
                  <a:lnTo>
                    <a:pt x="1849696" y="90029"/>
                  </a:lnTo>
                  <a:lnTo>
                    <a:pt x="1882072" y="84633"/>
                  </a:lnTo>
                  <a:lnTo>
                    <a:pt x="1913561" y="79384"/>
                  </a:lnTo>
                  <a:lnTo>
                    <a:pt x="1944211" y="74276"/>
                  </a:lnTo>
                  <a:lnTo>
                    <a:pt x="1974064" y="69300"/>
                  </a:lnTo>
                  <a:lnTo>
                    <a:pt x="2003161" y="64451"/>
                  </a:lnTo>
                  <a:lnTo>
                    <a:pt x="2031540" y="59721"/>
                  </a:lnTo>
                  <a:lnTo>
                    <a:pt x="2059235" y="55105"/>
                  </a:lnTo>
                  <a:lnTo>
                    <a:pt x="2086278" y="50598"/>
                  </a:lnTo>
                  <a:lnTo>
                    <a:pt x="2112699" y="46194"/>
                  </a:lnTo>
                  <a:lnTo>
                    <a:pt x="2138527" y="41889"/>
                  </a:lnTo>
                  <a:lnTo>
                    <a:pt x="2163787" y="37679"/>
                  </a:lnTo>
                  <a:lnTo>
                    <a:pt x="2188504" y="33560"/>
                  </a:lnTo>
                  <a:lnTo>
                    <a:pt x="2212700" y="29527"/>
                  </a:lnTo>
                  <a:lnTo>
                    <a:pt x="2236397" y="25577"/>
                  </a:lnTo>
                  <a:lnTo>
                    <a:pt x="2259616" y="21708"/>
                  </a:lnTo>
                  <a:lnTo>
                    <a:pt x="2282375" y="17914"/>
                  </a:lnTo>
                  <a:lnTo>
                    <a:pt x="2304691" y="14195"/>
                  </a:lnTo>
                  <a:lnTo>
                    <a:pt x="2326583" y="10546"/>
                  </a:lnTo>
                  <a:lnTo>
                    <a:pt x="2348066" y="6966"/>
                  </a:lnTo>
                  <a:lnTo>
                    <a:pt x="2369154" y="3451"/>
                  </a:lnTo>
                  <a:lnTo>
                    <a:pt x="238986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367917" y="3473368"/>
              <a:ext cx="2389862" cy="328436"/>
            </a:xfrm>
            <a:custGeom>
              <a:avLst/>
              <a:pathLst>
                <a:path w="2389862" h="328436">
                  <a:moveTo>
                    <a:pt x="0" y="0"/>
                  </a:moveTo>
                  <a:lnTo>
                    <a:pt x="153465" y="21090"/>
                  </a:lnTo>
                  <a:lnTo>
                    <a:pt x="288830" y="39693"/>
                  </a:lnTo>
                  <a:lnTo>
                    <a:pt x="409919" y="56334"/>
                  </a:lnTo>
                  <a:lnTo>
                    <a:pt x="519457" y="71388"/>
                  </a:lnTo>
                  <a:lnTo>
                    <a:pt x="619458" y="85131"/>
                  </a:lnTo>
                  <a:lnTo>
                    <a:pt x="711450" y="97773"/>
                  </a:lnTo>
                  <a:lnTo>
                    <a:pt x="796620" y="109478"/>
                  </a:lnTo>
                  <a:lnTo>
                    <a:pt x="875913" y="120375"/>
                  </a:lnTo>
                  <a:lnTo>
                    <a:pt x="950086" y="130569"/>
                  </a:lnTo>
                  <a:lnTo>
                    <a:pt x="1019760" y="140144"/>
                  </a:lnTo>
                  <a:lnTo>
                    <a:pt x="1085451" y="149172"/>
                  </a:lnTo>
                  <a:lnTo>
                    <a:pt x="1147590" y="157712"/>
                  </a:lnTo>
                  <a:lnTo>
                    <a:pt x="1206540" y="165813"/>
                  </a:lnTo>
                  <a:lnTo>
                    <a:pt x="1262614" y="173519"/>
                  </a:lnTo>
                  <a:lnTo>
                    <a:pt x="1316078" y="180867"/>
                  </a:lnTo>
                  <a:lnTo>
                    <a:pt x="1367166" y="187888"/>
                  </a:lnTo>
                  <a:lnTo>
                    <a:pt x="1416079" y="194610"/>
                  </a:lnTo>
                  <a:lnTo>
                    <a:pt x="1462995" y="201057"/>
                  </a:lnTo>
                  <a:lnTo>
                    <a:pt x="1508070" y="207252"/>
                  </a:lnTo>
                  <a:lnTo>
                    <a:pt x="1551445" y="213213"/>
                  </a:lnTo>
                  <a:lnTo>
                    <a:pt x="1593241" y="218957"/>
                  </a:lnTo>
                  <a:lnTo>
                    <a:pt x="1633571" y="224499"/>
                  </a:lnTo>
                  <a:lnTo>
                    <a:pt x="1672534" y="229854"/>
                  </a:lnTo>
                  <a:lnTo>
                    <a:pt x="1710218" y="235033"/>
                  </a:lnTo>
                  <a:lnTo>
                    <a:pt x="1746706" y="240048"/>
                  </a:lnTo>
                  <a:lnTo>
                    <a:pt x="1782072" y="244908"/>
                  </a:lnTo>
                  <a:lnTo>
                    <a:pt x="1816381" y="249623"/>
                  </a:lnTo>
                  <a:lnTo>
                    <a:pt x="1849696" y="254201"/>
                  </a:lnTo>
                  <a:lnTo>
                    <a:pt x="1882072" y="258651"/>
                  </a:lnTo>
                  <a:lnTo>
                    <a:pt x="1913561" y="262978"/>
                  </a:lnTo>
                  <a:lnTo>
                    <a:pt x="1944211" y="267190"/>
                  </a:lnTo>
                  <a:lnTo>
                    <a:pt x="1974064" y="271293"/>
                  </a:lnTo>
                  <a:lnTo>
                    <a:pt x="2003161" y="275292"/>
                  </a:lnTo>
                  <a:lnTo>
                    <a:pt x="2031540" y="279192"/>
                  </a:lnTo>
                  <a:lnTo>
                    <a:pt x="2059235" y="282998"/>
                  </a:lnTo>
                  <a:lnTo>
                    <a:pt x="2086278" y="286714"/>
                  </a:lnTo>
                  <a:lnTo>
                    <a:pt x="2112699" y="290346"/>
                  </a:lnTo>
                  <a:lnTo>
                    <a:pt x="2138527" y="293895"/>
                  </a:lnTo>
                  <a:lnTo>
                    <a:pt x="2163787" y="297366"/>
                  </a:lnTo>
                  <a:lnTo>
                    <a:pt x="2188504" y="300763"/>
                  </a:lnTo>
                  <a:lnTo>
                    <a:pt x="2212700" y="304089"/>
                  </a:lnTo>
                  <a:lnTo>
                    <a:pt x="2236397" y="307345"/>
                  </a:lnTo>
                  <a:lnTo>
                    <a:pt x="2259616" y="310536"/>
                  </a:lnTo>
                  <a:lnTo>
                    <a:pt x="2282375" y="313664"/>
                  </a:lnTo>
                  <a:lnTo>
                    <a:pt x="2304691" y="316731"/>
                  </a:lnTo>
                  <a:lnTo>
                    <a:pt x="2326583" y="319739"/>
                  </a:lnTo>
                  <a:lnTo>
                    <a:pt x="2348066" y="322692"/>
                  </a:lnTo>
                  <a:lnTo>
                    <a:pt x="2369154" y="325590"/>
                  </a:lnTo>
                  <a:lnTo>
                    <a:pt x="2389862" y="32843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367917" y="3546195"/>
              <a:ext cx="2389862" cy="543245"/>
            </a:xfrm>
            <a:custGeom>
              <a:avLst/>
              <a:pathLst>
                <a:path w="2389862" h="543245">
                  <a:moveTo>
                    <a:pt x="0" y="0"/>
                  </a:moveTo>
                  <a:lnTo>
                    <a:pt x="153465" y="34884"/>
                  </a:lnTo>
                  <a:lnTo>
                    <a:pt x="288830" y="65654"/>
                  </a:lnTo>
                  <a:lnTo>
                    <a:pt x="409919" y="93179"/>
                  </a:lnTo>
                  <a:lnTo>
                    <a:pt x="519457" y="118079"/>
                  </a:lnTo>
                  <a:lnTo>
                    <a:pt x="619458" y="140810"/>
                  </a:lnTo>
                  <a:lnTo>
                    <a:pt x="711450" y="161721"/>
                  </a:lnTo>
                  <a:lnTo>
                    <a:pt x="796620" y="181081"/>
                  </a:lnTo>
                  <a:lnTo>
                    <a:pt x="875913" y="199106"/>
                  </a:lnTo>
                  <a:lnTo>
                    <a:pt x="950086" y="215966"/>
                  </a:lnTo>
                  <a:lnTo>
                    <a:pt x="1019760" y="231804"/>
                  </a:lnTo>
                  <a:lnTo>
                    <a:pt x="1085451" y="246736"/>
                  </a:lnTo>
                  <a:lnTo>
                    <a:pt x="1147590" y="260861"/>
                  </a:lnTo>
                  <a:lnTo>
                    <a:pt x="1206540" y="274261"/>
                  </a:lnTo>
                  <a:lnTo>
                    <a:pt x="1262614" y="287008"/>
                  </a:lnTo>
                  <a:lnTo>
                    <a:pt x="1316078" y="299161"/>
                  </a:lnTo>
                  <a:lnTo>
                    <a:pt x="1367166" y="310774"/>
                  </a:lnTo>
                  <a:lnTo>
                    <a:pt x="1416079" y="321892"/>
                  </a:lnTo>
                  <a:lnTo>
                    <a:pt x="1462995" y="332557"/>
                  </a:lnTo>
                  <a:lnTo>
                    <a:pt x="1508070" y="342803"/>
                  </a:lnTo>
                  <a:lnTo>
                    <a:pt x="1551445" y="352662"/>
                  </a:lnTo>
                  <a:lnTo>
                    <a:pt x="1593241" y="362163"/>
                  </a:lnTo>
                  <a:lnTo>
                    <a:pt x="1633571" y="371331"/>
                  </a:lnTo>
                  <a:lnTo>
                    <a:pt x="1672534" y="380187"/>
                  </a:lnTo>
                  <a:lnTo>
                    <a:pt x="1710218" y="388754"/>
                  </a:lnTo>
                  <a:lnTo>
                    <a:pt x="1746706" y="397048"/>
                  </a:lnTo>
                  <a:lnTo>
                    <a:pt x="1782072" y="405087"/>
                  </a:lnTo>
                  <a:lnTo>
                    <a:pt x="1816381" y="412886"/>
                  </a:lnTo>
                  <a:lnTo>
                    <a:pt x="1849696" y="420459"/>
                  </a:lnTo>
                  <a:lnTo>
                    <a:pt x="1882072" y="427818"/>
                  </a:lnTo>
                  <a:lnTo>
                    <a:pt x="1913561" y="434976"/>
                  </a:lnTo>
                  <a:lnTo>
                    <a:pt x="1944211" y="441943"/>
                  </a:lnTo>
                  <a:lnTo>
                    <a:pt x="1974064" y="448729"/>
                  </a:lnTo>
                  <a:lnTo>
                    <a:pt x="2003161" y="455343"/>
                  </a:lnTo>
                  <a:lnTo>
                    <a:pt x="2031540" y="461794"/>
                  </a:lnTo>
                  <a:lnTo>
                    <a:pt x="2059235" y="468090"/>
                  </a:lnTo>
                  <a:lnTo>
                    <a:pt x="2086278" y="474237"/>
                  </a:lnTo>
                  <a:lnTo>
                    <a:pt x="2112699" y="480243"/>
                  </a:lnTo>
                  <a:lnTo>
                    <a:pt x="2138527" y="486114"/>
                  </a:lnTo>
                  <a:lnTo>
                    <a:pt x="2163787" y="491856"/>
                  </a:lnTo>
                  <a:lnTo>
                    <a:pt x="2188504" y="497474"/>
                  </a:lnTo>
                  <a:lnTo>
                    <a:pt x="2212700" y="502974"/>
                  </a:lnTo>
                  <a:lnTo>
                    <a:pt x="2236397" y="508361"/>
                  </a:lnTo>
                  <a:lnTo>
                    <a:pt x="2259616" y="513639"/>
                  </a:lnTo>
                  <a:lnTo>
                    <a:pt x="2282375" y="518812"/>
                  </a:lnTo>
                  <a:lnTo>
                    <a:pt x="2304691" y="523885"/>
                  </a:lnTo>
                  <a:lnTo>
                    <a:pt x="2326583" y="528861"/>
                  </a:lnTo>
                  <a:lnTo>
                    <a:pt x="2348066" y="533744"/>
                  </a:lnTo>
                  <a:lnTo>
                    <a:pt x="2369154" y="538538"/>
                  </a:lnTo>
                  <a:lnTo>
                    <a:pt x="2389862" y="54324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367917" y="4028106"/>
              <a:ext cx="2389862" cy="246429"/>
            </a:xfrm>
            <a:custGeom>
              <a:avLst/>
              <a:pathLst>
                <a:path w="2389862" h="246429">
                  <a:moveTo>
                    <a:pt x="0" y="0"/>
                  </a:moveTo>
                  <a:lnTo>
                    <a:pt x="153465" y="15824"/>
                  </a:lnTo>
                  <a:lnTo>
                    <a:pt x="288830" y="29782"/>
                  </a:lnTo>
                  <a:lnTo>
                    <a:pt x="409919" y="42268"/>
                  </a:lnTo>
                  <a:lnTo>
                    <a:pt x="519457" y="53563"/>
                  </a:lnTo>
                  <a:lnTo>
                    <a:pt x="619458" y="63875"/>
                  </a:lnTo>
                  <a:lnTo>
                    <a:pt x="711450" y="73360"/>
                  </a:lnTo>
                  <a:lnTo>
                    <a:pt x="796620" y="82143"/>
                  </a:lnTo>
                  <a:lnTo>
                    <a:pt x="875913" y="90319"/>
                  </a:lnTo>
                  <a:lnTo>
                    <a:pt x="950086" y="97967"/>
                  </a:lnTo>
                  <a:lnTo>
                    <a:pt x="1019760" y="105151"/>
                  </a:lnTo>
                  <a:lnTo>
                    <a:pt x="1085451" y="111925"/>
                  </a:lnTo>
                  <a:lnTo>
                    <a:pt x="1147590" y="118333"/>
                  </a:lnTo>
                  <a:lnTo>
                    <a:pt x="1206540" y="124411"/>
                  </a:lnTo>
                  <a:lnTo>
                    <a:pt x="1262614" y="130193"/>
                  </a:lnTo>
                  <a:lnTo>
                    <a:pt x="1316078" y="135706"/>
                  </a:lnTo>
                  <a:lnTo>
                    <a:pt x="1367166" y="140974"/>
                  </a:lnTo>
                  <a:lnTo>
                    <a:pt x="1416079" y="146018"/>
                  </a:lnTo>
                  <a:lnTo>
                    <a:pt x="1462995" y="150855"/>
                  </a:lnTo>
                  <a:lnTo>
                    <a:pt x="1508070" y="155503"/>
                  </a:lnTo>
                  <a:lnTo>
                    <a:pt x="1551445" y="159976"/>
                  </a:lnTo>
                  <a:lnTo>
                    <a:pt x="1593241" y="164286"/>
                  </a:lnTo>
                  <a:lnTo>
                    <a:pt x="1633571" y="168444"/>
                  </a:lnTo>
                  <a:lnTo>
                    <a:pt x="1672534" y="172462"/>
                  </a:lnTo>
                  <a:lnTo>
                    <a:pt x="1710218" y="176348"/>
                  </a:lnTo>
                  <a:lnTo>
                    <a:pt x="1746706" y="180110"/>
                  </a:lnTo>
                  <a:lnTo>
                    <a:pt x="1782072" y="183757"/>
                  </a:lnTo>
                  <a:lnTo>
                    <a:pt x="1816381" y="187295"/>
                  </a:lnTo>
                  <a:lnTo>
                    <a:pt x="1849696" y="190730"/>
                  </a:lnTo>
                  <a:lnTo>
                    <a:pt x="1882072" y="194068"/>
                  </a:lnTo>
                  <a:lnTo>
                    <a:pt x="1913561" y="197315"/>
                  </a:lnTo>
                  <a:lnTo>
                    <a:pt x="1944211" y="200476"/>
                  </a:lnTo>
                  <a:lnTo>
                    <a:pt x="1974064" y="203554"/>
                  </a:lnTo>
                  <a:lnTo>
                    <a:pt x="2003161" y="206554"/>
                  </a:lnTo>
                  <a:lnTo>
                    <a:pt x="2031540" y="209481"/>
                  </a:lnTo>
                  <a:lnTo>
                    <a:pt x="2059235" y="212336"/>
                  </a:lnTo>
                  <a:lnTo>
                    <a:pt x="2086278" y="215125"/>
                  </a:lnTo>
                  <a:lnTo>
                    <a:pt x="2112699" y="217849"/>
                  </a:lnTo>
                  <a:lnTo>
                    <a:pt x="2138527" y="220512"/>
                  </a:lnTo>
                  <a:lnTo>
                    <a:pt x="2163787" y="223117"/>
                  </a:lnTo>
                  <a:lnTo>
                    <a:pt x="2188504" y="225666"/>
                  </a:lnTo>
                  <a:lnTo>
                    <a:pt x="2212700" y="228161"/>
                  </a:lnTo>
                  <a:lnTo>
                    <a:pt x="2236397" y="230604"/>
                  </a:lnTo>
                  <a:lnTo>
                    <a:pt x="2259616" y="232998"/>
                  </a:lnTo>
                  <a:lnTo>
                    <a:pt x="2282375" y="235345"/>
                  </a:lnTo>
                  <a:lnTo>
                    <a:pt x="2304691" y="237646"/>
                  </a:lnTo>
                  <a:lnTo>
                    <a:pt x="2326583" y="239904"/>
                  </a:lnTo>
                  <a:lnTo>
                    <a:pt x="2348066" y="242119"/>
                  </a:lnTo>
                  <a:lnTo>
                    <a:pt x="2369154" y="244293"/>
                  </a:lnTo>
                  <a:lnTo>
                    <a:pt x="2389862" y="24642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367917" y="3991242"/>
              <a:ext cx="2389862" cy="77759"/>
            </a:xfrm>
            <a:custGeom>
              <a:avLst/>
              <a:pathLst>
                <a:path w="2389862" h="77759">
                  <a:moveTo>
                    <a:pt x="0" y="0"/>
                  </a:moveTo>
                  <a:lnTo>
                    <a:pt x="153465" y="4993"/>
                  </a:lnTo>
                  <a:lnTo>
                    <a:pt x="288830" y="9397"/>
                  </a:lnTo>
                  <a:lnTo>
                    <a:pt x="409919" y="13337"/>
                  </a:lnTo>
                  <a:lnTo>
                    <a:pt x="519457" y="16901"/>
                  </a:lnTo>
                  <a:lnTo>
                    <a:pt x="619458" y="20155"/>
                  </a:lnTo>
                  <a:lnTo>
                    <a:pt x="711450" y="23148"/>
                  </a:lnTo>
                  <a:lnTo>
                    <a:pt x="796620" y="25919"/>
                  </a:lnTo>
                  <a:lnTo>
                    <a:pt x="875913" y="28499"/>
                  </a:lnTo>
                  <a:lnTo>
                    <a:pt x="950086" y="30913"/>
                  </a:lnTo>
                  <a:lnTo>
                    <a:pt x="1019760" y="33180"/>
                  </a:lnTo>
                  <a:lnTo>
                    <a:pt x="1085451" y="35317"/>
                  </a:lnTo>
                  <a:lnTo>
                    <a:pt x="1147590" y="37339"/>
                  </a:lnTo>
                  <a:lnTo>
                    <a:pt x="1206540" y="39257"/>
                  </a:lnTo>
                  <a:lnTo>
                    <a:pt x="1262614" y="41081"/>
                  </a:lnTo>
                  <a:lnTo>
                    <a:pt x="1316078" y="42821"/>
                  </a:lnTo>
                  <a:lnTo>
                    <a:pt x="1367166" y="44483"/>
                  </a:lnTo>
                  <a:lnTo>
                    <a:pt x="1416079" y="46075"/>
                  </a:lnTo>
                  <a:lnTo>
                    <a:pt x="1462995" y="47601"/>
                  </a:lnTo>
                  <a:lnTo>
                    <a:pt x="1508070" y="49068"/>
                  </a:lnTo>
                  <a:lnTo>
                    <a:pt x="1551445" y="50479"/>
                  </a:lnTo>
                  <a:lnTo>
                    <a:pt x="1593241" y="51839"/>
                  </a:lnTo>
                  <a:lnTo>
                    <a:pt x="1633571" y="53151"/>
                  </a:lnTo>
                  <a:lnTo>
                    <a:pt x="1672534" y="54419"/>
                  </a:lnTo>
                  <a:lnTo>
                    <a:pt x="1710218" y="55645"/>
                  </a:lnTo>
                  <a:lnTo>
                    <a:pt x="1746706" y="56832"/>
                  </a:lnTo>
                  <a:lnTo>
                    <a:pt x="1782072" y="57983"/>
                  </a:lnTo>
                  <a:lnTo>
                    <a:pt x="1816381" y="59099"/>
                  </a:lnTo>
                  <a:lnTo>
                    <a:pt x="1849696" y="60183"/>
                  </a:lnTo>
                  <a:lnTo>
                    <a:pt x="1882072" y="61237"/>
                  </a:lnTo>
                  <a:lnTo>
                    <a:pt x="1913561" y="62261"/>
                  </a:lnTo>
                  <a:lnTo>
                    <a:pt x="1944211" y="63258"/>
                  </a:lnTo>
                  <a:lnTo>
                    <a:pt x="1974064" y="64230"/>
                  </a:lnTo>
                  <a:lnTo>
                    <a:pt x="2003161" y="65176"/>
                  </a:lnTo>
                  <a:lnTo>
                    <a:pt x="2031540" y="66100"/>
                  </a:lnTo>
                  <a:lnTo>
                    <a:pt x="2059235" y="67001"/>
                  </a:lnTo>
                  <a:lnTo>
                    <a:pt x="2086278" y="67881"/>
                  </a:lnTo>
                  <a:lnTo>
                    <a:pt x="2112699" y="68741"/>
                  </a:lnTo>
                  <a:lnTo>
                    <a:pt x="2138527" y="69581"/>
                  </a:lnTo>
                  <a:lnTo>
                    <a:pt x="2163787" y="70403"/>
                  </a:lnTo>
                  <a:lnTo>
                    <a:pt x="2188504" y="71207"/>
                  </a:lnTo>
                  <a:lnTo>
                    <a:pt x="2212700" y="71994"/>
                  </a:lnTo>
                  <a:lnTo>
                    <a:pt x="2236397" y="72765"/>
                  </a:lnTo>
                  <a:lnTo>
                    <a:pt x="2259616" y="73521"/>
                  </a:lnTo>
                  <a:lnTo>
                    <a:pt x="2282375" y="74261"/>
                  </a:lnTo>
                  <a:lnTo>
                    <a:pt x="2304691" y="74987"/>
                  </a:lnTo>
                  <a:lnTo>
                    <a:pt x="2326583" y="75700"/>
                  </a:lnTo>
                  <a:lnTo>
                    <a:pt x="2348066" y="76399"/>
                  </a:lnTo>
                  <a:lnTo>
                    <a:pt x="2369154" y="77085"/>
                  </a:lnTo>
                  <a:lnTo>
                    <a:pt x="2389862" y="7775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367917" y="3914807"/>
              <a:ext cx="2389862" cy="74180"/>
            </a:xfrm>
            <a:custGeom>
              <a:avLst/>
              <a:pathLst>
                <a:path w="2389862" h="74180">
                  <a:moveTo>
                    <a:pt x="0" y="74180"/>
                  </a:moveTo>
                  <a:lnTo>
                    <a:pt x="153465" y="69417"/>
                  </a:lnTo>
                  <a:lnTo>
                    <a:pt x="288830" y="65215"/>
                  </a:lnTo>
                  <a:lnTo>
                    <a:pt x="409919" y="61457"/>
                  </a:lnTo>
                  <a:lnTo>
                    <a:pt x="519457" y="58057"/>
                  </a:lnTo>
                  <a:lnTo>
                    <a:pt x="619458" y="54953"/>
                  </a:lnTo>
                  <a:lnTo>
                    <a:pt x="711450" y="52097"/>
                  </a:lnTo>
                  <a:lnTo>
                    <a:pt x="796620" y="49453"/>
                  </a:lnTo>
                  <a:lnTo>
                    <a:pt x="875913" y="46992"/>
                  </a:lnTo>
                  <a:lnTo>
                    <a:pt x="950086" y="44690"/>
                  </a:lnTo>
                  <a:lnTo>
                    <a:pt x="1019760" y="42527"/>
                  </a:lnTo>
                  <a:lnTo>
                    <a:pt x="1085451" y="40488"/>
                  </a:lnTo>
                  <a:lnTo>
                    <a:pt x="1147590" y="38559"/>
                  </a:lnTo>
                  <a:lnTo>
                    <a:pt x="1206540" y="36730"/>
                  </a:lnTo>
                  <a:lnTo>
                    <a:pt x="1262614" y="34989"/>
                  </a:lnTo>
                  <a:lnTo>
                    <a:pt x="1316078" y="33330"/>
                  </a:lnTo>
                  <a:lnTo>
                    <a:pt x="1367166" y="31744"/>
                  </a:lnTo>
                  <a:lnTo>
                    <a:pt x="1416079" y="30226"/>
                  </a:lnTo>
                  <a:lnTo>
                    <a:pt x="1462995" y="28769"/>
                  </a:lnTo>
                  <a:lnTo>
                    <a:pt x="1508070" y="27370"/>
                  </a:lnTo>
                  <a:lnTo>
                    <a:pt x="1551445" y="26024"/>
                  </a:lnTo>
                  <a:lnTo>
                    <a:pt x="1593241" y="24726"/>
                  </a:lnTo>
                  <a:lnTo>
                    <a:pt x="1633571" y="23475"/>
                  </a:lnTo>
                  <a:lnTo>
                    <a:pt x="1672534" y="22265"/>
                  </a:lnTo>
                  <a:lnTo>
                    <a:pt x="1710218" y="21096"/>
                  </a:lnTo>
                  <a:lnTo>
                    <a:pt x="1746706" y="19963"/>
                  </a:lnTo>
                  <a:lnTo>
                    <a:pt x="1782072" y="18865"/>
                  </a:lnTo>
                  <a:lnTo>
                    <a:pt x="1816381" y="17800"/>
                  </a:lnTo>
                  <a:lnTo>
                    <a:pt x="1849696" y="16766"/>
                  </a:lnTo>
                  <a:lnTo>
                    <a:pt x="1882072" y="15761"/>
                  </a:lnTo>
                  <a:lnTo>
                    <a:pt x="1913561" y="14784"/>
                  </a:lnTo>
                  <a:lnTo>
                    <a:pt x="1944211" y="13832"/>
                  </a:lnTo>
                  <a:lnTo>
                    <a:pt x="1974064" y="12906"/>
                  </a:lnTo>
                  <a:lnTo>
                    <a:pt x="2003161" y="12003"/>
                  </a:lnTo>
                  <a:lnTo>
                    <a:pt x="2031540" y="11122"/>
                  </a:lnTo>
                  <a:lnTo>
                    <a:pt x="2059235" y="10262"/>
                  </a:lnTo>
                  <a:lnTo>
                    <a:pt x="2086278" y="9423"/>
                  </a:lnTo>
                  <a:lnTo>
                    <a:pt x="2112699" y="8603"/>
                  </a:lnTo>
                  <a:lnTo>
                    <a:pt x="2138527" y="7801"/>
                  </a:lnTo>
                  <a:lnTo>
                    <a:pt x="2163787" y="7017"/>
                  </a:lnTo>
                  <a:lnTo>
                    <a:pt x="2188504" y="6250"/>
                  </a:lnTo>
                  <a:lnTo>
                    <a:pt x="2212700" y="5499"/>
                  </a:lnTo>
                  <a:lnTo>
                    <a:pt x="2236397" y="4763"/>
                  </a:lnTo>
                  <a:lnTo>
                    <a:pt x="2259616" y="4042"/>
                  </a:lnTo>
                  <a:lnTo>
                    <a:pt x="2282375" y="3336"/>
                  </a:lnTo>
                  <a:lnTo>
                    <a:pt x="2304691" y="2643"/>
                  </a:lnTo>
                  <a:lnTo>
                    <a:pt x="2326583" y="1964"/>
                  </a:lnTo>
                  <a:lnTo>
                    <a:pt x="2348066" y="1297"/>
                  </a:lnTo>
                  <a:lnTo>
                    <a:pt x="2369154" y="642"/>
                  </a:lnTo>
                  <a:lnTo>
                    <a:pt x="238986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4204347" y="2994900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204347" y="2994900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72716" y="430242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72716" y="40223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72716" y="37422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72716" y="34621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72716" y="318207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204347" y="4502431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367917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164538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961159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6757780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tx401"/>
            <p:cNvSpPr/>
            <p:nvPr/>
          </p:nvSpPr>
          <p:spPr>
            <a:xfrm>
              <a:off x="4204347" y="2800146"/>
              <a:ext cx="97822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342663" y="4804731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63056" y="575122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75270" y="561054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511398" y="569747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75751" y="589415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01344" y="606888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39780" y="572293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38219" y="58589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76142" y="590173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48961" y="600776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08444" y="567590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221948" y="58752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60800" y="508444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308633" y="524671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42587" y="55065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309469" y="565741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11037" y="621525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75325" y="592207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16981" y="545581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91052" y="493691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12875" y="48447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54647" y="574658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28461" y="543802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22124" y="521843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90780" y="53653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12005" y="59177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41170" y="585401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316007" y="526798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81291" y="531765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120077" y="596313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031006" y="563029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091129" y="57596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51563" y="603845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103907" y="560331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61762" y="591493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11920" y="500329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53252" y="58361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66772" y="549415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17370" y="528160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21336" y="490738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111557" y="515107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88537" y="585892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72782" y="541454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35247" y="556952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18910" y="53636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102296" y="582938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113575" y="540992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66384" y="578647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26876" y="574312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833792" y="58053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892383" y="57462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82612" y="594569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814540" y="546693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92593" y="553165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15516" y="494192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37791" y="55061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901669" y="574229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52099" y="55247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29574" y="539654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909941" y="532771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37994" y="517537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38816" y="569344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917269" y="506573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84126" y="601664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820213" y="586141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78057" y="566609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26547" y="576902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918975" y="561884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83134" y="581778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76976" y="558760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63567" y="550410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33741" y="55118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881541" y="558378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96590" y="5650141"/>
              <a:ext cx="2396405" cy="63129"/>
            </a:xfrm>
            <a:custGeom>
              <a:avLst/>
              <a:pathLst>
                <a:path w="2396405" h="63129">
                  <a:moveTo>
                    <a:pt x="0" y="63129"/>
                  </a:moveTo>
                  <a:lnTo>
                    <a:pt x="153885" y="59075"/>
                  </a:lnTo>
                  <a:lnTo>
                    <a:pt x="289621" y="55499"/>
                  </a:lnTo>
                  <a:lnTo>
                    <a:pt x="411041" y="52300"/>
                  </a:lnTo>
                  <a:lnTo>
                    <a:pt x="520880" y="49407"/>
                  </a:lnTo>
                  <a:lnTo>
                    <a:pt x="621154" y="46765"/>
                  </a:lnTo>
                  <a:lnTo>
                    <a:pt x="713397" y="44335"/>
                  </a:lnTo>
                  <a:lnTo>
                    <a:pt x="798801" y="42086"/>
                  </a:lnTo>
                  <a:lnTo>
                    <a:pt x="878311" y="39991"/>
                  </a:lnTo>
                  <a:lnTo>
                    <a:pt x="952687" y="38032"/>
                  </a:lnTo>
                  <a:lnTo>
                    <a:pt x="1022552" y="36191"/>
                  </a:lnTo>
                  <a:lnTo>
                    <a:pt x="1088423" y="34456"/>
                  </a:lnTo>
                  <a:lnTo>
                    <a:pt x="1150732" y="32815"/>
                  </a:lnTo>
                  <a:lnTo>
                    <a:pt x="1209843" y="31257"/>
                  </a:lnTo>
                  <a:lnTo>
                    <a:pt x="1266070" y="29776"/>
                  </a:lnTo>
                  <a:lnTo>
                    <a:pt x="1319681" y="28364"/>
                  </a:lnTo>
                  <a:lnTo>
                    <a:pt x="1370909" y="27014"/>
                  </a:lnTo>
                  <a:lnTo>
                    <a:pt x="1419956" y="25722"/>
                  </a:lnTo>
                  <a:lnTo>
                    <a:pt x="1467000" y="24483"/>
                  </a:lnTo>
                  <a:lnTo>
                    <a:pt x="1512199" y="23292"/>
                  </a:lnTo>
                  <a:lnTo>
                    <a:pt x="1555692" y="22147"/>
                  </a:lnTo>
                  <a:lnTo>
                    <a:pt x="1597603" y="21043"/>
                  </a:lnTo>
                  <a:lnTo>
                    <a:pt x="1638043" y="19977"/>
                  </a:lnTo>
                  <a:lnTo>
                    <a:pt x="1677112" y="18948"/>
                  </a:lnTo>
                  <a:lnTo>
                    <a:pt x="1714900" y="17953"/>
                  </a:lnTo>
                  <a:lnTo>
                    <a:pt x="1751488" y="16989"/>
                  </a:lnTo>
                  <a:lnTo>
                    <a:pt x="1786950" y="16054"/>
                  </a:lnTo>
                  <a:lnTo>
                    <a:pt x="1821354" y="15148"/>
                  </a:lnTo>
                  <a:lnTo>
                    <a:pt x="1854760" y="14268"/>
                  </a:lnTo>
                  <a:lnTo>
                    <a:pt x="1887225" y="13413"/>
                  </a:lnTo>
                  <a:lnTo>
                    <a:pt x="1918800" y="12581"/>
                  </a:lnTo>
                  <a:lnTo>
                    <a:pt x="1949533" y="11772"/>
                  </a:lnTo>
                  <a:lnTo>
                    <a:pt x="1979468" y="10983"/>
                  </a:lnTo>
                  <a:lnTo>
                    <a:pt x="2008645" y="10214"/>
                  </a:lnTo>
                  <a:lnTo>
                    <a:pt x="2037102" y="9465"/>
                  </a:lnTo>
                  <a:lnTo>
                    <a:pt x="2064872" y="8733"/>
                  </a:lnTo>
                  <a:lnTo>
                    <a:pt x="2091989" y="8019"/>
                  </a:lnTo>
                  <a:lnTo>
                    <a:pt x="2118483" y="7321"/>
                  </a:lnTo>
                  <a:lnTo>
                    <a:pt x="2144382" y="6639"/>
                  </a:lnTo>
                  <a:lnTo>
                    <a:pt x="2169711" y="5971"/>
                  </a:lnTo>
                  <a:lnTo>
                    <a:pt x="2194495" y="5318"/>
                  </a:lnTo>
                  <a:lnTo>
                    <a:pt x="2218757" y="4679"/>
                  </a:lnTo>
                  <a:lnTo>
                    <a:pt x="2242520" y="4053"/>
                  </a:lnTo>
                  <a:lnTo>
                    <a:pt x="2265802" y="3440"/>
                  </a:lnTo>
                  <a:lnTo>
                    <a:pt x="2288623" y="2839"/>
                  </a:lnTo>
                  <a:lnTo>
                    <a:pt x="2311001" y="2249"/>
                  </a:lnTo>
                  <a:lnTo>
                    <a:pt x="2332953" y="1671"/>
                  </a:lnTo>
                  <a:lnTo>
                    <a:pt x="2354494" y="1104"/>
                  </a:lnTo>
                  <a:lnTo>
                    <a:pt x="2375640" y="547"/>
                  </a:lnTo>
                  <a:lnTo>
                    <a:pt x="239640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96590" y="5670291"/>
              <a:ext cx="2396405" cy="241415"/>
            </a:xfrm>
            <a:custGeom>
              <a:avLst/>
              <a:pathLst>
                <a:path w="2396405" h="241415">
                  <a:moveTo>
                    <a:pt x="0" y="241415"/>
                  </a:moveTo>
                  <a:lnTo>
                    <a:pt x="153885" y="225912"/>
                  </a:lnTo>
                  <a:lnTo>
                    <a:pt x="289621" y="212238"/>
                  </a:lnTo>
                  <a:lnTo>
                    <a:pt x="411041" y="200006"/>
                  </a:lnTo>
                  <a:lnTo>
                    <a:pt x="520880" y="188941"/>
                  </a:lnTo>
                  <a:lnTo>
                    <a:pt x="621154" y="178839"/>
                  </a:lnTo>
                  <a:lnTo>
                    <a:pt x="713397" y="169547"/>
                  </a:lnTo>
                  <a:lnTo>
                    <a:pt x="798801" y="160943"/>
                  </a:lnTo>
                  <a:lnTo>
                    <a:pt x="878311" y="152933"/>
                  </a:lnTo>
                  <a:lnTo>
                    <a:pt x="952687" y="145441"/>
                  </a:lnTo>
                  <a:lnTo>
                    <a:pt x="1022552" y="138402"/>
                  </a:lnTo>
                  <a:lnTo>
                    <a:pt x="1088423" y="131766"/>
                  </a:lnTo>
                  <a:lnTo>
                    <a:pt x="1150732" y="125489"/>
                  </a:lnTo>
                  <a:lnTo>
                    <a:pt x="1209843" y="119534"/>
                  </a:lnTo>
                  <a:lnTo>
                    <a:pt x="1266070" y="113870"/>
                  </a:lnTo>
                  <a:lnTo>
                    <a:pt x="1319681" y="108469"/>
                  </a:lnTo>
                  <a:lnTo>
                    <a:pt x="1370909" y="103309"/>
                  </a:lnTo>
                  <a:lnTo>
                    <a:pt x="1419956" y="98368"/>
                  </a:lnTo>
                  <a:lnTo>
                    <a:pt x="1467000" y="93628"/>
                  </a:lnTo>
                  <a:lnTo>
                    <a:pt x="1512199" y="89075"/>
                  </a:lnTo>
                  <a:lnTo>
                    <a:pt x="1555692" y="84693"/>
                  </a:lnTo>
                  <a:lnTo>
                    <a:pt x="1597603" y="80471"/>
                  </a:lnTo>
                  <a:lnTo>
                    <a:pt x="1638043" y="76397"/>
                  </a:lnTo>
                  <a:lnTo>
                    <a:pt x="1677112" y="72461"/>
                  </a:lnTo>
                  <a:lnTo>
                    <a:pt x="1714900" y="68655"/>
                  </a:lnTo>
                  <a:lnTo>
                    <a:pt x="1751488" y="64969"/>
                  </a:lnTo>
                  <a:lnTo>
                    <a:pt x="1786950" y="61396"/>
                  </a:lnTo>
                  <a:lnTo>
                    <a:pt x="1821354" y="57931"/>
                  </a:lnTo>
                  <a:lnTo>
                    <a:pt x="1854760" y="54565"/>
                  </a:lnTo>
                  <a:lnTo>
                    <a:pt x="1887225" y="51295"/>
                  </a:lnTo>
                  <a:lnTo>
                    <a:pt x="1918800" y="48114"/>
                  </a:lnTo>
                  <a:lnTo>
                    <a:pt x="1949533" y="45018"/>
                  </a:lnTo>
                  <a:lnTo>
                    <a:pt x="1979468" y="42002"/>
                  </a:lnTo>
                  <a:lnTo>
                    <a:pt x="2008645" y="39063"/>
                  </a:lnTo>
                  <a:lnTo>
                    <a:pt x="2037102" y="36196"/>
                  </a:lnTo>
                  <a:lnTo>
                    <a:pt x="2064872" y="33398"/>
                  </a:lnTo>
                  <a:lnTo>
                    <a:pt x="2091989" y="30667"/>
                  </a:lnTo>
                  <a:lnTo>
                    <a:pt x="2118483" y="27998"/>
                  </a:lnTo>
                  <a:lnTo>
                    <a:pt x="2144382" y="25389"/>
                  </a:lnTo>
                  <a:lnTo>
                    <a:pt x="2169711" y="22837"/>
                  </a:lnTo>
                  <a:lnTo>
                    <a:pt x="2194495" y="20340"/>
                  </a:lnTo>
                  <a:lnTo>
                    <a:pt x="2218757" y="17896"/>
                  </a:lnTo>
                  <a:lnTo>
                    <a:pt x="2242520" y="15502"/>
                  </a:lnTo>
                  <a:lnTo>
                    <a:pt x="2265802" y="13157"/>
                  </a:lnTo>
                  <a:lnTo>
                    <a:pt x="2288623" y="10858"/>
                  </a:lnTo>
                  <a:lnTo>
                    <a:pt x="2311001" y="8603"/>
                  </a:lnTo>
                  <a:lnTo>
                    <a:pt x="2332953" y="6392"/>
                  </a:lnTo>
                  <a:lnTo>
                    <a:pt x="2354494" y="4222"/>
                  </a:lnTo>
                  <a:lnTo>
                    <a:pt x="2375640" y="2091"/>
                  </a:lnTo>
                  <a:lnTo>
                    <a:pt x="239640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96590" y="5746246"/>
              <a:ext cx="2396405" cy="271099"/>
            </a:xfrm>
            <a:custGeom>
              <a:avLst/>
              <a:pathLst>
                <a:path w="2396405" h="271099">
                  <a:moveTo>
                    <a:pt x="0" y="0"/>
                  </a:moveTo>
                  <a:lnTo>
                    <a:pt x="153885" y="17408"/>
                  </a:lnTo>
                  <a:lnTo>
                    <a:pt x="289621" y="32764"/>
                  </a:lnTo>
                  <a:lnTo>
                    <a:pt x="411041" y="46500"/>
                  </a:lnTo>
                  <a:lnTo>
                    <a:pt x="520880" y="58925"/>
                  </a:lnTo>
                  <a:lnTo>
                    <a:pt x="621154" y="70269"/>
                  </a:lnTo>
                  <a:lnTo>
                    <a:pt x="713397" y="80705"/>
                  </a:lnTo>
                  <a:lnTo>
                    <a:pt x="798801" y="90366"/>
                  </a:lnTo>
                  <a:lnTo>
                    <a:pt x="878311" y="99361"/>
                  </a:lnTo>
                  <a:lnTo>
                    <a:pt x="952687" y="107775"/>
                  </a:lnTo>
                  <a:lnTo>
                    <a:pt x="1022552" y="115678"/>
                  </a:lnTo>
                  <a:lnTo>
                    <a:pt x="1088423" y="123130"/>
                  </a:lnTo>
                  <a:lnTo>
                    <a:pt x="1150732" y="130179"/>
                  </a:lnTo>
                  <a:lnTo>
                    <a:pt x="1209843" y="136866"/>
                  </a:lnTo>
                  <a:lnTo>
                    <a:pt x="1266070" y="143227"/>
                  </a:lnTo>
                  <a:lnTo>
                    <a:pt x="1319681" y="149292"/>
                  </a:lnTo>
                  <a:lnTo>
                    <a:pt x="1370909" y="155087"/>
                  </a:lnTo>
                  <a:lnTo>
                    <a:pt x="1419956" y="160636"/>
                  </a:lnTo>
                  <a:lnTo>
                    <a:pt x="1467000" y="165958"/>
                  </a:lnTo>
                  <a:lnTo>
                    <a:pt x="1512199" y="171071"/>
                  </a:lnTo>
                  <a:lnTo>
                    <a:pt x="1555692" y="175991"/>
                  </a:lnTo>
                  <a:lnTo>
                    <a:pt x="1597603" y="180733"/>
                  </a:lnTo>
                  <a:lnTo>
                    <a:pt x="1638043" y="185308"/>
                  </a:lnTo>
                  <a:lnTo>
                    <a:pt x="1677112" y="189727"/>
                  </a:lnTo>
                  <a:lnTo>
                    <a:pt x="1714900" y="194002"/>
                  </a:lnTo>
                  <a:lnTo>
                    <a:pt x="1751488" y="198141"/>
                  </a:lnTo>
                  <a:lnTo>
                    <a:pt x="1786950" y="202153"/>
                  </a:lnTo>
                  <a:lnTo>
                    <a:pt x="1821354" y="206045"/>
                  </a:lnTo>
                  <a:lnTo>
                    <a:pt x="1854760" y="209824"/>
                  </a:lnTo>
                  <a:lnTo>
                    <a:pt x="1887225" y="213497"/>
                  </a:lnTo>
                  <a:lnTo>
                    <a:pt x="1918800" y="217069"/>
                  </a:lnTo>
                  <a:lnTo>
                    <a:pt x="1949533" y="220546"/>
                  </a:lnTo>
                  <a:lnTo>
                    <a:pt x="1979468" y="223932"/>
                  </a:lnTo>
                  <a:lnTo>
                    <a:pt x="2008645" y="227233"/>
                  </a:lnTo>
                  <a:lnTo>
                    <a:pt x="2037102" y="230452"/>
                  </a:lnTo>
                  <a:lnTo>
                    <a:pt x="2064872" y="233594"/>
                  </a:lnTo>
                  <a:lnTo>
                    <a:pt x="2091989" y="236661"/>
                  </a:lnTo>
                  <a:lnTo>
                    <a:pt x="2118483" y="239659"/>
                  </a:lnTo>
                  <a:lnTo>
                    <a:pt x="2144382" y="242588"/>
                  </a:lnTo>
                  <a:lnTo>
                    <a:pt x="2169711" y="245454"/>
                  </a:lnTo>
                  <a:lnTo>
                    <a:pt x="2194495" y="248258"/>
                  </a:lnTo>
                  <a:lnTo>
                    <a:pt x="2218757" y="251002"/>
                  </a:lnTo>
                  <a:lnTo>
                    <a:pt x="2242520" y="253691"/>
                  </a:lnTo>
                  <a:lnTo>
                    <a:pt x="2265802" y="256324"/>
                  </a:lnTo>
                  <a:lnTo>
                    <a:pt x="2288623" y="258906"/>
                  </a:lnTo>
                  <a:lnTo>
                    <a:pt x="2311001" y="261438"/>
                  </a:lnTo>
                  <a:lnTo>
                    <a:pt x="2332953" y="263921"/>
                  </a:lnTo>
                  <a:lnTo>
                    <a:pt x="2354494" y="266358"/>
                  </a:lnTo>
                  <a:lnTo>
                    <a:pt x="2375640" y="268750"/>
                  </a:lnTo>
                  <a:lnTo>
                    <a:pt x="2396405" y="27109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96590" y="5641960"/>
              <a:ext cx="2396405" cy="79580"/>
            </a:xfrm>
            <a:custGeom>
              <a:avLst/>
              <a:pathLst>
                <a:path w="2396405" h="79580">
                  <a:moveTo>
                    <a:pt x="0" y="79580"/>
                  </a:moveTo>
                  <a:lnTo>
                    <a:pt x="153885" y="74470"/>
                  </a:lnTo>
                  <a:lnTo>
                    <a:pt x="289621" y="69962"/>
                  </a:lnTo>
                  <a:lnTo>
                    <a:pt x="411041" y="65930"/>
                  </a:lnTo>
                  <a:lnTo>
                    <a:pt x="520880" y="62283"/>
                  </a:lnTo>
                  <a:lnTo>
                    <a:pt x="621154" y="58953"/>
                  </a:lnTo>
                  <a:lnTo>
                    <a:pt x="713397" y="55890"/>
                  </a:lnTo>
                  <a:lnTo>
                    <a:pt x="798801" y="53053"/>
                  </a:lnTo>
                  <a:lnTo>
                    <a:pt x="878311" y="50413"/>
                  </a:lnTo>
                  <a:lnTo>
                    <a:pt x="952687" y="47943"/>
                  </a:lnTo>
                  <a:lnTo>
                    <a:pt x="1022552" y="45623"/>
                  </a:lnTo>
                  <a:lnTo>
                    <a:pt x="1088423" y="43436"/>
                  </a:lnTo>
                  <a:lnTo>
                    <a:pt x="1150732" y="41366"/>
                  </a:lnTo>
                  <a:lnTo>
                    <a:pt x="1209843" y="39403"/>
                  </a:lnTo>
                  <a:lnTo>
                    <a:pt x="1266070" y="37536"/>
                  </a:lnTo>
                  <a:lnTo>
                    <a:pt x="1319681" y="35756"/>
                  </a:lnTo>
                  <a:lnTo>
                    <a:pt x="1370909" y="34055"/>
                  </a:lnTo>
                  <a:lnTo>
                    <a:pt x="1419956" y="32426"/>
                  </a:lnTo>
                  <a:lnTo>
                    <a:pt x="1467000" y="30864"/>
                  </a:lnTo>
                  <a:lnTo>
                    <a:pt x="1512199" y="29363"/>
                  </a:lnTo>
                  <a:lnTo>
                    <a:pt x="1555692" y="27918"/>
                  </a:lnTo>
                  <a:lnTo>
                    <a:pt x="1597603" y="26526"/>
                  </a:lnTo>
                  <a:lnTo>
                    <a:pt x="1638043" y="25184"/>
                  </a:lnTo>
                  <a:lnTo>
                    <a:pt x="1677112" y="23886"/>
                  </a:lnTo>
                  <a:lnTo>
                    <a:pt x="1714900" y="22631"/>
                  </a:lnTo>
                  <a:lnTo>
                    <a:pt x="1751488" y="21416"/>
                  </a:lnTo>
                  <a:lnTo>
                    <a:pt x="1786950" y="20239"/>
                  </a:lnTo>
                  <a:lnTo>
                    <a:pt x="1821354" y="19096"/>
                  </a:lnTo>
                  <a:lnTo>
                    <a:pt x="1854760" y="17987"/>
                  </a:lnTo>
                  <a:lnTo>
                    <a:pt x="1887225" y="16909"/>
                  </a:lnTo>
                  <a:lnTo>
                    <a:pt x="1918800" y="15860"/>
                  </a:lnTo>
                  <a:lnTo>
                    <a:pt x="1949533" y="14839"/>
                  </a:lnTo>
                  <a:lnTo>
                    <a:pt x="1979468" y="13845"/>
                  </a:lnTo>
                  <a:lnTo>
                    <a:pt x="2008645" y="12876"/>
                  </a:lnTo>
                  <a:lnTo>
                    <a:pt x="2037102" y="11931"/>
                  </a:lnTo>
                  <a:lnTo>
                    <a:pt x="2064872" y="11009"/>
                  </a:lnTo>
                  <a:lnTo>
                    <a:pt x="2091989" y="10109"/>
                  </a:lnTo>
                  <a:lnTo>
                    <a:pt x="2118483" y="9229"/>
                  </a:lnTo>
                  <a:lnTo>
                    <a:pt x="2144382" y="8369"/>
                  </a:lnTo>
                  <a:lnTo>
                    <a:pt x="2169711" y="7528"/>
                  </a:lnTo>
                  <a:lnTo>
                    <a:pt x="2194495" y="6705"/>
                  </a:lnTo>
                  <a:lnTo>
                    <a:pt x="2218757" y="5899"/>
                  </a:lnTo>
                  <a:lnTo>
                    <a:pt x="2242520" y="5110"/>
                  </a:lnTo>
                  <a:lnTo>
                    <a:pt x="2265802" y="4337"/>
                  </a:lnTo>
                  <a:lnTo>
                    <a:pt x="2288623" y="3579"/>
                  </a:lnTo>
                  <a:lnTo>
                    <a:pt x="2311001" y="2836"/>
                  </a:lnTo>
                  <a:lnTo>
                    <a:pt x="2332953" y="2107"/>
                  </a:lnTo>
                  <a:lnTo>
                    <a:pt x="2354494" y="1391"/>
                  </a:lnTo>
                  <a:lnTo>
                    <a:pt x="2375640" y="689"/>
                  </a:lnTo>
                  <a:lnTo>
                    <a:pt x="239640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96590" y="5535413"/>
              <a:ext cx="2396405" cy="347365"/>
            </a:xfrm>
            <a:custGeom>
              <a:avLst/>
              <a:pathLst>
                <a:path w="2396405" h="347365">
                  <a:moveTo>
                    <a:pt x="0" y="347365"/>
                  </a:moveTo>
                  <a:lnTo>
                    <a:pt x="153885" y="325059"/>
                  </a:lnTo>
                  <a:lnTo>
                    <a:pt x="289621" y="305384"/>
                  </a:lnTo>
                  <a:lnTo>
                    <a:pt x="411041" y="287783"/>
                  </a:lnTo>
                  <a:lnTo>
                    <a:pt x="520880" y="271862"/>
                  </a:lnTo>
                  <a:lnTo>
                    <a:pt x="621154" y="257327"/>
                  </a:lnTo>
                  <a:lnTo>
                    <a:pt x="713397" y="243956"/>
                  </a:lnTo>
                  <a:lnTo>
                    <a:pt x="798801" y="231577"/>
                  </a:lnTo>
                  <a:lnTo>
                    <a:pt x="878311" y="220051"/>
                  </a:lnTo>
                  <a:lnTo>
                    <a:pt x="952687" y="209270"/>
                  </a:lnTo>
                  <a:lnTo>
                    <a:pt x="1022552" y="199143"/>
                  </a:lnTo>
                  <a:lnTo>
                    <a:pt x="1088423" y="189595"/>
                  </a:lnTo>
                  <a:lnTo>
                    <a:pt x="1150732" y="180563"/>
                  </a:lnTo>
                  <a:lnTo>
                    <a:pt x="1209843" y="171995"/>
                  </a:lnTo>
                  <a:lnTo>
                    <a:pt x="1266070" y="163845"/>
                  </a:lnTo>
                  <a:lnTo>
                    <a:pt x="1319681" y="156074"/>
                  </a:lnTo>
                  <a:lnTo>
                    <a:pt x="1370909" y="148648"/>
                  </a:lnTo>
                  <a:lnTo>
                    <a:pt x="1419956" y="141539"/>
                  </a:lnTo>
                  <a:lnTo>
                    <a:pt x="1467000" y="134719"/>
                  </a:lnTo>
                  <a:lnTo>
                    <a:pt x="1512199" y="128168"/>
                  </a:lnTo>
                  <a:lnTo>
                    <a:pt x="1555692" y="121863"/>
                  </a:lnTo>
                  <a:lnTo>
                    <a:pt x="1597603" y="115788"/>
                  </a:lnTo>
                  <a:lnTo>
                    <a:pt x="1638043" y="109926"/>
                  </a:lnTo>
                  <a:lnTo>
                    <a:pt x="1677112" y="104263"/>
                  </a:lnTo>
                  <a:lnTo>
                    <a:pt x="1714900" y="98785"/>
                  </a:lnTo>
                  <a:lnTo>
                    <a:pt x="1751488" y="93482"/>
                  </a:lnTo>
                  <a:lnTo>
                    <a:pt x="1786950" y="88342"/>
                  </a:lnTo>
                  <a:lnTo>
                    <a:pt x="1821354" y="83355"/>
                  </a:lnTo>
                  <a:lnTo>
                    <a:pt x="1854760" y="78512"/>
                  </a:lnTo>
                  <a:lnTo>
                    <a:pt x="1887225" y="73807"/>
                  </a:lnTo>
                  <a:lnTo>
                    <a:pt x="1918800" y="69230"/>
                  </a:lnTo>
                  <a:lnTo>
                    <a:pt x="1949533" y="64775"/>
                  </a:lnTo>
                  <a:lnTo>
                    <a:pt x="1979468" y="60436"/>
                  </a:lnTo>
                  <a:lnTo>
                    <a:pt x="2008645" y="56206"/>
                  </a:lnTo>
                  <a:lnTo>
                    <a:pt x="2037102" y="52082"/>
                  </a:lnTo>
                  <a:lnTo>
                    <a:pt x="2064872" y="48056"/>
                  </a:lnTo>
                  <a:lnTo>
                    <a:pt x="2091989" y="44125"/>
                  </a:lnTo>
                  <a:lnTo>
                    <a:pt x="2118483" y="40285"/>
                  </a:lnTo>
                  <a:lnTo>
                    <a:pt x="2144382" y="36531"/>
                  </a:lnTo>
                  <a:lnTo>
                    <a:pt x="2169711" y="32859"/>
                  </a:lnTo>
                  <a:lnTo>
                    <a:pt x="2194495" y="29267"/>
                  </a:lnTo>
                  <a:lnTo>
                    <a:pt x="2218757" y="25750"/>
                  </a:lnTo>
                  <a:lnTo>
                    <a:pt x="2242520" y="22306"/>
                  </a:lnTo>
                  <a:lnTo>
                    <a:pt x="2265802" y="18931"/>
                  </a:lnTo>
                  <a:lnTo>
                    <a:pt x="2288623" y="15623"/>
                  </a:lnTo>
                  <a:lnTo>
                    <a:pt x="2311001" y="12379"/>
                  </a:lnTo>
                  <a:lnTo>
                    <a:pt x="2332953" y="9197"/>
                  </a:lnTo>
                  <a:lnTo>
                    <a:pt x="2354494" y="6075"/>
                  </a:lnTo>
                  <a:lnTo>
                    <a:pt x="2375640" y="3009"/>
                  </a:lnTo>
                  <a:lnTo>
                    <a:pt x="239640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96590" y="5401815"/>
              <a:ext cx="2396405" cy="30608"/>
            </a:xfrm>
            <a:custGeom>
              <a:avLst/>
              <a:pathLst>
                <a:path w="2396405" h="30608">
                  <a:moveTo>
                    <a:pt x="0" y="30608"/>
                  </a:moveTo>
                  <a:lnTo>
                    <a:pt x="153885" y="28642"/>
                  </a:lnTo>
                  <a:lnTo>
                    <a:pt x="289621" y="26908"/>
                  </a:lnTo>
                  <a:lnTo>
                    <a:pt x="411041" y="25358"/>
                  </a:lnTo>
                  <a:lnTo>
                    <a:pt x="520880" y="23955"/>
                  </a:lnTo>
                  <a:lnTo>
                    <a:pt x="621154" y="22674"/>
                  </a:lnTo>
                  <a:lnTo>
                    <a:pt x="713397" y="21496"/>
                  </a:lnTo>
                  <a:lnTo>
                    <a:pt x="798801" y="20405"/>
                  </a:lnTo>
                  <a:lnTo>
                    <a:pt x="878311" y="19389"/>
                  </a:lnTo>
                  <a:lnTo>
                    <a:pt x="952687" y="18439"/>
                  </a:lnTo>
                  <a:lnTo>
                    <a:pt x="1022552" y="17547"/>
                  </a:lnTo>
                  <a:lnTo>
                    <a:pt x="1088423" y="16706"/>
                  </a:lnTo>
                  <a:lnTo>
                    <a:pt x="1150732" y="15910"/>
                  </a:lnTo>
                  <a:lnTo>
                    <a:pt x="1209843" y="15155"/>
                  </a:lnTo>
                  <a:lnTo>
                    <a:pt x="1266070" y="14437"/>
                  </a:lnTo>
                  <a:lnTo>
                    <a:pt x="1319681" y="13752"/>
                  </a:lnTo>
                  <a:lnTo>
                    <a:pt x="1370909" y="13098"/>
                  </a:lnTo>
                  <a:lnTo>
                    <a:pt x="1419956" y="12471"/>
                  </a:lnTo>
                  <a:lnTo>
                    <a:pt x="1467000" y="11870"/>
                  </a:lnTo>
                  <a:lnTo>
                    <a:pt x="1512199" y="11293"/>
                  </a:lnTo>
                  <a:lnTo>
                    <a:pt x="1555692" y="10737"/>
                  </a:lnTo>
                  <a:lnTo>
                    <a:pt x="1597603" y="10202"/>
                  </a:lnTo>
                  <a:lnTo>
                    <a:pt x="1638043" y="9686"/>
                  </a:lnTo>
                  <a:lnTo>
                    <a:pt x="1677112" y="9187"/>
                  </a:lnTo>
                  <a:lnTo>
                    <a:pt x="1714900" y="8704"/>
                  </a:lnTo>
                  <a:lnTo>
                    <a:pt x="1751488" y="8237"/>
                  </a:lnTo>
                  <a:lnTo>
                    <a:pt x="1786950" y="7784"/>
                  </a:lnTo>
                  <a:lnTo>
                    <a:pt x="1821354" y="7344"/>
                  </a:lnTo>
                  <a:lnTo>
                    <a:pt x="1854760" y="6918"/>
                  </a:lnTo>
                  <a:lnTo>
                    <a:pt x="1887225" y="6503"/>
                  </a:lnTo>
                  <a:lnTo>
                    <a:pt x="1918800" y="6100"/>
                  </a:lnTo>
                  <a:lnTo>
                    <a:pt x="1949533" y="5707"/>
                  </a:lnTo>
                  <a:lnTo>
                    <a:pt x="1979468" y="5325"/>
                  </a:lnTo>
                  <a:lnTo>
                    <a:pt x="2008645" y="4952"/>
                  </a:lnTo>
                  <a:lnTo>
                    <a:pt x="2037102" y="4589"/>
                  </a:lnTo>
                  <a:lnTo>
                    <a:pt x="2064872" y="4234"/>
                  </a:lnTo>
                  <a:lnTo>
                    <a:pt x="2091989" y="3888"/>
                  </a:lnTo>
                  <a:lnTo>
                    <a:pt x="2118483" y="3549"/>
                  </a:lnTo>
                  <a:lnTo>
                    <a:pt x="2144382" y="3218"/>
                  </a:lnTo>
                  <a:lnTo>
                    <a:pt x="2169711" y="2895"/>
                  </a:lnTo>
                  <a:lnTo>
                    <a:pt x="2194495" y="2578"/>
                  </a:lnTo>
                  <a:lnTo>
                    <a:pt x="2218757" y="2268"/>
                  </a:lnTo>
                  <a:lnTo>
                    <a:pt x="2242520" y="1965"/>
                  </a:lnTo>
                  <a:lnTo>
                    <a:pt x="2265802" y="1668"/>
                  </a:lnTo>
                  <a:lnTo>
                    <a:pt x="2288623" y="1376"/>
                  </a:lnTo>
                  <a:lnTo>
                    <a:pt x="2311001" y="1090"/>
                  </a:lnTo>
                  <a:lnTo>
                    <a:pt x="2332953" y="810"/>
                  </a:lnTo>
                  <a:lnTo>
                    <a:pt x="2354494" y="535"/>
                  </a:lnTo>
                  <a:lnTo>
                    <a:pt x="2375640" y="265"/>
                  </a:lnTo>
                  <a:lnTo>
                    <a:pt x="239640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96590" y="5355265"/>
              <a:ext cx="2396405" cy="260933"/>
            </a:xfrm>
            <a:custGeom>
              <a:avLst/>
              <a:pathLst>
                <a:path w="2396405" h="260933">
                  <a:moveTo>
                    <a:pt x="0" y="260933"/>
                  </a:moveTo>
                  <a:lnTo>
                    <a:pt x="153885" y="244177"/>
                  </a:lnTo>
                  <a:lnTo>
                    <a:pt x="289621" y="229397"/>
                  </a:lnTo>
                  <a:lnTo>
                    <a:pt x="411041" y="216176"/>
                  </a:lnTo>
                  <a:lnTo>
                    <a:pt x="520880" y="204217"/>
                  </a:lnTo>
                  <a:lnTo>
                    <a:pt x="621154" y="193298"/>
                  </a:lnTo>
                  <a:lnTo>
                    <a:pt x="713397" y="183254"/>
                  </a:lnTo>
                  <a:lnTo>
                    <a:pt x="798801" y="173955"/>
                  </a:lnTo>
                  <a:lnTo>
                    <a:pt x="878311" y="165298"/>
                  </a:lnTo>
                  <a:lnTo>
                    <a:pt x="952687" y="157199"/>
                  </a:lnTo>
                  <a:lnTo>
                    <a:pt x="1022552" y="149592"/>
                  </a:lnTo>
                  <a:lnTo>
                    <a:pt x="1088423" y="142420"/>
                  </a:lnTo>
                  <a:lnTo>
                    <a:pt x="1150732" y="135635"/>
                  </a:lnTo>
                  <a:lnTo>
                    <a:pt x="1209843" y="129199"/>
                  </a:lnTo>
                  <a:lnTo>
                    <a:pt x="1266070" y="123076"/>
                  </a:lnTo>
                  <a:lnTo>
                    <a:pt x="1319681" y="117239"/>
                  </a:lnTo>
                  <a:lnTo>
                    <a:pt x="1370909" y="111661"/>
                  </a:lnTo>
                  <a:lnTo>
                    <a:pt x="1419956" y="106321"/>
                  </a:lnTo>
                  <a:lnTo>
                    <a:pt x="1467000" y="101198"/>
                  </a:lnTo>
                  <a:lnTo>
                    <a:pt x="1512199" y="96277"/>
                  </a:lnTo>
                  <a:lnTo>
                    <a:pt x="1555692" y="91541"/>
                  </a:lnTo>
                  <a:lnTo>
                    <a:pt x="1597603" y="86977"/>
                  </a:lnTo>
                  <a:lnTo>
                    <a:pt x="1638043" y="82574"/>
                  </a:lnTo>
                  <a:lnTo>
                    <a:pt x="1677112" y="78320"/>
                  </a:lnTo>
                  <a:lnTo>
                    <a:pt x="1714900" y="74205"/>
                  </a:lnTo>
                  <a:lnTo>
                    <a:pt x="1751488" y="70221"/>
                  </a:lnTo>
                  <a:lnTo>
                    <a:pt x="1786950" y="66360"/>
                  </a:lnTo>
                  <a:lnTo>
                    <a:pt x="1821354" y="62614"/>
                  </a:lnTo>
                  <a:lnTo>
                    <a:pt x="1854760" y="58977"/>
                  </a:lnTo>
                  <a:lnTo>
                    <a:pt x="1887225" y="55442"/>
                  </a:lnTo>
                  <a:lnTo>
                    <a:pt x="1918800" y="52004"/>
                  </a:lnTo>
                  <a:lnTo>
                    <a:pt x="1949533" y="48657"/>
                  </a:lnTo>
                  <a:lnTo>
                    <a:pt x="1979468" y="45398"/>
                  </a:lnTo>
                  <a:lnTo>
                    <a:pt x="2008645" y="42221"/>
                  </a:lnTo>
                  <a:lnTo>
                    <a:pt x="2037102" y="39122"/>
                  </a:lnTo>
                  <a:lnTo>
                    <a:pt x="2064872" y="36099"/>
                  </a:lnTo>
                  <a:lnTo>
                    <a:pt x="2091989" y="33146"/>
                  </a:lnTo>
                  <a:lnTo>
                    <a:pt x="2118483" y="30261"/>
                  </a:lnTo>
                  <a:lnTo>
                    <a:pt x="2144382" y="27441"/>
                  </a:lnTo>
                  <a:lnTo>
                    <a:pt x="2169711" y="24683"/>
                  </a:lnTo>
                  <a:lnTo>
                    <a:pt x="2194495" y="21985"/>
                  </a:lnTo>
                  <a:lnTo>
                    <a:pt x="2218757" y="19343"/>
                  </a:lnTo>
                  <a:lnTo>
                    <a:pt x="2242520" y="16755"/>
                  </a:lnTo>
                  <a:lnTo>
                    <a:pt x="2265802" y="14220"/>
                  </a:lnTo>
                  <a:lnTo>
                    <a:pt x="2288623" y="11735"/>
                  </a:lnTo>
                  <a:lnTo>
                    <a:pt x="2311001" y="9299"/>
                  </a:lnTo>
                  <a:lnTo>
                    <a:pt x="2332953" y="6909"/>
                  </a:lnTo>
                  <a:lnTo>
                    <a:pt x="2354494" y="4563"/>
                  </a:lnTo>
                  <a:lnTo>
                    <a:pt x="2375640" y="2261"/>
                  </a:lnTo>
                  <a:lnTo>
                    <a:pt x="239640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96590" y="5394181"/>
              <a:ext cx="2396405" cy="257763"/>
            </a:xfrm>
            <a:custGeom>
              <a:avLst/>
              <a:pathLst>
                <a:path w="2396405" h="257763">
                  <a:moveTo>
                    <a:pt x="0" y="257763"/>
                  </a:moveTo>
                  <a:lnTo>
                    <a:pt x="153885" y="241211"/>
                  </a:lnTo>
                  <a:lnTo>
                    <a:pt x="289621" y="226610"/>
                  </a:lnTo>
                  <a:lnTo>
                    <a:pt x="411041" y="213550"/>
                  </a:lnTo>
                  <a:lnTo>
                    <a:pt x="520880" y="201736"/>
                  </a:lnTo>
                  <a:lnTo>
                    <a:pt x="621154" y="190950"/>
                  </a:lnTo>
                  <a:lnTo>
                    <a:pt x="713397" y="181028"/>
                  </a:lnTo>
                  <a:lnTo>
                    <a:pt x="798801" y="171842"/>
                  </a:lnTo>
                  <a:lnTo>
                    <a:pt x="878311" y="163290"/>
                  </a:lnTo>
                  <a:lnTo>
                    <a:pt x="952687" y="155289"/>
                  </a:lnTo>
                  <a:lnTo>
                    <a:pt x="1022552" y="147775"/>
                  </a:lnTo>
                  <a:lnTo>
                    <a:pt x="1088423" y="140689"/>
                  </a:lnTo>
                  <a:lnTo>
                    <a:pt x="1150732" y="133987"/>
                  </a:lnTo>
                  <a:lnTo>
                    <a:pt x="1209843" y="127629"/>
                  </a:lnTo>
                  <a:lnTo>
                    <a:pt x="1266070" y="121581"/>
                  </a:lnTo>
                  <a:lnTo>
                    <a:pt x="1319681" y="115815"/>
                  </a:lnTo>
                  <a:lnTo>
                    <a:pt x="1370909" y="110304"/>
                  </a:lnTo>
                  <a:lnTo>
                    <a:pt x="1419956" y="105029"/>
                  </a:lnTo>
                  <a:lnTo>
                    <a:pt x="1467000" y="99969"/>
                  </a:lnTo>
                  <a:lnTo>
                    <a:pt x="1512199" y="95107"/>
                  </a:lnTo>
                  <a:lnTo>
                    <a:pt x="1555692" y="90429"/>
                  </a:lnTo>
                  <a:lnTo>
                    <a:pt x="1597603" y="85921"/>
                  </a:lnTo>
                  <a:lnTo>
                    <a:pt x="1638043" y="81571"/>
                  </a:lnTo>
                  <a:lnTo>
                    <a:pt x="1677112" y="77368"/>
                  </a:lnTo>
                  <a:lnTo>
                    <a:pt x="1714900" y="73304"/>
                  </a:lnTo>
                  <a:lnTo>
                    <a:pt x="1751488" y="69368"/>
                  </a:lnTo>
                  <a:lnTo>
                    <a:pt x="1786950" y="65554"/>
                  </a:lnTo>
                  <a:lnTo>
                    <a:pt x="1821354" y="61853"/>
                  </a:lnTo>
                  <a:lnTo>
                    <a:pt x="1854760" y="58260"/>
                  </a:lnTo>
                  <a:lnTo>
                    <a:pt x="1887225" y="54768"/>
                  </a:lnTo>
                  <a:lnTo>
                    <a:pt x="1918800" y="51372"/>
                  </a:lnTo>
                  <a:lnTo>
                    <a:pt x="1949533" y="48066"/>
                  </a:lnTo>
                  <a:lnTo>
                    <a:pt x="1979468" y="44846"/>
                  </a:lnTo>
                  <a:lnTo>
                    <a:pt x="2008645" y="41708"/>
                  </a:lnTo>
                  <a:lnTo>
                    <a:pt x="2037102" y="38647"/>
                  </a:lnTo>
                  <a:lnTo>
                    <a:pt x="2064872" y="35660"/>
                  </a:lnTo>
                  <a:lnTo>
                    <a:pt x="2091989" y="32743"/>
                  </a:lnTo>
                  <a:lnTo>
                    <a:pt x="2118483" y="29893"/>
                  </a:lnTo>
                  <a:lnTo>
                    <a:pt x="2144382" y="27108"/>
                  </a:lnTo>
                  <a:lnTo>
                    <a:pt x="2169711" y="24383"/>
                  </a:lnTo>
                  <a:lnTo>
                    <a:pt x="2194495" y="21717"/>
                  </a:lnTo>
                  <a:lnTo>
                    <a:pt x="2218757" y="19108"/>
                  </a:lnTo>
                  <a:lnTo>
                    <a:pt x="2242520" y="16552"/>
                  </a:lnTo>
                  <a:lnTo>
                    <a:pt x="2265802" y="14047"/>
                  </a:lnTo>
                  <a:lnTo>
                    <a:pt x="2288623" y="11593"/>
                  </a:lnTo>
                  <a:lnTo>
                    <a:pt x="2311001" y="9186"/>
                  </a:lnTo>
                  <a:lnTo>
                    <a:pt x="2332953" y="6825"/>
                  </a:lnTo>
                  <a:lnTo>
                    <a:pt x="2354494" y="4508"/>
                  </a:lnTo>
                  <a:lnTo>
                    <a:pt x="2375640" y="2233"/>
                  </a:lnTo>
                  <a:lnTo>
                    <a:pt x="239640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96590" y="5690603"/>
              <a:ext cx="2396405" cy="193550"/>
            </a:xfrm>
            <a:custGeom>
              <a:avLst/>
              <a:pathLst>
                <a:path w="2396405" h="193550">
                  <a:moveTo>
                    <a:pt x="0" y="0"/>
                  </a:moveTo>
                  <a:lnTo>
                    <a:pt x="153885" y="12428"/>
                  </a:lnTo>
                  <a:lnTo>
                    <a:pt x="289621" y="23391"/>
                  </a:lnTo>
                  <a:lnTo>
                    <a:pt x="411041" y="33198"/>
                  </a:lnTo>
                  <a:lnTo>
                    <a:pt x="520880" y="42069"/>
                  </a:lnTo>
                  <a:lnTo>
                    <a:pt x="621154" y="50168"/>
                  </a:lnTo>
                  <a:lnTo>
                    <a:pt x="713397" y="57619"/>
                  </a:lnTo>
                  <a:lnTo>
                    <a:pt x="798801" y="64516"/>
                  </a:lnTo>
                  <a:lnTo>
                    <a:pt x="878311" y="70938"/>
                  </a:lnTo>
                  <a:lnTo>
                    <a:pt x="952687" y="76945"/>
                  </a:lnTo>
                  <a:lnTo>
                    <a:pt x="1022552" y="82588"/>
                  </a:lnTo>
                  <a:lnTo>
                    <a:pt x="1088423" y="87908"/>
                  </a:lnTo>
                  <a:lnTo>
                    <a:pt x="1150732" y="92941"/>
                  </a:lnTo>
                  <a:lnTo>
                    <a:pt x="1209843" y="97715"/>
                  </a:lnTo>
                  <a:lnTo>
                    <a:pt x="1266070" y="102256"/>
                  </a:lnTo>
                  <a:lnTo>
                    <a:pt x="1319681" y="106586"/>
                  </a:lnTo>
                  <a:lnTo>
                    <a:pt x="1370909" y="110724"/>
                  </a:lnTo>
                  <a:lnTo>
                    <a:pt x="1419956" y="114685"/>
                  </a:lnTo>
                  <a:lnTo>
                    <a:pt x="1467000" y="118485"/>
                  </a:lnTo>
                  <a:lnTo>
                    <a:pt x="1512199" y="122136"/>
                  </a:lnTo>
                  <a:lnTo>
                    <a:pt x="1555692" y="125648"/>
                  </a:lnTo>
                  <a:lnTo>
                    <a:pt x="1597603" y="129033"/>
                  </a:lnTo>
                  <a:lnTo>
                    <a:pt x="1638043" y="132300"/>
                  </a:lnTo>
                  <a:lnTo>
                    <a:pt x="1677112" y="135455"/>
                  </a:lnTo>
                  <a:lnTo>
                    <a:pt x="1714900" y="138507"/>
                  </a:lnTo>
                  <a:lnTo>
                    <a:pt x="1751488" y="141462"/>
                  </a:lnTo>
                  <a:lnTo>
                    <a:pt x="1786950" y="144326"/>
                  </a:lnTo>
                  <a:lnTo>
                    <a:pt x="1821354" y="147105"/>
                  </a:lnTo>
                  <a:lnTo>
                    <a:pt x="1854760" y="149803"/>
                  </a:lnTo>
                  <a:lnTo>
                    <a:pt x="1887225" y="152425"/>
                  </a:lnTo>
                  <a:lnTo>
                    <a:pt x="1918800" y="154976"/>
                  </a:lnTo>
                  <a:lnTo>
                    <a:pt x="1949533" y="157458"/>
                  </a:lnTo>
                  <a:lnTo>
                    <a:pt x="1979468" y="159875"/>
                  </a:lnTo>
                  <a:lnTo>
                    <a:pt x="2008645" y="162232"/>
                  </a:lnTo>
                  <a:lnTo>
                    <a:pt x="2037102" y="164530"/>
                  </a:lnTo>
                  <a:lnTo>
                    <a:pt x="2064872" y="166773"/>
                  </a:lnTo>
                  <a:lnTo>
                    <a:pt x="2091989" y="168964"/>
                  </a:lnTo>
                  <a:lnTo>
                    <a:pt x="2118483" y="171103"/>
                  </a:lnTo>
                  <a:lnTo>
                    <a:pt x="2144382" y="173195"/>
                  </a:lnTo>
                  <a:lnTo>
                    <a:pt x="2169711" y="175241"/>
                  </a:lnTo>
                  <a:lnTo>
                    <a:pt x="2194495" y="177243"/>
                  </a:lnTo>
                  <a:lnTo>
                    <a:pt x="2218757" y="179202"/>
                  </a:lnTo>
                  <a:lnTo>
                    <a:pt x="2242520" y="181121"/>
                  </a:lnTo>
                  <a:lnTo>
                    <a:pt x="2265802" y="183002"/>
                  </a:lnTo>
                  <a:lnTo>
                    <a:pt x="2288623" y="184845"/>
                  </a:lnTo>
                  <a:lnTo>
                    <a:pt x="2311001" y="186652"/>
                  </a:lnTo>
                  <a:lnTo>
                    <a:pt x="2332953" y="188425"/>
                  </a:lnTo>
                  <a:lnTo>
                    <a:pt x="2354494" y="190165"/>
                  </a:lnTo>
                  <a:lnTo>
                    <a:pt x="2375640" y="191873"/>
                  </a:lnTo>
                  <a:lnTo>
                    <a:pt x="2396405" y="19355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496590" y="5641404"/>
              <a:ext cx="2396405" cy="107823"/>
            </a:xfrm>
            <a:custGeom>
              <a:avLst/>
              <a:pathLst>
                <a:path w="2396405" h="107823">
                  <a:moveTo>
                    <a:pt x="0" y="0"/>
                  </a:moveTo>
                  <a:lnTo>
                    <a:pt x="153885" y="6923"/>
                  </a:lnTo>
                  <a:lnTo>
                    <a:pt x="289621" y="13031"/>
                  </a:lnTo>
                  <a:lnTo>
                    <a:pt x="411041" y="18494"/>
                  </a:lnTo>
                  <a:lnTo>
                    <a:pt x="520880" y="23436"/>
                  </a:lnTo>
                  <a:lnTo>
                    <a:pt x="621154" y="27948"/>
                  </a:lnTo>
                  <a:lnTo>
                    <a:pt x="713397" y="32098"/>
                  </a:lnTo>
                  <a:lnTo>
                    <a:pt x="798801" y="35941"/>
                  </a:lnTo>
                  <a:lnTo>
                    <a:pt x="878311" y="39518"/>
                  </a:lnTo>
                  <a:lnTo>
                    <a:pt x="952687" y="42865"/>
                  </a:lnTo>
                  <a:lnTo>
                    <a:pt x="1022552" y="46008"/>
                  </a:lnTo>
                  <a:lnTo>
                    <a:pt x="1088423" y="48972"/>
                  </a:lnTo>
                  <a:lnTo>
                    <a:pt x="1150732" y="51775"/>
                  </a:lnTo>
                  <a:lnTo>
                    <a:pt x="1209843" y="54435"/>
                  </a:lnTo>
                  <a:lnTo>
                    <a:pt x="1266070" y="56965"/>
                  </a:lnTo>
                  <a:lnTo>
                    <a:pt x="1319681" y="59377"/>
                  </a:lnTo>
                  <a:lnTo>
                    <a:pt x="1370909" y="61682"/>
                  </a:lnTo>
                  <a:lnTo>
                    <a:pt x="1419956" y="63889"/>
                  </a:lnTo>
                  <a:lnTo>
                    <a:pt x="1467000" y="66006"/>
                  </a:lnTo>
                  <a:lnTo>
                    <a:pt x="1512199" y="68039"/>
                  </a:lnTo>
                  <a:lnTo>
                    <a:pt x="1555692" y="69996"/>
                  </a:lnTo>
                  <a:lnTo>
                    <a:pt x="1597603" y="71882"/>
                  </a:lnTo>
                  <a:lnTo>
                    <a:pt x="1638043" y="73702"/>
                  </a:lnTo>
                  <a:lnTo>
                    <a:pt x="1677112" y="75459"/>
                  </a:lnTo>
                  <a:lnTo>
                    <a:pt x="1714900" y="77160"/>
                  </a:lnTo>
                  <a:lnTo>
                    <a:pt x="1751488" y="78806"/>
                  </a:lnTo>
                  <a:lnTo>
                    <a:pt x="1786950" y="80401"/>
                  </a:lnTo>
                  <a:lnTo>
                    <a:pt x="1821354" y="81949"/>
                  </a:lnTo>
                  <a:lnTo>
                    <a:pt x="1854760" y="83452"/>
                  </a:lnTo>
                  <a:lnTo>
                    <a:pt x="1887225" y="84913"/>
                  </a:lnTo>
                  <a:lnTo>
                    <a:pt x="1918800" y="86334"/>
                  </a:lnTo>
                  <a:lnTo>
                    <a:pt x="1949533" y="87717"/>
                  </a:lnTo>
                  <a:lnTo>
                    <a:pt x="1979468" y="89064"/>
                  </a:lnTo>
                  <a:lnTo>
                    <a:pt x="2008645" y="90376"/>
                  </a:lnTo>
                  <a:lnTo>
                    <a:pt x="2037102" y="91657"/>
                  </a:lnTo>
                  <a:lnTo>
                    <a:pt x="2064872" y="92906"/>
                  </a:lnTo>
                  <a:lnTo>
                    <a:pt x="2091989" y="94126"/>
                  </a:lnTo>
                  <a:lnTo>
                    <a:pt x="2118483" y="95318"/>
                  </a:lnTo>
                  <a:lnTo>
                    <a:pt x="2144382" y="96484"/>
                  </a:lnTo>
                  <a:lnTo>
                    <a:pt x="2169711" y="97623"/>
                  </a:lnTo>
                  <a:lnTo>
                    <a:pt x="2194495" y="98739"/>
                  </a:lnTo>
                  <a:lnTo>
                    <a:pt x="2218757" y="99830"/>
                  </a:lnTo>
                  <a:lnTo>
                    <a:pt x="2242520" y="100899"/>
                  </a:lnTo>
                  <a:lnTo>
                    <a:pt x="2265802" y="101947"/>
                  </a:lnTo>
                  <a:lnTo>
                    <a:pt x="2288623" y="102974"/>
                  </a:lnTo>
                  <a:lnTo>
                    <a:pt x="2311001" y="103981"/>
                  </a:lnTo>
                  <a:lnTo>
                    <a:pt x="2332953" y="104968"/>
                  </a:lnTo>
                  <a:lnTo>
                    <a:pt x="2354494" y="105937"/>
                  </a:lnTo>
                  <a:lnTo>
                    <a:pt x="2375640" y="106889"/>
                  </a:lnTo>
                  <a:lnTo>
                    <a:pt x="2396405" y="10782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rc485"/>
            <p:cNvSpPr/>
            <p:nvPr/>
          </p:nvSpPr>
          <p:spPr>
            <a:xfrm>
              <a:off x="1342663" y="4804731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1342663" y="4804731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tx487"/>
            <p:cNvSpPr/>
            <p:nvPr/>
          </p:nvSpPr>
          <p:spPr>
            <a:xfrm rot="-5400000">
              <a:off x="1152636" y="616992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52636" y="574966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52636" y="532940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152636" y="490913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2" name="pl491"/>
            <p:cNvSpPr/>
            <p:nvPr/>
          </p:nvSpPr>
          <p:spPr>
            <a:xfrm>
              <a:off x="1311032" y="621093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11032" y="57906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11032" y="537041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11032" y="495014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42663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496590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295391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094193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892995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tx500"/>
            <p:cNvSpPr/>
            <p:nvPr/>
          </p:nvSpPr>
          <p:spPr>
            <a:xfrm>
              <a:off x="1464814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2263616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062418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861220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2419775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6" name="tx505"/>
            <p:cNvSpPr/>
            <p:nvPr/>
          </p:nvSpPr>
          <p:spPr>
            <a:xfrm>
              <a:off x="1342663" y="4609978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7" name="rc506"/>
            <p:cNvSpPr/>
            <p:nvPr/>
          </p:nvSpPr>
          <p:spPr>
            <a:xfrm>
              <a:off x="4204347" y="4804731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352511" y="566264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299903" y="5582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88360" y="564556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326447" y="597448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70126" y="59341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68159" y="588699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377844" y="539368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409830" y="568510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333048" y="591023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306838" y="555502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61601" y="62152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99085" y="58165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47800" y="55913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18485" y="60708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136170" y="573073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25820" y="532271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95713" y="576977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84407" y="583961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096181" y="556890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83265" y="59352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71333" y="550976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90403" y="58954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16877" y="547817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68778" y="510868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99218" y="539626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61031" y="544974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13644" y="557454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97404" y="587359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975710" y="563538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886457" y="569415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948604" y="591362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18365" y="544907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30414" y="569780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983578" y="547074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03323" y="499156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75521" y="57586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27913" y="557112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94875" y="48447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94949" y="557692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896030" y="56988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44806" y="544614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15575" y="537300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09180" y="522918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94805" y="58014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84017" y="583507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89174" y="604728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43422" y="562427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59743" y="553964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677199" y="558919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735548" y="572251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692847" y="580184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32681" y="584079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84640" y="563159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55868" y="556331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56334" y="57996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75219" y="549201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00890" y="587946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726343" y="571638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78565" y="563755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779859" y="572700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756149" y="568454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16539" y="600450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44494" y="570611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01634" y="572466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18373" y="560155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11096" y="563165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725357" y="601980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92680" y="559707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35547" y="547623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755245" y="550725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97957" y="582861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780659" y="590336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383901" y="5701028"/>
              <a:ext cx="2374720" cy="5130"/>
            </a:xfrm>
            <a:custGeom>
              <a:avLst/>
              <a:pathLst>
                <a:path w="2374720" h="5130">
                  <a:moveTo>
                    <a:pt x="0" y="0"/>
                  </a:moveTo>
                  <a:lnTo>
                    <a:pt x="152492" y="329"/>
                  </a:lnTo>
                  <a:lnTo>
                    <a:pt x="287000" y="620"/>
                  </a:lnTo>
                  <a:lnTo>
                    <a:pt x="407322" y="879"/>
                  </a:lnTo>
                  <a:lnTo>
                    <a:pt x="516166" y="1115"/>
                  </a:lnTo>
                  <a:lnTo>
                    <a:pt x="615533" y="1329"/>
                  </a:lnTo>
                  <a:lnTo>
                    <a:pt x="706942" y="1527"/>
                  </a:lnTo>
                  <a:lnTo>
                    <a:pt x="791573" y="1710"/>
                  </a:lnTo>
                  <a:lnTo>
                    <a:pt x="870363" y="1880"/>
                  </a:lnTo>
                  <a:lnTo>
                    <a:pt x="944066" y="2039"/>
                  </a:lnTo>
                  <a:lnTo>
                    <a:pt x="1013299" y="2189"/>
                  </a:lnTo>
                  <a:lnTo>
                    <a:pt x="1078574" y="2330"/>
                  </a:lnTo>
                  <a:lnTo>
                    <a:pt x="1140319" y="2463"/>
                  </a:lnTo>
                  <a:lnTo>
                    <a:pt x="1198896" y="2589"/>
                  </a:lnTo>
                  <a:lnTo>
                    <a:pt x="1254614" y="2710"/>
                  </a:lnTo>
                  <a:lnTo>
                    <a:pt x="1307740" y="2825"/>
                  </a:lnTo>
                  <a:lnTo>
                    <a:pt x="1358504" y="2934"/>
                  </a:lnTo>
                  <a:lnTo>
                    <a:pt x="1407107" y="3039"/>
                  </a:lnTo>
                  <a:lnTo>
                    <a:pt x="1453726" y="3140"/>
                  </a:lnTo>
                  <a:lnTo>
                    <a:pt x="1498516" y="3237"/>
                  </a:lnTo>
                  <a:lnTo>
                    <a:pt x="1541615" y="3330"/>
                  </a:lnTo>
                  <a:lnTo>
                    <a:pt x="1583147" y="3420"/>
                  </a:lnTo>
                  <a:lnTo>
                    <a:pt x="1623221" y="3506"/>
                  </a:lnTo>
                  <a:lnTo>
                    <a:pt x="1661937" y="3590"/>
                  </a:lnTo>
                  <a:lnTo>
                    <a:pt x="1699383" y="3671"/>
                  </a:lnTo>
                  <a:lnTo>
                    <a:pt x="1735640" y="3749"/>
                  </a:lnTo>
                  <a:lnTo>
                    <a:pt x="1770781" y="3825"/>
                  </a:lnTo>
                  <a:lnTo>
                    <a:pt x="1804873" y="3899"/>
                  </a:lnTo>
                  <a:lnTo>
                    <a:pt x="1837977" y="3970"/>
                  </a:lnTo>
                  <a:lnTo>
                    <a:pt x="1870148" y="4040"/>
                  </a:lnTo>
                  <a:lnTo>
                    <a:pt x="1901437" y="4107"/>
                  </a:lnTo>
                  <a:lnTo>
                    <a:pt x="1931892" y="4173"/>
                  </a:lnTo>
                  <a:lnTo>
                    <a:pt x="1961556" y="4237"/>
                  </a:lnTo>
                  <a:lnTo>
                    <a:pt x="1990469" y="4300"/>
                  </a:lnTo>
                  <a:lnTo>
                    <a:pt x="2018668" y="4360"/>
                  </a:lnTo>
                  <a:lnTo>
                    <a:pt x="2046188" y="4420"/>
                  </a:lnTo>
                  <a:lnTo>
                    <a:pt x="2073060" y="4478"/>
                  </a:lnTo>
                  <a:lnTo>
                    <a:pt x="2099314" y="4535"/>
                  </a:lnTo>
                  <a:lnTo>
                    <a:pt x="2124978" y="4590"/>
                  </a:lnTo>
                  <a:lnTo>
                    <a:pt x="2150077" y="4644"/>
                  </a:lnTo>
                  <a:lnTo>
                    <a:pt x="2174637" y="4697"/>
                  </a:lnTo>
                  <a:lnTo>
                    <a:pt x="2198680" y="4749"/>
                  </a:lnTo>
                  <a:lnTo>
                    <a:pt x="2222228" y="4800"/>
                  </a:lnTo>
                  <a:lnTo>
                    <a:pt x="2245299" y="4850"/>
                  </a:lnTo>
                  <a:lnTo>
                    <a:pt x="2267914" y="4899"/>
                  </a:lnTo>
                  <a:lnTo>
                    <a:pt x="2290089" y="4947"/>
                  </a:lnTo>
                  <a:lnTo>
                    <a:pt x="2311842" y="4994"/>
                  </a:lnTo>
                  <a:lnTo>
                    <a:pt x="2333189" y="5040"/>
                  </a:lnTo>
                  <a:lnTo>
                    <a:pt x="2354143" y="5085"/>
                  </a:lnTo>
                  <a:lnTo>
                    <a:pt x="2374720" y="513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383901" y="5468260"/>
              <a:ext cx="2374720" cy="108671"/>
            </a:xfrm>
            <a:custGeom>
              <a:avLst/>
              <a:pathLst>
                <a:path w="2374720" h="108671">
                  <a:moveTo>
                    <a:pt x="0" y="0"/>
                  </a:moveTo>
                  <a:lnTo>
                    <a:pt x="152492" y="6978"/>
                  </a:lnTo>
                  <a:lnTo>
                    <a:pt x="287000" y="13133"/>
                  </a:lnTo>
                  <a:lnTo>
                    <a:pt x="407322" y="18639"/>
                  </a:lnTo>
                  <a:lnTo>
                    <a:pt x="516166" y="23620"/>
                  </a:lnTo>
                  <a:lnTo>
                    <a:pt x="615533" y="28168"/>
                  </a:lnTo>
                  <a:lnTo>
                    <a:pt x="706942" y="32351"/>
                  </a:lnTo>
                  <a:lnTo>
                    <a:pt x="791573" y="36223"/>
                  </a:lnTo>
                  <a:lnTo>
                    <a:pt x="870363" y="39829"/>
                  </a:lnTo>
                  <a:lnTo>
                    <a:pt x="944066" y="43202"/>
                  </a:lnTo>
                  <a:lnTo>
                    <a:pt x="1013299" y="46370"/>
                  </a:lnTo>
                  <a:lnTo>
                    <a:pt x="1078574" y="49357"/>
                  </a:lnTo>
                  <a:lnTo>
                    <a:pt x="1140319" y="52183"/>
                  </a:lnTo>
                  <a:lnTo>
                    <a:pt x="1198896" y="54863"/>
                  </a:lnTo>
                  <a:lnTo>
                    <a:pt x="1254614" y="57413"/>
                  </a:lnTo>
                  <a:lnTo>
                    <a:pt x="1307740" y="59844"/>
                  </a:lnTo>
                  <a:lnTo>
                    <a:pt x="1358504" y="62167"/>
                  </a:lnTo>
                  <a:lnTo>
                    <a:pt x="1407107" y="64391"/>
                  </a:lnTo>
                  <a:lnTo>
                    <a:pt x="1453726" y="66525"/>
                  </a:lnTo>
                  <a:lnTo>
                    <a:pt x="1498516" y="68574"/>
                  </a:lnTo>
                  <a:lnTo>
                    <a:pt x="1541615" y="70547"/>
                  </a:lnTo>
                  <a:lnTo>
                    <a:pt x="1583147" y="72447"/>
                  </a:lnTo>
                  <a:lnTo>
                    <a:pt x="1623221" y="74281"/>
                  </a:lnTo>
                  <a:lnTo>
                    <a:pt x="1661937" y="76053"/>
                  </a:lnTo>
                  <a:lnTo>
                    <a:pt x="1699383" y="77767"/>
                  </a:lnTo>
                  <a:lnTo>
                    <a:pt x="1735640" y="79426"/>
                  </a:lnTo>
                  <a:lnTo>
                    <a:pt x="1770781" y="81034"/>
                  </a:lnTo>
                  <a:lnTo>
                    <a:pt x="1804873" y="82594"/>
                  </a:lnTo>
                  <a:lnTo>
                    <a:pt x="1837977" y="84109"/>
                  </a:lnTo>
                  <a:lnTo>
                    <a:pt x="1870148" y="85581"/>
                  </a:lnTo>
                  <a:lnTo>
                    <a:pt x="1901437" y="87013"/>
                  </a:lnTo>
                  <a:lnTo>
                    <a:pt x="1931892" y="88407"/>
                  </a:lnTo>
                  <a:lnTo>
                    <a:pt x="1961556" y="89764"/>
                  </a:lnTo>
                  <a:lnTo>
                    <a:pt x="1990469" y="91087"/>
                  </a:lnTo>
                  <a:lnTo>
                    <a:pt x="2018668" y="92378"/>
                  </a:lnTo>
                  <a:lnTo>
                    <a:pt x="2046188" y="93637"/>
                  </a:lnTo>
                  <a:lnTo>
                    <a:pt x="2073060" y="94867"/>
                  </a:lnTo>
                  <a:lnTo>
                    <a:pt x="2099314" y="96068"/>
                  </a:lnTo>
                  <a:lnTo>
                    <a:pt x="2124978" y="97243"/>
                  </a:lnTo>
                  <a:lnTo>
                    <a:pt x="2150077" y="98391"/>
                  </a:lnTo>
                  <a:lnTo>
                    <a:pt x="2174637" y="99515"/>
                  </a:lnTo>
                  <a:lnTo>
                    <a:pt x="2198680" y="100615"/>
                  </a:lnTo>
                  <a:lnTo>
                    <a:pt x="2222228" y="101693"/>
                  </a:lnTo>
                  <a:lnTo>
                    <a:pt x="2245299" y="102749"/>
                  </a:lnTo>
                  <a:lnTo>
                    <a:pt x="2267914" y="103784"/>
                  </a:lnTo>
                  <a:lnTo>
                    <a:pt x="2290089" y="104798"/>
                  </a:lnTo>
                  <a:lnTo>
                    <a:pt x="2311842" y="105794"/>
                  </a:lnTo>
                  <a:lnTo>
                    <a:pt x="2333189" y="106771"/>
                  </a:lnTo>
                  <a:lnTo>
                    <a:pt x="2354143" y="107730"/>
                  </a:lnTo>
                  <a:lnTo>
                    <a:pt x="2374720" y="10867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383901" y="5649726"/>
              <a:ext cx="2374720" cy="131331"/>
            </a:xfrm>
            <a:custGeom>
              <a:avLst/>
              <a:pathLst>
                <a:path w="2374720" h="131331">
                  <a:moveTo>
                    <a:pt x="0" y="0"/>
                  </a:moveTo>
                  <a:lnTo>
                    <a:pt x="152492" y="8433"/>
                  </a:lnTo>
                  <a:lnTo>
                    <a:pt x="287000" y="15872"/>
                  </a:lnTo>
                  <a:lnTo>
                    <a:pt x="407322" y="22526"/>
                  </a:lnTo>
                  <a:lnTo>
                    <a:pt x="516166" y="28545"/>
                  </a:lnTo>
                  <a:lnTo>
                    <a:pt x="615533" y="34041"/>
                  </a:lnTo>
                  <a:lnTo>
                    <a:pt x="706942" y="39096"/>
                  </a:lnTo>
                  <a:lnTo>
                    <a:pt x="791573" y="43777"/>
                  </a:lnTo>
                  <a:lnTo>
                    <a:pt x="870363" y="48134"/>
                  </a:lnTo>
                  <a:lnTo>
                    <a:pt x="944066" y="52210"/>
                  </a:lnTo>
                  <a:lnTo>
                    <a:pt x="1013299" y="56039"/>
                  </a:lnTo>
                  <a:lnTo>
                    <a:pt x="1078574" y="59649"/>
                  </a:lnTo>
                  <a:lnTo>
                    <a:pt x="1140319" y="63063"/>
                  </a:lnTo>
                  <a:lnTo>
                    <a:pt x="1198896" y="66303"/>
                  </a:lnTo>
                  <a:lnTo>
                    <a:pt x="1254614" y="69384"/>
                  </a:lnTo>
                  <a:lnTo>
                    <a:pt x="1307740" y="72322"/>
                  </a:lnTo>
                  <a:lnTo>
                    <a:pt x="1358504" y="75130"/>
                  </a:lnTo>
                  <a:lnTo>
                    <a:pt x="1407107" y="77818"/>
                  </a:lnTo>
                  <a:lnTo>
                    <a:pt x="1453726" y="80396"/>
                  </a:lnTo>
                  <a:lnTo>
                    <a:pt x="1498516" y="82873"/>
                  </a:lnTo>
                  <a:lnTo>
                    <a:pt x="1541615" y="85257"/>
                  </a:lnTo>
                  <a:lnTo>
                    <a:pt x="1583147" y="87554"/>
                  </a:lnTo>
                  <a:lnTo>
                    <a:pt x="1623221" y="89770"/>
                  </a:lnTo>
                  <a:lnTo>
                    <a:pt x="1661937" y="91911"/>
                  </a:lnTo>
                  <a:lnTo>
                    <a:pt x="1699383" y="93982"/>
                  </a:lnTo>
                  <a:lnTo>
                    <a:pt x="1735640" y="95987"/>
                  </a:lnTo>
                  <a:lnTo>
                    <a:pt x="1770781" y="97930"/>
                  </a:lnTo>
                  <a:lnTo>
                    <a:pt x="1804873" y="99816"/>
                  </a:lnTo>
                  <a:lnTo>
                    <a:pt x="1837977" y="101647"/>
                  </a:lnTo>
                  <a:lnTo>
                    <a:pt x="1870148" y="103426"/>
                  </a:lnTo>
                  <a:lnTo>
                    <a:pt x="1901437" y="105156"/>
                  </a:lnTo>
                  <a:lnTo>
                    <a:pt x="1931892" y="106840"/>
                  </a:lnTo>
                  <a:lnTo>
                    <a:pt x="1961556" y="108481"/>
                  </a:lnTo>
                  <a:lnTo>
                    <a:pt x="1990469" y="110080"/>
                  </a:lnTo>
                  <a:lnTo>
                    <a:pt x="2018668" y="111639"/>
                  </a:lnTo>
                  <a:lnTo>
                    <a:pt x="2046188" y="113161"/>
                  </a:lnTo>
                  <a:lnTo>
                    <a:pt x="2073060" y="114648"/>
                  </a:lnTo>
                  <a:lnTo>
                    <a:pt x="2099314" y="116099"/>
                  </a:lnTo>
                  <a:lnTo>
                    <a:pt x="2124978" y="117519"/>
                  </a:lnTo>
                  <a:lnTo>
                    <a:pt x="2150077" y="118907"/>
                  </a:lnTo>
                  <a:lnTo>
                    <a:pt x="2174637" y="120265"/>
                  </a:lnTo>
                  <a:lnTo>
                    <a:pt x="2198680" y="121595"/>
                  </a:lnTo>
                  <a:lnTo>
                    <a:pt x="2222228" y="122897"/>
                  </a:lnTo>
                  <a:lnTo>
                    <a:pt x="2245299" y="124173"/>
                  </a:lnTo>
                  <a:lnTo>
                    <a:pt x="2267914" y="125424"/>
                  </a:lnTo>
                  <a:lnTo>
                    <a:pt x="2290089" y="126650"/>
                  </a:lnTo>
                  <a:lnTo>
                    <a:pt x="2311842" y="127853"/>
                  </a:lnTo>
                  <a:lnTo>
                    <a:pt x="2333189" y="129034"/>
                  </a:lnTo>
                  <a:lnTo>
                    <a:pt x="2354143" y="130193"/>
                  </a:lnTo>
                  <a:lnTo>
                    <a:pt x="2374720" y="131331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383901" y="5819636"/>
              <a:ext cx="2374720" cy="119839"/>
            </a:xfrm>
            <a:custGeom>
              <a:avLst/>
              <a:pathLst>
                <a:path w="2374720" h="119839">
                  <a:moveTo>
                    <a:pt x="0" y="0"/>
                  </a:moveTo>
                  <a:lnTo>
                    <a:pt x="152492" y="7695"/>
                  </a:lnTo>
                  <a:lnTo>
                    <a:pt x="287000" y="14483"/>
                  </a:lnTo>
                  <a:lnTo>
                    <a:pt x="407322" y="20555"/>
                  </a:lnTo>
                  <a:lnTo>
                    <a:pt x="516166" y="26048"/>
                  </a:lnTo>
                  <a:lnTo>
                    <a:pt x="615533" y="31062"/>
                  </a:lnTo>
                  <a:lnTo>
                    <a:pt x="706942" y="35675"/>
                  </a:lnTo>
                  <a:lnTo>
                    <a:pt x="791573" y="39946"/>
                  </a:lnTo>
                  <a:lnTo>
                    <a:pt x="870363" y="43922"/>
                  </a:lnTo>
                  <a:lnTo>
                    <a:pt x="944066" y="47642"/>
                  </a:lnTo>
                  <a:lnTo>
                    <a:pt x="1013299" y="51135"/>
                  </a:lnTo>
                  <a:lnTo>
                    <a:pt x="1078574" y="54429"/>
                  </a:lnTo>
                  <a:lnTo>
                    <a:pt x="1140319" y="57545"/>
                  </a:lnTo>
                  <a:lnTo>
                    <a:pt x="1198896" y="60501"/>
                  </a:lnTo>
                  <a:lnTo>
                    <a:pt x="1254614" y="63313"/>
                  </a:lnTo>
                  <a:lnTo>
                    <a:pt x="1307740" y="65994"/>
                  </a:lnTo>
                  <a:lnTo>
                    <a:pt x="1358504" y="68556"/>
                  </a:lnTo>
                  <a:lnTo>
                    <a:pt x="1407107" y="71009"/>
                  </a:lnTo>
                  <a:lnTo>
                    <a:pt x="1453726" y="73361"/>
                  </a:lnTo>
                  <a:lnTo>
                    <a:pt x="1498516" y="75622"/>
                  </a:lnTo>
                  <a:lnTo>
                    <a:pt x="1541615" y="77797"/>
                  </a:lnTo>
                  <a:lnTo>
                    <a:pt x="1583147" y="79893"/>
                  </a:lnTo>
                  <a:lnTo>
                    <a:pt x="1623221" y="81915"/>
                  </a:lnTo>
                  <a:lnTo>
                    <a:pt x="1661937" y="83869"/>
                  </a:lnTo>
                  <a:lnTo>
                    <a:pt x="1699383" y="85758"/>
                  </a:lnTo>
                  <a:lnTo>
                    <a:pt x="1735640" y="87588"/>
                  </a:lnTo>
                  <a:lnTo>
                    <a:pt x="1770781" y="89361"/>
                  </a:lnTo>
                  <a:lnTo>
                    <a:pt x="1804873" y="91082"/>
                  </a:lnTo>
                  <a:lnTo>
                    <a:pt x="1837977" y="92752"/>
                  </a:lnTo>
                  <a:lnTo>
                    <a:pt x="1870148" y="94376"/>
                  </a:lnTo>
                  <a:lnTo>
                    <a:pt x="1901437" y="95955"/>
                  </a:lnTo>
                  <a:lnTo>
                    <a:pt x="1931892" y="97492"/>
                  </a:lnTo>
                  <a:lnTo>
                    <a:pt x="1961556" y="98989"/>
                  </a:lnTo>
                  <a:lnTo>
                    <a:pt x="1990469" y="100448"/>
                  </a:lnTo>
                  <a:lnTo>
                    <a:pt x="2018668" y="101871"/>
                  </a:lnTo>
                  <a:lnTo>
                    <a:pt x="2046188" y="103260"/>
                  </a:lnTo>
                  <a:lnTo>
                    <a:pt x="2073060" y="104616"/>
                  </a:lnTo>
                  <a:lnTo>
                    <a:pt x="2099314" y="105941"/>
                  </a:lnTo>
                  <a:lnTo>
                    <a:pt x="2124978" y="107236"/>
                  </a:lnTo>
                  <a:lnTo>
                    <a:pt x="2150077" y="108503"/>
                  </a:lnTo>
                  <a:lnTo>
                    <a:pt x="2174637" y="109742"/>
                  </a:lnTo>
                  <a:lnTo>
                    <a:pt x="2198680" y="110955"/>
                  </a:lnTo>
                  <a:lnTo>
                    <a:pt x="2222228" y="112144"/>
                  </a:lnTo>
                  <a:lnTo>
                    <a:pt x="2245299" y="113308"/>
                  </a:lnTo>
                  <a:lnTo>
                    <a:pt x="2267914" y="114449"/>
                  </a:lnTo>
                  <a:lnTo>
                    <a:pt x="2290089" y="115568"/>
                  </a:lnTo>
                  <a:lnTo>
                    <a:pt x="2311842" y="116666"/>
                  </a:lnTo>
                  <a:lnTo>
                    <a:pt x="2333189" y="117743"/>
                  </a:lnTo>
                  <a:lnTo>
                    <a:pt x="2354143" y="118801"/>
                  </a:lnTo>
                  <a:lnTo>
                    <a:pt x="2374720" y="119839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383901" y="5658126"/>
              <a:ext cx="2374720" cy="41231"/>
            </a:xfrm>
            <a:custGeom>
              <a:avLst/>
              <a:pathLst>
                <a:path w="2374720" h="41231">
                  <a:moveTo>
                    <a:pt x="0" y="0"/>
                  </a:moveTo>
                  <a:lnTo>
                    <a:pt x="152492" y="2647"/>
                  </a:lnTo>
                  <a:lnTo>
                    <a:pt x="287000" y="4983"/>
                  </a:lnTo>
                  <a:lnTo>
                    <a:pt x="407322" y="7072"/>
                  </a:lnTo>
                  <a:lnTo>
                    <a:pt x="516166" y="8962"/>
                  </a:lnTo>
                  <a:lnTo>
                    <a:pt x="615533" y="10687"/>
                  </a:lnTo>
                  <a:lnTo>
                    <a:pt x="706942" y="12274"/>
                  </a:lnTo>
                  <a:lnTo>
                    <a:pt x="791573" y="13743"/>
                  </a:lnTo>
                  <a:lnTo>
                    <a:pt x="870363" y="15111"/>
                  </a:lnTo>
                  <a:lnTo>
                    <a:pt x="944066" y="16391"/>
                  </a:lnTo>
                  <a:lnTo>
                    <a:pt x="1013299" y="17593"/>
                  </a:lnTo>
                  <a:lnTo>
                    <a:pt x="1078574" y="18727"/>
                  </a:lnTo>
                  <a:lnTo>
                    <a:pt x="1140319" y="19799"/>
                  </a:lnTo>
                  <a:lnTo>
                    <a:pt x="1198896" y="20816"/>
                  </a:lnTo>
                  <a:lnTo>
                    <a:pt x="1254614" y="21783"/>
                  </a:lnTo>
                  <a:lnTo>
                    <a:pt x="1307740" y="22706"/>
                  </a:lnTo>
                  <a:lnTo>
                    <a:pt x="1358504" y="23587"/>
                  </a:lnTo>
                  <a:lnTo>
                    <a:pt x="1407107" y="24431"/>
                  </a:lnTo>
                  <a:lnTo>
                    <a:pt x="1453726" y="25240"/>
                  </a:lnTo>
                  <a:lnTo>
                    <a:pt x="1498516" y="26018"/>
                  </a:lnTo>
                  <a:lnTo>
                    <a:pt x="1541615" y="26766"/>
                  </a:lnTo>
                  <a:lnTo>
                    <a:pt x="1583147" y="27487"/>
                  </a:lnTo>
                  <a:lnTo>
                    <a:pt x="1623221" y="28183"/>
                  </a:lnTo>
                  <a:lnTo>
                    <a:pt x="1661937" y="28855"/>
                  </a:lnTo>
                  <a:lnTo>
                    <a:pt x="1699383" y="29506"/>
                  </a:lnTo>
                  <a:lnTo>
                    <a:pt x="1735640" y="30135"/>
                  </a:lnTo>
                  <a:lnTo>
                    <a:pt x="1770781" y="30745"/>
                  </a:lnTo>
                  <a:lnTo>
                    <a:pt x="1804873" y="31337"/>
                  </a:lnTo>
                  <a:lnTo>
                    <a:pt x="1837977" y="31912"/>
                  </a:lnTo>
                  <a:lnTo>
                    <a:pt x="1870148" y="32471"/>
                  </a:lnTo>
                  <a:lnTo>
                    <a:pt x="1901437" y="33014"/>
                  </a:lnTo>
                  <a:lnTo>
                    <a:pt x="1931892" y="33543"/>
                  </a:lnTo>
                  <a:lnTo>
                    <a:pt x="1961556" y="34058"/>
                  </a:lnTo>
                  <a:lnTo>
                    <a:pt x="1990469" y="34560"/>
                  </a:lnTo>
                  <a:lnTo>
                    <a:pt x="2018668" y="35049"/>
                  </a:lnTo>
                  <a:lnTo>
                    <a:pt x="2046188" y="35527"/>
                  </a:lnTo>
                  <a:lnTo>
                    <a:pt x="2073060" y="35994"/>
                  </a:lnTo>
                  <a:lnTo>
                    <a:pt x="2099314" y="36449"/>
                  </a:lnTo>
                  <a:lnTo>
                    <a:pt x="2124978" y="36895"/>
                  </a:lnTo>
                  <a:lnTo>
                    <a:pt x="2150077" y="37331"/>
                  </a:lnTo>
                  <a:lnTo>
                    <a:pt x="2174637" y="37757"/>
                  </a:lnTo>
                  <a:lnTo>
                    <a:pt x="2198680" y="38175"/>
                  </a:lnTo>
                  <a:lnTo>
                    <a:pt x="2222228" y="38584"/>
                  </a:lnTo>
                  <a:lnTo>
                    <a:pt x="2245299" y="38984"/>
                  </a:lnTo>
                  <a:lnTo>
                    <a:pt x="2267914" y="39377"/>
                  </a:lnTo>
                  <a:lnTo>
                    <a:pt x="2290089" y="39762"/>
                  </a:lnTo>
                  <a:lnTo>
                    <a:pt x="2311842" y="40140"/>
                  </a:lnTo>
                  <a:lnTo>
                    <a:pt x="2333189" y="40510"/>
                  </a:lnTo>
                  <a:lnTo>
                    <a:pt x="2354143" y="40874"/>
                  </a:lnTo>
                  <a:lnTo>
                    <a:pt x="2374720" y="41231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383901" y="5573459"/>
              <a:ext cx="2374720" cy="189814"/>
            </a:xfrm>
            <a:custGeom>
              <a:avLst/>
              <a:pathLst>
                <a:path w="2374720" h="189814">
                  <a:moveTo>
                    <a:pt x="0" y="189814"/>
                  </a:moveTo>
                  <a:lnTo>
                    <a:pt x="152492" y="177625"/>
                  </a:lnTo>
                  <a:lnTo>
                    <a:pt x="287000" y="166874"/>
                  </a:lnTo>
                  <a:lnTo>
                    <a:pt x="407322" y="157256"/>
                  </a:lnTo>
                  <a:lnTo>
                    <a:pt x="516166" y="148556"/>
                  </a:lnTo>
                  <a:lnTo>
                    <a:pt x="615533" y="140613"/>
                  </a:lnTo>
                  <a:lnTo>
                    <a:pt x="706942" y="133307"/>
                  </a:lnTo>
                  <a:lnTo>
                    <a:pt x="791573" y="126542"/>
                  </a:lnTo>
                  <a:lnTo>
                    <a:pt x="870363" y="120245"/>
                  </a:lnTo>
                  <a:lnTo>
                    <a:pt x="944066" y="114353"/>
                  </a:lnTo>
                  <a:lnTo>
                    <a:pt x="1013299" y="108820"/>
                  </a:lnTo>
                  <a:lnTo>
                    <a:pt x="1078574" y="103602"/>
                  </a:lnTo>
                  <a:lnTo>
                    <a:pt x="1140319" y="98667"/>
                  </a:lnTo>
                  <a:lnTo>
                    <a:pt x="1198896" y="93985"/>
                  </a:lnTo>
                  <a:lnTo>
                    <a:pt x="1254614" y="89531"/>
                  </a:lnTo>
                  <a:lnTo>
                    <a:pt x="1307740" y="85285"/>
                  </a:lnTo>
                  <a:lnTo>
                    <a:pt x="1358504" y="81227"/>
                  </a:lnTo>
                  <a:lnTo>
                    <a:pt x="1407107" y="77342"/>
                  </a:lnTo>
                  <a:lnTo>
                    <a:pt x="1453726" y="73616"/>
                  </a:lnTo>
                  <a:lnTo>
                    <a:pt x="1498516" y="70036"/>
                  </a:lnTo>
                  <a:lnTo>
                    <a:pt x="1541615" y="66591"/>
                  </a:lnTo>
                  <a:lnTo>
                    <a:pt x="1583147" y="63271"/>
                  </a:lnTo>
                  <a:lnTo>
                    <a:pt x="1623221" y="60068"/>
                  </a:lnTo>
                  <a:lnTo>
                    <a:pt x="1661937" y="56973"/>
                  </a:lnTo>
                  <a:lnTo>
                    <a:pt x="1699383" y="53980"/>
                  </a:lnTo>
                  <a:lnTo>
                    <a:pt x="1735640" y="51082"/>
                  </a:lnTo>
                  <a:lnTo>
                    <a:pt x="1770781" y="48273"/>
                  </a:lnTo>
                  <a:lnTo>
                    <a:pt x="1804873" y="45548"/>
                  </a:lnTo>
                  <a:lnTo>
                    <a:pt x="1837977" y="42902"/>
                  </a:lnTo>
                  <a:lnTo>
                    <a:pt x="1870148" y="40331"/>
                  </a:lnTo>
                  <a:lnTo>
                    <a:pt x="1901437" y="37830"/>
                  </a:lnTo>
                  <a:lnTo>
                    <a:pt x="1931892" y="35395"/>
                  </a:lnTo>
                  <a:lnTo>
                    <a:pt x="1961556" y="33024"/>
                  </a:lnTo>
                  <a:lnTo>
                    <a:pt x="1990469" y="30713"/>
                  </a:lnTo>
                  <a:lnTo>
                    <a:pt x="2018668" y="28459"/>
                  </a:lnTo>
                  <a:lnTo>
                    <a:pt x="2046188" y="26260"/>
                  </a:lnTo>
                  <a:lnTo>
                    <a:pt x="2073060" y="24112"/>
                  </a:lnTo>
                  <a:lnTo>
                    <a:pt x="2099314" y="22013"/>
                  </a:lnTo>
                  <a:lnTo>
                    <a:pt x="2124978" y="19962"/>
                  </a:lnTo>
                  <a:lnTo>
                    <a:pt x="2150077" y="17955"/>
                  </a:lnTo>
                  <a:lnTo>
                    <a:pt x="2174637" y="15992"/>
                  </a:lnTo>
                  <a:lnTo>
                    <a:pt x="2198680" y="14071"/>
                  </a:lnTo>
                  <a:lnTo>
                    <a:pt x="2222228" y="12188"/>
                  </a:lnTo>
                  <a:lnTo>
                    <a:pt x="2245299" y="10344"/>
                  </a:lnTo>
                  <a:lnTo>
                    <a:pt x="2267914" y="8537"/>
                  </a:lnTo>
                  <a:lnTo>
                    <a:pt x="2290089" y="6764"/>
                  </a:lnTo>
                  <a:lnTo>
                    <a:pt x="2311842" y="5025"/>
                  </a:lnTo>
                  <a:lnTo>
                    <a:pt x="2333189" y="3319"/>
                  </a:lnTo>
                  <a:lnTo>
                    <a:pt x="2354143" y="1644"/>
                  </a:lnTo>
                  <a:lnTo>
                    <a:pt x="237472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383901" y="5301665"/>
              <a:ext cx="2374720" cy="230752"/>
            </a:xfrm>
            <a:custGeom>
              <a:avLst/>
              <a:pathLst>
                <a:path w="2374720" h="230752">
                  <a:moveTo>
                    <a:pt x="0" y="0"/>
                  </a:moveTo>
                  <a:lnTo>
                    <a:pt x="152492" y="14817"/>
                  </a:lnTo>
                  <a:lnTo>
                    <a:pt x="287000" y="27888"/>
                  </a:lnTo>
                  <a:lnTo>
                    <a:pt x="407322" y="39579"/>
                  </a:lnTo>
                  <a:lnTo>
                    <a:pt x="516166" y="50156"/>
                  </a:lnTo>
                  <a:lnTo>
                    <a:pt x="615533" y="59811"/>
                  </a:lnTo>
                  <a:lnTo>
                    <a:pt x="706942" y="68693"/>
                  </a:lnTo>
                  <a:lnTo>
                    <a:pt x="791573" y="76917"/>
                  </a:lnTo>
                  <a:lnTo>
                    <a:pt x="870363" y="84573"/>
                  </a:lnTo>
                  <a:lnTo>
                    <a:pt x="944066" y="91735"/>
                  </a:lnTo>
                  <a:lnTo>
                    <a:pt x="1013299" y="98462"/>
                  </a:lnTo>
                  <a:lnTo>
                    <a:pt x="1078574" y="104805"/>
                  </a:lnTo>
                  <a:lnTo>
                    <a:pt x="1140319" y="110805"/>
                  </a:lnTo>
                  <a:lnTo>
                    <a:pt x="1198896" y="116497"/>
                  </a:lnTo>
                  <a:lnTo>
                    <a:pt x="1254614" y="121911"/>
                  </a:lnTo>
                  <a:lnTo>
                    <a:pt x="1307740" y="127073"/>
                  </a:lnTo>
                  <a:lnTo>
                    <a:pt x="1358504" y="132006"/>
                  </a:lnTo>
                  <a:lnTo>
                    <a:pt x="1407107" y="136729"/>
                  </a:lnTo>
                  <a:lnTo>
                    <a:pt x="1453726" y="141259"/>
                  </a:lnTo>
                  <a:lnTo>
                    <a:pt x="1498516" y="145611"/>
                  </a:lnTo>
                  <a:lnTo>
                    <a:pt x="1541615" y="149799"/>
                  </a:lnTo>
                  <a:lnTo>
                    <a:pt x="1583147" y="153835"/>
                  </a:lnTo>
                  <a:lnTo>
                    <a:pt x="1623221" y="157729"/>
                  </a:lnTo>
                  <a:lnTo>
                    <a:pt x="1661937" y="161491"/>
                  </a:lnTo>
                  <a:lnTo>
                    <a:pt x="1699383" y="165129"/>
                  </a:lnTo>
                  <a:lnTo>
                    <a:pt x="1735640" y="168652"/>
                  </a:lnTo>
                  <a:lnTo>
                    <a:pt x="1770781" y="172067"/>
                  </a:lnTo>
                  <a:lnTo>
                    <a:pt x="1804873" y="175380"/>
                  </a:lnTo>
                  <a:lnTo>
                    <a:pt x="1837977" y="178597"/>
                  </a:lnTo>
                  <a:lnTo>
                    <a:pt x="1870148" y="181723"/>
                  </a:lnTo>
                  <a:lnTo>
                    <a:pt x="1901437" y="184763"/>
                  </a:lnTo>
                  <a:lnTo>
                    <a:pt x="1931892" y="187722"/>
                  </a:lnTo>
                  <a:lnTo>
                    <a:pt x="1961556" y="190605"/>
                  </a:lnTo>
                  <a:lnTo>
                    <a:pt x="1990469" y="193414"/>
                  </a:lnTo>
                  <a:lnTo>
                    <a:pt x="2018668" y="196154"/>
                  </a:lnTo>
                  <a:lnTo>
                    <a:pt x="2046188" y="198829"/>
                  </a:lnTo>
                  <a:lnTo>
                    <a:pt x="2073060" y="201440"/>
                  </a:lnTo>
                  <a:lnTo>
                    <a:pt x="2099314" y="203991"/>
                  </a:lnTo>
                  <a:lnTo>
                    <a:pt x="2124978" y="206485"/>
                  </a:lnTo>
                  <a:lnTo>
                    <a:pt x="2150077" y="208924"/>
                  </a:lnTo>
                  <a:lnTo>
                    <a:pt x="2174637" y="211310"/>
                  </a:lnTo>
                  <a:lnTo>
                    <a:pt x="2198680" y="213646"/>
                  </a:lnTo>
                  <a:lnTo>
                    <a:pt x="2222228" y="215934"/>
                  </a:lnTo>
                  <a:lnTo>
                    <a:pt x="2245299" y="218176"/>
                  </a:lnTo>
                  <a:lnTo>
                    <a:pt x="2267914" y="220374"/>
                  </a:lnTo>
                  <a:lnTo>
                    <a:pt x="2290089" y="222529"/>
                  </a:lnTo>
                  <a:lnTo>
                    <a:pt x="2311842" y="224642"/>
                  </a:lnTo>
                  <a:lnTo>
                    <a:pt x="2333189" y="226717"/>
                  </a:lnTo>
                  <a:lnTo>
                    <a:pt x="2354143" y="228753"/>
                  </a:lnTo>
                  <a:lnTo>
                    <a:pt x="2374720" y="23075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383901" y="5888135"/>
              <a:ext cx="2374720" cy="47431"/>
            </a:xfrm>
            <a:custGeom>
              <a:avLst/>
              <a:pathLst>
                <a:path w="2374720" h="47431">
                  <a:moveTo>
                    <a:pt x="0" y="47431"/>
                  </a:moveTo>
                  <a:lnTo>
                    <a:pt x="152492" y="44385"/>
                  </a:lnTo>
                  <a:lnTo>
                    <a:pt x="287000" y="41699"/>
                  </a:lnTo>
                  <a:lnTo>
                    <a:pt x="407322" y="39295"/>
                  </a:lnTo>
                  <a:lnTo>
                    <a:pt x="516166" y="37121"/>
                  </a:lnTo>
                  <a:lnTo>
                    <a:pt x="615533" y="35137"/>
                  </a:lnTo>
                  <a:lnTo>
                    <a:pt x="706942" y="33311"/>
                  </a:lnTo>
                  <a:lnTo>
                    <a:pt x="791573" y="31621"/>
                  </a:lnTo>
                  <a:lnTo>
                    <a:pt x="870363" y="30047"/>
                  </a:lnTo>
                  <a:lnTo>
                    <a:pt x="944066" y="28575"/>
                  </a:lnTo>
                  <a:lnTo>
                    <a:pt x="1013299" y="27192"/>
                  </a:lnTo>
                  <a:lnTo>
                    <a:pt x="1078574" y="25888"/>
                  </a:lnTo>
                  <a:lnTo>
                    <a:pt x="1140319" y="24655"/>
                  </a:lnTo>
                  <a:lnTo>
                    <a:pt x="1198896" y="23485"/>
                  </a:lnTo>
                  <a:lnTo>
                    <a:pt x="1254614" y="22372"/>
                  </a:lnTo>
                  <a:lnTo>
                    <a:pt x="1307740" y="21311"/>
                  </a:lnTo>
                  <a:lnTo>
                    <a:pt x="1358504" y="20297"/>
                  </a:lnTo>
                  <a:lnTo>
                    <a:pt x="1407107" y="19326"/>
                  </a:lnTo>
                  <a:lnTo>
                    <a:pt x="1453726" y="18395"/>
                  </a:lnTo>
                  <a:lnTo>
                    <a:pt x="1498516" y="17500"/>
                  </a:lnTo>
                  <a:lnTo>
                    <a:pt x="1541615" y="16640"/>
                  </a:lnTo>
                  <a:lnTo>
                    <a:pt x="1583147" y="15810"/>
                  </a:lnTo>
                  <a:lnTo>
                    <a:pt x="1623221" y="15010"/>
                  </a:lnTo>
                  <a:lnTo>
                    <a:pt x="1661937" y="14236"/>
                  </a:lnTo>
                  <a:lnTo>
                    <a:pt x="1699383" y="13488"/>
                  </a:lnTo>
                  <a:lnTo>
                    <a:pt x="1735640" y="12764"/>
                  </a:lnTo>
                  <a:lnTo>
                    <a:pt x="1770781" y="12062"/>
                  </a:lnTo>
                  <a:lnTo>
                    <a:pt x="1804873" y="11381"/>
                  </a:lnTo>
                  <a:lnTo>
                    <a:pt x="1837977" y="10720"/>
                  </a:lnTo>
                  <a:lnTo>
                    <a:pt x="1870148" y="10078"/>
                  </a:lnTo>
                  <a:lnTo>
                    <a:pt x="1901437" y="9453"/>
                  </a:lnTo>
                  <a:lnTo>
                    <a:pt x="1931892" y="8844"/>
                  </a:lnTo>
                  <a:lnTo>
                    <a:pt x="1961556" y="8252"/>
                  </a:lnTo>
                  <a:lnTo>
                    <a:pt x="1990469" y="7674"/>
                  </a:lnTo>
                  <a:lnTo>
                    <a:pt x="2018668" y="7111"/>
                  </a:lnTo>
                  <a:lnTo>
                    <a:pt x="2046188" y="6561"/>
                  </a:lnTo>
                  <a:lnTo>
                    <a:pt x="2073060" y="6025"/>
                  </a:lnTo>
                  <a:lnTo>
                    <a:pt x="2099314" y="5500"/>
                  </a:lnTo>
                  <a:lnTo>
                    <a:pt x="2124978" y="4988"/>
                  </a:lnTo>
                  <a:lnTo>
                    <a:pt x="2150077" y="4486"/>
                  </a:lnTo>
                  <a:lnTo>
                    <a:pt x="2174637" y="3996"/>
                  </a:lnTo>
                  <a:lnTo>
                    <a:pt x="2198680" y="3516"/>
                  </a:lnTo>
                  <a:lnTo>
                    <a:pt x="2222228" y="3045"/>
                  </a:lnTo>
                  <a:lnTo>
                    <a:pt x="2245299" y="2585"/>
                  </a:lnTo>
                  <a:lnTo>
                    <a:pt x="2267914" y="2133"/>
                  </a:lnTo>
                  <a:lnTo>
                    <a:pt x="2290089" y="1690"/>
                  </a:lnTo>
                  <a:lnTo>
                    <a:pt x="2311842" y="1255"/>
                  </a:lnTo>
                  <a:lnTo>
                    <a:pt x="2333189" y="829"/>
                  </a:lnTo>
                  <a:lnTo>
                    <a:pt x="2354143" y="410"/>
                  </a:lnTo>
                  <a:lnTo>
                    <a:pt x="237472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383901" y="5568449"/>
              <a:ext cx="2374720" cy="337259"/>
            </a:xfrm>
            <a:custGeom>
              <a:avLst/>
              <a:pathLst>
                <a:path w="2374720" h="337259">
                  <a:moveTo>
                    <a:pt x="0" y="337259"/>
                  </a:moveTo>
                  <a:lnTo>
                    <a:pt x="152492" y="315602"/>
                  </a:lnTo>
                  <a:lnTo>
                    <a:pt x="287000" y="296499"/>
                  </a:lnTo>
                  <a:lnTo>
                    <a:pt x="407322" y="279411"/>
                  </a:lnTo>
                  <a:lnTo>
                    <a:pt x="516166" y="263953"/>
                  </a:lnTo>
                  <a:lnTo>
                    <a:pt x="615533" y="249841"/>
                  </a:lnTo>
                  <a:lnTo>
                    <a:pt x="706942" y="236859"/>
                  </a:lnTo>
                  <a:lnTo>
                    <a:pt x="791573" y="224839"/>
                  </a:lnTo>
                  <a:lnTo>
                    <a:pt x="870363" y="213650"/>
                  </a:lnTo>
                  <a:lnTo>
                    <a:pt x="944066" y="203182"/>
                  </a:lnTo>
                  <a:lnTo>
                    <a:pt x="1013299" y="193350"/>
                  </a:lnTo>
                  <a:lnTo>
                    <a:pt x="1078574" y="184079"/>
                  </a:lnTo>
                  <a:lnTo>
                    <a:pt x="1140319" y="175310"/>
                  </a:lnTo>
                  <a:lnTo>
                    <a:pt x="1198896" y="166991"/>
                  </a:lnTo>
                  <a:lnTo>
                    <a:pt x="1254614" y="159078"/>
                  </a:lnTo>
                  <a:lnTo>
                    <a:pt x="1307740" y="151533"/>
                  </a:lnTo>
                  <a:lnTo>
                    <a:pt x="1358504" y="144323"/>
                  </a:lnTo>
                  <a:lnTo>
                    <a:pt x="1407107" y="137421"/>
                  </a:lnTo>
                  <a:lnTo>
                    <a:pt x="1453726" y="130800"/>
                  </a:lnTo>
                  <a:lnTo>
                    <a:pt x="1498516" y="124439"/>
                  </a:lnTo>
                  <a:lnTo>
                    <a:pt x="1541615" y="118318"/>
                  </a:lnTo>
                  <a:lnTo>
                    <a:pt x="1583147" y="112419"/>
                  </a:lnTo>
                  <a:lnTo>
                    <a:pt x="1623221" y="106728"/>
                  </a:lnTo>
                  <a:lnTo>
                    <a:pt x="1661937" y="101230"/>
                  </a:lnTo>
                  <a:lnTo>
                    <a:pt x="1699383" y="95912"/>
                  </a:lnTo>
                  <a:lnTo>
                    <a:pt x="1735640" y="90762"/>
                  </a:lnTo>
                  <a:lnTo>
                    <a:pt x="1770781" y="85772"/>
                  </a:lnTo>
                  <a:lnTo>
                    <a:pt x="1804873" y="80930"/>
                  </a:lnTo>
                  <a:lnTo>
                    <a:pt x="1837977" y="76228"/>
                  </a:lnTo>
                  <a:lnTo>
                    <a:pt x="1870148" y="71659"/>
                  </a:lnTo>
                  <a:lnTo>
                    <a:pt x="1901437" y="67216"/>
                  </a:lnTo>
                  <a:lnTo>
                    <a:pt x="1931892" y="62890"/>
                  </a:lnTo>
                  <a:lnTo>
                    <a:pt x="1961556" y="58677"/>
                  </a:lnTo>
                  <a:lnTo>
                    <a:pt x="1990469" y="54571"/>
                  </a:lnTo>
                  <a:lnTo>
                    <a:pt x="2018668" y="50566"/>
                  </a:lnTo>
                  <a:lnTo>
                    <a:pt x="2046188" y="46658"/>
                  </a:lnTo>
                  <a:lnTo>
                    <a:pt x="2073060" y="42842"/>
                  </a:lnTo>
                  <a:lnTo>
                    <a:pt x="2099314" y="39113"/>
                  </a:lnTo>
                  <a:lnTo>
                    <a:pt x="2124978" y="35468"/>
                  </a:lnTo>
                  <a:lnTo>
                    <a:pt x="2150077" y="31904"/>
                  </a:lnTo>
                  <a:lnTo>
                    <a:pt x="2174637" y="28415"/>
                  </a:lnTo>
                  <a:lnTo>
                    <a:pt x="2198680" y="25001"/>
                  </a:lnTo>
                  <a:lnTo>
                    <a:pt x="2222228" y="21657"/>
                  </a:lnTo>
                  <a:lnTo>
                    <a:pt x="2245299" y="18380"/>
                  </a:lnTo>
                  <a:lnTo>
                    <a:pt x="2267914" y="15168"/>
                  </a:lnTo>
                  <a:lnTo>
                    <a:pt x="2290089" y="12019"/>
                  </a:lnTo>
                  <a:lnTo>
                    <a:pt x="2311842" y="8930"/>
                  </a:lnTo>
                  <a:lnTo>
                    <a:pt x="2333189" y="5898"/>
                  </a:lnTo>
                  <a:lnTo>
                    <a:pt x="2354143" y="2922"/>
                  </a:lnTo>
                  <a:lnTo>
                    <a:pt x="237472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383901" y="5579086"/>
              <a:ext cx="2374720" cy="222367"/>
            </a:xfrm>
            <a:custGeom>
              <a:avLst/>
              <a:pathLst>
                <a:path w="2374720" h="222367">
                  <a:moveTo>
                    <a:pt x="0" y="0"/>
                  </a:moveTo>
                  <a:lnTo>
                    <a:pt x="152492" y="14279"/>
                  </a:lnTo>
                  <a:lnTo>
                    <a:pt x="287000" y="26874"/>
                  </a:lnTo>
                  <a:lnTo>
                    <a:pt x="407322" y="38141"/>
                  </a:lnTo>
                  <a:lnTo>
                    <a:pt x="516166" y="48333"/>
                  </a:lnTo>
                  <a:lnTo>
                    <a:pt x="615533" y="57638"/>
                  </a:lnTo>
                  <a:lnTo>
                    <a:pt x="706942" y="66197"/>
                  </a:lnTo>
                  <a:lnTo>
                    <a:pt x="791573" y="74122"/>
                  </a:lnTo>
                  <a:lnTo>
                    <a:pt x="870363" y="81500"/>
                  </a:lnTo>
                  <a:lnTo>
                    <a:pt x="944066" y="88401"/>
                  </a:lnTo>
                  <a:lnTo>
                    <a:pt x="1013299" y="94884"/>
                  </a:lnTo>
                  <a:lnTo>
                    <a:pt x="1078574" y="100997"/>
                  </a:lnTo>
                  <a:lnTo>
                    <a:pt x="1140319" y="106778"/>
                  </a:lnTo>
                  <a:lnTo>
                    <a:pt x="1198896" y="112263"/>
                  </a:lnTo>
                  <a:lnTo>
                    <a:pt x="1254614" y="117481"/>
                  </a:lnTo>
                  <a:lnTo>
                    <a:pt x="1307740" y="122455"/>
                  </a:lnTo>
                  <a:lnTo>
                    <a:pt x="1358504" y="127209"/>
                  </a:lnTo>
                  <a:lnTo>
                    <a:pt x="1407107" y="131760"/>
                  </a:lnTo>
                  <a:lnTo>
                    <a:pt x="1453726" y="136125"/>
                  </a:lnTo>
                  <a:lnTo>
                    <a:pt x="1498516" y="140320"/>
                  </a:lnTo>
                  <a:lnTo>
                    <a:pt x="1541615" y="144355"/>
                  </a:lnTo>
                  <a:lnTo>
                    <a:pt x="1583147" y="148244"/>
                  </a:lnTo>
                  <a:lnTo>
                    <a:pt x="1623221" y="151997"/>
                  </a:lnTo>
                  <a:lnTo>
                    <a:pt x="1661937" y="155622"/>
                  </a:lnTo>
                  <a:lnTo>
                    <a:pt x="1699383" y="159129"/>
                  </a:lnTo>
                  <a:lnTo>
                    <a:pt x="1735640" y="162524"/>
                  </a:lnTo>
                  <a:lnTo>
                    <a:pt x="1770781" y="165814"/>
                  </a:lnTo>
                  <a:lnTo>
                    <a:pt x="1804873" y="169007"/>
                  </a:lnTo>
                  <a:lnTo>
                    <a:pt x="1837977" y="172106"/>
                  </a:lnTo>
                  <a:lnTo>
                    <a:pt x="1870148" y="175119"/>
                  </a:lnTo>
                  <a:lnTo>
                    <a:pt x="1901437" y="178049"/>
                  </a:lnTo>
                  <a:lnTo>
                    <a:pt x="1931892" y="180901"/>
                  </a:lnTo>
                  <a:lnTo>
                    <a:pt x="1961556" y="183678"/>
                  </a:lnTo>
                  <a:lnTo>
                    <a:pt x="1990469" y="186386"/>
                  </a:lnTo>
                  <a:lnTo>
                    <a:pt x="2018668" y="189026"/>
                  </a:lnTo>
                  <a:lnTo>
                    <a:pt x="2046188" y="191603"/>
                  </a:lnTo>
                  <a:lnTo>
                    <a:pt x="2073060" y="194119"/>
                  </a:lnTo>
                  <a:lnTo>
                    <a:pt x="2099314" y="196578"/>
                  </a:lnTo>
                  <a:lnTo>
                    <a:pt x="2124978" y="198981"/>
                  </a:lnTo>
                  <a:lnTo>
                    <a:pt x="2150077" y="201331"/>
                  </a:lnTo>
                  <a:lnTo>
                    <a:pt x="2174637" y="203631"/>
                  </a:lnTo>
                  <a:lnTo>
                    <a:pt x="2198680" y="205883"/>
                  </a:lnTo>
                  <a:lnTo>
                    <a:pt x="2222228" y="208087"/>
                  </a:lnTo>
                  <a:lnTo>
                    <a:pt x="2245299" y="210248"/>
                  </a:lnTo>
                  <a:lnTo>
                    <a:pt x="2267914" y="212365"/>
                  </a:lnTo>
                  <a:lnTo>
                    <a:pt x="2290089" y="214442"/>
                  </a:lnTo>
                  <a:lnTo>
                    <a:pt x="2311842" y="216479"/>
                  </a:lnTo>
                  <a:lnTo>
                    <a:pt x="2333189" y="218478"/>
                  </a:lnTo>
                  <a:lnTo>
                    <a:pt x="2354143" y="220440"/>
                  </a:lnTo>
                  <a:lnTo>
                    <a:pt x="2374720" y="22236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rc589"/>
            <p:cNvSpPr/>
            <p:nvPr/>
          </p:nvSpPr>
          <p:spPr>
            <a:xfrm>
              <a:off x="4204347" y="4804731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204347" y="4804731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72716" y="622053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72716" y="59204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172716" y="56203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172716" y="53201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172716" y="50200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204347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4383901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5175475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599"/>
            <p:cNvSpPr/>
            <p:nvPr/>
          </p:nvSpPr>
          <p:spPr>
            <a:xfrm>
              <a:off x="5967049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675862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tx601"/>
            <p:cNvSpPr/>
            <p:nvPr/>
          </p:nvSpPr>
          <p:spPr>
            <a:xfrm>
              <a:off x="4352126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5143700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4" name="tx603"/>
            <p:cNvSpPr/>
            <p:nvPr/>
          </p:nvSpPr>
          <p:spPr>
            <a:xfrm>
              <a:off x="5935273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6726847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6" name="tx605"/>
            <p:cNvSpPr/>
            <p:nvPr/>
          </p:nvSpPr>
          <p:spPr>
            <a:xfrm>
              <a:off x="5281459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7" name="tx606"/>
            <p:cNvSpPr/>
            <p:nvPr/>
          </p:nvSpPr>
          <p:spPr>
            <a:xfrm>
              <a:off x="4204347" y="4609978"/>
              <a:ext cx="93945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8" name="rc607"/>
            <p:cNvSpPr/>
            <p:nvPr/>
          </p:nvSpPr>
          <p:spPr>
            <a:xfrm>
              <a:off x="1548979" y="6778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tx608"/>
            <p:cNvSpPr/>
            <p:nvPr/>
          </p:nvSpPr>
          <p:spPr>
            <a:xfrm>
              <a:off x="1548979" y="6822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2092484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154002" y="68400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l611"/>
            <p:cNvSpPr/>
            <p:nvPr/>
          </p:nvSpPr>
          <p:spPr>
            <a:xfrm>
              <a:off x="2110484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rc612"/>
            <p:cNvSpPr/>
            <p:nvPr/>
          </p:nvSpPr>
          <p:spPr>
            <a:xfrm>
              <a:off x="2570460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2631978" y="68400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2588460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054745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116263" y="684000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3072745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rc618"/>
            <p:cNvSpPr/>
            <p:nvPr/>
          </p:nvSpPr>
          <p:spPr>
            <a:xfrm>
              <a:off x="3520102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3581620" y="68400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3538102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399807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059595" y="68400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l623"/>
            <p:cNvSpPr/>
            <p:nvPr/>
          </p:nvSpPr>
          <p:spPr>
            <a:xfrm>
              <a:off x="4016077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rc624"/>
            <p:cNvSpPr/>
            <p:nvPr/>
          </p:nvSpPr>
          <p:spPr>
            <a:xfrm>
              <a:off x="446343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524952" y="68400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l626"/>
            <p:cNvSpPr/>
            <p:nvPr/>
          </p:nvSpPr>
          <p:spPr>
            <a:xfrm>
              <a:off x="4481434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rc627"/>
            <p:cNvSpPr/>
            <p:nvPr/>
          </p:nvSpPr>
          <p:spPr>
            <a:xfrm>
              <a:off x="4928791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90309" y="68400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l629"/>
            <p:cNvSpPr/>
            <p:nvPr/>
          </p:nvSpPr>
          <p:spPr>
            <a:xfrm>
              <a:off x="4946791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rc630"/>
            <p:cNvSpPr/>
            <p:nvPr/>
          </p:nvSpPr>
          <p:spPr>
            <a:xfrm>
              <a:off x="538143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442955" y="68400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l632"/>
            <p:cNvSpPr/>
            <p:nvPr/>
          </p:nvSpPr>
          <p:spPr>
            <a:xfrm>
              <a:off x="5399437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rc633"/>
            <p:cNvSpPr/>
            <p:nvPr/>
          </p:nvSpPr>
          <p:spPr>
            <a:xfrm>
              <a:off x="5859413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920931" y="68400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l635"/>
            <p:cNvSpPr/>
            <p:nvPr/>
          </p:nvSpPr>
          <p:spPr>
            <a:xfrm>
              <a:off x="5877413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rc636"/>
            <p:cNvSpPr/>
            <p:nvPr/>
          </p:nvSpPr>
          <p:spPr>
            <a:xfrm>
              <a:off x="6331079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392597" y="6840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l638"/>
            <p:cNvSpPr/>
            <p:nvPr/>
          </p:nvSpPr>
          <p:spPr>
            <a:xfrm>
              <a:off x="6349079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tx639"/>
            <p:cNvSpPr/>
            <p:nvPr/>
          </p:nvSpPr>
          <p:spPr>
            <a:xfrm>
              <a:off x="2335747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1" name="tx640"/>
            <p:cNvSpPr/>
            <p:nvPr/>
          </p:nvSpPr>
          <p:spPr>
            <a:xfrm>
              <a:off x="2813723" y="6827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2" name="tx641"/>
            <p:cNvSpPr/>
            <p:nvPr/>
          </p:nvSpPr>
          <p:spPr>
            <a:xfrm>
              <a:off x="329800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763364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4241340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470669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5172053" y="6827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5624700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6102676" y="6827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6574342" y="6827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2026-07-20T15:05:02Z</dcterms:modified>
  <cp:category/>
</cp:coreProperties>
</file>