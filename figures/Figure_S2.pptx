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57095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22106" y="952357"/>
              <a:ext cx="2861683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762189"/>
              <a:ext cx="3157095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22106" y="2762189"/>
              <a:ext cx="2861683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572020"/>
              <a:ext cx="3157095" cy="2424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22106" y="4572020"/>
              <a:ext cx="2861683" cy="2424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42663" y="1185068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44323" y="242658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477547" y="235199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438219" y="246453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448023" y="246141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86011" y="248897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30528" y="233132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84035" y="224352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52959" y="24440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99168" y="252054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89677" y="230962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65262" y="252953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310852" y="246215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25188" y="182098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21409" y="23764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320210" y="245561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316564" y="252352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12602" y="255105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30561" y="23677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332876" y="168757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51803" y="188604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34284" y="254104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69796" y="232540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96478" y="226581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79930" y="227620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10329" y="24481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84242" y="238446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90232" y="187748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50477" y="202247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20012" y="248640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122009" y="225565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44582" y="249985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115246" y="259559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23840" y="232537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104348" y="247534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31506" y="150436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43825" y="252383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47692" y="215944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15595" y="180575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108076" y="122511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46296" y="20530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103760" y="222901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43552" y="208051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34264" y="220151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61763" y="23628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106188" y="227063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39213" y="225520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96636" y="236151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98197" y="235034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50810" y="236867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829594" y="236628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46646" y="232016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61843" y="246603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53348" y="207312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33922" y="209233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76107" y="23225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887028" y="224255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915636" y="214828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886989" y="191025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66546" y="198078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75264" y="183615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50779" y="208134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918975" y="201224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826350" y="243252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901048" y="226046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907465" y="216291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26831" y="222711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83928" y="195547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915750" y="219676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56265" y="205525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829313" y="193856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839002" y="21139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903675" y="208208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510695" y="2242261"/>
              <a:ext cx="2382979" cy="235895"/>
            </a:xfrm>
            <a:custGeom>
              <a:avLst/>
              <a:pathLst>
                <a:path w="2382979" h="235895">
                  <a:moveTo>
                    <a:pt x="0" y="235895"/>
                  </a:moveTo>
                  <a:lnTo>
                    <a:pt x="153023" y="220747"/>
                  </a:lnTo>
                  <a:lnTo>
                    <a:pt x="287999" y="207385"/>
                  </a:lnTo>
                  <a:lnTo>
                    <a:pt x="408739" y="195433"/>
                  </a:lnTo>
                  <a:lnTo>
                    <a:pt x="517961" y="184621"/>
                  </a:lnTo>
                  <a:lnTo>
                    <a:pt x="617674" y="174750"/>
                  </a:lnTo>
                  <a:lnTo>
                    <a:pt x="709400" y="165670"/>
                  </a:lnTo>
                  <a:lnTo>
                    <a:pt x="794326" y="157263"/>
                  </a:lnTo>
                  <a:lnTo>
                    <a:pt x="873390" y="149436"/>
                  </a:lnTo>
                  <a:lnTo>
                    <a:pt x="947349" y="142115"/>
                  </a:lnTo>
                  <a:lnTo>
                    <a:pt x="1016823" y="135238"/>
                  </a:lnTo>
                  <a:lnTo>
                    <a:pt x="1082325" y="128753"/>
                  </a:lnTo>
                  <a:lnTo>
                    <a:pt x="1144284" y="122620"/>
                  </a:lnTo>
                  <a:lnTo>
                    <a:pt x="1203065" y="116801"/>
                  </a:lnTo>
                  <a:lnTo>
                    <a:pt x="1258977" y="111266"/>
                  </a:lnTo>
                  <a:lnTo>
                    <a:pt x="1312288" y="105989"/>
                  </a:lnTo>
                  <a:lnTo>
                    <a:pt x="1363228" y="100946"/>
                  </a:lnTo>
                  <a:lnTo>
                    <a:pt x="1412000" y="96118"/>
                  </a:lnTo>
                  <a:lnTo>
                    <a:pt x="1458781" y="91487"/>
                  </a:lnTo>
                  <a:lnTo>
                    <a:pt x="1503727" y="87038"/>
                  </a:lnTo>
                  <a:lnTo>
                    <a:pt x="1546976" y="82757"/>
                  </a:lnTo>
                  <a:lnTo>
                    <a:pt x="1588653" y="78631"/>
                  </a:lnTo>
                  <a:lnTo>
                    <a:pt x="1628866" y="74650"/>
                  </a:lnTo>
                  <a:lnTo>
                    <a:pt x="1667716" y="70805"/>
                  </a:lnTo>
                  <a:lnTo>
                    <a:pt x="1705293" y="67085"/>
                  </a:lnTo>
                  <a:lnTo>
                    <a:pt x="1741676" y="63483"/>
                  </a:lnTo>
                  <a:lnTo>
                    <a:pt x="1776939" y="59992"/>
                  </a:lnTo>
                  <a:lnTo>
                    <a:pt x="1811150" y="56606"/>
                  </a:lnTo>
                  <a:lnTo>
                    <a:pt x="1844369" y="53317"/>
                  </a:lnTo>
                  <a:lnTo>
                    <a:pt x="1876652" y="50122"/>
                  </a:lnTo>
                  <a:lnTo>
                    <a:pt x="1908050" y="47014"/>
                  </a:lnTo>
                  <a:lnTo>
                    <a:pt x="1938611" y="43988"/>
                  </a:lnTo>
                  <a:lnTo>
                    <a:pt x="1968378" y="41042"/>
                  </a:lnTo>
                  <a:lnTo>
                    <a:pt x="1997392" y="38169"/>
                  </a:lnTo>
                  <a:lnTo>
                    <a:pt x="2025689" y="35368"/>
                  </a:lnTo>
                  <a:lnTo>
                    <a:pt x="2053304" y="32635"/>
                  </a:lnTo>
                  <a:lnTo>
                    <a:pt x="2080269" y="29965"/>
                  </a:lnTo>
                  <a:lnTo>
                    <a:pt x="2106614" y="27357"/>
                  </a:lnTo>
                  <a:lnTo>
                    <a:pt x="2132368" y="24808"/>
                  </a:lnTo>
                  <a:lnTo>
                    <a:pt x="2157555" y="22315"/>
                  </a:lnTo>
                  <a:lnTo>
                    <a:pt x="2182200" y="19875"/>
                  </a:lnTo>
                  <a:lnTo>
                    <a:pt x="2206327" y="17487"/>
                  </a:lnTo>
                  <a:lnTo>
                    <a:pt x="2229956" y="15148"/>
                  </a:lnTo>
                  <a:lnTo>
                    <a:pt x="2253108" y="12856"/>
                  </a:lnTo>
                  <a:lnTo>
                    <a:pt x="2275801" y="10609"/>
                  </a:lnTo>
                  <a:lnTo>
                    <a:pt x="2298053" y="8406"/>
                  </a:lnTo>
                  <a:lnTo>
                    <a:pt x="2319882" y="6246"/>
                  </a:lnTo>
                  <a:lnTo>
                    <a:pt x="2341303" y="4125"/>
                  </a:lnTo>
                  <a:lnTo>
                    <a:pt x="2362330" y="2044"/>
                  </a:lnTo>
                  <a:lnTo>
                    <a:pt x="238297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10695" y="2178354"/>
              <a:ext cx="2382979" cy="337492"/>
            </a:xfrm>
            <a:custGeom>
              <a:avLst/>
              <a:pathLst>
                <a:path w="2382979" h="337492">
                  <a:moveTo>
                    <a:pt x="0" y="337492"/>
                  </a:moveTo>
                  <a:lnTo>
                    <a:pt x="153023" y="315820"/>
                  </a:lnTo>
                  <a:lnTo>
                    <a:pt x="287999" y="296704"/>
                  </a:lnTo>
                  <a:lnTo>
                    <a:pt x="408739" y="279604"/>
                  </a:lnTo>
                  <a:lnTo>
                    <a:pt x="517961" y="264135"/>
                  </a:lnTo>
                  <a:lnTo>
                    <a:pt x="617674" y="250013"/>
                  </a:lnTo>
                  <a:lnTo>
                    <a:pt x="709400" y="237022"/>
                  </a:lnTo>
                  <a:lnTo>
                    <a:pt x="794326" y="224995"/>
                  </a:lnTo>
                  <a:lnTo>
                    <a:pt x="873390" y="213797"/>
                  </a:lnTo>
                  <a:lnTo>
                    <a:pt x="947349" y="203323"/>
                  </a:lnTo>
                  <a:lnTo>
                    <a:pt x="1016823" y="193483"/>
                  </a:lnTo>
                  <a:lnTo>
                    <a:pt x="1082325" y="184206"/>
                  </a:lnTo>
                  <a:lnTo>
                    <a:pt x="1144284" y="175431"/>
                  </a:lnTo>
                  <a:lnTo>
                    <a:pt x="1203065" y="167107"/>
                  </a:lnTo>
                  <a:lnTo>
                    <a:pt x="1258977" y="159188"/>
                  </a:lnTo>
                  <a:lnTo>
                    <a:pt x="1312288" y="151638"/>
                  </a:lnTo>
                  <a:lnTo>
                    <a:pt x="1363228" y="144423"/>
                  </a:lnTo>
                  <a:lnTo>
                    <a:pt x="1412000" y="137516"/>
                  </a:lnTo>
                  <a:lnTo>
                    <a:pt x="1458781" y="130890"/>
                  </a:lnTo>
                  <a:lnTo>
                    <a:pt x="1503727" y="124525"/>
                  </a:lnTo>
                  <a:lnTo>
                    <a:pt x="1546976" y="118400"/>
                  </a:lnTo>
                  <a:lnTo>
                    <a:pt x="1588653" y="112497"/>
                  </a:lnTo>
                  <a:lnTo>
                    <a:pt x="1628866" y="106802"/>
                  </a:lnTo>
                  <a:lnTo>
                    <a:pt x="1667716" y="101300"/>
                  </a:lnTo>
                  <a:lnTo>
                    <a:pt x="1705293" y="95978"/>
                  </a:lnTo>
                  <a:lnTo>
                    <a:pt x="1741676" y="90825"/>
                  </a:lnTo>
                  <a:lnTo>
                    <a:pt x="1776939" y="85831"/>
                  </a:lnTo>
                  <a:lnTo>
                    <a:pt x="1811150" y="80986"/>
                  </a:lnTo>
                  <a:lnTo>
                    <a:pt x="1844369" y="76281"/>
                  </a:lnTo>
                  <a:lnTo>
                    <a:pt x="1876652" y="71709"/>
                  </a:lnTo>
                  <a:lnTo>
                    <a:pt x="1908050" y="67262"/>
                  </a:lnTo>
                  <a:lnTo>
                    <a:pt x="1938611" y="62934"/>
                  </a:lnTo>
                  <a:lnTo>
                    <a:pt x="1968378" y="58718"/>
                  </a:lnTo>
                  <a:lnTo>
                    <a:pt x="1997392" y="54609"/>
                  </a:lnTo>
                  <a:lnTo>
                    <a:pt x="2025689" y="50601"/>
                  </a:lnTo>
                  <a:lnTo>
                    <a:pt x="2053304" y="46690"/>
                  </a:lnTo>
                  <a:lnTo>
                    <a:pt x="2080269" y="42871"/>
                  </a:lnTo>
                  <a:lnTo>
                    <a:pt x="2106614" y="39140"/>
                  </a:lnTo>
                  <a:lnTo>
                    <a:pt x="2132368" y="35493"/>
                  </a:lnTo>
                  <a:lnTo>
                    <a:pt x="2157555" y="31926"/>
                  </a:lnTo>
                  <a:lnTo>
                    <a:pt x="2182200" y="28435"/>
                  </a:lnTo>
                  <a:lnTo>
                    <a:pt x="2206327" y="25018"/>
                  </a:lnTo>
                  <a:lnTo>
                    <a:pt x="2229956" y="21672"/>
                  </a:lnTo>
                  <a:lnTo>
                    <a:pt x="2253108" y="18393"/>
                  </a:lnTo>
                  <a:lnTo>
                    <a:pt x="2275801" y="15179"/>
                  </a:lnTo>
                  <a:lnTo>
                    <a:pt x="2298053" y="12027"/>
                  </a:lnTo>
                  <a:lnTo>
                    <a:pt x="2319882" y="8936"/>
                  </a:lnTo>
                  <a:lnTo>
                    <a:pt x="2341303" y="5902"/>
                  </a:lnTo>
                  <a:lnTo>
                    <a:pt x="2362330" y="2924"/>
                  </a:lnTo>
                  <a:lnTo>
                    <a:pt x="238297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10695" y="2399322"/>
              <a:ext cx="2382979" cy="118997"/>
            </a:xfrm>
            <a:custGeom>
              <a:avLst/>
              <a:pathLst>
                <a:path w="2382979" h="118997">
                  <a:moveTo>
                    <a:pt x="0" y="118997"/>
                  </a:moveTo>
                  <a:lnTo>
                    <a:pt x="153023" y="111355"/>
                  </a:lnTo>
                  <a:lnTo>
                    <a:pt x="287999" y="104615"/>
                  </a:lnTo>
                  <a:lnTo>
                    <a:pt x="408739" y="98586"/>
                  </a:lnTo>
                  <a:lnTo>
                    <a:pt x="517961" y="93132"/>
                  </a:lnTo>
                  <a:lnTo>
                    <a:pt x="617674" y="88152"/>
                  </a:lnTo>
                  <a:lnTo>
                    <a:pt x="709400" y="83572"/>
                  </a:lnTo>
                  <a:lnTo>
                    <a:pt x="794326" y="79331"/>
                  </a:lnTo>
                  <a:lnTo>
                    <a:pt x="873390" y="75383"/>
                  </a:lnTo>
                  <a:lnTo>
                    <a:pt x="947349" y="71690"/>
                  </a:lnTo>
                  <a:lnTo>
                    <a:pt x="1016823" y="68220"/>
                  </a:lnTo>
                  <a:lnTo>
                    <a:pt x="1082325" y="64949"/>
                  </a:lnTo>
                  <a:lnTo>
                    <a:pt x="1144284" y="61855"/>
                  </a:lnTo>
                  <a:lnTo>
                    <a:pt x="1203065" y="58920"/>
                  </a:lnTo>
                  <a:lnTo>
                    <a:pt x="1258977" y="56128"/>
                  </a:lnTo>
                  <a:lnTo>
                    <a:pt x="1312288" y="53466"/>
                  </a:lnTo>
                  <a:lnTo>
                    <a:pt x="1363228" y="50922"/>
                  </a:lnTo>
                  <a:lnTo>
                    <a:pt x="1412000" y="48487"/>
                  </a:lnTo>
                  <a:lnTo>
                    <a:pt x="1458781" y="46151"/>
                  </a:lnTo>
                  <a:lnTo>
                    <a:pt x="1503727" y="43906"/>
                  </a:lnTo>
                  <a:lnTo>
                    <a:pt x="1546976" y="41746"/>
                  </a:lnTo>
                  <a:lnTo>
                    <a:pt x="1588653" y="39665"/>
                  </a:lnTo>
                  <a:lnTo>
                    <a:pt x="1628866" y="37657"/>
                  </a:lnTo>
                  <a:lnTo>
                    <a:pt x="1667716" y="35717"/>
                  </a:lnTo>
                  <a:lnTo>
                    <a:pt x="1705293" y="33841"/>
                  </a:lnTo>
                  <a:lnTo>
                    <a:pt x="1741676" y="32024"/>
                  </a:lnTo>
                  <a:lnTo>
                    <a:pt x="1776939" y="30263"/>
                  </a:lnTo>
                  <a:lnTo>
                    <a:pt x="1811150" y="28555"/>
                  </a:lnTo>
                  <a:lnTo>
                    <a:pt x="1844369" y="26896"/>
                  </a:lnTo>
                  <a:lnTo>
                    <a:pt x="1876652" y="25284"/>
                  </a:lnTo>
                  <a:lnTo>
                    <a:pt x="1908050" y="23716"/>
                  </a:lnTo>
                  <a:lnTo>
                    <a:pt x="1938611" y="22190"/>
                  </a:lnTo>
                  <a:lnTo>
                    <a:pt x="1968378" y="20703"/>
                  </a:lnTo>
                  <a:lnTo>
                    <a:pt x="1997392" y="19254"/>
                  </a:lnTo>
                  <a:lnTo>
                    <a:pt x="2025689" y="17841"/>
                  </a:lnTo>
                  <a:lnTo>
                    <a:pt x="2053304" y="16462"/>
                  </a:lnTo>
                  <a:lnTo>
                    <a:pt x="2080269" y="15116"/>
                  </a:lnTo>
                  <a:lnTo>
                    <a:pt x="2106614" y="13800"/>
                  </a:lnTo>
                  <a:lnTo>
                    <a:pt x="2132368" y="12514"/>
                  </a:lnTo>
                  <a:lnTo>
                    <a:pt x="2157555" y="11256"/>
                  </a:lnTo>
                  <a:lnTo>
                    <a:pt x="2182200" y="10026"/>
                  </a:lnTo>
                  <a:lnTo>
                    <a:pt x="2206327" y="8821"/>
                  </a:lnTo>
                  <a:lnTo>
                    <a:pt x="2229956" y="7641"/>
                  </a:lnTo>
                  <a:lnTo>
                    <a:pt x="2253108" y="6485"/>
                  </a:lnTo>
                  <a:lnTo>
                    <a:pt x="2275801" y="5352"/>
                  </a:lnTo>
                  <a:lnTo>
                    <a:pt x="2298053" y="4240"/>
                  </a:lnTo>
                  <a:lnTo>
                    <a:pt x="2319882" y="3150"/>
                  </a:lnTo>
                  <a:lnTo>
                    <a:pt x="2341303" y="2081"/>
                  </a:lnTo>
                  <a:lnTo>
                    <a:pt x="2362330" y="1031"/>
                  </a:lnTo>
                  <a:lnTo>
                    <a:pt x="238297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10695" y="2001019"/>
              <a:ext cx="2382979" cy="337371"/>
            </a:xfrm>
            <a:custGeom>
              <a:avLst/>
              <a:pathLst>
                <a:path w="2382979" h="337371">
                  <a:moveTo>
                    <a:pt x="0" y="337371"/>
                  </a:moveTo>
                  <a:lnTo>
                    <a:pt x="153023" y="315706"/>
                  </a:lnTo>
                  <a:lnTo>
                    <a:pt x="287999" y="296597"/>
                  </a:lnTo>
                  <a:lnTo>
                    <a:pt x="408739" y="279503"/>
                  </a:lnTo>
                  <a:lnTo>
                    <a:pt x="517961" y="264040"/>
                  </a:lnTo>
                  <a:lnTo>
                    <a:pt x="617674" y="249923"/>
                  </a:lnTo>
                  <a:lnTo>
                    <a:pt x="709400" y="236937"/>
                  </a:lnTo>
                  <a:lnTo>
                    <a:pt x="794326" y="224914"/>
                  </a:lnTo>
                  <a:lnTo>
                    <a:pt x="873390" y="213720"/>
                  </a:lnTo>
                  <a:lnTo>
                    <a:pt x="947349" y="203249"/>
                  </a:lnTo>
                  <a:lnTo>
                    <a:pt x="1016823" y="193414"/>
                  </a:lnTo>
                  <a:lnTo>
                    <a:pt x="1082325" y="184140"/>
                  </a:lnTo>
                  <a:lnTo>
                    <a:pt x="1144284" y="175368"/>
                  </a:lnTo>
                  <a:lnTo>
                    <a:pt x="1203065" y="167046"/>
                  </a:lnTo>
                  <a:lnTo>
                    <a:pt x="1258977" y="159130"/>
                  </a:lnTo>
                  <a:lnTo>
                    <a:pt x="1312288" y="151583"/>
                  </a:lnTo>
                  <a:lnTo>
                    <a:pt x="1363228" y="144371"/>
                  </a:lnTo>
                  <a:lnTo>
                    <a:pt x="1412000" y="137466"/>
                  </a:lnTo>
                  <a:lnTo>
                    <a:pt x="1458781" y="130843"/>
                  </a:lnTo>
                  <a:lnTo>
                    <a:pt x="1503727" y="124480"/>
                  </a:lnTo>
                  <a:lnTo>
                    <a:pt x="1546976" y="118357"/>
                  </a:lnTo>
                  <a:lnTo>
                    <a:pt x="1588653" y="112457"/>
                  </a:lnTo>
                  <a:lnTo>
                    <a:pt x="1628866" y="106763"/>
                  </a:lnTo>
                  <a:lnTo>
                    <a:pt x="1667716" y="101263"/>
                  </a:lnTo>
                  <a:lnTo>
                    <a:pt x="1705293" y="95943"/>
                  </a:lnTo>
                  <a:lnTo>
                    <a:pt x="1741676" y="90792"/>
                  </a:lnTo>
                  <a:lnTo>
                    <a:pt x="1776939" y="85800"/>
                  </a:lnTo>
                  <a:lnTo>
                    <a:pt x="1811150" y="80956"/>
                  </a:lnTo>
                  <a:lnTo>
                    <a:pt x="1844369" y="76253"/>
                  </a:lnTo>
                  <a:lnTo>
                    <a:pt x="1876652" y="71683"/>
                  </a:lnTo>
                  <a:lnTo>
                    <a:pt x="1908050" y="67238"/>
                  </a:lnTo>
                  <a:lnTo>
                    <a:pt x="1938611" y="62911"/>
                  </a:lnTo>
                  <a:lnTo>
                    <a:pt x="1968378" y="58697"/>
                  </a:lnTo>
                  <a:lnTo>
                    <a:pt x="1997392" y="54589"/>
                  </a:lnTo>
                  <a:lnTo>
                    <a:pt x="2025689" y="50583"/>
                  </a:lnTo>
                  <a:lnTo>
                    <a:pt x="2053304" y="46673"/>
                  </a:lnTo>
                  <a:lnTo>
                    <a:pt x="2080269" y="42856"/>
                  </a:lnTo>
                  <a:lnTo>
                    <a:pt x="2106614" y="39126"/>
                  </a:lnTo>
                  <a:lnTo>
                    <a:pt x="2132368" y="35480"/>
                  </a:lnTo>
                  <a:lnTo>
                    <a:pt x="2157555" y="31914"/>
                  </a:lnTo>
                  <a:lnTo>
                    <a:pt x="2182200" y="28425"/>
                  </a:lnTo>
                  <a:lnTo>
                    <a:pt x="2206327" y="25009"/>
                  </a:lnTo>
                  <a:lnTo>
                    <a:pt x="2229956" y="21664"/>
                  </a:lnTo>
                  <a:lnTo>
                    <a:pt x="2253108" y="18386"/>
                  </a:lnTo>
                  <a:lnTo>
                    <a:pt x="2275801" y="15173"/>
                  </a:lnTo>
                  <a:lnTo>
                    <a:pt x="2298053" y="12023"/>
                  </a:lnTo>
                  <a:lnTo>
                    <a:pt x="2319882" y="8932"/>
                  </a:lnTo>
                  <a:lnTo>
                    <a:pt x="2341303" y="5900"/>
                  </a:lnTo>
                  <a:lnTo>
                    <a:pt x="2362330" y="2923"/>
                  </a:lnTo>
                  <a:lnTo>
                    <a:pt x="238297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510695" y="2225858"/>
              <a:ext cx="2382979" cy="298731"/>
            </a:xfrm>
            <a:custGeom>
              <a:avLst/>
              <a:pathLst>
                <a:path w="2382979" h="298731">
                  <a:moveTo>
                    <a:pt x="0" y="298731"/>
                  </a:moveTo>
                  <a:lnTo>
                    <a:pt x="153023" y="279548"/>
                  </a:lnTo>
                  <a:lnTo>
                    <a:pt x="287999" y="262627"/>
                  </a:lnTo>
                  <a:lnTo>
                    <a:pt x="408739" y="247491"/>
                  </a:lnTo>
                  <a:lnTo>
                    <a:pt x="517961" y="233799"/>
                  </a:lnTo>
                  <a:lnTo>
                    <a:pt x="617674" y="221299"/>
                  </a:lnTo>
                  <a:lnTo>
                    <a:pt x="709400" y="209800"/>
                  </a:lnTo>
                  <a:lnTo>
                    <a:pt x="794326" y="199154"/>
                  </a:lnTo>
                  <a:lnTo>
                    <a:pt x="873390" y="189242"/>
                  </a:lnTo>
                  <a:lnTo>
                    <a:pt x="947349" y="179971"/>
                  </a:lnTo>
                  <a:lnTo>
                    <a:pt x="1016823" y="171262"/>
                  </a:lnTo>
                  <a:lnTo>
                    <a:pt x="1082325" y="163050"/>
                  </a:lnTo>
                  <a:lnTo>
                    <a:pt x="1144284" y="155283"/>
                  </a:lnTo>
                  <a:lnTo>
                    <a:pt x="1203065" y="147914"/>
                  </a:lnTo>
                  <a:lnTo>
                    <a:pt x="1258977" y="140905"/>
                  </a:lnTo>
                  <a:lnTo>
                    <a:pt x="1312288" y="134222"/>
                  </a:lnTo>
                  <a:lnTo>
                    <a:pt x="1363228" y="127836"/>
                  </a:lnTo>
                  <a:lnTo>
                    <a:pt x="1412000" y="121722"/>
                  </a:lnTo>
                  <a:lnTo>
                    <a:pt x="1458781" y="115857"/>
                  </a:lnTo>
                  <a:lnTo>
                    <a:pt x="1503727" y="110223"/>
                  </a:lnTo>
                  <a:lnTo>
                    <a:pt x="1546976" y="104801"/>
                  </a:lnTo>
                  <a:lnTo>
                    <a:pt x="1588653" y="99577"/>
                  </a:lnTo>
                  <a:lnTo>
                    <a:pt x="1628866" y="94536"/>
                  </a:lnTo>
                  <a:lnTo>
                    <a:pt x="1667716" y="89665"/>
                  </a:lnTo>
                  <a:lnTo>
                    <a:pt x="1705293" y="84955"/>
                  </a:lnTo>
                  <a:lnTo>
                    <a:pt x="1741676" y="80394"/>
                  </a:lnTo>
                  <a:lnTo>
                    <a:pt x="1776939" y="75973"/>
                  </a:lnTo>
                  <a:lnTo>
                    <a:pt x="1811150" y="71684"/>
                  </a:lnTo>
                  <a:lnTo>
                    <a:pt x="1844369" y="67520"/>
                  </a:lnTo>
                  <a:lnTo>
                    <a:pt x="1876652" y="63473"/>
                  </a:lnTo>
                  <a:lnTo>
                    <a:pt x="1908050" y="59537"/>
                  </a:lnTo>
                  <a:lnTo>
                    <a:pt x="1938611" y="55706"/>
                  </a:lnTo>
                  <a:lnTo>
                    <a:pt x="1968378" y="51974"/>
                  </a:lnTo>
                  <a:lnTo>
                    <a:pt x="1997392" y="48337"/>
                  </a:lnTo>
                  <a:lnTo>
                    <a:pt x="2025689" y="44790"/>
                  </a:lnTo>
                  <a:lnTo>
                    <a:pt x="2053304" y="41328"/>
                  </a:lnTo>
                  <a:lnTo>
                    <a:pt x="2080269" y="37947"/>
                  </a:lnTo>
                  <a:lnTo>
                    <a:pt x="2106614" y="34645"/>
                  </a:lnTo>
                  <a:lnTo>
                    <a:pt x="2132368" y="31416"/>
                  </a:lnTo>
                  <a:lnTo>
                    <a:pt x="2157555" y="28259"/>
                  </a:lnTo>
                  <a:lnTo>
                    <a:pt x="2182200" y="25169"/>
                  </a:lnTo>
                  <a:lnTo>
                    <a:pt x="2206327" y="22145"/>
                  </a:lnTo>
                  <a:lnTo>
                    <a:pt x="2229956" y="19183"/>
                  </a:lnTo>
                  <a:lnTo>
                    <a:pt x="2253108" y="16280"/>
                  </a:lnTo>
                  <a:lnTo>
                    <a:pt x="2275801" y="13435"/>
                  </a:lnTo>
                  <a:lnTo>
                    <a:pt x="2298053" y="10646"/>
                  </a:lnTo>
                  <a:lnTo>
                    <a:pt x="2319882" y="7909"/>
                  </a:lnTo>
                  <a:lnTo>
                    <a:pt x="2341303" y="5224"/>
                  </a:lnTo>
                  <a:lnTo>
                    <a:pt x="2362330" y="2588"/>
                  </a:lnTo>
                  <a:lnTo>
                    <a:pt x="238297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510695" y="1936596"/>
              <a:ext cx="2382979" cy="144657"/>
            </a:xfrm>
            <a:custGeom>
              <a:avLst/>
              <a:pathLst>
                <a:path w="2382979" h="144657">
                  <a:moveTo>
                    <a:pt x="0" y="144657"/>
                  </a:moveTo>
                  <a:lnTo>
                    <a:pt x="153023" y="135368"/>
                  </a:lnTo>
                  <a:lnTo>
                    <a:pt x="287999" y="127174"/>
                  </a:lnTo>
                  <a:lnTo>
                    <a:pt x="408739" y="119845"/>
                  </a:lnTo>
                  <a:lnTo>
                    <a:pt x="517961" y="113214"/>
                  </a:lnTo>
                  <a:lnTo>
                    <a:pt x="617674" y="107161"/>
                  </a:lnTo>
                  <a:lnTo>
                    <a:pt x="709400" y="101593"/>
                  </a:lnTo>
                  <a:lnTo>
                    <a:pt x="794326" y="96438"/>
                  </a:lnTo>
                  <a:lnTo>
                    <a:pt x="873390" y="91638"/>
                  </a:lnTo>
                  <a:lnTo>
                    <a:pt x="947349" y="87149"/>
                  </a:lnTo>
                  <a:lnTo>
                    <a:pt x="1016823" y="82931"/>
                  </a:lnTo>
                  <a:lnTo>
                    <a:pt x="1082325" y="78955"/>
                  </a:lnTo>
                  <a:lnTo>
                    <a:pt x="1144284" y="75194"/>
                  </a:lnTo>
                  <a:lnTo>
                    <a:pt x="1203065" y="71625"/>
                  </a:lnTo>
                  <a:lnTo>
                    <a:pt x="1258977" y="68231"/>
                  </a:lnTo>
                  <a:lnTo>
                    <a:pt x="1312288" y="64995"/>
                  </a:lnTo>
                  <a:lnTo>
                    <a:pt x="1363228" y="61903"/>
                  </a:lnTo>
                  <a:lnTo>
                    <a:pt x="1412000" y="58942"/>
                  </a:lnTo>
                  <a:lnTo>
                    <a:pt x="1458781" y="56102"/>
                  </a:lnTo>
                  <a:lnTo>
                    <a:pt x="1503727" y="53374"/>
                  </a:lnTo>
                  <a:lnTo>
                    <a:pt x="1546976" y="50749"/>
                  </a:lnTo>
                  <a:lnTo>
                    <a:pt x="1588653" y="48219"/>
                  </a:lnTo>
                  <a:lnTo>
                    <a:pt x="1628866" y="45777"/>
                  </a:lnTo>
                  <a:lnTo>
                    <a:pt x="1667716" y="43419"/>
                  </a:lnTo>
                  <a:lnTo>
                    <a:pt x="1705293" y="41138"/>
                  </a:lnTo>
                  <a:lnTo>
                    <a:pt x="1741676" y="38929"/>
                  </a:lnTo>
                  <a:lnTo>
                    <a:pt x="1776939" y="36789"/>
                  </a:lnTo>
                  <a:lnTo>
                    <a:pt x="1811150" y="34712"/>
                  </a:lnTo>
                  <a:lnTo>
                    <a:pt x="1844369" y="32696"/>
                  </a:lnTo>
                  <a:lnTo>
                    <a:pt x="1876652" y="30736"/>
                  </a:lnTo>
                  <a:lnTo>
                    <a:pt x="1908050" y="28830"/>
                  </a:lnTo>
                  <a:lnTo>
                    <a:pt x="1938611" y="26975"/>
                  </a:lnTo>
                  <a:lnTo>
                    <a:pt x="1968378" y="25168"/>
                  </a:lnTo>
                  <a:lnTo>
                    <a:pt x="1997392" y="23406"/>
                  </a:lnTo>
                  <a:lnTo>
                    <a:pt x="2025689" y="21689"/>
                  </a:lnTo>
                  <a:lnTo>
                    <a:pt x="2053304" y="20012"/>
                  </a:lnTo>
                  <a:lnTo>
                    <a:pt x="2080269" y="18375"/>
                  </a:lnTo>
                  <a:lnTo>
                    <a:pt x="2106614" y="16776"/>
                  </a:lnTo>
                  <a:lnTo>
                    <a:pt x="2132368" y="15213"/>
                  </a:lnTo>
                  <a:lnTo>
                    <a:pt x="2157555" y="13684"/>
                  </a:lnTo>
                  <a:lnTo>
                    <a:pt x="2182200" y="12188"/>
                  </a:lnTo>
                  <a:lnTo>
                    <a:pt x="2206327" y="10723"/>
                  </a:lnTo>
                  <a:lnTo>
                    <a:pt x="2229956" y="9289"/>
                  </a:lnTo>
                  <a:lnTo>
                    <a:pt x="2253108" y="7883"/>
                  </a:lnTo>
                  <a:lnTo>
                    <a:pt x="2275801" y="6506"/>
                  </a:lnTo>
                  <a:lnTo>
                    <a:pt x="2298053" y="5155"/>
                  </a:lnTo>
                  <a:lnTo>
                    <a:pt x="2319882" y="3830"/>
                  </a:lnTo>
                  <a:lnTo>
                    <a:pt x="2341303" y="2529"/>
                  </a:lnTo>
                  <a:lnTo>
                    <a:pt x="2362330" y="1253"/>
                  </a:lnTo>
                  <a:lnTo>
                    <a:pt x="238297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10695" y="2021287"/>
              <a:ext cx="2382979" cy="143744"/>
            </a:xfrm>
            <a:custGeom>
              <a:avLst/>
              <a:pathLst>
                <a:path w="2382979" h="143744">
                  <a:moveTo>
                    <a:pt x="0" y="143744"/>
                  </a:moveTo>
                  <a:lnTo>
                    <a:pt x="153023" y="134514"/>
                  </a:lnTo>
                  <a:lnTo>
                    <a:pt x="287999" y="126372"/>
                  </a:lnTo>
                  <a:lnTo>
                    <a:pt x="408739" y="119089"/>
                  </a:lnTo>
                  <a:lnTo>
                    <a:pt x="517961" y="112500"/>
                  </a:lnTo>
                  <a:lnTo>
                    <a:pt x="617674" y="106485"/>
                  </a:lnTo>
                  <a:lnTo>
                    <a:pt x="709400" y="100952"/>
                  </a:lnTo>
                  <a:lnTo>
                    <a:pt x="794326" y="95829"/>
                  </a:lnTo>
                  <a:lnTo>
                    <a:pt x="873390" y="91060"/>
                  </a:lnTo>
                  <a:lnTo>
                    <a:pt x="947349" y="86599"/>
                  </a:lnTo>
                  <a:lnTo>
                    <a:pt x="1016823" y="82408"/>
                  </a:lnTo>
                  <a:lnTo>
                    <a:pt x="1082325" y="78457"/>
                  </a:lnTo>
                  <a:lnTo>
                    <a:pt x="1144284" y="74719"/>
                  </a:lnTo>
                  <a:lnTo>
                    <a:pt x="1203065" y="71174"/>
                  </a:lnTo>
                  <a:lnTo>
                    <a:pt x="1258977" y="67801"/>
                  </a:lnTo>
                  <a:lnTo>
                    <a:pt x="1312288" y="64585"/>
                  </a:lnTo>
                  <a:lnTo>
                    <a:pt x="1363228" y="61512"/>
                  </a:lnTo>
                  <a:lnTo>
                    <a:pt x="1412000" y="58570"/>
                  </a:lnTo>
                  <a:lnTo>
                    <a:pt x="1458781" y="55749"/>
                  </a:lnTo>
                  <a:lnTo>
                    <a:pt x="1503727" y="53037"/>
                  </a:lnTo>
                  <a:lnTo>
                    <a:pt x="1546976" y="50428"/>
                  </a:lnTo>
                  <a:lnTo>
                    <a:pt x="1588653" y="47914"/>
                  </a:lnTo>
                  <a:lnTo>
                    <a:pt x="1628866" y="45489"/>
                  </a:lnTo>
                  <a:lnTo>
                    <a:pt x="1667716" y="43145"/>
                  </a:lnTo>
                  <a:lnTo>
                    <a:pt x="1705293" y="40879"/>
                  </a:lnTo>
                  <a:lnTo>
                    <a:pt x="1741676" y="38684"/>
                  </a:lnTo>
                  <a:lnTo>
                    <a:pt x="1776939" y="36557"/>
                  </a:lnTo>
                  <a:lnTo>
                    <a:pt x="1811150" y="34493"/>
                  </a:lnTo>
                  <a:lnTo>
                    <a:pt x="1844369" y="32489"/>
                  </a:lnTo>
                  <a:lnTo>
                    <a:pt x="1876652" y="30542"/>
                  </a:lnTo>
                  <a:lnTo>
                    <a:pt x="1908050" y="28648"/>
                  </a:lnTo>
                  <a:lnTo>
                    <a:pt x="1938611" y="26804"/>
                  </a:lnTo>
                  <a:lnTo>
                    <a:pt x="1968378" y="25009"/>
                  </a:lnTo>
                  <a:lnTo>
                    <a:pt x="1997392" y="23259"/>
                  </a:lnTo>
                  <a:lnTo>
                    <a:pt x="2025689" y="21552"/>
                  </a:lnTo>
                  <a:lnTo>
                    <a:pt x="2053304" y="19886"/>
                  </a:lnTo>
                  <a:lnTo>
                    <a:pt x="2080269" y="18259"/>
                  </a:lnTo>
                  <a:lnTo>
                    <a:pt x="2106614" y="16670"/>
                  </a:lnTo>
                  <a:lnTo>
                    <a:pt x="2132368" y="15117"/>
                  </a:lnTo>
                  <a:lnTo>
                    <a:pt x="2157555" y="13597"/>
                  </a:lnTo>
                  <a:lnTo>
                    <a:pt x="2182200" y="12111"/>
                  </a:lnTo>
                  <a:lnTo>
                    <a:pt x="2206327" y="10655"/>
                  </a:lnTo>
                  <a:lnTo>
                    <a:pt x="2229956" y="9230"/>
                  </a:lnTo>
                  <a:lnTo>
                    <a:pt x="2253108" y="7834"/>
                  </a:lnTo>
                  <a:lnTo>
                    <a:pt x="2275801" y="6465"/>
                  </a:lnTo>
                  <a:lnTo>
                    <a:pt x="2298053" y="5122"/>
                  </a:lnTo>
                  <a:lnTo>
                    <a:pt x="2319882" y="3806"/>
                  </a:lnTo>
                  <a:lnTo>
                    <a:pt x="2341303" y="2513"/>
                  </a:lnTo>
                  <a:lnTo>
                    <a:pt x="2362330" y="1245"/>
                  </a:lnTo>
                  <a:lnTo>
                    <a:pt x="238297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10695" y="2231094"/>
              <a:ext cx="2382979" cy="208901"/>
            </a:xfrm>
            <a:custGeom>
              <a:avLst/>
              <a:pathLst>
                <a:path w="2382979" h="208901">
                  <a:moveTo>
                    <a:pt x="0" y="208901"/>
                  </a:moveTo>
                  <a:lnTo>
                    <a:pt x="153023" y="195487"/>
                  </a:lnTo>
                  <a:lnTo>
                    <a:pt x="287999" y="183654"/>
                  </a:lnTo>
                  <a:lnTo>
                    <a:pt x="408739" y="173070"/>
                  </a:lnTo>
                  <a:lnTo>
                    <a:pt x="517961" y="163495"/>
                  </a:lnTo>
                  <a:lnTo>
                    <a:pt x="617674" y="154754"/>
                  </a:lnTo>
                  <a:lnTo>
                    <a:pt x="709400" y="146712"/>
                  </a:lnTo>
                  <a:lnTo>
                    <a:pt x="794326" y="139267"/>
                  </a:lnTo>
                  <a:lnTo>
                    <a:pt x="873390" y="132336"/>
                  </a:lnTo>
                  <a:lnTo>
                    <a:pt x="947349" y="125853"/>
                  </a:lnTo>
                  <a:lnTo>
                    <a:pt x="1016823" y="119762"/>
                  </a:lnTo>
                  <a:lnTo>
                    <a:pt x="1082325" y="114020"/>
                  </a:lnTo>
                  <a:lnTo>
                    <a:pt x="1144284" y="108589"/>
                  </a:lnTo>
                  <a:lnTo>
                    <a:pt x="1203065" y="103436"/>
                  </a:lnTo>
                  <a:lnTo>
                    <a:pt x="1258977" y="98534"/>
                  </a:lnTo>
                  <a:lnTo>
                    <a:pt x="1312288" y="93861"/>
                  </a:lnTo>
                  <a:lnTo>
                    <a:pt x="1363228" y="89395"/>
                  </a:lnTo>
                  <a:lnTo>
                    <a:pt x="1412000" y="85120"/>
                  </a:lnTo>
                  <a:lnTo>
                    <a:pt x="1458781" y="81019"/>
                  </a:lnTo>
                  <a:lnTo>
                    <a:pt x="1503727" y="77078"/>
                  </a:lnTo>
                  <a:lnTo>
                    <a:pt x="1546976" y="73287"/>
                  </a:lnTo>
                  <a:lnTo>
                    <a:pt x="1588653" y="69633"/>
                  </a:lnTo>
                  <a:lnTo>
                    <a:pt x="1628866" y="66108"/>
                  </a:lnTo>
                  <a:lnTo>
                    <a:pt x="1667716" y="62702"/>
                  </a:lnTo>
                  <a:lnTo>
                    <a:pt x="1705293" y="59408"/>
                  </a:lnTo>
                  <a:lnTo>
                    <a:pt x="1741676" y="56219"/>
                  </a:lnTo>
                  <a:lnTo>
                    <a:pt x="1776939" y="53127"/>
                  </a:lnTo>
                  <a:lnTo>
                    <a:pt x="1811150" y="50128"/>
                  </a:lnTo>
                  <a:lnTo>
                    <a:pt x="1844369" y="47216"/>
                  </a:lnTo>
                  <a:lnTo>
                    <a:pt x="1876652" y="44386"/>
                  </a:lnTo>
                  <a:lnTo>
                    <a:pt x="1908050" y="41634"/>
                  </a:lnTo>
                  <a:lnTo>
                    <a:pt x="1938611" y="38955"/>
                  </a:lnTo>
                  <a:lnTo>
                    <a:pt x="1968378" y="36345"/>
                  </a:lnTo>
                  <a:lnTo>
                    <a:pt x="1997392" y="33802"/>
                  </a:lnTo>
                  <a:lnTo>
                    <a:pt x="2025689" y="31321"/>
                  </a:lnTo>
                  <a:lnTo>
                    <a:pt x="2053304" y="28900"/>
                  </a:lnTo>
                  <a:lnTo>
                    <a:pt x="2080269" y="26536"/>
                  </a:lnTo>
                  <a:lnTo>
                    <a:pt x="2106614" y="24227"/>
                  </a:lnTo>
                  <a:lnTo>
                    <a:pt x="2132368" y="21969"/>
                  </a:lnTo>
                  <a:lnTo>
                    <a:pt x="2157555" y="19761"/>
                  </a:lnTo>
                  <a:lnTo>
                    <a:pt x="2182200" y="17601"/>
                  </a:lnTo>
                  <a:lnTo>
                    <a:pt x="2206327" y="15486"/>
                  </a:lnTo>
                  <a:lnTo>
                    <a:pt x="2229956" y="13414"/>
                  </a:lnTo>
                  <a:lnTo>
                    <a:pt x="2253108" y="11385"/>
                  </a:lnTo>
                  <a:lnTo>
                    <a:pt x="2275801" y="9395"/>
                  </a:lnTo>
                  <a:lnTo>
                    <a:pt x="2298053" y="7444"/>
                  </a:lnTo>
                  <a:lnTo>
                    <a:pt x="2319882" y="5531"/>
                  </a:lnTo>
                  <a:lnTo>
                    <a:pt x="2341303" y="3653"/>
                  </a:lnTo>
                  <a:lnTo>
                    <a:pt x="2362330" y="1810"/>
                  </a:lnTo>
                  <a:lnTo>
                    <a:pt x="238297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10695" y="2412577"/>
              <a:ext cx="2382979" cy="166530"/>
            </a:xfrm>
            <a:custGeom>
              <a:avLst/>
              <a:pathLst>
                <a:path w="2382979" h="166530">
                  <a:moveTo>
                    <a:pt x="0" y="166530"/>
                  </a:moveTo>
                  <a:lnTo>
                    <a:pt x="153023" y="155836"/>
                  </a:lnTo>
                  <a:lnTo>
                    <a:pt x="287999" y="146404"/>
                  </a:lnTo>
                  <a:lnTo>
                    <a:pt x="408739" y="137966"/>
                  </a:lnTo>
                  <a:lnTo>
                    <a:pt x="517961" y="130333"/>
                  </a:lnTo>
                  <a:lnTo>
                    <a:pt x="617674" y="123365"/>
                  </a:lnTo>
                  <a:lnTo>
                    <a:pt x="709400" y="116955"/>
                  </a:lnTo>
                  <a:lnTo>
                    <a:pt x="794326" y="111020"/>
                  </a:lnTo>
                  <a:lnTo>
                    <a:pt x="873390" y="105495"/>
                  </a:lnTo>
                  <a:lnTo>
                    <a:pt x="947349" y="100326"/>
                  </a:lnTo>
                  <a:lnTo>
                    <a:pt x="1016823" y="95471"/>
                  </a:lnTo>
                  <a:lnTo>
                    <a:pt x="1082325" y="90894"/>
                  </a:lnTo>
                  <a:lnTo>
                    <a:pt x="1144284" y="86564"/>
                  </a:lnTo>
                  <a:lnTo>
                    <a:pt x="1203065" y="82456"/>
                  </a:lnTo>
                  <a:lnTo>
                    <a:pt x="1258977" y="78549"/>
                  </a:lnTo>
                  <a:lnTo>
                    <a:pt x="1312288" y="74823"/>
                  </a:lnTo>
                  <a:lnTo>
                    <a:pt x="1363228" y="71263"/>
                  </a:lnTo>
                  <a:lnTo>
                    <a:pt x="1412000" y="67855"/>
                  </a:lnTo>
                  <a:lnTo>
                    <a:pt x="1458781" y="64586"/>
                  </a:lnTo>
                  <a:lnTo>
                    <a:pt x="1503727" y="61445"/>
                  </a:lnTo>
                  <a:lnTo>
                    <a:pt x="1546976" y="58422"/>
                  </a:lnTo>
                  <a:lnTo>
                    <a:pt x="1588653" y="55510"/>
                  </a:lnTo>
                  <a:lnTo>
                    <a:pt x="1628866" y="52699"/>
                  </a:lnTo>
                  <a:lnTo>
                    <a:pt x="1667716" y="49984"/>
                  </a:lnTo>
                  <a:lnTo>
                    <a:pt x="1705293" y="47359"/>
                  </a:lnTo>
                  <a:lnTo>
                    <a:pt x="1741676" y="44816"/>
                  </a:lnTo>
                  <a:lnTo>
                    <a:pt x="1776939" y="42352"/>
                  </a:lnTo>
                  <a:lnTo>
                    <a:pt x="1811150" y="39961"/>
                  </a:lnTo>
                  <a:lnTo>
                    <a:pt x="1844369" y="37639"/>
                  </a:lnTo>
                  <a:lnTo>
                    <a:pt x="1876652" y="35383"/>
                  </a:lnTo>
                  <a:lnTo>
                    <a:pt x="1908050" y="33189"/>
                  </a:lnTo>
                  <a:lnTo>
                    <a:pt x="1938611" y="31053"/>
                  </a:lnTo>
                  <a:lnTo>
                    <a:pt x="1968378" y="28973"/>
                  </a:lnTo>
                  <a:lnTo>
                    <a:pt x="1997392" y="26946"/>
                  </a:lnTo>
                  <a:lnTo>
                    <a:pt x="2025689" y="24968"/>
                  </a:lnTo>
                  <a:lnTo>
                    <a:pt x="2053304" y="23038"/>
                  </a:lnTo>
                  <a:lnTo>
                    <a:pt x="2080269" y="21154"/>
                  </a:lnTo>
                  <a:lnTo>
                    <a:pt x="2106614" y="19313"/>
                  </a:lnTo>
                  <a:lnTo>
                    <a:pt x="2132368" y="17513"/>
                  </a:lnTo>
                  <a:lnTo>
                    <a:pt x="2157555" y="15753"/>
                  </a:lnTo>
                  <a:lnTo>
                    <a:pt x="2182200" y="14031"/>
                  </a:lnTo>
                  <a:lnTo>
                    <a:pt x="2206327" y="12345"/>
                  </a:lnTo>
                  <a:lnTo>
                    <a:pt x="2229956" y="10693"/>
                  </a:lnTo>
                  <a:lnTo>
                    <a:pt x="2253108" y="9075"/>
                  </a:lnTo>
                  <a:lnTo>
                    <a:pt x="2275801" y="7489"/>
                  </a:lnTo>
                  <a:lnTo>
                    <a:pt x="2298053" y="5934"/>
                  </a:lnTo>
                  <a:lnTo>
                    <a:pt x="2319882" y="4409"/>
                  </a:lnTo>
                  <a:lnTo>
                    <a:pt x="2341303" y="2912"/>
                  </a:lnTo>
                  <a:lnTo>
                    <a:pt x="2362330" y="1442"/>
                  </a:lnTo>
                  <a:lnTo>
                    <a:pt x="238297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510695" y="2224499"/>
              <a:ext cx="2382979" cy="87502"/>
            </a:xfrm>
            <a:custGeom>
              <a:avLst/>
              <a:pathLst>
                <a:path w="2382979" h="87502">
                  <a:moveTo>
                    <a:pt x="0" y="87502"/>
                  </a:moveTo>
                  <a:lnTo>
                    <a:pt x="153023" y="81883"/>
                  </a:lnTo>
                  <a:lnTo>
                    <a:pt x="287999" y="76927"/>
                  </a:lnTo>
                  <a:lnTo>
                    <a:pt x="408739" y="72493"/>
                  </a:lnTo>
                  <a:lnTo>
                    <a:pt x="517961" y="68482"/>
                  </a:lnTo>
                  <a:lnTo>
                    <a:pt x="617674" y="64821"/>
                  </a:lnTo>
                  <a:lnTo>
                    <a:pt x="709400" y="61453"/>
                  </a:lnTo>
                  <a:lnTo>
                    <a:pt x="794326" y="58334"/>
                  </a:lnTo>
                  <a:lnTo>
                    <a:pt x="873390" y="55431"/>
                  </a:lnTo>
                  <a:lnTo>
                    <a:pt x="947349" y="52715"/>
                  </a:lnTo>
                  <a:lnTo>
                    <a:pt x="1016823" y="50164"/>
                  </a:lnTo>
                  <a:lnTo>
                    <a:pt x="1082325" y="47759"/>
                  </a:lnTo>
                  <a:lnTo>
                    <a:pt x="1144284" y="45484"/>
                  </a:lnTo>
                  <a:lnTo>
                    <a:pt x="1203065" y="43326"/>
                  </a:lnTo>
                  <a:lnTo>
                    <a:pt x="1258977" y="41272"/>
                  </a:lnTo>
                  <a:lnTo>
                    <a:pt x="1312288" y="39315"/>
                  </a:lnTo>
                  <a:lnTo>
                    <a:pt x="1363228" y="37444"/>
                  </a:lnTo>
                  <a:lnTo>
                    <a:pt x="1412000" y="35654"/>
                  </a:lnTo>
                  <a:lnTo>
                    <a:pt x="1458781" y="33936"/>
                  </a:lnTo>
                  <a:lnTo>
                    <a:pt x="1503727" y="32285"/>
                  </a:lnTo>
                  <a:lnTo>
                    <a:pt x="1546976" y="30697"/>
                  </a:lnTo>
                  <a:lnTo>
                    <a:pt x="1588653" y="29167"/>
                  </a:lnTo>
                  <a:lnTo>
                    <a:pt x="1628866" y="27690"/>
                  </a:lnTo>
                  <a:lnTo>
                    <a:pt x="1667716" y="26264"/>
                  </a:lnTo>
                  <a:lnTo>
                    <a:pt x="1705293" y="24884"/>
                  </a:lnTo>
                  <a:lnTo>
                    <a:pt x="1741676" y="23548"/>
                  </a:lnTo>
                  <a:lnTo>
                    <a:pt x="1776939" y="22253"/>
                  </a:lnTo>
                  <a:lnTo>
                    <a:pt x="1811150" y="20997"/>
                  </a:lnTo>
                  <a:lnTo>
                    <a:pt x="1844369" y="19777"/>
                  </a:lnTo>
                  <a:lnTo>
                    <a:pt x="1876652" y="18592"/>
                  </a:lnTo>
                  <a:lnTo>
                    <a:pt x="1908050" y="17439"/>
                  </a:lnTo>
                  <a:lnTo>
                    <a:pt x="1938611" y="16317"/>
                  </a:lnTo>
                  <a:lnTo>
                    <a:pt x="1968378" y="15224"/>
                  </a:lnTo>
                  <a:lnTo>
                    <a:pt x="1997392" y="14158"/>
                  </a:lnTo>
                  <a:lnTo>
                    <a:pt x="2025689" y="13119"/>
                  </a:lnTo>
                  <a:lnTo>
                    <a:pt x="2053304" y="12105"/>
                  </a:lnTo>
                  <a:lnTo>
                    <a:pt x="2080269" y="11115"/>
                  </a:lnTo>
                  <a:lnTo>
                    <a:pt x="2106614" y="10148"/>
                  </a:lnTo>
                  <a:lnTo>
                    <a:pt x="2132368" y="9202"/>
                  </a:lnTo>
                  <a:lnTo>
                    <a:pt x="2157555" y="8277"/>
                  </a:lnTo>
                  <a:lnTo>
                    <a:pt x="2182200" y="7372"/>
                  </a:lnTo>
                  <a:lnTo>
                    <a:pt x="2206327" y="6486"/>
                  </a:lnTo>
                  <a:lnTo>
                    <a:pt x="2229956" y="5618"/>
                  </a:lnTo>
                  <a:lnTo>
                    <a:pt x="2253108" y="4768"/>
                  </a:lnTo>
                  <a:lnTo>
                    <a:pt x="2275801" y="3935"/>
                  </a:lnTo>
                  <a:lnTo>
                    <a:pt x="2298053" y="3118"/>
                  </a:lnTo>
                  <a:lnTo>
                    <a:pt x="2319882" y="2316"/>
                  </a:lnTo>
                  <a:lnTo>
                    <a:pt x="2341303" y="1530"/>
                  </a:lnTo>
                  <a:lnTo>
                    <a:pt x="2362330" y="758"/>
                  </a:lnTo>
                  <a:lnTo>
                    <a:pt x="238297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342663" y="1185068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42663" y="1185068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152636" y="237259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152636" y="196316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52636" y="155373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20861" y="1144297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311032" y="24136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311032" y="200417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11032" y="159474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11032" y="118530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42663" y="2692600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510695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305022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99348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93675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204347" y="1185068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305609" y="228194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27373" y="145548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299903" y="227403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318085" y="217700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386655" y="235587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45606" y="170573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75191" y="128426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61559" y="20472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11184" y="255699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92283" y="200864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092802" y="257746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73551" y="170614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136259" y="219153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46036" y="25955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13107" y="188398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179844" y="122511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97883" y="256365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97406" y="250744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37726" y="221464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090168" y="257018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186167" y="237011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79032" y="256687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78228" y="210398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64261" y="197576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87502" y="203336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090441" y="184481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16833" y="233833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090069" y="256038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07044" y="231781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40227" y="24082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12019" y="250556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37246" y="227298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898269" y="17687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988460" y="143225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48525" y="165940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88561" y="234826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07036" y="22917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63365" y="173185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897913" y="193191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77959" y="24814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26026" y="168282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01462" y="187301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14276" y="205920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81599" y="245317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898895" y="205041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892845" y="242669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39148" y="185336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41429" y="206447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780659" y="217146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92742" y="231365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73177" y="236901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68921" y="215423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702396" y="203584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751224" y="208691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04805" y="231201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726070" y="211029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45742" y="234771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71371" y="223488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704928" y="206995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04429" y="176237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95723" y="233514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78830" y="253835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53694" y="239896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692415" y="217921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770755" y="230577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758042" y="215538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740876" y="213239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691668" y="196344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86037" y="200693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30946" y="207360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721120" y="243624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703964" y="214757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3"/>
            <p:cNvSpPr/>
            <p:nvPr/>
          </p:nvSpPr>
          <p:spPr>
            <a:xfrm>
              <a:off x="4377811" y="2084372"/>
              <a:ext cx="2378086" cy="141450"/>
            </a:xfrm>
            <a:custGeom>
              <a:avLst/>
              <a:pathLst>
                <a:path w="2378086" h="141450">
                  <a:moveTo>
                    <a:pt x="0" y="0"/>
                  </a:moveTo>
                  <a:lnTo>
                    <a:pt x="152708" y="9083"/>
                  </a:lnTo>
                  <a:lnTo>
                    <a:pt x="287407" y="17095"/>
                  </a:lnTo>
                  <a:lnTo>
                    <a:pt x="407899" y="24262"/>
                  </a:lnTo>
                  <a:lnTo>
                    <a:pt x="516898" y="30745"/>
                  </a:lnTo>
                  <a:lnTo>
                    <a:pt x="616406" y="36664"/>
                  </a:lnTo>
                  <a:lnTo>
                    <a:pt x="707944" y="42108"/>
                  </a:lnTo>
                  <a:lnTo>
                    <a:pt x="792695" y="47150"/>
                  </a:lnTo>
                  <a:lnTo>
                    <a:pt x="871596" y="51843"/>
                  </a:lnTo>
                  <a:lnTo>
                    <a:pt x="945404" y="56233"/>
                  </a:lnTo>
                  <a:lnTo>
                    <a:pt x="1014735" y="60357"/>
                  </a:lnTo>
                  <a:lnTo>
                    <a:pt x="1080103" y="64245"/>
                  </a:lnTo>
                  <a:lnTo>
                    <a:pt x="1141935" y="67923"/>
                  </a:lnTo>
                  <a:lnTo>
                    <a:pt x="1200595" y="71412"/>
                  </a:lnTo>
                  <a:lnTo>
                    <a:pt x="1256392" y="74730"/>
                  </a:lnTo>
                  <a:lnTo>
                    <a:pt x="1309593" y="77895"/>
                  </a:lnTo>
                  <a:lnTo>
                    <a:pt x="1360429" y="80919"/>
                  </a:lnTo>
                  <a:lnTo>
                    <a:pt x="1409101" y="83814"/>
                  </a:lnTo>
                  <a:lnTo>
                    <a:pt x="1455786" y="86591"/>
                  </a:lnTo>
                  <a:lnTo>
                    <a:pt x="1500639" y="89258"/>
                  </a:lnTo>
                  <a:lnTo>
                    <a:pt x="1543800" y="91826"/>
                  </a:lnTo>
                  <a:lnTo>
                    <a:pt x="1585390" y="94300"/>
                  </a:lnTo>
                  <a:lnTo>
                    <a:pt x="1625522" y="96687"/>
                  </a:lnTo>
                  <a:lnTo>
                    <a:pt x="1664292" y="98993"/>
                  </a:lnTo>
                  <a:lnTo>
                    <a:pt x="1701791" y="101223"/>
                  </a:lnTo>
                  <a:lnTo>
                    <a:pt x="1738099" y="103383"/>
                  </a:lnTo>
                  <a:lnTo>
                    <a:pt x="1773290" y="105476"/>
                  </a:lnTo>
                  <a:lnTo>
                    <a:pt x="1807431" y="107507"/>
                  </a:lnTo>
                  <a:lnTo>
                    <a:pt x="1840581" y="109478"/>
                  </a:lnTo>
                  <a:lnTo>
                    <a:pt x="1872798" y="111395"/>
                  </a:lnTo>
                  <a:lnTo>
                    <a:pt x="1904132" y="113258"/>
                  </a:lnTo>
                  <a:lnTo>
                    <a:pt x="1934630" y="115073"/>
                  </a:lnTo>
                  <a:lnTo>
                    <a:pt x="1964336" y="116839"/>
                  </a:lnTo>
                  <a:lnTo>
                    <a:pt x="1993290" y="118562"/>
                  </a:lnTo>
                  <a:lnTo>
                    <a:pt x="2021529" y="120241"/>
                  </a:lnTo>
                  <a:lnTo>
                    <a:pt x="2049088" y="121880"/>
                  </a:lnTo>
                  <a:lnTo>
                    <a:pt x="2075997" y="123481"/>
                  </a:lnTo>
                  <a:lnTo>
                    <a:pt x="2102289" y="125045"/>
                  </a:lnTo>
                  <a:lnTo>
                    <a:pt x="2127989" y="126574"/>
                  </a:lnTo>
                  <a:lnTo>
                    <a:pt x="2153125" y="128069"/>
                  </a:lnTo>
                  <a:lnTo>
                    <a:pt x="2177719" y="129532"/>
                  </a:lnTo>
                  <a:lnTo>
                    <a:pt x="2201796" y="130964"/>
                  </a:lnTo>
                  <a:lnTo>
                    <a:pt x="2225377" y="132366"/>
                  </a:lnTo>
                  <a:lnTo>
                    <a:pt x="2248481" y="133741"/>
                  </a:lnTo>
                  <a:lnTo>
                    <a:pt x="2271128" y="135088"/>
                  </a:lnTo>
                  <a:lnTo>
                    <a:pt x="2293335" y="136408"/>
                  </a:lnTo>
                  <a:lnTo>
                    <a:pt x="2315119" y="137704"/>
                  </a:lnTo>
                  <a:lnTo>
                    <a:pt x="2336495" y="138976"/>
                  </a:lnTo>
                  <a:lnTo>
                    <a:pt x="2357480" y="140224"/>
                  </a:lnTo>
                  <a:lnTo>
                    <a:pt x="2378086" y="14145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377811" y="1517667"/>
              <a:ext cx="2378086" cy="639718"/>
            </a:xfrm>
            <a:custGeom>
              <a:avLst/>
              <a:pathLst>
                <a:path w="2378086" h="639718">
                  <a:moveTo>
                    <a:pt x="0" y="0"/>
                  </a:moveTo>
                  <a:lnTo>
                    <a:pt x="152708" y="41079"/>
                  </a:lnTo>
                  <a:lnTo>
                    <a:pt x="287407" y="77314"/>
                  </a:lnTo>
                  <a:lnTo>
                    <a:pt x="407899" y="109727"/>
                  </a:lnTo>
                  <a:lnTo>
                    <a:pt x="516898" y="139048"/>
                  </a:lnTo>
                  <a:lnTo>
                    <a:pt x="616406" y="165816"/>
                  </a:lnTo>
                  <a:lnTo>
                    <a:pt x="707944" y="190441"/>
                  </a:lnTo>
                  <a:lnTo>
                    <a:pt x="792695" y="213239"/>
                  </a:lnTo>
                  <a:lnTo>
                    <a:pt x="871596" y="234464"/>
                  </a:lnTo>
                  <a:lnTo>
                    <a:pt x="945404" y="254319"/>
                  </a:lnTo>
                  <a:lnTo>
                    <a:pt x="1014735" y="272969"/>
                  </a:lnTo>
                  <a:lnTo>
                    <a:pt x="1080103" y="290553"/>
                  </a:lnTo>
                  <a:lnTo>
                    <a:pt x="1141935" y="307187"/>
                  </a:lnTo>
                  <a:lnTo>
                    <a:pt x="1200595" y="322967"/>
                  </a:lnTo>
                  <a:lnTo>
                    <a:pt x="1256392" y="337976"/>
                  </a:lnTo>
                  <a:lnTo>
                    <a:pt x="1309593" y="352288"/>
                  </a:lnTo>
                  <a:lnTo>
                    <a:pt x="1360429" y="365963"/>
                  </a:lnTo>
                  <a:lnTo>
                    <a:pt x="1409101" y="379056"/>
                  </a:lnTo>
                  <a:lnTo>
                    <a:pt x="1455786" y="391614"/>
                  </a:lnTo>
                  <a:lnTo>
                    <a:pt x="1500639" y="403680"/>
                  </a:lnTo>
                  <a:lnTo>
                    <a:pt x="1543800" y="415291"/>
                  </a:lnTo>
                  <a:lnTo>
                    <a:pt x="1585390" y="426479"/>
                  </a:lnTo>
                  <a:lnTo>
                    <a:pt x="1625522" y="437274"/>
                  </a:lnTo>
                  <a:lnTo>
                    <a:pt x="1664292" y="447704"/>
                  </a:lnTo>
                  <a:lnTo>
                    <a:pt x="1701791" y="457791"/>
                  </a:lnTo>
                  <a:lnTo>
                    <a:pt x="1738099" y="467558"/>
                  </a:lnTo>
                  <a:lnTo>
                    <a:pt x="1773290" y="477025"/>
                  </a:lnTo>
                  <a:lnTo>
                    <a:pt x="1807431" y="486209"/>
                  </a:lnTo>
                  <a:lnTo>
                    <a:pt x="1840581" y="495127"/>
                  </a:lnTo>
                  <a:lnTo>
                    <a:pt x="1872798" y="503793"/>
                  </a:lnTo>
                  <a:lnTo>
                    <a:pt x="1904132" y="512222"/>
                  </a:lnTo>
                  <a:lnTo>
                    <a:pt x="1934630" y="520426"/>
                  </a:lnTo>
                  <a:lnTo>
                    <a:pt x="1964336" y="528417"/>
                  </a:lnTo>
                  <a:lnTo>
                    <a:pt x="1993290" y="536206"/>
                  </a:lnTo>
                  <a:lnTo>
                    <a:pt x="2021529" y="543803"/>
                  </a:lnTo>
                  <a:lnTo>
                    <a:pt x="2049088" y="551216"/>
                  </a:lnTo>
                  <a:lnTo>
                    <a:pt x="2075997" y="558455"/>
                  </a:lnTo>
                  <a:lnTo>
                    <a:pt x="2102289" y="565527"/>
                  </a:lnTo>
                  <a:lnTo>
                    <a:pt x="2127989" y="572441"/>
                  </a:lnTo>
                  <a:lnTo>
                    <a:pt x="2153125" y="579202"/>
                  </a:lnTo>
                  <a:lnTo>
                    <a:pt x="2177719" y="585819"/>
                  </a:lnTo>
                  <a:lnTo>
                    <a:pt x="2201796" y="592296"/>
                  </a:lnTo>
                  <a:lnTo>
                    <a:pt x="2225377" y="598639"/>
                  </a:lnTo>
                  <a:lnTo>
                    <a:pt x="2248481" y="604854"/>
                  </a:lnTo>
                  <a:lnTo>
                    <a:pt x="2271128" y="610946"/>
                  </a:lnTo>
                  <a:lnTo>
                    <a:pt x="2293335" y="616920"/>
                  </a:lnTo>
                  <a:lnTo>
                    <a:pt x="2315119" y="622780"/>
                  </a:lnTo>
                  <a:lnTo>
                    <a:pt x="2336495" y="628530"/>
                  </a:lnTo>
                  <a:lnTo>
                    <a:pt x="2357480" y="634175"/>
                  </a:lnTo>
                  <a:lnTo>
                    <a:pt x="2378086" y="639718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377811" y="2298462"/>
              <a:ext cx="2378086" cy="90735"/>
            </a:xfrm>
            <a:custGeom>
              <a:avLst/>
              <a:pathLst>
                <a:path w="2378086" h="90735">
                  <a:moveTo>
                    <a:pt x="0" y="0"/>
                  </a:moveTo>
                  <a:lnTo>
                    <a:pt x="152708" y="5826"/>
                  </a:lnTo>
                  <a:lnTo>
                    <a:pt x="287407" y="10966"/>
                  </a:lnTo>
                  <a:lnTo>
                    <a:pt x="407899" y="15563"/>
                  </a:lnTo>
                  <a:lnTo>
                    <a:pt x="516898" y="19722"/>
                  </a:lnTo>
                  <a:lnTo>
                    <a:pt x="616406" y="23518"/>
                  </a:lnTo>
                  <a:lnTo>
                    <a:pt x="707944" y="27011"/>
                  </a:lnTo>
                  <a:lnTo>
                    <a:pt x="792695" y="30245"/>
                  </a:lnTo>
                  <a:lnTo>
                    <a:pt x="871596" y="33255"/>
                  </a:lnTo>
                  <a:lnTo>
                    <a:pt x="945404" y="36071"/>
                  </a:lnTo>
                  <a:lnTo>
                    <a:pt x="1014735" y="38717"/>
                  </a:lnTo>
                  <a:lnTo>
                    <a:pt x="1080103" y="41211"/>
                  </a:lnTo>
                  <a:lnTo>
                    <a:pt x="1141935" y="43570"/>
                  </a:lnTo>
                  <a:lnTo>
                    <a:pt x="1200595" y="45808"/>
                  </a:lnTo>
                  <a:lnTo>
                    <a:pt x="1256392" y="47937"/>
                  </a:lnTo>
                  <a:lnTo>
                    <a:pt x="1309593" y="49967"/>
                  </a:lnTo>
                  <a:lnTo>
                    <a:pt x="1360429" y="51907"/>
                  </a:lnTo>
                  <a:lnTo>
                    <a:pt x="1409101" y="53764"/>
                  </a:lnTo>
                  <a:lnTo>
                    <a:pt x="1455786" y="55545"/>
                  </a:lnTo>
                  <a:lnTo>
                    <a:pt x="1500639" y="57256"/>
                  </a:lnTo>
                  <a:lnTo>
                    <a:pt x="1543800" y="58903"/>
                  </a:lnTo>
                  <a:lnTo>
                    <a:pt x="1585390" y="60490"/>
                  </a:lnTo>
                  <a:lnTo>
                    <a:pt x="1625522" y="62021"/>
                  </a:lnTo>
                  <a:lnTo>
                    <a:pt x="1664292" y="63500"/>
                  </a:lnTo>
                  <a:lnTo>
                    <a:pt x="1701791" y="64931"/>
                  </a:lnTo>
                  <a:lnTo>
                    <a:pt x="1738099" y="66317"/>
                  </a:lnTo>
                  <a:lnTo>
                    <a:pt x="1773290" y="67659"/>
                  </a:lnTo>
                  <a:lnTo>
                    <a:pt x="1807431" y="68962"/>
                  </a:lnTo>
                  <a:lnTo>
                    <a:pt x="1840581" y="70227"/>
                  </a:lnTo>
                  <a:lnTo>
                    <a:pt x="1872798" y="71456"/>
                  </a:lnTo>
                  <a:lnTo>
                    <a:pt x="1904132" y="72652"/>
                  </a:lnTo>
                  <a:lnTo>
                    <a:pt x="1934630" y="73815"/>
                  </a:lnTo>
                  <a:lnTo>
                    <a:pt x="1964336" y="74949"/>
                  </a:lnTo>
                  <a:lnTo>
                    <a:pt x="1993290" y="76053"/>
                  </a:lnTo>
                  <a:lnTo>
                    <a:pt x="2021529" y="77131"/>
                  </a:lnTo>
                  <a:lnTo>
                    <a:pt x="2049088" y="78182"/>
                  </a:lnTo>
                  <a:lnTo>
                    <a:pt x="2075997" y="79209"/>
                  </a:lnTo>
                  <a:lnTo>
                    <a:pt x="2102289" y="80212"/>
                  </a:lnTo>
                  <a:lnTo>
                    <a:pt x="2127989" y="81193"/>
                  </a:lnTo>
                  <a:lnTo>
                    <a:pt x="2153125" y="82152"/>
                  </a:lnTo>
                  <a:lnTo>
                    <a:pt x="2177719" y="83090"/>
                  </a:lnTo>
                  <a:lnTo>
                    <a:pt x="2201796" y="84009"/>
                  </a:lnTo>
                  <a:lnTo>
                    <a:pt x="2225377" y="84909"/>
                  </a:lnTo>
                  <a:lnTo>
                    <a:pt x="2248481" y="85790"/>
                  </a:lnTo>
                  <a:lnTo>
                    <a:pt x="2271128" y="86654"/>
                  </a:lnTo>
                  <a:lnTo>
                    <a:pt x="2293335" y="87502"/>
                  </a:lnTo>
                  <a:lnTo>
                    <a:pt x="2315119" y="88333"/>
                  </a:lnTo>
                  <a:lnTo>
                    <a:pt x="2336495" y="89148"/>
                  </a:lnTo>
                  <a:lnTo>
                    <a:pt x="2357480" y="89949"/>
                  </a:lnTo>
                  <a:lnTo>
                    <a:pt x="2378086" y="90735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377811" y="2139777"/>
              <a:ext cx="2378086" cy="126563"/>
            </a:xfrm>
            <a:custGeom>
              <a:avLst/>
              <a:pathLst>
                <a:path w="2378086" h="126563">
                  <a:moveTo>
                    <a:pt x="0" y="126563"/>
                  </a:moveTo>
                  <a:lnTo>
                    <a:pt x="152708" y="118435"/>
                  </a:lnTo>
                  <a:lnTo>
                    <a:pt x="287407" y="111267"/>
                  </a:lnTo>
                  <a:lnTo>
                    <a:pt x="407899" y="104854"/>
                  </a:lnTo>
                  <a:lnTo>
                    <a:pt x="516898" y="99053"/>
                  </a:lnTo>
                  <a:lnTo>
                    <a:pt x="616406" y="93757"/>
                  </a:lnTo>
                  <a:lnTo>
                    <a:pt x="707944" y="88885"/>
                  </a:lnTo>
                  <a:lnTo>
                    <a:pt x="792695" y="84375"/>
                  </a:lnTo>
                  <a:lnTo>
                    <a:pt x="871596" y="80176"/>
                  </a:lnTo>
                  <a:lnTo>
                    <a:pt x="945404" y="76248"/>
                  </a:lnTo>
                  <a:lnTo>
                    <a:pt x="1014735" y="72558"/>
                  </a:lnTo>
                  <a:lnTo>
                    <a:pt x="1080103" y="69079"/>
                  </a:lnTo>
                  <a:lnTo>
                    <a:pt x="1141935" y="65788"/>
                  </a:lnTo>
                  <a:lnTo>
                    <a:pt x="1200595" y="62666"/>
                  </a:lnTo>
                  <a:lnTo>
                    <a:pt x="1256392" y="59697"/>
                  </a:lnTo>
                  <a:lnTo>
                    <a:pt x="1309593" y="56865"/>
                  </a:lnTo>
                  <a:lnTo>
                    <a:pt x="1360429" y="54160"/>
                  </a:lnTo>
                  <a:lnTo>
                    <a:pt x="1409101" y="51569"/>
                  </a:lnTo>
                  <a:lnTo>
                    <a:pt x="1455786" y="49085"/>
                  </a:lnTo>
                  <a:lnTo>
                    <a:pt x="1500639" y="46698"/>
                  </a:lnTo>
                  <a:lnTo>
                    <a:pt x="1543800" y="44401"/>
                  </a:lnTo>
                  <a:lnTo>
                    <a:pt x="1585390" y="42187"/>
                  </a:lnTo>
                  <a:lnTo>
                    <a:pt x="1625522" y="40051"/>
                  </a:lnTo>
                  <a:lnTo>
                    <a:pt x="1664292" y="37988"/>
                  </a:lnTo>
                  <a:lnTo>
                    <a:pt x="1701791" y="35992"/>
                  </a:lnTo>
                  <a:lnTo>
                    <a:pt x="1738099" y="34060"/>
                  </a:lnTo>
                  <a:lnTo>
                    <a:pt x="1773290" y="32187"/>
                  </a:lnTo>
                  <a:lnTo>
                    <a:pt x="1807431" y="30370"/>
                  </a:lnTo>
                  <a:lnTo>
                    <a:pt x="1840581" y="28606"/>
                  </a:lnTo>
                  <a:lnTo>
                    <a:pt x="1872798" y="26891"/>
                  </a:lnTo>
                  <a:lnTo>
                    <a:pt x="1904132" y="25224"/>
                  </a:lnTo>
                  <a:lnTo>
                    <a:pt x="1934630" y="23600"/>
                  </a:lnTo>
                  <a:lnTo>
                    <a:pt x="1964336" y="22019"/>
                  </a:lnTo>
                  <a:lnTo>
                    <a:pt x="1993290" y="20479"/>
                  </a:lnTo>
                  <a:lnTo>
                    <a:pt x="2021529" y="18976"/>
                  </a:lnTo>
                  <a:lnTo>
                    <a:pt x="2049088" y="17509"/>
                  </a:lnTo>
                  <a:lnTo>
                    <a:pt x="2075997" y="16077"/>
                  </a:lnTo>
                  <a:lnTo>
                    <a:pt x="2102289" y="14678"/>
                  </a:lnTo>
                  <a:lnTo>
                    <a:pt x="2127989" y="13310"/>
                  </a:lnTo>
                  <a:lnTo>
                    <a:pt x="2153125" y="11972"/>
                  </a:lnTo>
                  <a:lnTo>
                    <a:pt x="2177719" y="10663"/>
                  </a:lnTo>
                  <a:lnTo>
                    <a:pt x="2201796" y="9382"/>
                  </a:lnTo>
                  <a:lnTo>
                    <a:pt x="2225377" y="8127"/>
                  </a:lnTo>
                  <a:lnTo>
                    <a:pt x="2248481" y="6897"/>
                  </a:lnTo>
                  <a:lnTo>
                    <a:pt x="2271128" y="5692"/>
                  </a:lnTo>
                  <a:lnTo>
                    <a:pt x="2293335" y="4510"/>
                  </a:lnTo>
                  <a:lnTo>
                    <a:pt x="2315119" y="3351"/>
                  </a:lnTo>
                  <a:lnTo>
                    <a:pt x="2336495" y="2213"/>
                  </a:lnTo>
                  <a:lnTo>
                    <a:pt x="2357480" y="1096"/>
                  </a:lnTo>
                  <a:lnTo>
                    <a:pt x="2378086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377811" y="2058402"/>
              <a:ext cx="2378086" cy="242979"/>
            </a:xfrm>
            <a:custGeom>
              <a:avLst/>
              <a:pathLst>
                <a:path w="2378086" h="242979">
                  <a:moveTo>
                    <a:pt x="0" y="242979"/>
                  </a:moveTo>
                  <a:lnTo>
                    <a:pt x="152708" y="227376"/>
                  </a:lnTo>
                  <a:lnTo>
                    <a:pt x="287407" y="213614"/>
                  </a:lnTo>
                  <a:lnTo>
                    <a:pt x="407899" y="201302"/>
                  </a:lnTo>
                  <a:lnTo>
                    <a:pt x="516898" y="190165"/>
                  </a:lnTo>
                  <a:lnTo>
                    <a:pt x="616406" y="179998"/>
                  </a:lnTo>
                  <a:lnTo>
                    <a:pt x="707944" y="170645"/>
                  </a:lnTo>
                  <a:lnTo>
                    <a:pt x="792695" y="161986"/>
                  </a:lnTo>
                  <a:lnTo>
                    <a:pt x="871596" y="153924"/>
                  </a:lnTo>
                  <a:lnTo>
                    <a:pt x="945404" y="146383"/>
                  </a:lnTo>
                  <a:lnTo>
                    <a:pt x="1014735" y="139299"/>
                  </a:lnTo>
                  <a:lnTo>
                    <a:pt x="1080103" y="132620"/>
                  </a:lnTo>
                  <a:lnTo>
                    <a:pt x="1141935" y="126303"/>
                  </a:lnTo>
                  <a:lnTo>
                    <a:pt x="1200595" y="120309"/>
                  </a:lnTo>
                  <a:lnTo>
                    <a:pt x="1256392" y="114608"/>
                  </a:lnTo>
                  <a:lnTo>
                    <a:pt x="1309593" y="109172"/>
                  </a:lnTo>
                  <a:lnTo>
                    <a:pt x="1360429" y="103978"/>
                  </a:lnTo>
                  <a:lnTo>
                    <a:pt x="1409101" y="99005"/>
                  </a:lnTo>
                  <a:lnTo>
                    <a:pt x="1455786" y="94235"/>
                  </a:lnTo>
                  <a:lnTo>
                    <a:pt x="1500639" y="89652"/>
                  </a:lnTo>
                  <a:lnTo>
                    <a:pt x="1543800" y="85242"/>
                  </a:lnTo>
                  <a:lnTo>
                    <a:pt x="1585390" y="80993"/>
                  </a:lnTo>
                  <a:lnTo>
                    <a:pt x="1625522" y="76892"/>
                  </a:lnTo>
                  <a:lnTo>
                    <a:pt x="1664292" y="72931"/>
                  </a:lnTo>
                  <a:lnTo>
                    <a:pt x="1701791" y="69100"/>
                  </a:lnTo>
                  <a:lnTo>
                    <a:pt x="1738099" y="65390"/>
                  </a:lnTo>
                  <a:lnTo>
                    <a:pt x="1773290" y="61794"/>
                  </a:lnTo>
                  <a:lnTo>
                    <a:pt x="1807431" y="58306"/>
                  </a:lnTo>
                  <a:lnTo>
                    <a:pt x="1840581" y="54919"/>
                  </a:lnTo>
                  <a:lnTo>
                    <a:pt x="1872798" y="51627"/>
                  </a:lnTo>
                  <a:lnTo>
                    <a:pt x="1904132" y="48425"/>
                  </a:lnTo>
                  <a:lnTo>
                    <a:pt x="1934630" y="45309"/>
                  </a:lnTo>
                  <a:lnTo>
                    <a:pt x="1964336" y="42274"/>
                  </a:lnTo>
                  <a:lnTo>
                    <a:pt x="1993290" y="39316"/>
                  </a:lnTo>
                  <a:lnTo>
                    <a:pt x="2021529" y="36431"/>
                  </a:lnTo>
                  <a:lnTo>
                    <a:pt x="2049088" y="33615"/>
                  </a:lnTo>
                  <a:lnTo>
                    <a:pt x="2075997" y="30865"/>
                  </a:lnTo>
                  <a:lnTo>
                    <a:pt x="2102289" y="28179"/>
                  </a:lnTo>
                  <a:lnTo>
                    <a:pt x="2127989" y="25553"/>
                  </a:lnTo>
                  <a:lnTo>
                    <a:pt x="2153125" y="22985"/>
                  </a:lnTo>
                  <a:lnTo>
                    <a:pt x="2177719" y="20472"/>
                  </a:lnTo>
                  <a:lnTo>
                    <a:pt x="2201796" y="18012"/>
                  </a:lnTo>
                  <a:lnTo>
                    <a:pt x="2225377" y="15602"/>
                  </a:lnTo>
                  <a:lnTo>
                    <a:pt x="2248481" y="13242"/>
                  </a:lnTo>
                  <a:lnTo>
                    <a:pt x="2271128" y="10928"/>
                  </a:lnTo>
                  <a:lnTo>
                    <a:pt x="2293335" y="8659"/>
                  </a:lnTo>
                  <a:lnTo>
                    <a:pt x="2315119" y="6433"/>
                  </a:lnTo>
                  <a:lnTo>
                    <a:pt x="2336495" y="4249"/>
                  </a:lnTo>
                  <a:lnTo>
                    <a:pt x="2357480" y="2105"/>
                  </a:lnTo>
                  <a:lnTo>
                    <a:pt x="2378086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377811" y="1906628"/>
              <a:ext cx="2378086" cy="67265"/>
            </a:xfrm>
            <a:custGeom>
              <a:avLst/>
              <a:pathLst>
                <a:path w="2378086" h="67265">
                  <a:moveTo>
                    <a:pt x="0" y="0"/>
                  </a:moveTo>
                  <a:lnTo>
                    <a:pt x="152708" y="4319"/>
                  </a:lnTo>
                  <a:lnTo>
                    <a:pt x="287407" y="8129"/>
                  </a:lnTo>
                  <a:lnTo>
                    <a:pt x="407899" y="11537"/>
                  </a:lnTo>
                  <a:lnTo>
                    <a:pt x="516898" y="14620"/>
                  </a:lnTo>
                  <a:lnTo>
                    <a:pt x="616406" y="17435"/>
                  </a:lnTo>
                  <a:lnTo>
                    <a:pt x="707944" y="20024"/>
                  </a:lnTo>
                  <a:lnTo>
                    <a:pt x="792695" y="22421"/>
                  </a:lnTo>
                  <a:lnTo>
                    <a:pt x="871596" y="24653"/>
                  </a:lnTo>
                  <a:lnTo>
                    <a:pt x="945404" y="26741"/>
                  </a:lnTo>
                  <a:lnTo>
                    <a:pt x="1014735" y="28702"/>
                  </a:lnTo>
                  <a:lnTo>
                    <a:pt x="1080103" y="30551"/>
                  </a:lnTo>
                  <a:lnTo>
                    <a:pt x="1141935" y="32300"/>
                  </a:lnTo>
                  <a:lnTo>
                    <a:pt x="1200595" y="33959"/>
                  </a:lnTo>
                  <a:lnTo>
                    <a:pt x="1256392" y="35537"/>
                  </a:lnTo>
                  <a:lnTo>
                    <a:pt x="1309593" y="37042"/>
                  </a:lnTo>
                  <a:lnTo>
                    <a:pt x="1360429" y="38480"/>
                  </a:lnTo>
                  <a:lnTo>
                    <a:pt x="1409101" y="39857"/>
                  </a:lnTo>
                  <a:lnTo>
                    <a:pt x="1455786" y="41177"/>
                  </a:lnTo>
                  <a:lnTo>
                    <a:pt x="1500639" y="42446"/>
                  </a:lnTo>
                  <a:lnTo>
                    <a:pt x="1543800" y="43667"/>
                  </a:lnTo>
                  <a:lnTo>
                    <a:pt x="1585390" y="44843"/>
                  </a:lnTo>
                  <a:lnTo>
                    <a:pt x="1625522" y="45979"/>
                  </a:lnTo>
                  <a:lnTo>
                    <a:pt x="1664292" y="47075"/>
                  </a:lnTo>
                  <a:lnTo>
                    <a:pt x="1701791" y="48136"/>
                  </a:lnTo>
                  <a:lnTo>
                    <a:pt x="1738099" y="49163"/>
                  </a:lnTo>
                  <a:lnTo>
                    <a:pt x="1773290" y="50158"/>
                  </a:lnTo>
                  <a:lnTo>
                    <a:pt x="1807431" y="51124"/>
                  </a:lnTo>
                  <a:lnTo>
                    <a:pt x="1840581" y="52062"/>
                  </a:lnTo>
                  <a:lnTo>
                    <a:pt x="1872798" y="52973"/>
                  </a:lnTo>
                  <a:lnTo>
                    <a:pt x="1904132" y="53859"/>
                  </a:lnTo>
                  <a:lnTo>
                    <a:pt x="1934630" y="54722"/>
                  </a:lnTo>
                  <a:lnTo>
                    <a:pt x="1964336" y="55562"/>
                  </a:lnTo>
                  <a:lnTo>
                    <a:pt x="1993290" y="56381"/>
                  </a:lnTo>
                  <a:lnTo>
                    <a:pt x="2021529" y="57180"/>
                  </a:lnTo>
                  <a:lnTo>
                    <a:pt x="2049088" y="57959"/>
                  </a:lnTo>
                  <a:lnTo>
                    <a:pt x="2075997" y="58721"/>
                  </a:lnTo>
                  <a:lnTo>
                    <a:pt x="2102289" y="59464"/>
                  </a:lnTo>
                  <a:lnTo>
                    <a:pt x="2127989" y="60191"/>
                  </a:lnTo>
                  <a:lnTo>
                    <a:pt x="2153125" y="60902"/>
                  </a:lnTo>
                  <a:lnTo>
                    <a:pt x="2177719" y="61598"/>
                  </a:lnTo>
                  <a:lnTo>
                    <a:pt x="2201796" y="62279"/>
                  </a:lnTo>
                  <a:lnTo>
                    <a:pt x="2225377" y="62946"/>
                  </a:lnTo>
                  <a:lnTo>
                    <a:pt x="2248481" y="63599"/>
                  </a:lnTo>
                  <a:lnTo>
                    <a:pt x="2271128" y="64240"/>
                  </a:lnTo>
                  <a:lnTo>
                    <a:pt x="2293335" y="64868"/>
                  </a:lnTo>
                  <a:lnTo>
                    <a:pt x="2315119" y="65484"/>
                  </a:lnTo>
                  <a:lnTo>
                    <a:pt x="2336495" y="66089"/>
                  </a:lnTo>
                  <a:lnTo>
                    <a:pt x="2357480" y="66682"/>
                  </a:lnTo>
                  <a:lnTo>
                    <a:pt x="2378086" y="67265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377811" y="1660950"/>
              <a:ext cx="2378086" cy="596815"/>
            </a:xfrm>
            <a:custGeom>
              <a:avLst/>
              <a:pathLst>
                <a:path w="2378086" h="596815">
                  <a:moveTo>
                    <a:pt x="0" y="0"/>
                  </a:moveTo>
                  <a:lnTo>
                    <a:pt x="152708" y="38324"/>
                  </a:lnTo>
                  <a:lnTo>
                    <a:pt x="287407" y="72129"/>
                  </a:lnTo>
                  <a:lnTo>
                    <a:pt x="407899" y="102368"/>
                  </a:lnTo>
                  <a:lnTo>
                    <a:pt x="516898" y="129723"/>
                  </a:lnTo>
                  <a:lnTo>
                    <a:pt x="616406" y="154696"/>
                  </a:lnTo>
                  <a:lnTo>
                    <a:pt x="707944" y="177669"/>
                  </a:lnTo>
                  <a:lnTo>
                    <a:pt x="792695" y="198938"/>
                  </a:lnTo>
                  <a:lnTo>
                    <a:pt x="871596" y="218740"/>
                  </a:lnTo>
                  <a:lnTo>
                    <a:pt x="945404" y="237263"/>
                  </a:lnTo>
                  <a:lnTo>
                    <a:pt x="1014735" y="254662"/>
                  </a:lnTo>
                  <a:lnTo>
                    <a:pt x="1080103" y="271067"/>
                  </a:lnTo>
                  <a:lnTo>
                    <a:pt x="1141935" y="286585"/>
                  </a:lnTo>
                  <a:lnTo>
                    <a:pt x="1200595" y="301307"/>
                  </a:lnTo>
                  <a:lnTo>
                    <a:pt x="1256392" y="315310"/>
                  </a:lnTo>
                  <a:lnTo>
                    <a:pt x="1309593" y="328661"/>
                  </a:lnTo>
                  <a:lnTo>
                    <a:pt x="1360429" y="341419"/>
                  </a:lnTo>
                  <a:lnTo>
                    <a:pt x="1409101" y="353634"/>
                  </a:lnTo>
                  <a:lnTo>
                    <a:pt x="1455786" y="365350"/>
                  </a:lnTo>
                  <a:lnTo>
                    <a:pt x="1500639" y="376607"/>
                  </a:lnTo>
                  <a:lnTo>
                    <a:pt x="1543800" y="387439"/>
                  </a:lnTo>
                  <a:lnTo>
                    <a:pt x="1585390" y="397877"/>
                  </a:lnTo>
                  <a:lnTo>
                    <a:pt x="1625522" y="407948"/>
                  </a:lnTo>
                  <a:lnTo>
                    <a:pt x="1664292" y="417678"/>
                  </a:lnTo>
                  <a:lnTo>
                    <a:pt x="1701791" y="427089"/>
                  </a:lnTo>
                  <a:lnTo>
                    <a:pt x="1738099" y="436201"/>
                  </a:lnTo>
                  <a:lnTo>
                    <a:pt x="1773290" y="445033"/>
                  </a:lnTo>
                  <a:lnTo>
                    <a:pt x="1807431" y="453601"/>
                  </a:lnTo>
                  <a:lnTo>
                    <a:pt x="1840581" y="461921"/>
                  </a:lnTo>
                  <a:lnTo>
                    <a:pt x="1872798" y="470006"/>
                  </a:lnTo>
                  <a:lnTo>
                    <a:pt x="1904132" y="477870"/>
                  </a:lnTo>
                  <a:lnTo>
                    <a:pt x="1934630" y="485524"/>
                  </a:lnTo>
                  <a:lnTo>
                    <a:pt x="1964336" y="492979"/>
                  </a:lnTo>
                  <a:lnTo>
                    <a:pt x="1993290" y="500245"/>
                  </a:lnTo>
                  <a:lnTo>
                    <a:pt x="2021529" y="507332"/>
                  </a:lnTo>
                  <a:lnTo>
                    <a:pt x="2049088" y="514248"/>
                  </a:lnTo>
                  <a:lnTo>
                    <a:pt x="2075997" y="521002"/>
                  </a:lnTo>
                  <a:lnTo>
                    <a:pt x="2102289" y="527600"/>
                  </a:lnTo>
                  <a:lnTo>
                    <a:pt x="2127989" y="534050"/>
                  </a:lnTo>
                  <a:lnTo>
                    <a:pt x="2153125" y="540358"/>
                  </a:lnTo>
                  <a:lnTo>
                    <a:pt x="2177719" y="546530"/>
                  </a:lnTo>
                  <a:lnTo>
                    <a:pt x="2201796" y="552573"/>
                  </a:lnTo>
                  <a:lnTo>
                    <a:pt x="2225377" y="558491"/>
                  </a:lnTo>
                  <a:lnTo>
                    <a:pt x="2248481" y="564289"/>
                  </a:lnTo>
                  <a:lnTo>
                    <a:pt x="2271128" y="569973"/>
                  </a:lnTo>
                  <a:lnTo>
                    <a:pt x="2293335" y="575546"/>
                  </a:lnTo>
                  <a:lnTo>
                    <a:pt x="2315119" y="581013"/>
                  </a:lnTo>
                  <a:lnTo>
                    <a:pt x="2336495" y="586377"/>
                  </a:lnTo>
                  <a:lnTo>
                    <a:pt x="2357480" y="591644"/>
                  </a:lnTo>
                  <a:lnTo>
                    <a:pt x="2378086" y="596815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377811" y="2453591"/>
              <a:ext cx="2378086" cy="56265"/>
            </a:xfrm>
            <a:custGeom>
              <a:avLst/>
              <a:pathLst>
                <a:path w="2378086" h="56265">
                  <a:moveTo>
                    <a:pt x="0" y="0"/>
                  </a:moveTo>
                  <a:lnTo>
                    <a:pt x="152708" y="3613"/>
                  </a:lnTo>
                  <a:lnTo>
                    <a:pt x="287407" y="6800"/>
                  </a:lnTo>
                  <a:lnTo>
                    <a:pt x="407899" y="9650"/>
                  </a:lnTo>
                  <a:lnTo>
                    <a:pt x="516898" y="12229"/>
                  </a:lnTo>
                  <a:lnTo>
                    <a:pt x="616406" y="14584"/>
                  </a:lnTo>
                  <a:lnTo>
                    <a:pt x="707944" y="16749"/>
                  </a:lnTo>
                  <a:lnTo>
                    <a:pt x="792695" y="18755"/>
                  </a:lnTo>
                  <a:lnTo>
                    <a:pt x="871596" y="20622"/>
                  </a:lnTo>
                  <a:lnTo>
                    <a:pt x="945404" y="22368"/>
                  </a:lnTo>
                  <a:lnTo>
                    <a:pt x="1014735" y="24008"/>
                  </a:lnTo>
                  <a:lnTo>
                    <a:pt x="1080103" y="25555"/>
                  </a:lnTo>
                  <a:lnTo>
                    <a:pt x="1141935" y="27018"/>
                  </a:lnTo>
                  <a:lnTo>
                    <a:pt x="1200595" y="28406"/>
                  </a:lnTo>
                  <a:lnTo>
                    <a:pt x="1256392" y="29726"/>
                  </a:lnTo>
                  <a:lnTo>
                    <a:pt x="1309593" y="30985"/>
                  </a:lnTo>
                  <a:lnTo>
                    <a:pt x="1360429" y="32187"/>
                  </a:lnTo>
                  <a:lnTo>
                    <a:pt x="1409101" y="33339"/>
                  </a:lnTo>
                  <a:lnTo>
                    <a:pt x="1455786" y="34443"/>
                  </a:lnTo>
                  <a:lnTo>
                    <a:pt x="1500639" y="35505"/>
                  </a:lnTo>
                  <a:lnTo>
                    <a:pt x="1543800" y="36526"/>
                  </a:lnTo>
                  <a:lnTo>
                    <a:pt x="1585390" y="37510"/>
                  </a:lnTo>
                  <a:lnTo>
                    <a:pt x="1625522" y="38459"/>
                  </a:lnTo>
                  <a:lnTo>
                    <a:pt x="1664292" y="39377"/>
                  </a:lnTo>
                  <a:lnTo>
                    <a:pt x="1701791" y="40264"/>
                  </a:lnTo>
                  <a:lnTo>
                    <a:pt x="1738099" y="41123"/>
                  </a:lnTo>
                  <a:lnTo>
                    <a:pt x="1773290" y="41956"/>
                  </a:lnTo>
                  <a:lnTo>
                    <a:pt x="1807431" y="42763"/>
                  </a:lnTo>
                  <a:lnTo>
                    <a:pt x="1840581" y="43548"/>
                  </a:lnTo>
                  <a:lnTo>
                    <a:pt x="1872798" y="44310"/>
                  </a:lnTo>
                  <a:lnTo>
                    <a:pt x="1904132" y="45051"/>
                  </a:lnTo>
                  <a:lnTo>
                    <a:pt x="1934630" y="45773"/>
                  </a:lnTo>
                  <a:lnTo>
                    <a:pt x="1964336" y="46476"/>
                  </a:lnTo>
                  <a:lnTo>
                    <a:pt x="1993290" y="47161"/>
                  </a:lnTo>
                  <a:lnTo>
                    <a:pt x="2021529" y="47829"/>
                  </a:lnTo>
                  <a:lnTo>
                    <a:pt x="2049088" y="48481"/>
                  </a:lnTo>
                  <a:lnTo>
                    <a:pt x="2075997" y="49118"/>
                  </a:lnTo>
                  <a:lnTo>
                    <a:pt x="2102289" y="49740"/>
                  </a:lnTo>
                  <a:lnTo>
                    <a:pt x="2127989" y="50348"/>
                  </a:lnTo>
                  <a:lnTo>
                    <a:pt x="2153125" y="50943"/>
                  </a:lnTo>
                  <a:lnTo>
                    <a:pt x="2177719" y="51524"/>
                  </a:lnTo>
                  <a:lnTo>
                    <a:pt x="2201796" y="52094"/>
                  </a:lnTo>
                  <a:lnTo>
                    <a:pt x="2225377" y="52652"/>
                  </a:lnTo>
                  <a:lnTo>
                    <a:pt x="2248481" y="53199"/>
                  </a:lnTo>
                  <a:lnTo>
                    <a:pt x="2271128" y="53735"/>
                  </a:lnTo>
                  <a:lnTo>
                    <a:pt x="2293335" y="54260"/>
                  </a:lnTo>
                  <a:lnTo>
                    <a:pt x="2315119" y="54775"/>
                  </a:lnTo>
                  <a:lnTo>
                    <a:pt x="2336495" y="55281"/>
                  </a:lnTo>
                  <a:lnTo>
                    <a:pt x="2357480" y="55778"/>
                  </a:lnTo>
                  <a:lnTo>
                    <a:pt x="2378086" y="56265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377811" y="2219507"/>
              <a:ext cx="2378086" cy="45010"/>
            </a:xfrm>
            <a:custGeom>
              <a:avLst/>
              <a:pathLst>
                <a:path w="2378086" h="45010">
                  <a:moveTo>
                    <a:pt x="0" y="45010"/>
                  </a:moveTo>
                  <a:lnTo>
                    <a:pt x="152708" y="42120"/>
                  </a:lnTo>
                  <a:lnTo>
                    <a:pt x="287407" y="39570"/>
                  </a:lnTo>
                  <a:lnTo>
                    <a:pt x="407899" y="37290"/>
                  </a:lnTo>
                  <a:lnTo>
                    <a:pt x="516898" y="35227"/>
                  </a:lnTo>
                  <a:lnTo>
                    <a:pt x="616406" y="33343"/>
                  </a:lnTo>
                  <a:lnTo>
                    <a:pt x="707944" y="31611"/>
                  </a:lnTo>
                  <a:lnTo>
                    <a:pt x="792695" y="30007"/>
                  </a:lnTo>
                  <a:lnTo>
                    <a:pt x="871596" y="28513"/>
                  </a:lnTo>
                  <a:lnTo>
                    <a:pt x="945404" y="27116"/>
                  </a:lnTo>
                  <a:lnTo>
                    <a:pt x="1014735" y="25804"/>
                  </a:lnTo>
                  <a:lnTo>
                    <a:pt x="1080103" y="24567"/>
                  </a:lnTo>
                  <a:lnTo>
                    <a:pt x="1141935" y="23396"/>
                  </a:lnTo>
                  <a:lnTo>
                    <a:pt x="1200595" y="22286"/>
                  </a:lnTo>
                  <a:lnTo>
                    <a:pt x="1256392" y="21230"/>
                  </a:lnTo>
                  <a:lnTo>
                    <a:pt x="1309593" y="20223"/>
                  </a:lnTo>
                  <a:lnTo>
                    <a:pt x="1360429" y="19261"/>
                  </a:lnTo>
                  <a:lnTo>
                    <a:pt x="1409101" y="18340"/>
                  </a:lnTo>
                  <a:lnTo>
                    <a:pt x="1455786" y="17456"/>
                  </a:lnTo>
                  <a:lnTo>
                    <a:pt x="1500639" y="16607"/>
                  </a:lnTo>
                  <a:lnTo>
                    <a:pt x="1543800" y="15790"/>
                  </a:lnTo>
                  <a:lnTo>
                    <a:pt x="1585390" y="15003"/>
                  </a:lnTo>
                  <a:lnTo>
                    <a:pt x="1625522" y="14243"/>
                  </a:lnTo>
                  <a:lnTo>
                    <a:pt x="1664292" y="13510"/>
                  </a:lnTo>
                  <a:lnTo>
                    <a:pt x="1701791" y="12800"/>
                  </a:lnTo>
                  <a:lnTo>
                    <a:pt x="1738099" y="12113"/>
                  </a:lnTo>
                  <a:lnTo>
                    <a:pt x="1773290" y="11447"/>
                  </a:lnTo>
                  <a:lnTo>
                    <a:pt x="1807431" y="10800"/>
                  </a:lnTo>
                  <a:lnTo>
                    <a:pt x="1840581" y="10173"/>
                  </a:lnTo>
                  <a:lnTo>
                    <a:pt x="1872798" y="9563"/>
                  </a:lnTo>
                  <a:lnTo>
                    <a:pt x="1904132" y="8970"/>
                  </a:lnTo>
                  <a:lnTo>
                    <a:pt x="1934630" y="8393"/>
                  </a:lnTo>
                  <a:lnTo>
                    <a:pt x="1964336" y="7831"/>
                  </a:lnTo>
                  <a:lnTo>
                    <a:pt x="1993290" y="7283"/>
                  </a:lnTo>
                  <a:lnTo>
                    <a:pt x="2021529" y="6748"/>
                  </a:lnTo>
                  <a:lnTo>
                    <a:pt x="2049088" y="6227"/>
                  </a:lnTo>
                  <a:lnTo>
                    <a:pt x="2075997" y="5717"/>
                  </a:lnTo>
                  <a:lnTo>
                    <a:pt x="2102289" y="5220"/>
                  </a:lnTo>
                  <a:lnTo>
                    <a:pt x="2127989" y="4733"/>
                  </a:lnTo>
                  <a:lnTo>
                    <a:pt x="2153125" y="4257"/>
                  </a:lnTo>
                  <a:lnTo>
                    <a:pt x="2177719" y="3792"/>
                  </a:lnTo>
                  <a:lnTo>
                    <a:pt x="2201796" y="3336"/>
                  </a:lnTo>
                  <a:lnTo>
                    <a:pt x="2225377" y="2890"/>
                  </a:lnTo>
                  <a:lnTo>
                    <a:pt x="2248481" y="2453"/>
                  </a:lnTo>
                  <a:lnTo>
                    <a:pt x="2271128" y="2024"/>
                  </a:lnTo>
                  <a:lnTo>
                    <a:pt x="2293335" y="1604"/>
                  </a:lnTo>
                  <a:lnTo>
                    <a:pt x="2315119" y="1191"/>
                  </a:lnTo>
                  <a:lnTo>
                    <a:pt x="2336495" y="787"/>
                  </a:lnTo>
                  <a:lnTo>
                    <a:pt x="2357480" y="390"/>
                  </a:lnTo>
                  <a:lnTo>
                    <a:pt x="237808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377811" y="2123353"/>
              <a:ext cx="2378086" cy="70653"/>
            </a:xfrm>
            <a:custGeom>
              <a:avLst/>
              <a:pathLst>
                <a:path w="2378086" h="70653">
                  <a:moveTo>
                    <a:pt x="0" y="0"/>
                  </a:moveTo>
                  <a:lnTo>
                    <a:pt x="152708" y="4536"/>
                  </a:lnTo>
                  <a:lnTo>
                    <a:pt x="287407" y="8538"/>
                  </a:lnTo>
                  <a:lnTo>
                    <a:pt x="407899" y="12118"/>
                  </a:lnTo>
                  <a:lnTo>
                    <a:pt x="516898" y="15357"/>
                  </a:lnTo>
                  <a:lnTo>
                    <a:pt x="616406" y="18313"/>
                  </a:lnTo>
                  <a:lnTo>
                    <a:pt x="707944" y="21033"/>
                  </a:lnTo>
                  <a:lnTo>
                    <a:pt x="792695" y="23551"/>
                  </a:lnTo>
                  <a:lnTo>
                    <a:pt x="871596" y="25895"/>
                  </a:lnTo>
                  <a:lnTo>
                    <a:pt x="945404" y="28087"/>
                  </a:lnTo>
                  <a:lnTo>
                    <a:pt x="1014735" y="30147"/>
                  </a:lnTo>
                  <a:lnTo>
                    <a:pt x="1080103" y="32089"/>
                  </a:lnTo>
                  <a:lnTo>
                    <a:pt x="1141935" y="33926"/>
                  </a:lnTo>
                  <a:lnTo>
                    <a:pt x="1200595" y="35669"/>
                  </a:lnTo>
                  <a:lnTo>
                    <a:pt x="1256392" y="37327"/>
                  </a:lnTo>
                  <a:lnTo>
                    <a:pt x="1309593" y="38908"/>
                  </a:lnTo>
                  <a:lnTo>
                    <a:pt x="1360429" y="40418"/>
                  </a:lnTo>
                  <a:lnTo>
                    <a:pt x="1409101" y="41864"/>
                  </a:lnTo>
                  <a:lnTo>
                    <a:pt x="1455786" y="43251"/>
                  </a:lnTo>
                  <a:lnTo>
                    <a:pt x="1500639" y="44584"/>
                  </a:lnTo>
                  <a:lnTo>
                    <a:pt x="1543800" y="45866"/>
                  </a:lnTo>
                  <a:lnTo>
                    <a:pt x="1585390" y="47102"/>
                  </a:lnTo>
                  <a:lnTo>
                    <a:pt x="1625522" y="48294"/>
                  </a:lnTo>
                  <a:lnTo>
                    <a:pt x="1664292" y="49446"/>
                  </a:lnTo>
                  <a:lnTo>
                    <a:pt x="1701791" y="50560"/>
                  </a:lnTo>
                  <a:lnTo>
                    <a:pt x="1738099" y="51638"/>
                  </a:lnTo>
                  <a:lnTo>
                    <a:pt x="1773290" y="52684"/>
                  </a:lnTo>
                  <a:lnTo>
                    <a:pt x="1807431" y="53698"/>
                  </a:lnTo>
                  <a:lnTo>
                    <a:pt x="1840581" y="54683"/>
                  </a:lnTo>
                  <a:lnTo>
                    <a:pt x="1872798" y="55640"/>
                  </a:lnTo>
                  <a:lnTo>
                    <a:pt x="1904132" y="56571"/>
                  </a:lnTo>
                  <a:lnTo>
                    <a:pt x="1934630" y="57477"/>
                  </a:lnTo>
                  <a:lnTo>
                    <a:pt x="1964336" y="58360"/>
                  </a:lnTo>
                  <a:lnTo>
                    <a:pt x="1993290" y="59220"/>
                  </a:lnTo>
                  <a:lnTo>
                    <a:pt x="2021529" y="60059"/>
                  </a:lnTo>
                  <a:lnTo>
                    <a:pt x="2049088" y="60878"/>
                  </a:lnTo>
                  <a:lnTo>
                    <a:pt x="2075997" y="61677"/>
                  </a:lnTo>
                  <a:lnTo>
                    <a:pt x="2102289" y="62459"/>
                  </a:lnTo>
                  <a:lnTo>
                    <a:pt x="2127989" y="63222"/>
                  </a:lnTo>
                  <a:lnTo>
                    <a:pt x="2153125" y="63969"/>
                  </a:lnTo>
                  <a:lnTo>
                    <a:pt x="2177719" y="64700"/>
                  </a:lnTo>
                  <a:lnTo>
                    <a:pt x="2201796" y="65415"/>
                  </a:lnTo>
                  <a:lnTo>
                    <a:pt x="2225377" y="66116"/>
                  </a:lnTo>
                  <a:lnTo>
                    <a:pt x="2248481" y="66802"/>
                  </a:lnTo>
                  <a:lnTo>
                    <a:pt x="2271128" y="67475"/>
                  </a:lnTo>
                  <a:lnTo>
                    <a:pt x="2293335" y="68135"/>
                  </a:lnTo>
                  <a:lnTo>
                    <a:pt x="2315119" y="68782"/>
                  </a:lnTo>
                  <a:lnTo>
                    <a:pt x="2336495" y="69417"/>
                  </a:lnTo>
                  <a:lnTo>
                    <a:pt x="2357480" y="70040"/>
                  </a:lnTo>
                  <a:lnTo>
                    <a:pt x="2378086" y="70653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3"/>
            <p:cNvSpPr/>
            <p:nvPr/>
          </p:nvSpPr>
          <p:spPr>
            <a:xfrm>
              <a:off x="4204347" y="1185068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204347" y="1185068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172716" y="239956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4172716" y="190145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4172716" y="140335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4204347" y="2692600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377811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5170507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5963202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6755897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tx203"/>
            <p:cNvSpPr/>
            <p:nvPr/>
          </p:nvSpPr>
          <p:spPr>
            <a:xfrm>
              <a:off x="4204347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42663" y="2994900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445146" y="426225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510572" y="41005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438219" y="433579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04766" y="418942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444326" y="422166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99028" y="408119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99285" y="372553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89141" y="419056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58815" y="414205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475379" y="408333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283009" y="43420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255337" y="439786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319450" y="313126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319114" y="42575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299643" y="428324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77525" y="410884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47463" y="42839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96199" y="428864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22257" y="362583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30749" y="37757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87453" y="401261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64926" y="410281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52319" y="39376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09847" y="41691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232361" y="419613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55263" y="405527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213040" y="346934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23053" y="374069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114717" y="404218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3034266" y="392541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3016530" y="438289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15584" y="437459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92278" y="415404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52024" y="438912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57594" y="335814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098259" y="44054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106027" y="386599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21428" y="315975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21961" y="303494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114408" y="384883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106995" y="370247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31770" y="365496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78957" y="369553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123230" y="43029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89938" y="364069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78388" y="410034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127909" y="412390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045412" y="390200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42248" y="388881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918975" y="400509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882323" y="392512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38715" y="424316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833162" y="364340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38947" y="402819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33746" y="415734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816292" y="382940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41075" y="375477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34019" y="343299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23782" y="346184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864306" y="343737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49907" y="355640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58753" y="38393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824126" y="386919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904529" y="375757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868363" y="371163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89724" y="369743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59348" y="349266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32734" y="362535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900555" y="367570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77652" y="34589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903253" y="37126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50093" y="351708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l277"/>
            <p:cNvSpPr/>
            <p:nvPr/>
          </p:nvSpPr>
          <p:spPr>
            <a:xfrm>
              <a:off x="1496403" y="3835142"/>
              <a:ext cx="2404407" cy="545649"/>
            </a:xfrm>
            <a:custGeom>
              <a:avLst/>
              <a:pathLst>
                <a:path w="2404407" h="545649">
                  <a:moveTo>
                    <a:pt x="0" y="545649"/>
                  </a:moveTo>
                  <a:lnTo>
                    <a:pt x="154399" y="510611"/>
                  </a:lnTo>
                  <a:lnTo>
                    <a:pt x="290588" y="479704"/>
                  </a:lnTo>
                  <a:lnTo>
                    <a:pt x="412414" y="452057"/>
                  </a:lnTo>
                  <a:lnTo>
                    <a:pt x="522619" y="427048"/>
                  </a:lnTo>
                  <a:lnTo>
                    <a:pt x="623228" y="404216"/>
                  </a:lnTo>
                  <a:lnTo>
                    <a:pt x="715779" y="383212"/>
                  </a:lnTo>
                  <a:lnTo>
                    <a:pt x="801469" y="363766"/>
                  </a:lnTo>
                  <a:lnTo>
                    <a:pt x="881243" y="345662"/>
                  </a:lnTo>
                  <a:lnTo>
                    <a:pt x="955868" y="328727"/>
                  </a:lnTo>
                  <a:lnTo>
                    <a:pt x="1025967" y="312819"/>
                  </a:lnTo>
                  <a:lnTo>
                    <a:pt x="1092057" y="297821"/>
                  </a:lnTo>
                  <a:lnTo>
                    <a:pt x="1154574" y="283633"/>
                  </a:lnTo>
                  <a:lnTo>
                    <a:pt x="1213883" y="270174"/>
                  </a:lnTo>
                  <a:lnTo>
                    <a:pt x="1270298" y="257371"/>
                  </a:lnTo>
                  <a:lnTo>
                    <a:pt x="1324088" y="245164"/>
                  </a:lnTo>
                  <a:lnTo>
                    <a:pt x="1375487" y="233500"/>
                  </a:lnTo>
                  <a:lnTo>
                    <a:pt x="1424697" y="222332"/>
                  </a:lnTo>
                  <a:lnTo>
                    <a:pt x="1471899" y="211621"/>
                  </a:lnTo>
                  <a:lnTo>
                    <a:pt x="1517249" y="201329"/>
                  </a:lnTo>
                  <a:lnTo>
                    <a:pt x="1560887" y="191426"/>
                  </a:lnTo>
                  <a:lnTo>
                    <a:pt x="1602938" y="181883"/>
                  </a:lnTo>
                  <a:lnTo>
                    <a:pt x="1643513" y="172675"/>
                  </a:lnTo>
                  <a:lnTo>
                    <a:pt x="1682713" y="163779"/>
                  </a:lnTo>
                  <a:lnTo>
                    <a:pt x="1720627" y="155175"/>
                  </a:lnTo>
                  <a:lnTo>
                    <a:pt x="1757337" y="146844"/>
                  </a:lnTo>
                  <a:lnTo>
                    <a:pt x="1792917" y="138769"/>
                  </a:lnTo>
                  <a:lnTo>
                    <a:pt x="1827436" y="130936"/>
                  </a:lnTo>
                  <a:lnTo>
                    <a:pt x="1860953" y="123329"/>
                  </a:lnTo>
                  <a:lnTo>
                    <a:pt x="1893527" y="115937"/>
                  </a:lnTo>
                  <a:lnTo>
                    <a:pt x="1925207" y="108748"/>
                  </a:lnTo>
                  <a:lnTo>
                    <a:pt x="1956043" y="101750"/>
                  </a:lnTo>
                  <a:lnTo>
                    <a:pt x="1986078" y="94934"/>
                  </a:lnTo>
                  <a:lnTo>
                    <a:pt x="2015352" y="88291"/>
                  </a:lnTo>
                  <a:lnTo>
                    <a:pt x="2043904" y="81811"/>
                  </a:lnTo>
                  <a:lnTo>
                    <a:pt x="2071767" y="75488"/>
                  </a:lnTo>
                  <a:lnTo>
                    <a:pt x="2098975" y="69313"/>
                  </a:lnTo>
                  <a:lnTo>
                    <a:pt x="2125557" y="63281"/>
                  </a:lnTo>
                  <a:lnTo>
                    <a:pt x="2151542" y="57384"/>
                  </a:lnTo>
                  <a:lnTo>
                    <a:pt x="2176956" y="51617"/>
                  </a:lnTo>
                  <a:lnTo>
                    <a:pt x="2201823" y="45973"/>
                  </a:lnTo>
                  <a:lnTo>
                    <a:pt x="2226166" y="40449"/>
                  </a:lnTo>
                  <a:lnTo>
                    <a:pt x="2250008" y="35038"/>
                  </a:lnTo>
                  <a:lnTo>
                    <a:pt x="2273368" y="29737"/>
                  </a:lnTo>
                  <a:lnTo>
                    <a:pt x="2296265" y="24541"/>
                  </a:lnTo>
                  <a:lnTo>
                    <a:pt x="2318718" y="19446"/>
                  </a:lnTo>
                  <a:lnTo>
                    <a:pt x="2340743" y="14447"/>
                  </a:lnTo>
                  <a:lnTo>
                    <a:pt x="2362356" y="9542"/>
                  </a:lnTo>
                  <a:lnTo>
                    <a:pt x="2383573" y="4728"/>
                  </a:lnTo>
                  <a:lnTo>
                    <a:pt x="2404407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496403" y="3728062"/>
              <a:ext cx="2404407" cy="526877"/>
            </a:xfrm>
            <a:custGeom>
              <a:avLst/>
              <a:pathLst>
                <a:path w="2404407" h="526877">
                  <a:moveTo>
                    <a:pt x="0" y="526877"/>
                  </a:moveTo>
                  <a:lnTo>
                    <a:pt x="154399" y="493043"/>
                  </a:lnTo>
                  <a:lnTo>
                    <a:pt x="290588" y="463200"/>
                  </a:lnTo>
                  <a:lnTo>
                    <a:pt x="412414" y="436504"/>
                  </a:lnTo>
                  <a:lnTo>
                    <a:pt x="522619" y="412355"/>
                  </a:lnTo>
                  <a:lnTo>
                    <a:pt x="623228" y="390309"/>
                  </a:lnTo>
                  <a:lnTo>
                    <a:pt x="715779" y="370028"/>
                  </a:lnTo>
                  <a:lnTo>
                    <a:pt x="801469" y="351251"/>
                  </a:lnTo>
                  <a:lnTo>
                    <a:pt x="881243" y="333770"/>
                  </a:lnTo>
                  <a:lnTo>
                    <a:pt x="955868" y="317417"/>
                  </a:lnTo>
                  <a:lnTo>
                    <a:pt x="1025967" y="302057"/>
                  </a:lnTo>
                  <a:lnTo>
                    <a:pt x="1092057" y="287574"/>
                  </a:lnTo>
                  <a:lnTo>
                    <a:pt x="1154574" y="273875"/>
                  </a:lnTo>
                  <a:lnTo>
                    <a:pt x="1213883" y="260879"/>
                  </a:lnTo>
                  <a:lnTo>
                    <a:pt x="1270298" y="248516"/>
                  </a:lnTo>
                  <a:lnTo>
                    <a:pt x="1324088" y="236729"/>
                  </a:lnTo>
                  <a:lnTo>
                    <a:pt x="1375487" y="225467"/>
                  </a:lnTo>
                  <a:lnTo>
                    <a:pt x="1424697" y="214683"/>
                  </a:lnTo>
                  <a:lnTo>
                    <a:pt x="1471899" y="204340"/>
                  </a:lnTo>
                  <a:lnTo>
                    <a:pt x="1517249" y="194402"/>
                  </a:lnTo>
                  <a:lnTo>
                    <a:pt x="1560887" y="184840"/>
                  </a:lnTo>
                  <a:lnTo>
                    <a:pt x="1602938" y="175625"/>
                  </a:lnTo>
                  <a:lnTo>
                    <a:pt x="1643513" y="166734"/>
                  </a:lnTo>
                  <a:lnTo>
                    <a:pt x="1682713" y="158144"/>
                  </a:lnTo>
                  <a:lnTo>
                    <a:pt x="1720627" y="149836"/>
                  </a:lnTo>
                  <a:lnTo>
                    <a:pt x="1757337" y="141792"/>
                  </a:lnTo>
                  <a:lnTo>
                    <a:pt x="1792917" y="133995"/>
                  </a:lnTo>
                  <a:lnTo>
                    <a:pt x="1827436" y="126431"/>
                  </a:lnTo>
                  <a:lnTo>
                    <a:pt x="1860953" y="119086"/>
                  </a:lnTo>
                  <a:lnTo>
                    <a:pt x="1893527" y="111949"/>
                  </a:lnTo>
                  <a:lnTo>
                    <a:pt x="1925207" y="105006"/>
                  </a:lnTo>
                  <a:lnTo>
                    <a:pt x="1956043" y="98249"/>
                  </a:lnTo>
                  <a:lnTo>
                    <a:pt x="1986078" y="91668"/>
                  </a:lnTo>
                  <a:lnTo>
                    <a:pt x="2015352" y="85253"/>
                  </a:lnTo>
                  <a:lnTo>
                    <a:pt x="2043904" y="78996"/>
                  </a:lnTo>
                  <a:lnTo>
                    <a:pt x="2071767" y="72891"/>
                  </a:lnTo>
                  <a:lnTo>
                    <a:pt x="2098975" y="66929"/>
                  </a:lnTo>
                  <a:lnTo>
                    <a:pt x="2125557" y="61104"/>
                  </a:lnTo>
                  <a:lnTo>
                    <a:pt x="2151542" y="55410"/>
                  </a:lnTo>
                  <a:lnTo>
                    <a:pt x="2176956" y="49841"/>
                  </a:lnTo>
                  <a:lnTo>
                    <a:pt x="2201823" y="44392"/>
                  </a:lnTo>
                  <a:lnTo>
                    <a:pt x="2226166" y="39057"/>
                  </a:lnTo>
                  <a:lnTo>
                    <a:pt x="2250008" y="33833"/>
                  </a:lnTo>
                  <a:lnTo>
                    <a:pt x="2273368" y="28714"/>
                  </a:lnTo>
                  <a:lnTo>
                    <a:pt x="2296265" y="23697"/>
                  </a:lnTo>
                  <a:lnTo>
                    <a:pt x="2318718" y="18777"/>
                  </a:lnTo>
                  <a:lnTo>
                    <a:pt x="2340743" y="13950"/>
                  </a:lnTo>
                  <a:lnTo>
                    <a:pt x="2362356" y="9214"/>
                  </a:lnTo>
                  <a:lnTo>
                    <a:pt x="2383573" y="4565"/>
                  </a:lnTo>
                  <a:lnTo>
                    <a:pt x="2404407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496403" y="3944304"/>
              <a:ext cx="2404407" cy="414124"/>
            </a:xfrm>
            <a:custGeom>
              <a:avLst/>
              <a:pathLst>
                <a:path w="2404407" h="414124">
                  <a:moveTo>
                    <a:pt x="0" y="414124"/>
                  </a:moveTo>
                  <a:lnTo>
                    <a:pt x="154399" y="387531"/>
                  </a:lnTo>
                  <a:lnTo>
                    <a:pt x="290588" y="364074"/>
                  </a:lnTo>
                  <a:lnTo>
                    <a:pt x="412414" y="343091"/>
                  </a:lnTo>
                  <a:lnTo>
                    <a:pt x="522619" y="324110"/>
                  </a:lnTo>
                  <a:lnTo>
                    <a:pt x="623228" y="306782"/>
                  </a:lnTo>
                  <a:lnTo>
                    <a:pt x="715779" y="290841"/>
                  </a:lnTo>
                  <a:lnTo>
                    <a:pt x="801469" y="276082"/>
                  </a:lnTo>
                  <a:lnTo>
                    <a:pt x="881243" y="262342"/>
                  </a:lnTo>
                  <a:lnTo>
                    <a:pt x="955868" y="249489"/>
                  </a:lnTo>
                  <a:lnTo>
                    <a:pt x="1025967" y="237416"/>
                  </a:lnTo>
                  <a:lnTo>
                    <a:pt x="1092057" y="226033"/>
                  </a:lnTo>
                  <a:lnTo>
                    <a:pt x="1154574" y="215265"/>
                  </a:lnTo>
                  <a:lnTo>
                    <a:pt x="1213883" y="205050"/>
                  </a:lnTo>
                  <a:lnTo>
                    <a:pt x="1270298" y="195333"/>
                  </a:lnTo>
                  <a:lnTo>
                    <a:pt x="1324088" y="186069"/>
                  </a:lnTo>
                  <a:lnTo>
                    <a:pt x="1375487" y="177216"/>
                  </a:lnTo>
                  <a:lnTo>
                    <a:pt x="1424697" y="168740"/>
                  </a:lnTo>
                  <a:lnTo>
                    <a:pt x="1471899" y="160611"/>
                  </a:lnTo>
                  <a:lnTo>
                    <a:pt x="1517249" y="152800"/>
                  </a:lnTo>
                  <a:lnTo>
                    <a:pt x="1560887" y="145284"/>
                  </a:lnTo>
                  <a:lnTo>
                    <a:pt x="1602938" y="138041"/>
                  </a:lnTo>
                  <a:lnTo>
                    <a:pt x="1643513" y="131052"/>
                  </a:lnTo>
                  <a:lnTo>
                    <a:pt x="1682713" y="124301"/>
                  </a:lnTo>
                  <a:lnTo>
                    <a:pt x="1720627" y="117771"/>
                  </a:lnTo>
                  <a:lnTo>
                    <a:pt x="1757337" y="111448"/>
                  </a:lnTo>
                  <a:lnTo>
                    <a:pt x="1792917" y="105320"/>
                  </a:lnTo>
                  <a:lnTo>
                    <a:pt x="1827436" y="99374"/>
                  </a:lnTo>
                  <a:lnTo>
                    <a:pt x="1860953" y="93602"/>
                  </a:lnTo>
                  <a:lnTo>
                    <a:pt x="1893527" y="87991"/>
                  </a:lnTo>
                  <a:lnTo>
                    <a:pt x="1925207" y="82535"/>
                  </a:lnTo>
                  <a:lnTo>
                    <a:pt x="1956043" y="77224"/>
                  </a:lnTo>
                  <a:lnTo>
                    <a:pt x="1986078" y="72051"/>
                  </a:lnTo>
                  <a:lnTo>
                    <a:pt x="2015352" y="67009"/>
                  </a:lnTo>
                  <a:lnTo>
                    <a:pt x="2043904" y="62091"/>
                  </a:lnTo>
                  <a:lnTo>
                    <a:pt x="2071767" y="57292"/>
                  </a:lnTo>
                  <a:lnTo>
                    <a:pt x="2098975" y="52606"/>
                  </a:lnTo>
                  <a:lnTo>
                    <a:pt x="2125557" y="48027"/>
                  </a:lnTo>
                  <a:lnTo>
                    <a:pt x="2151542" y="43552"/>
                  </a:lnTo>
                  <a:lnTo>
                    <a:pt x="2176956" y="39175"/>
                  </a:lnTo>
                  <a:lnTo>
                    <a:pt x="2201823" y="34892"/>
                  </a:lnTo>
                  <a:lnTo>
                    <a:pt x="2226166" y="30699"/>
                  </a:lnTo>
                  <a:lnTo>
                    <a:pt x="2250008" y="26593"/>
                  </a:lnTo>
                  <a:lnTo>
                    <a:pt x="2273368" y="22569"/>
                  </a:lnTo>
                  <a:lnTo>
                    <a:pt x="2296265" y="18625"/>
                  </a:lnTo>
                  <a:lnTo>
                    <a:pt x="2318718" y="14758"/>
                  </a:lnTo>
                  <a:lnTo>
                    <a:pt x="2340743" y="10965"/>
                  </a:lnTo>
                  <a:lnTo>
                    <a:pt x="2362356" y="7242"/>
                  </a:lnTo>
                  <a:lnTo>
                    <a:pt x="2383573" y="3588"/>
                  </a:lnTo>
                  <a:lnTo>
                    <a:pt x="2404407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496403" y="3437766"/>
              <a:ext cx="2404407" cy="577071"/>
            </a:xfrm>
            <a:custGeom>
              <a:avLst/>
              <a:pathLst>
                <a:path w="2404407" h="577071">
                  <a:moveTo>
                    <a:pt x="0" y="577071"/>
                  </a:moveTo>
                  <a:lnTo>
                    <a:pt x="154399" y="540014"/>
                  </a:lnTo>
                  <a:lnTo>
                    <a:pt x="290588" y="507328"/>
                  </a:lnTo>
                  <a:lnTo>
                    <a:pt x="412414" y="478089"/>
                  </a:lnTo>
                  <a:lnTo>
                    <a:pt x="522619" y="451639"/>
                  </a:lnTo>
                  <a:lnTo>
                    <a:pt x="623228" y="427492"/>
                  </a:lnTo>
                  <a:lnTo>
                    <a:pt x="715779" y="405280"/>
                  </a:lnTo>
                  <a:lnTo>
                    <a:pt x="801469" y="384714"/>
                  </a:lnTo>
                  <a:lnTo>
                    <a:pt x="881243" y="365567"/>
                  </a:lnTo>
                  <a:lnTo>
                    <a:pt x="955868" y="347657"/>
                  </a:lnTo>
                  <a:lnTo>
                    <a:pt x="1025967" y="330833"/>
                  </a:lnTo>
                  <a:lnTo>
                    <a:pt x="1092057" y="314971"/>
                  </a:lnTo>
                  <a:lnTo>
                    <a:pt x="1154574" y="299966"/>
                  </a:lnTo>
                  <a:lnTo>
                    <a:pt x="1213883" y="285732"/>
                  </a:lnTo>
                  <a:lnTo>
                    <a:pt x="1270298" y="272192"/>
                  </a:lnTo>
                  <a:lnTo>
                    <a:pt x="1324088" y="259282"/>
                  </a:lnTo>
                  <a:lnTo>
                    <a:pt x="1375487" y="246946"/>
                  </a:lnTo>
                  <a:lnTo>
                    <a:pt x="1424697" y="235135"/>
                  </a:lnTo>
                  <a:lnTo>
                    <a:pt x="1471899" y="223807"/>
                  </a:lnTo>
                  <a:lnTo>
                    <a:pt x="1517249" y="212922"/>
                  </a:lnTo>
                  <a:lnTo>
                    <a:pt x="1560887" y="202449"/>
                  </a:lnTo>
                  <a:lnTo>
                    <a:pt x="1602938" y="192357"/>
                  </a:lnTo>
                  <a:lnTo>
                    <a:pt x="1643513" y="182618"/>
                  </a:lnTo>
                  <a:lnTo>
                    <a:pt x="1682713" y="173210"/>
                  </a:lnTo>
                  <a:lnTo>
                    <a:pt x="1720627" y="164111"/>
                  </a:lnTo>
                  <a:lnTo>
                    <a:pt x="1757337" y="155300"/>
                  </a:lnTo>
                  <a:lnTo>
                    <a:pt x="1792917" y="146760"/>
                  </a:lnTo>
                  <a:lnTo>
                    <a:pt x="1827436" y="138476"/>
                  </a:lnTo>
                  <a:lnTo>
                    <a:pt x="1860953" y="130431"/>
                  </a:lnTo>
                  <a:lnTo>
                    <a:pt x="1893527" y="122614"/>
                  </a:lnTo>
                  <a:lnTo>
                    <a:pt x="1925207" y="115010"/>
                  </a:lnTo>
                  <a:lnTo>
                    <a:pt x="1956043" y="107609"/>
                  </a:lnTo>
                  <a:lnTo>
                    <a:pt x="1986078" y="100401"/>
                  </a:lnTo>
                  <a:lnTo>
                    <a:pt x="2015352" y="93375"/>
                  </a:lnTo>
                  <a:lnTo>
                    <a:pt x="2043904" y="86522"/>
                  </a:lnTo>
                  <a:lnTo>
                    <a:pt x="2071767" y="79835"/>
                  </a:lnTo>
                  <a:lnTo>
                    <a:pt x="2098975" y="73305"/>
                  </a:lnTo>
                  <a:lnTo>
                    <a:pt x="2125557" y="66925"/>
                  </a:lnTo>
                  <a:lnTo>
                    <a:pt x="2151542" y="60689"/>
                  </a:lnTo>
                  <a:lnTo>
                    <a:pt x="2176956" y="54589"/>
                  </a:lnTo>
                  <a:lnTo>
                    <a:pt x="2201823" y="48621"/>
                  </a:lnTo>
                  <a:lnTo>
                    <a:pt x="2226166" y="42778"/>
                  </a:lnTo>
                  <a:lnTo>
                    <a:pt x="2250008" y="37056"/>
                  </a:lnTo>
                  <a:lnTo>
                    <a:pt x="2273368" y="31450"/>
                  </a:lnTo>
                  <a:lnTo>
                    <a:pt x="2296265" y="25954"/>
                  </a:lnTo>
                  <a:lnTo>
                    <a:pt x="2318718" y="20565"/>
                  </a:lnTo>
                  <a:lnTo>
                    <a:pt x="2340743" y="15279"/>
                  </a:lnTo>
                  <a:lnTo>
                    <a:pt x="2362356" y="10092"/>
                  </a:lnTo>
                  <a:lnTo>
                    <a:pt x="2383573" y="5000"/>
                  </a:lnTo>
                  <a:lnTo>
                    <a:pt x="2404407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496403" y="3798091"/>
              <a:ext cx="2404407" cy="429794"/>
            </a:xfrm>
            <a:custGeom>
              <a:avLst/>
              <a:pathLst>
                <a:path w="2404407" h="429794">
                  <a:moveTo>
                    <a:pt x="0" y="429794"/>
                  </a:moveTo>
                  <a:lnTo>
                    <a:pt x="154399" y="402194"/>
                  </a:lnTo>
                  <a:lnTo>
                    <a:pt x="290588" y="377850"/>
                  </a:lnTo>
                  <a:lnTo>
                    <a:pt x="412414" y="356073"/>
                  </a:lnTo>
                  <a:lnTo>
                    <a:pt x="522619" y="336374"/>
                  </a:lnTo>
                  <a:lnTo>
                    <a:pt x="623228" y="318390"/>
                  </a:lnTo>
                  <a:lnTo>
                    <a:pt x="715779" y="301846"/>
                  </a:lnTo>
                  <a:lnTo>
                    <a:pt x="801469" y="286529"/>
                  </a:lnTo>
                  <a:lnTo>
                    <a:pt x="881243" y="272269"/>
                  </a:lnTo>
                  <a:lnTo>
                    <a:pt x="955868" y="258930"/>
                  </a:lnTo>
                  <a:lnTo>
                    <a:pt x="1025967" y="246399"/>
                  </a:lnTo>
                  <a:lnTo>
                    <a:pt x="1092057" y="234585"/>
                  </a:lnTo>
                  <a:lnTo>
                    <a:pt x="1154574" y="223410"/>
                  </a:lnTo>
                  <a:lnTo>
                    <a:pt x="1213883" y="212809"/>
                  </a:lnTo>
                  <a:lnTo>
                    <a:pt x="1270298" y="202724"/>
                  </a:lnTo>
                  <a:lnTo>
                    <a:pt x="1324088" y="193109"/>
                  </a:lnTo>
                  <a:lnTo>
                    <a:pt x="1375487" y="183922"/>
                  </a:lnTo>
                  <a:lnTo>
                    <a:pt x="1424697" y="175125"/>
                  </a:lnTo>
                  <a:lnTo>
                    <a:pt x="1471899" y="166688"/>
                  </a:lnTo>
                  <a:lnTo>
                    <a:pt x="1517249" y="158581"/>
                  </a:lnTo>
                  <a:lnTo>
                    <a:pt x="1560887" y="150781"/>
                  </a:lnTo>
                  <a:lnTo>
                    <a:pt x="1602938" y="143264"/>
                  </a:lnTo>
                  <a:lnTo>
                    <a:pt x="1643513" y="136011"/>
                  </a:lnTo>
                  <a:lnTo>
                    <a:pt x="1682713" y="129004"/>
                  </a:lnTo>
                  <a:lnTo>
                    <a:pt x="1720627" y="122227"/>
                  </a:lnTo>
                  <a:lnTo>
                    <a:pt x="1757337" y="115665"/>
                  </a:lnTo>
                  <a:lnTo>
                    <a:pt x="1792917" y="109305"/>
                  </a:lnTo>
                  <a:lnTo>
                    <a:pt x="1827436" y="103135"/>
                  </a:lnTo>
                  <a:lnTo>
                    <a:pt x="1860953" y="97143"/>
                  </a:lnTo>
                  <a:lnTo>
                    <a:pt x="1893527" y="91321"/>
                  </a:lnTo>
                  <a:lnTo>
                    <a:pt x="1925207" y="85658"/>
                  </a:lnTo>
                  <a:lnTo>
                    <a:pt x="1956043" y="80146"/>
                  </a:lnTo>
                  <a:lnTo>
                    <a:pt x="1986078" y="74777"/>
                  </a:lnTo>
                  <a:lnTo>
                    <a:pt x="2015352" y="69544"/>
                  </a:lnTo>
                  <a:lnTo>
                    <a:pt x="2043904" y="64440"/>
                  </a:lnTo>
                  <a:lnTo>
                    <a:pt x="2071767" y="59460"/>
                  </a:lnTo>
                  <a:lnTo>
                    <a:pt x="2098975" y="54596"/>
                  </a:lnTo>
                  <a:lnTo>
                    <a:pt x="2125557" y="49845"/>
                  </a:lnTo>
                  <a:lnTo>
                    <a:pt x="2151542" y="45200"/>
                  </a:lnTo>
                  <a:lnTo>
                    <a:pt x="2176956" y="40657"/>
                  </a:lnTo>
                  <a:lnTo>
                    <a:pt x="2201823" y="36212"/>
                  </a:lnTo>
                  <a:lnTo>
                    <a:pt x="2226166" y="31860"/>
                  </a:lnTo>
                  <a:lnTo>
                    <a:pt x="2250008" y="27599"/>
                  </a:lnTo>
                  <a:lnTo>
                    <a:pt x="2273368" y="23423"/>
                  </a:lnTo>
                  <a:lnTo>
                    <a:pt x="2296265" y="19330"/>
                  </a:lnTo>
                  <a:lnTo>
                    <a:pt x="2318718" y="15317"/>
                  </a:lnTo>
                  <a:lnTo>
                    <a:pt x="2340743" y="11380"/>
                  </a:lnTo>
                  <a:lnTo>
                    <a:pt x="2362356" y="7516"/>
                  </a:lnTo>
                  <a:lnTo>
                    <a:pt x="2383573" y="3724"/>
                  </a:lnTo>
                  <a:lnTo>
                    <a:pt x="2404407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496403" y="3559622"/>
              <a:ext cx="2404407" cy="386853"/>
            </a:xfrm>
            <a:custGeom>
              <a:avLst/>
              <a:pathLst>
                <a:path w="2404407" h="386853">
                  <a:moveTo>
                    <a:pt x="0" y="386853"/>
                  </a:moveTo>
                  <a:lnTo>
                    <a:pt x="154399" y="362012"/>
                  </a:lnTo>
                  <a:lnTo>
                    <a:pt x="290588" y="340100"/>
                  </a:lnTo>
                  <a:lnTo>
                    <a:pt x="412414" y="320499"/>
                  </a:lnTo>
                  <a:lnTo>
                    <a:pt x="522619" y="302767"/>
                  </a:lnTo>
                  <a:lnTo>
                    <a:pt x="623228" y="286580"/>
                  </a:lnTo>
                  <a:lnTo>
                    <a:pt x="715779" y="271689"/>
                  </a:lnTo>
                  <a:lnTo>
                    <a:pt x="801469" y="257902"/>
                  </a:lnTo>
                  <a:lnTo>
                    <a:pt x="881243" y="245067"/>
                  </a:lnTo>
                  <a:lnTo>
                    <a:pt x="955868" y="233060"/>
                  </a:lnTo>
                  <a:lnTo>
                    <a:pt x="1025967" y="221782"/>
                  </a:lnTo>
                  <a:lnTo>
                    <a:pt x="1092057" y="211148"/>
                  </a:lnTo>
                  <a:lnTo>
                    <a:pt x="1154574" y="201090"/>
                  </a:lnTo>
                  <a:lnTo>
                    <a:pt x="1213883" y="191547"/>
                  </a:lnTo>
                  <a:lnTo>
                    <a:pt x="1270298" y="182470"/>
                  </a:lnTo>
                  <a:lnTo>
                    <a:pt x="1324088" y="173816"/>
                  </a:lnTo>
                  <a:lnTo>
                    <a:pt x="1375487" y="165546"/>
                  </a:lnTo>
                  <a:lnTo>
                    <a:pt x="1424697" y="157629"/>
                  </a:lnTo>
                  <a:lnTo>
                    <a:pt x="1471899" y="150034"/>
                  </a:lnTo>
                  <a:lnTo>
                    <a:pt x="1517249" y="142738"/>
                  </a:lnTo>
                  <a:lnTo>
                    <a:pt x="1560887" y="135717"/>
                  </a:lnTo>
                  <a:lnTo>
                    <a:pt x="1602938" y="128951"/>
                  </a:lnTo>
                  <a:lnTo>
                    <a:pt x="1643513" y="122423"/>
                  </a:lnTo>
                  <a:lnTo>
                    <a:pt x="1682713" y="116116"/>
                  </a:lnTo>
                  <a:lnTo>
                    <a:pt x="1720627" y="110015"/>
                  </a:lnTo>
                  <a:lnTo>
                    <a:pt x="1757337" y="104109"/>
                  </a:lnTo>
                  <a:lnTo>
                    <a:pt x="1792917" y="98384"/>
                  </a:lnTo>
                  <a:lnTo>
                    <a:pt x="1827436" y="92831"/>
                  </a:lnTo>
                  <a:lnTo>
                    <a:pt x="1860953" y="87438"/>
                  </a:lnTo>
                  <a:lnTo>
                    <a:pt x="1893527" y="82197"/>
                  </a:lnTo>
                  <a:lnTo>
                    <a:pt x="1925207" y="77100"/>
                  </a:lnTo>
                  <a:lnTo>
                    <a:pt x="1956043" y="72138"/>
                  </a:lnTo>
                  <a:lnTo>
                    <a:pt x="1986078" y="67306"/>
                  </a:lnTo>
                  <a:lnTo>
                    <a:pt x="2015352" y="62596"/>
                  </a:lnTo>
                  <a:lnTo>
                    <a:pt x="2043904" y="58002"/>
                  </a:lnTo>
                  <a:lnTo>
                    <a:pt x="2071767" y="53519"/>
                  </a:lnTo>
                  <a:lnTo>
                    <a:pt x="2098975" y="49142"/>
                  </a:lnTo>
                  <a:lnTo>
                    <a:pt x="2125557" y="44865"/>
                  </a:lnTo>
                  <a:lnTo>
                    <a:pt x="2151542" y="40684"/>
                  </a:lnTo>
                  <a:lnTo>
                    <a:pt x="2176956" y="36595"/>
                  </a:lnTo>
                  <a:lnTo>
                    <a:pt x="2201823" y="32594"/>
                  </a:lnTo>
                  <a:lnTo>
                    <a:pt x="2226166" y="28677"/>
                  </a:lnTo>
                  <a:lnTo>
                    <a:pt x="2250008" y="24841"/>
                  </a:lnTo>
                  <a:lnTo>
                    <a:pt x="2273368" y="21083"/>
                  </a:lnTo>
                  <a:lnTo>
                    <a:pt x="2296265" y="17399"/>
                  </a:lnTo>
                  <a:lnTo>
                    <a:pt x="2318718" y="13786"/>
                  </a:lnTo>
                  <a:lnTo>
                    <a:pt x="2340743" y="10243"/>
                  </a:lnTo>
                  <a:lnTo>
                    <a:pt x="2362356" y="6765"/>
                  </a:lnTo>
                  <a:lnTo>
                    <a:pt x="2383573" y="3352"/>
                  </a:lnTo>
                  <a:lnTo>
                    <a:pt x="2404407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496403" y="3695331"/>
              <a:ext cx="2404407" cy="12332"/>
            </a:xfrm>
            <a:custGeom>
              <a:avLst/>
              <a:pathLst>
                <a:path w="2404407" h="12332">
                  <a:moveTo>
                    <a:pt x="0" y="12332"/>
                  </a:moveTo>
                  <a:lnTo>
                    <a:pt x="154399" y="11540"/>
                  </a:lnTo>
                  <a:lnTo>
                    <a:pt x="290588" y="10841"/>
                  </a:lnTo>
                  <a:lnTo>
                    <a:pt x="412414" y="10216"/>
                  </a:lnTo>
                  <a:lnTo>
                    <a:pt x="522619" y="9651"/>
                  </a:lnTo>
                  <a:lnTo>
                    <a:pt x="623228" y="9135"/>
                  </a:lnTo>
                  <a:lnTo>
                    <a:pt x="715779" y="8660"/>
                  </a:lnTo>
                  <a:lnTo>
                    <a:pt x="801469" y="8221"/>
                  </a:lnTo>
                  <a:lnTo>
                    <a:pt x="881243" y="7812"/>
                  </a:lnTo>
                  <a:lnTo>
                    <a:pt x="955868" y="7429"/>
                  </a:lnTo>
                  <a:lnTo>
                    <a:pt x="1025967" y="7069"/>
                  </a:lnTo>
                  <a:lnTo>
                    <a:pt x="1092057" y="6730"/>
                  </a:lnTo>
                  <a:lnTo>
                    <a:pt x="1154574" y="6410"/>
                  </a:lnTo>
                  <a:lnTo>
                    <a:pt x="1213883" y="6106"/>
                  </a:lnTo>
                  <a:lnTo>
                    <a:pt x="1270298" y="5816"/>
                  </a:lnTo>
                  <a:lnTo>
                    <a:pt x="1324088" y="5540"/>
                  </a:lnTo>
                  <a:lnTo>
                    <a:pt x="1375487" y="5277"/>
                  </a:lnTo>
                  <a:lnTo>
                    <a:pt x="1424697" y="5024"/>
                  </a:lnTo>
                  <a:lnTo>
                    <a:pt x="1471899" y="4782"/>
                  </a:lnTo>
                  <a:lnTo>
                    <a:pt x="1517249" y="4550"/>
                  </a:lnTo>
                  <a:lnTo>
                    <a:pt x="1560887" y="4326"/>
                  </a:lnTo>
                  <a:lnTo>
                    <a:pt x="1602938" y="4110"/>
                  </a:lnTo>
                  <a:lnTo>
                    <a:pt x="1643513" y="3902"/>
                  </a:lnTo>
                  <a:lnTo>
                    <a:pt x="1682713" y="3701"/>
                  </a:lnTo>
                  <a:lnTo>
                    <a:pt x="1720627" y="3507"/>
                  </a:lnTo>
                  <a:lnTo>
                    <a:pt x="1757337" y="3318"/>
                  </a:lnTo>
                  <a:lnTo>
                    <a:pt x="1792917" y="3136"/>
                  </a:lnTo>
                  <a:lnTo>
                    <a:pt x="1827436" y="2959"/>
                  </a:lnTo>
                  <a:lnTo>
                    <a:pt x="1860953" y="2787"/>
                  </a:lnTo>
                  <a:lnTo>
                    <a:pt x="1893527" y="2620"/>
                  </a:lnTo>
                  <a:lnTo>
                    <a:pt x="1925207" y="2457"/>
                  </a:lnTo>
                  <a:lnTo>
                    <a:pt x="1956043" y="2299"/>
                  </a:lnTo>
                  <a:lnTo>
                    <a:pt x="1986078" y="2145"/>
                  </a:lnTo>
                  <a:lnTo>
                    <a:pt x="2015352" y="1995"/>
                  </a:lnTo>
                  <a:lnTo>
                    <a:pt x="2043904" y="1848"/>
                  </a:lnTo>
                  <a:lnTo>
                    <a:pt x="2071767" y="1706"/>
                  </a:lnTo>
                  <a:lnTo>
                    <a:pt x="2098975" y="1566"/>
                  </a:lnTo>
                  <a:lnTo>
                    <a:pt x="2125557" y="1430"/>
                  </a:lnTo>
                  <a:lnTo>
                    <a:pt x="2151542" y="1296"/>
                  </a:lnTo>
                  <a:lnTo>
                    <a:pt x="2176956" y="1166"/>
                  </a:lnTo>
                  <a:lnTo>
                    <a:pt x="2201823" y="1039"/>
                  </a:lnTo>
                  <a:lnTo>
                    <a:pt x="2226166" y="914"/>
                  </a:lnTo>
                  <a:lnTo>
                    <a:pt x="2250008" y="791"/>
                  </a:lnTo>
                  <a:lnTo>
                    <a:pt x="2273368" y="672"/>
                  </a:lnTo>
                  <a:lnTo>
                    <a:pt x="2296265" y="554"/>
                  </a:lnTo>
                  <a:lnTo>
                    <a:pt x="2318718" y="439"/>
                  </a:lnTo>
                  <a:lnTo>
                    <a:pt x="2340743" y="326"/>
                  </a:lnTo>
                  <a:lnTo>
                    <a:pt x="2362356" y="215"/>
                  </a:lnTo>
                  <a:lnTo>
                    <a:pt x="2383573" y="106"/>
                  </a:lnTo>
                  <a:lnTo>
                    <a:pt x="2404407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496403" y="4037522"/>
              <a:ext cx="2404407" cy="263244"/>
            </a:xfrm>
            <a:custGeom>
              <a:avLst/>
              <a:pathLst>
                <a:path w="2404407" h="263244">
                  <a:moveTo>
                    <a:pt x="0" y="263244"/>
                  </a:moveTo>
                  <a:lnTo>
                    <a:pt x="154399" y="246339"/>
                  </a:lnTo>
                  <a:lnTo>
                    <a:pt x="290588" y="231429"/>
                  </a:lnTo>
                  <a:lnTo>
                    <a:pt x="412414" y="218091"/>
                  </a:lnTo>
                  <a:lnTo>
                    <a:pt x="522619" y="206025"/>
                  </a:lnTo>
                  <a:lnTo>
                    <a:pt x="623228" y="195010"/>
                  </a:lnTo>
                  <a:lnTo>
                    <a:pt x="715779" y="184877"/>
                  </a:lnTo>
                  <a:lnTo>
                    <a:pt x="801469" y="175496"/>
                  </a:lnTo>
                  <a:lnTo>
                    <a:pt x="881243" y="166762"/>
                  </a:lnTo>
                  <a:lnTo>
                    <a:pt x="955868" y="158591"/>
                  </a:lnTo>
                  <a:lnTo>
                    <a:pt x="1025967" y="150917"/>
                  </a:lnTo>
                  <a:lnTo>
                    <a:pt x="1092057" y="143681"/>
                  </a:lnTo>
                  <a:lnTo>
                    <a:pt x="1154574" y="136836"/>
                  </a:lnTo>
                  <a:lnTo>
                    <a:pt x="1213883" y="130343"/>
                  </a:lnTo>
                  <a:lnTo>
                    <a:pt x="1270298" y="124166"/>
                  </a:lnTo>
                  <a:lnTo>
                    <a:pt x="1324088" y="118277"/>
                  </a:lnTo>
                  <a:lnTo>
                    <a:pt x="1375487" y="112650"/>
                  </a:lnTo>
                  <a:lnTo>
                    <a:pt x="1424697" y="107262"/>
                  </a:lnTo>
                  <a:lnTo>
                    <a:pt x="1471899" y="102094"/>
                  </a:lnTo>
                  <a:lnTo>
                    <a:pt x="1517249" y="97129"/>
                  </a:lnTo>
                  <a:lnTo>
                    <a:pt x="1560887" y="92351"/>
                  </a:lnTo>
                  <a:lnTo>
                    <a:pt x="1602938" y="87748"/>
                  </a:lnTo>
                  <a:lnTo>
                    <a:pt x="1643513" y="83305"/>
                  </a:lnTo>
                  <a:lnTo>
                    <a:pt x="1682713" y="79013"/>
                  </a:lnTo>
                  <a:lnTo>
                    <a:pt x="1720627" y="74862"/>
                  </a:lnTo>
                  <a:lnTo>
                    <a:pt x="1757337" y="70843"/>
                  </a:lnTo>
                  <a:lnTo>
                    <a:pt x="1792917" y="66948"/>
                  </a:lnTo>
                  <a:lnTo>
                    <a:pt x="1827436" y="63169"/>
                  </a:lnTo>
                  <a:lnTo>
                    <a:pt x="1860953" y="59499"/>
                  </a:lnTo>
                  <a:lnTo>
                    <a:pt x="1893527" y="55933"/>
                  </a:lnTo>
                  <a:lnTo>
                    <a:pt x="1925207" y="52464"/>
                  </a:lnTo>
                  <a:lnTo>
                    <a:pt x="1956043" y="49088"/>
                  </a:lnTo>
                  <a:lnTo>
                    <a:pt x="1986078" y="45800"/>
                  </a:lnTo>
                  <a:lnTo>
                    <a:pt x="2015352" y="42595"/>
                  </a:lnTo>
                  <a:lnTo>
                    <a:pt x="2043904" y="39469"/>
                  </a:lnTo>
                  <a:lnTo>
                    <a:pt x="2071767" y="36418"/>
                  </a:lnTo>
                  <a:lnTo>
                    <a:pt x="2098975" y="33439"/>
                  </a:lnTo>
                  <a:lnTo>
                    <a:pt x="2125557" y="30529"/>
                  </a:lnTo>
                  <a:lnTo>
                    <a:pt x="2151542" y="27684"/>
                  </a:lnTo>
                  <a:lnTo>
                    <a:pt x="2176956" y="24902"/>
                  </a:lnTo>
                  <a:lnTo>
                    <a:pt x="2201823" y="22179"/>
                  </a:lnTo>
                  <a:lnTo>
                    <a:pt x="2226166" y="19514"/>
                  </a:lnTo>
                  <a:lnTo>
                    <a:pt x="2250008" y="16904"/>
                  </a:lnTo>
                  <a:lnTo>
                    <a:pt x="2273368" y="14346"/>
                  </a:lnTo>
                  <a:lnTo>
                    <a:pt x="2296265" y="11839"/>
                  </a:lnTo>
                  <a:lnTo>
                    <a:pt x="2318718" y="9381"/>
                  </a:lnTo>
                  <a:lnTo>
                    <a:pt x="2340743" y="6970"/>
                  </a:lnTo>
                  <a:lnTo>
                    <a:pt x="2362356" y="4603"/>
                  </a:lnTo>
                  <a:lnTo>
                    <a:pt x="2383573" y="2281"/>
                  </a:lnTo>
                  <a:lnTo>
                    <a:pt x="2404407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496403" y="3999839"/>
              <a:ext cx="2404407" cy="377612"/>
            </a:xfrm>
            <a:custGeom>
              <a:avLst/>
              <a:pathLst>
                <a:path w="2404407" h="377612">
                  <a:moveTo>
                    <a:pt x="0" y="377612"/>
                  </a:moveTo>
                  <a:lnTo>
                    <a:pt x="154399" y="353364"/>
                  </a:lnTo>
                  <a:lnTo>
                    <a:pt x="290588" y="331975"/>
                  </a:lnTo>
                  <a:lnTo>
                    <a:pt x="412414" y="312842"/>
                  </a:lnTo>
                  <a:lnTo>
                    <a:pt x="522619" y="295534"/>
                  </a:lnTo>
                  <a:lnTo>
                    <a:pt x="623228" y="279734"/>
                  </a:lnTo>
                  <a:lnTo>
                    <a:pt x="715779" y="265199"/>
                  </a:lnTo>
                  <a:lnTo>
                    <a:pt x="801469" y="251741"/>
                  </a:lnTo>
                  <a:lnTo>
                    <a:pt x="881243" y="239212"/>
                  </a:lnTo>
                  <a:lnTo>
                    <a:pt x="955868" y="227493"/>
                  </a:lnTo>
                  <a:lnTo>
                    <a:pt x="1025967" y="216484"/>
                  </a:lnTo>
                  <a:lnTo>
                    <a:pt x="1092057" y="206104"/>
                  </a:lnTo>
                  <a:lnTo>
                    <a:pt x="1154574" y="196286"/>
                  </a:lnTo>
                  <a:lnTo>
                    <a:pt x="1213883" y="186971"/>
                  </a:lnTo>
                  <a:lnTo>
                    <a:pt x="1270298" y="178111"/>
                  </a:lnTo>
                  <a:lnTo>
                    <a:pt x="1324088" y="169664"/>
                  </a:lnTo>
                  <a:lnTo>
                    <a:pt x="1375487" y="161592"/>
                  </a:lnTo>
                  <a:lnTo>
                    <a:pt x="1424697" y="153863"/>
                  </a:lnTo>
                  <a:lnTo>
                    <a:pt x="1471899" y="146450"/>
                  </a:lnTo>
                  <a:lnTo>
                    <a:pt x="1517249" y="139328"/>
                  </a:lnTo>
                  <a:lnTo>
                    <a:pt x="1560887" y="132474"/>
                  </a:lnTo>
                  <a:lnTo>
                    <a:pt x="1602938" y="125870"/>
                  </a:lnTo>
                  <a:lnTo>
                    <a:pt x="1643513" y="119498"/>
                  </a:lnTo>
                  <a:lnTo>
                    <a:pt x="1682713" y="113342"/>
                  </a:lnTo>
                  <a:lnTo>
                    <a:pt x="1720627" y="107387"/>
                  </a:lnTo>
                  <a:lnTo>
                    <a:pt x="1757337" y="101622"/>
                  </a:lnTo>
                  <a:lnTo>
                    <a:pt x="1792917" y="96034"/>
                  </a:lnTo>
                  <a:lnTo>
                    <a:pt x="1827436" y="90613"/>
                  </a:lnTo>
                  <a:lnTo>
                    <a:pt x="1860953" y="85349"/>
                  </a:lnTo>
                  <a:lnTo>
                    <a:pt x="1893527" y="80233"/>
                  </a:lnTo>
                  <a:lnTo>
                    <a:pt x="1925207" y="75258"/>
                  </a:lnTo>
                  <a:lnTo>
                    <a:pt x="1956043" y="70415"/>
                  </a:lnTo>
                  <a:lnTo>
                    <a:pt x="1986078" y="65698"/>
                  </a:lnTo>
                  <a:lnTo>
                    <a:pt x="2015352" y="61101"/>
                  </a:lnTo>
                  <a:lnTo>
                    <a:pt x="2043904" y="56617"/>
                  </a:lnTo>
                  <a:lnTo>
                    <a:pt x="2071767" y="52241"/>
                  </a:lnTo>
                  <a:lnTo>
                    <a:pt x="2098975" y="47968"/>
                  </a:lnTo>
                  <a:lnTo>
                    <a:pt x="2125557" y="43793"/>
                  </a:lnTo>
                  <a:lnTo>
                    <a:pt x="2151542" y="39712"/>
                  </a:lnTo>
                  <a:lnTo>
                    <a:pt x="2176956" y="35721"/>
                  </a:lnTo>
                  <a:lnTo>
                    <a:pt x="2201823" y="31815"/>
                  </a:lnTo>
                  <a:lnTo>
                    <a:pt x="2226166" y="27992"/>
                  </a:lnTo>
                  <a:lnTo>
                    <a:pt x="2250008" y="24248"/>
                  </a:lnTo>
                  <a:lnTo>
                    <a:pt x="2273368" y="20579"/>
                  </a:lnTo>
                  <a:lnTo>
                    <a:pt x="2296265" y="16983"/>
                  </a:lnTo>
                  <a:lnTo>
                    <a:pt x="2318718" y="13457"/>
                  </a:lnTo>
                  <a:lnTo>
                    <a:pt x="2340743" y="9998"/>
                  </a:lnTo>
                  <a:lnTo>
                    <a:pt x="2362356" y="6604"/>
                  </a:lnTo>
                  <a:lnTo>
                    <a:pt x="2383573" y="3272"/>
                  </a:lnTo>
                  <a:lnTo>
                    <a:pt x="2404407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496403" y="3689546"/>
              <a:ext cx="2404407" cy="407893"/>
            </a:xfrm>
            <a:custGeom>
              <a:avLst/>
              <a:pathLst>
                <a:path w="2404407" h="407893">
                  <a:moveTo>
                    <a:pt x="0" y="407893"/>
                  </a:moveTo>
                  <a:lnTo>
                    <a:pt x="154399" y="381700"/>
                  </a:lnTo>
                  <a:lnTo>
                    <a:pt x="290588" y="358596"/>
                  </a:lnTo>
                  <a:lnTo>
                    <a:pt x="412414" y="337929"/>
                  </a:lnTo>
                  <a:lnTo>
                    <a:pt x="522619" y="319234"/>
                  </a:lnTo>
                  <a:lnTo>
                    <a:pt x="623228" y="302166"/>
                  </a:lnTo>
                  <a:lnTo>
                    <a:pt x="715779" y="286465"/>
                  </a:lnTo>
                  <a:lnTo>
                    <a:pt x="801469" y="271929"/>
                  </a:lnTo>
                  <a:lnTo>
                    <a:pt x="881243" y="258395"/>
                  </a:lnTo>
                  <a:lnTo>
                    <a:pt x="955868" y="245736"/>
                  </a:lnTo>
                  <a:lnTo>
                    <a:pt x="1025967" y="233844"/>
                  </a:lnTo>
                  <a:lnTo>
                    <a:pt x="1092057" y="222632"/>
                  </a:lnTo>
                  <a:lnTo>
                    <a:pt x="1154574" y="212026"/>
                  </a:lnTo>
                  <a:lnTo>
                    <a:pt x="1213883" y="201965"/>
                  </a:lnTo>
                  <a:lnTo>
                    <a:pt x="1270298" y="192394"/>
                  </a:lnTo>
                  <a:lnTo>
                    <a:pt x="1324088" y="183269"/>
                  </a:lnTo>
                  <a:lnTo>
                    <a:pt x="1375487" y="174550"/>
                  </a:lnTo>
                  <a:lnTo>
                    <a:pt x="1424697" y="166202"/>
                  </a:lnTo>
                  <a:lnTo>
                    <a:pt x="1471899" y="158194"/>
                  </a:lnTo>
                  <a:lnTo>
                    <a:pt x="1517249" y="150501"/>
                  </a:lnTo>
                  <a:lnTo>
                    <a:pt x="1560887" y="143098"/>
                  </a:lnTo>
                  <a:lnTo>
                    <a:pt x="1602938" y="135964"/>
                  </a:lnTo>
                  <a:lnTo>
                    <a:pt x="1643513" y="129081"/>
                  </a:lnTo>
                  <a:lnTo>
                    <a:pt x="1682713" y="122431"/>
                  </a:lnTo>
                  <a:lnTo>
                    <a:pt x="1720627" y="115999"/>
                  </a:lnTo>
                  <a:lnTo>
                    <a:pt x="1757337" y="109771"/>
                  </a:lnTo>
                  <a:lnTo>
                    <a:pt x="1792917" y="103735"/>
                  </a:lnTo>
                  <a:lnTo>
                    <a:pt x="1827436" y="97879"/>
                  </a:lnTo>
                  <a:lnTo>
                    <a:pt x="1860953" y="92193"/>
                  </a:lnTo>
                  <a:lnTo>
                    <a:pt x="1893527" y="86667"/>
                  </a:lnTo>
                  <a:lnTo>
                    <a:pt x="1925207" y="81293"/>
                  </a:lnTo>
                  <a:lnTo>
                    <a:pt x="1956043" y="76062"/>
                  </a:lnTo>
                  <a:lnTo>
                    <a:pt x="1986078" y="70967"/>
                  </a:lnTo>
                  <a:lnTo>
                    <a:pt x="2015352" y="66000"/>
                  </a:lnTo>
                  <a:lnTo>
                    <a:pt x="2043904" y="61157"/>
                  </a:lnTo>
                  <a:lnTo>
                    <a:pt x="2071767" y="56430"/>
                  </a:lnTo>
                  <a:lnTo>
                    <a:pt x="2098975" y="51814"/>
                  </a:lnTo>
                  <a:lnTo>
                    <a:pt x="2125557" y="47305"/>
                  </a:lnTo>
                  <a:lnTo>
                    <a:pt x="2151542" y="42897"/>
                  </a:lnTo>
                  <a:lnTo>
                    <a:pt x="2176956" y="38585"/>
                  </a:lnTo>
                  <a:lnTo>
                    <a:pt x="2201823" y="34367"/>
                  </a:lnTo>
                  <a:lnTo>
                    <a:pt x="2226166" y="30237"/>
                  </a:lnTo>
                  <a:lnTo>
                    <a:pt x="2250008" y="26192"/>
                  </a:lnTo>
                  <a:lnTo>
                    <a:pt x="2273368" y="22230"/>
                  </a:lnTo>
                  <a:lnTo>
                    <a:pt x="2296265" y="18345"/>
                  </a:lnTo>
                  <a:lnTo>
                    <a:pt x="2318718" y="14536"/>
                  </a:lnTo>
                  <a:lnTo>
                    <a:pt x="2340743" y="10800"/>
                  </a:lnTo>
                  <a:lnTo>
                    <a:pt x="2362356" y="7133"/>
                  </a:lnTo>
                  <a:lnTo>
                    <a:pt x="2383573" y="3534"/>
                  </a:lnTo>
                  <a:lnTo>
                    <a:pt x="2404407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rc287"/>
            <p:cNvSpPr/>
            <p:nvPr/>
          </p:nvSpPr>
          <p:spPr>
            <a:xfrm>
              <a:off x="1342663" y="2994900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342663" y="2994900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tx289"/>
            <p:cNvSpPr/>
            <p:nvPr/>
          </p:nvSpPr>
          <p:spPr>
            <a:xfrm rot="-5400000">
              <a:off x="1152636" y="440325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52636" y="4099459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2" name="tx291"/>
            <p:cNvSpPr/>
            <p:nvPr/>
          </p:nvSpPr>
          <p:spPr>
            <a:xfrm rot="-5400000">
              <a:off x="1152636" y="3795665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3" name="tx292"/>
            <p:cNvSpPr/>
            <p:nvPr/>
          </p:nvSpPr>
          <p:spPr>
            <a:xfrm rot="-5400000">
              <a:off x="1152636" y="349187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152636" y="318807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5" name="pl294"/>
            <p:cNvSpPr/>
            <p:nvPr/>
          </p:nvSpPr>
          <p:spPr>
            <a:xfrm>
              <a:off x="1311032" y="444426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311032" y="414047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311032" y="383667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11032" y="353288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311032" y="32290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42663" y="4502431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496403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2297872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3099342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3900811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tx304"/>
            <p:cNvSpPr/>
            <p:nvPr/>
          </p:nvSpPr>
          <p:spPr>
            <a:xfrm rot="-5400000">
              <a:off x="41327" y="3698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1342663" y="2800146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7" name="rc306"/>
            <p:cNvSpPr/>
            <p:nvPr/>
          </p:nvSpPr>
          <p:spPr>
            <a:xfrm>
              <a:off x="4204347" y="2994900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4305112" y="391508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4373874" y="317691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350568" y="399118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14500" y="373319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393148" y="404877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14841" y="307805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299903" y="30349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315838" y="343954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55039" y="421147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403781" y="379788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5170171" y="40952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5159174" y="353654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135582" y="399835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29289" y="425739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105851" y="387169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167735" y="350850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88468" y="434548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091363" y="422501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69900" y="407935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97228" y="434249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89045" y="421682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42310" y="434157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55928" y="403733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60450" y="397774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45921" y="37051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51539" y="374960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72465" y="409401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29014" y="44054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887908" y="408595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891107" y="41568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896002" y="41301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945578" y="418990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49215" y="324701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29268" y="329708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17078" y="389543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898434" y="407308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890401" y="420469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27433" y="385621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31251" y="362385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28044" y="426462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889070" y="344952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75834" y="383581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55256" y="390248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977479" y="419459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04684" y="362202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77188" y="388617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57848" y="359490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79736" y="385085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6742827" y="402677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6692500" y="413065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713398" y="386883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66924" y="363514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724626" y="383974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22932" y="388443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15268" y="404136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77471" y="392777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90454" y="404144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31052" y="39511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59774" y="367786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16315" y="336261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80659" y="405740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36564" y="423062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09889" y="419283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43164" y="392337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74810" y="412124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80890" y="400246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701687" y="345048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733360" y="381548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82396" y="391311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95396" y="38505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72181" y="418895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687840" y="380433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l379"/>
            <p:cNvSpPr/>
            <p:nvPr/>
          </p:nvSpPr>
          <p:spPr>
            <a:xfrm>
              <a:off x="4377091" y="3826482"/>
              <a:ext cx="2376520" cy="181533"/>
            </a:xfrm>
            <a:custGeom>
              <a:avLst/>
              <a:pathLst>
                <a:path w="2376520" h="181533">
                  <a:moveTo>
                    <a:pt x="0" y="0"/>
                  </a:moveTo>
                  <a:lnTo>
                    <a:pt x="152608" y="11657"/>
                  </a:lnTo>
                  <a:lnTo>
                    <a:pt x="287218" y="21939"/>
                  </a:lnTo>
                  <a:lnTo>
                    <a:pt x="407631" y="31137"/>
                  </a:lnTo>
                  <a:lnTo>
                    <a:pt x="516557" y="39457"/>
                  </a:lnTo>
                  <a:lnTo>
                    <a:pt x="616000" y="47054"/>
                  </a:lnTo>
                  <a:lnTo>
                    <a:pt x="707478" y="54041"/>
                  </a:lnTo>
                  <a:lnTo>
                    <a:pt x="792173" y="60511"/>
                  </a:lnTo>
                  <a:lnTo>
                    <a:pt x="871023" y="66534"/>
                  </a:lnTo>
                  <a:lnTo>
                    <a:pt x="944781" y="72168"/>
                  </a:lnTo>
                  <a:lnTo>
                    <a:pt x="1014067" y="77460"/>
                  </a:lnTo>
                  <a:lnTo>
                    <a:pt x="1079391" y="82450"/>
                  </a:lnTo>
                  <a:lnTo>
                    <a:pt x="1141183" y="87170"/>
                  </a:lnTo>
                  <a:lnTo>
                    <a:pt x="1199804" y="91648"/>
                  </a:lnTo>
                  <a:lnTo>
                    <a:pt x="1255565" y="95908"/>
                  </a:lnTo>
                  <a:lnTo>
                    <a:pt x="1308731" y="99969"/>
                  </a:lnTo>
                  <a:lnTo>
                    <a:pt x="1359533" y="103849"/>
                  </a:lnTo>
                  <a:lnTo>
                    <a:pt x="1408173" y="107565"/>
                  </a:lnTo>
                  <a:lnTo>
                    <a:pt x="1454827" y="111129"/>
                  </a:lnTo>
                  <a:lnTo>
                    <a:pt x="1499651" y="114552"/>
                  </a:lnTo>
                  <a:lnTo>
                    <a:pt x="1542783" y="117847"/>
                  </a:lnTo>
                  <a:lnTo>
                    <a:pt x="1584346" y="121022"/>
                  </a:lnTo>
                  <a:lnTo>
                    <a:pt x="1624451" y="124085"/>
                  </a:lnTo>
                  <a:lnTo>
                    <a:pt x="1663196" y="127045"/>
                  </a:lnTo>
                  <a:lnTo>
                    <a:pt x="1700670" y="129908"/>
                  </a:lnTo>
                  <a:lnTo>
                    <a:pt x="1736955" y="132679"/>
                  </a:lnTo>
                  <a:lnTo>
                    <a:pt x="1772123" y="135366"/>
                  </a:lnTo>
                  <a:lnTo>
                    <a:pt x="1806241" y="137972"/>
                  </a:lnTo>
                  <a:lnTo>
                    <a:pt x="1839369" y="140502"/>
                  </a:lnTo>
                  <a:lnTo>
                    <a:pt x="1871565" y="142962"/>
                  </a:lnTo>
                  <a:lnTo>
                    <a:pt x="1902878" y="145354"/>
                  </a:lnTo>
                  <a:lnTo>
                    <a:pt x="1933356" y="147682"/>
                  </a:lnTo>
                  <a:lnTo>
                    <a:pt x="1963043" y="149949"/>
                  </a:lnTo>
                  <a:lnTo>
                    <a:pt x="1991978" y="152160"/>
                  </a:lnTo>
                  <a:lnTo>
                    <a:pt x="2020198" y="154315"/>
                  </a:lnTo>
                  <a:lnTo>
                    <a:pt x="2047738" y="156419"/>
                  </a:lnTo>
                  <a:lnTo>
                    <a:pt x="2074630" y="158473"/>
                  </a:lnTo>
                  <a:lnTo>
                    <a:pt x="2100904" y="160480"/>
                  </a:lnTo>
                  <a:lnTo>
                    <a:pt x="2126588" y="162442"/>
                  </a:lnTo>
                  <a:lnTo>
                    <a:pt x="2151707" y="164361"/>
                  </a:lnTo>
                  <a:lnTo>
                    <a:pt x="2176285" y="166238"/>
                  </a:lnTo>
                  <a:lnTo>
                    <a:pt x="2200347" y="168076"/>
                  </a:lnTo>
                  <a:lnTo>
                    <a:pt x="2223912" y="169876"/>
                  </a:lnTo>
                  <a:lnTo>
                    <a:pt x="2247001" y="171640"/>
                  </a:lnTo>
                  <a:lnTo>
                    <a:pt x="2269632" y="173369"/>
                  </a:lnTo>
                  <a:lnTo>
                    <a:pt x="2291825" y="175064"/>
                  </a:lnTo>
                  <a:lnTo>
                    <a:pt x="2313594" y="176727"/>
                  </a:lnTo>
                  <a:lnTo>
                    <a:pt x="2334957" y="178358"/>
                  </a:lnTo>
                  <a:lnTo>
                    <a:pt x="2355927" y="179960"/>
                  </a:lnTo>
                  <a:lnTo>
                    <a:pt x="2376520" y="181533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1" name="pl380"/>
            <p:cNvSpPr/>
            <p:nvPr/>
          </p:nvSpPr>
          <p:spPr>
            <a:xfrm>
              <a:off x="4377091" y="3462003"/>
              <a:ext cx="2376520" cy="559856"/>
            </a:xfrm>
            <a:custGeom>
              <a:avLst/>
              <a:pathLst>
                <a:path w="2376520" h="559856">
                  <a:moveTo>
                    <a:pt x="0" y="0"/>
                  </a:moveTo>
                  <a:lnTo>
                    <a:pt x="152608" y="35951"/>
                  </a:lnTo>
                  <a:lnTo>
                    <a:pt x="287218" y="67662"/>
                  </a:lnTo>
                  <a:lnTo>
                    <a:pt x="407631" y="96028"/>
                  </a:lnTo>
                  <a:lnTo>
                    <a:pt x="516557" y="121689"/>
                  </a:lnTo>
                  <a:lnTo>
                    <a:pt x="616000" y="145116"/>
                  </a:lnTo>
                  <a:lnTo>
                    <a:pt x="707478" y="166666"/>
                  </a:lnTo>
                  <a:lnTo>
                    <a:pt x="792173" y="186618"/>
                  </a:lnTo>
                  <a:lnTo>
                    <a:pt x="871023" y="205193"/>
                  </a:lnTo>
                  <a:lnTo>
                    <a:pt x="944781" y="222569"/>
                  </a:lnTo>
                  <a:lnTo>
                    <a:pt x="1014067" y="238892"/>
                  </a:lnTo>
                  <a:lnTo>
                    <a:pt x="1079391" y="254281"/>
                  </a:lnTo>
                  <a:lnTo>
                    <a:pt x="1141183" y="268837"/>
                  </a:lnTo>
                  <a:lnTo>
                    <a:pt x="1199804" y="282647"/>
                  </a:lnTo>
                  <a:lnTo>
                    <a:pt x="1255565" y="295783"/>
                  </a:lnTo>
                  <a:lnTo>
                    <a:pt x="1308731" y="308308"/>
                  </a:lnTo>
                  <a:lnTo>
                    <a:pt x="1359533" y="320276"/>
                  </a:lnTo>
                  <a:lnTo>
                    <a:pt x="1408173" y="331734"/>
                  </a:lnTo>
                  <a:lnTo>
                    <a:pt x="1454827" y="342725"/>
                  </a:lnTo>
                  <a:lnTo>
                    <a:pt x="1499651" y="353285"/>
                  </a:lnTo>
                  <a:lnTo>
                    <a:pt x="1542783" y="363446"/>
                  </a:lnTo>
                  <a:lnTo>
                    <a:pt x="1584346" y="373237"/>
                  </a:lnTo>
                  <a:lnTo>
                    <a:pt x="1624451" y="382685"/>
                  </a:lnTo>
                  <a:lnTo>
                    <a:pt x="1663196" y="391812"/>
                  </a:lnTo>
                  <a:lnTo>
                    <a:pt x="1700670" y="400640"/>
                  </a:lnTo>
                  <a:lnTo>
                    <a:pt x="1736955" y="409188"/>
                  </a:lnTo>
                  <a:lnTo>
                    <a:pt x="1772123" y="417473"/>
                  </a:lnTo>
                  <a:lnTo>
                    <a:pt x="1806241" y="425510"/>
                  </a:lnTo>
                  <a:lnTo>
                    <a:pt x="1839369" y="433315"/>
                  </a:lnTo>
                  <a:lnTo>
                    <a:pt x="1871565" y="440899"/>
                  </a:lnTo>
                  <a:lnTo>
                    <a:pt x="1902878" y="448276"/>
                  </a:lnTo>
                  <a:lnTo>
                    <a:pt x="1933356" y="455456"/>
                  </a:lnTo>
                  <a:lnTo>
                    <a:pt x="1963043" y="462449"/>
                  </a:lnTo>
                  <a:lnTo>
                    <a:pt x="1991978" y="469266"/>
                  </a:lnTo>
                  <a:lnTo>
                    <a:pt x="2020198" y="475914"/>
                  </a:lnTo>
                  <a:lnTo>
                    <a:pt x="2047738" y="482402"/>
                  </a:lnTo>
                  <a:lnTo>
                    <a:pt x="2074630" y="488737"/>
                  </a:lnTo>
                  <a:lnTo>
                    <a:pt x="2100904" y="494927"/>
                  </a:lnTo>
                  <a:lnTo>
                    <a:pt x="2126588" y="500977"/>
                  </a:lnTo>
                  <a:lnTo>
                    <a:pt x="2151707" y="506895"/>
                  </a:lnTo>
                  <a:lnTo>
                    <a:pt x="2176285" y="512685"/>
                  </a:lnTo>
                  <a:lnTo>
                    <a:pt x="2200347" y="518353"/>
                  </a:lnTo>
                  <a:lnTo>
                    <a:pt x="2223912" y="523904"/>
                  </a:lnTo>
                  <a:lnTo>
                    <a:pt x="2247001" y="529344"/>
                  </a:lnTo>
                  <a:lnTo>
                    <a:pt x="2269632" y="534675"/>
                  </a:lnTo>
                  <a:lnTo>
                    <a:pt x="2291825" y="539903"/>
                  </a:lnTo>
                  <a:lnTo>
                    <a:pt x="2313594" y="545032"/>
                  </a:lnTo>
                  <a:lnTo>
                    <a:pt x="2334957" y="550064"/>
                  </a:lnTo>
                  <a:lnTo>
                    <a:pt x="2355927" y="555004"/>
                  </a:lnTo>
                  <a:lnTo>
                    <a:pt x="2376520" y="559856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2" name="pl381"/>
            <p:cNvSpPr/>
            <p:nvPr/>
          </p:nvSpPr>
          <p:spPr>
            <a:xfrm>
              <a:off x="4377091" y="3971593"/>
              <a:ext cx="2376520" cy="87415"/>
            </a:xfrm>
            <a:custGeom>
              <a:avLst/>
              <a:pathLst>
                <a:path w="2376520" h="87415">
                  <a:moveTo>
                    <a:pt x="0" y="87415"/>
                  </a:moveTo>
                  <a:lnTo>
                    <a:pt x="152608" y="81802"/>
                  </a:lnTo>
                  <a:lnTo>
                    <a:pt x="287218" y="76851"/>
                  </a:lnTo>
                  <a:lnTo>
                    <a:pt x="407631" y="72421"/>
                  </a:lnTo>
                  <a:lnTo>
                    <a:pt x="516557" y="68415"/>
                  </a:lnTo>
                  <a:lnTo>
                    <a:pt x="616000" y="64757"/>
                  </a:lnTo>
                  <a:lnTo>
                    <a:pt x="707478" y="61392"/>
                  </a:lnTo>
                  <a:lnTo>
                    <a:pt x="792173" y="58277"/>
                  </a:lnTo>
                  <a:lnTo>
                    <a:pt x="871023" y="55376"/>
                  </a:lnTo>
                  <a:lnTo>
                    <a:pt x="944781" y="52663"/>
                  </a:lnTo>
                  <a:lnTo>
                    <a:pt x="1014067" y="50115"/>
                  </a:lnTo>
                  <a:lnTo>
                    <a:pt x="1079391" y="47712"/>
                  </a:lnTo>
                  <a:lnTo>
                    <a:pt x="1141183" y="45439"/>
                  </a:lnTo>
                  <a:lnTo>
                    <a:pt x="1199804" y="43283"/>
                  </a:lnTo>
                  <a:lnTo>
                    <a:pt x="1255565" y="41232"/>
                  </a:lnTo>
                  <a:lnTo>
                    <a:pt x="1308731" y="39276"/>
                  </a:lnTo>
                  <a:lnTo>
                    <a:pt x="1359533" y="37407"/>
                  </a:lnTo>
                  <a:lnTo>
                    <a:pt x="1408173" y="35618"/>
                  </a:lnTo>
                  <a:lnTo>
                    <a:pt x="1454827" y="33902"/>
                  </a:lnTo>
                  <a:lnTo>
                    <a:pt x="1499651" y="32254"/>
                  </a:lnTo>
                  <a:lnTo>
                    <a:pt x="1542783" y="30667"/>
                  </a:lnTo>
                  <a:lnTo>
                    <a:pt x="1584346" y="29138"/>
                  </a:lnTo>
                  <a:lnTo>
                    <a:pt x="1624451" y="27663"/>
                  </a:lnTo>
                  <a:lnTo>
                    <a:pt x="1663196" y="26238"/>
                  </a:lnTo>
                  <a:lnTo>
                    <a:pt x="1700670" y="24859"/>
                  </a:lnTo>
                  <a:lnTo>
                    <a:pt x="1736955" y="23525"/>
                  </a:lnTo>
                  <a:lnTo>
                    <a:pt x="1772123" y="22231"/>
                  </a:lnTo>
                  <a:lnTo>
                    <a:pt x="1806241" y="20976"/>
                  </a:lnTo>
                  <a:lnTo>
                    <a:pt x="1839369" y="19758"/>
                  </a:lnTo>
                  <a:lnTo>
                    <a:pt x="1871565" y="18573"/>
                  </a:lnTo>
                  <a:lnTo>
                    <a:pt x="1902878" y="17422"/>
                  </a:lnTo>
                  <a:lnTo>
                    <a:pt x="1933356" y="16300"/>
                  </a:lnTo>
                  <a:lnTo>
                    <a:pt x="1963043" y="15208"/>
                  </a:lnTo>
                  <a:lnTo>
                    <a:pt x="1991978" y="14144"/>
                  </a:lnTo>
                  <a:lnTo>
                    <a:pt x="2020198" y="13106"/>
                  </a:lnTo>
                  <a:lnTo>
                    <a:pt x="2047738" y="12093"/>
                  </a:lnTo>
                  <a:lnTo>
                    <a:pt x="2074630" y="11104"/>
                  </a:lnTo>
                  <a:lnTo>
                    <a:pt x="2100904" y="10138"/>
                  </a:lnTo>
                  <a:lnTo>
                    <a:pt x="2126588" y="9193"/>
                  </a:lnTo>
                  <a:lnTo>
                    <a:pt x="2151707" y="8269"/>
                  </a:lnTo>
                  <a:lnTo>
                    <a:pt x="2176285" y="7365"/>
                  </a:lnTo>
                  <a:lnTo>
                    <a:pt x="2200347" y="6480"/>
                  </a:lnTo>
                  <a:lnTo>
                    <a:pt x="2223912" y="5613"/>
                  </a:lnTo>
                  <a:lnTo>
                    <a:pt x="2247001" y="4764"/>
                  </a:lnTo>
                  <a:lnTo>
                    <a:pt x="2269632" y="3931"/>
                  </a:lnTo>
                  <a:lnTo>
                    <a:pt x="2291825" y="3115"/>
                  </a:lnTo>
                  <a:lnTo>
                    <a:pt x="2313594" y="2314"/>
                  </a:lnTo>
                  <a:lnTo>
                    <a:pt x="2334957" y="1528"/>
                  </a:lnTo>
                  <a:lnTo>
                    <a:pt x="2355927" y="757"/>
                  </a:lnTo>
                  <a:lnTo>
                    <a:pt x="237652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377091" y="3555182"/>
              <a:ext cx="2376520" cy="396518"/>
            </a:xfrm>
            <a:custGeom>
              <a:avLst/>
              <a:pathLst>
                <a:path w="2376520" h="396518">
                  <a:moveTo>
                    <a:pt x="0" y="396518"/>
                  </a:moveTo>
                  <a:lnTo>
                    <a:pt x="152608" y="371056"/>
                  </a:lnTo>
                  <a:lnTo>
                    <a:pt x="287218" y="348596"/>
                  </a:lnTo>
                  <a:lnTo>
                    <a:pt x="407631" y="328506"/>
                  </a:lnTo>
                  <a:lnTo>
                    <a:pt x="516557" y="310331"/>
                  </a:lnTo>
                  <a:lnTo>
                    <a:pt x="616000" y="293740"/>
                  </a:lnTo>
                  <a:lnTo>
                    <a:pt x="707478" y="278477"/>
                  </a:lnTo>
                  <a:lnTo>
                    <a:pt x="792173" y="264345"/>
                  </a:lnTo>
                  <a:lnTo>
                    <a:pt x="871023" y="251189"/>
                  </a:lnTo>
                  <a:lnTo>
                    <a:pt x="944781" y="238883"/>
                  </a:lnTo>
                  <a:lnTo>
                    <a:pt x="1014067" y="227323"/>
                  </a:lnTo>
                  <a:lnTo>
                    <a:pt x="1079391" y="216423"/>
                  </a:lnTo>
                  <a:lnTo>
                    <a:pt x="1141183" y="206114"/>
                  </a:lnTo>
                  <a:lnTo>
                    <a:pt x="1199804" y="196333"/>
                  </a:lnTo>
                  <a:lnTo>
                    <a:pt x="1255565" y="187029"/>
                  </a:lnTo>
                  <a:lnTo>
                    <a:pt x="1308731" y="178158"/>
                  </a:lnTo>
                  <a:lnTo>
                    <a:pt x="1359533" y="169682"/>
                  </a:lnTo>
                  <a:lnTo>
                    <a:pt x="1408173" y="161567"/>
                  </a:lnTo>
                  <a:lnTo>
                    <a:pt x="1454827" y="153783"/>
                  </a:lnTo>
                  <a:lnTo>
                    <a:pt x="1499651" y="146304"/>
                  </a:lnTo>
                  <a:lnTo>
                    <a:pt x="1542783" y="139107"/>
                  </a:lnTo>
                  <a:lnTo>
                    <a:pt x="1584346" y="132172"/>
                  </a:lnTo>
                  <a:lnTo>
                    <a:pt x="1624451" y="125481"/>
                  </a:lnTo>
                  <a:lnTo>
                    <a:pt x="1663196" y="119017"/>
                  </a:lnTo>
                  <a:lnTo>
                    <a:pt x="1700670" y="112764"/>
                  </a:lnTo>
                  <a:lnTo>
                    <a:pt x="1736955" y="106710"/>
                  </a:lnTo>
                  <a:lnTo>
                    <a:pt x="1772123" y="100842"/>
                  </a:lnTo>
                  <a:lnTo>
                    <a:pt x="1806241" y="95150"/>
                  </a:lnTo>
                  <a:lnTo>
                    <a:pt x="1839369" y="89622"/>
                  </a:lnTo>
                  <a:lnTo>
                    <a:pt x="1871565" y="84250"/>
                  </a:lnTo>
                  <a:lnTo>
                    <a:pt x="1902878" y="79026"/>
                  </a:lnTo>
                  <a:lnTo>
                    <a:pt x="1933356" y="73941"/>
                  </a:lnTo>
                  <a:lnTo>
                    <a:pt x="1963043" y="68988"/>
                  </a:lnTo>
                  <a:lnTo>
                    <a:pt x="1991978" y="64160"/>
                  </a:lnTo>
                  <a:lnTo>
                    <a:pt x="2020198" y="59451"/>
                  </a:lnTo>
                  <a:lnTo>
                    <a:pt x="2047738" y="54856"/>
                  </a:lnTo>
                  <a:lnTo>
                    <a:pt x="2074630" y="50369"/>
                  </a:lnTo>
                  <a:lnTo>
                    <a:pt x="2100904" y="45986"/>
                  </a:lnTo>
                  <a:lnTo>
                    <a:pt x="2126588" y="41700"/>
                  </a:lnTo>
                  <a:lnTo>
                    <a:pt x="2151707" y="37509"/>
                  </a:lnTo>
                  <a:lnTo>
                    <a:pt x="2176285" y="33408"/>
                  </a:lnTo>
                  <a:lnTo>
                    <a:pt x="2200347" y="29394"/>
                  </a:lnTo>
                  <a:lnTo>
                    <a:pt x="2223912" y="25462"/>
                  </a:lnTo>
                  <a:lnTo>
                    <a:pt x="2247001" y="21610"/>
                  </a:lnTo>
                  <a:lnTo>
                    <a:pt x="2269632" y="17834"/>
                  </a:lnTo>
                  <a:lnTo>
                    <a:pt x="2291825" y="14131"/>
                  </a:lnTo>
                  <a:lnTo>
                    <a:pt x="2313594" y="10499"/>
                  </a:lnTo>
                  <a:lnTo>
                    <a:pt x="2334957" y="6934"/>
                  </a:lnTo>
                  <a:lnTo>
                    <a:pt x="2355927" y="3435"/>
                  </a:lnTo>
                  <a:lnTo>
                    <a:pt x="237652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377091" y="3695286"/>
              <a:ext cx="2376520" cy="398264"/>
            </a:xfrm>
            <a:custGeom>
              <a:avLst/>
              <a:pathLst>
                <a:path w="2376520" h="398264">
                  <a:moveTo>
                    <a:pt x="0" y="398264"/>
                  </a:moveTo>
                  <a:lnTo>
                    <a:pt x="152608" y="372689"/>
                  </a:lnTo>
                  <a:lnTo>
                    <a:pt x="287218" y="350131"/>
                  </a:lnTo>
                  <a:lnTo>
                    <a:pt x="407631" y="329952"/>
                  </a:lnTo>
                  <a:lnTo>
                    <a:pt x="516557" y="311698"/>
                  </a:lnTo>
                  <a:lnTo>
                    <a:pt x="616000" y="295033"/>
                  </a:lnTo>
                  <a:lnTo>
                    <a:pt x="707478" y="279703"/>
                  </a:lnTo>
                  <a:lnTo>
                    <a:pt x="792173" y="265509"/>
                  </a:lnTo>
                  <a:lnTo>
                    <a:pt x="871023" y="252295"/>
                  </a:lnTo>
                  <a:lnTo>
                    <a:pt x="944781" y="239935"/>
                  </a:lnTo>
                  <a:lnTo>
                    <a:pt x="1014067" y="228323"/>
                  </a:lnTo>
                  <a:lnTo>
                    <a:pt x="1079391" y="217376"/>
                  </a:lnTo>
                  <a:lnTo>
                    <a:pt x="1141183" y="207021"/>
                  </a:lnTo>
                  <a:lnTo>
                    <a:pt x="1199804" y="197197"/>
                  </a:lnTo>
                  <a:lnTo>
                    <a:pt x="1255565" y="187853"/>
                  </a:lnTo>
                  <a:lnTo>
                    <a:pt x="1308731" y="178943"/>
                  </a:lnTo>
                  <a:lnTo>
                    <a:pt x="1359533" y="170429"/>
                  </a:lnTo>
                  <a:lnTo>
                    <a:pt x="1408173" y="162278"/>
                  </a:lnTo>
                  <a:lnTo>
                    <a:pt x="1454827" y="154460"/>
                  </a:lnTo>
                  <a:lnTo>
                    <a:pt x="1499651" y="146948"/>
                  </a:lnTo>
                  <a:lnTo>
                    <a:pt x="1542783" y="139720"/>
                  </a:lnTo>
                  <a:lnTo>
                    <a:pt x="1584346" y="132754"/>
                  </a:lnTo>
                  <a:lnTo>
                    <a:pt x="1624451" y="126033"/>
                  </a:lnTo>
                  <a:lnTo>
                    <a:pt x="1663196" y="119540"/>
                  </a:lnTo>
                  <a:lnTo>
                    <a:pt x="1700670" y="113260"/>
                  </a:lnTo>
                  <a:lnTo>
                    <a:pt x="1736955" y="107180"/>
                  </a:lnTo>
                  <a:lnTo>
                    <a:pt x="1772123" y="101286"/>
                  </a:lnTo>
                  <a:lnTo>
                    <a:pt x="1806241" y="95569"/>
                  </a:lnTo>
                  <a:lnTo>
                    <a:pt x="1839369" y="90017"/>
                  </a:lnTo>
                  <a:lnTo>
                    <a:pt x="1871565" y="84621"/>
                  </a:lnTo>
                  <a:lnTo>
                    <a:pt x="1902878" y="79374"/>
                  </a:lnTo>
                  <a:lnTo>
                    <a:pt x="1933356" y="74266"/>
                  </a:lnTo>
                  <a:lnTo>
                    <a:pt x="1963043" y="69291"/>
                  </a:lnTo>
                  <a:lnTo>
                    <a:pt x="1991978" y="64442"/>
                  </a:lnTo>
                  <a:lnTo>
                    <a:pt x="2020198" y="59713"/>
                  </a:lnTo>
                  <a:lnTo>
                    <a:pt x="2047738" y="55098"/>
                  </a:lnTo>
                  <a:lnTo>
                    <a:pt x="2074630" y="50591"/>
                  </a:lnTo>
                  <a:lnTo>
                    <a:pt x="2100904" y="46188"/>
                  </a:lnTo>
                  <a:lnTo>
                    <a:pt x="2126588" y="41884"/>
                  </a:lnTo>
                  <a:lnTo>
                    <a:pt x="2151707" y="37674"/>
                  </a:lnTo>
                  <a:lnTo>
                    <a:pt x="2176285" y="33555"/>
                  </a:lnTo>
                  <a:lnTo>
                    <a:pt x="2200347" y="29523"/>
                  </a:lnTo>
                  <a:lnTo>
                    <a:pt x="2223912" y="25574"/>
                  </a:lnTo>
                  <a:lnTo>
                    <a:pt x="2247001" y="21705"/>
                  </a:lnTo>
                  <a:lnTo>
                    <a:pt x="2269632" y="17912"/>
                  </a:lnTo>
                  <a:lnTo>
                    <a:pt x="2291825" y="14193"/>
                  </a:lnTo>
                  <a:lnTo>
                    <a:pt x="2313594" y="10545"/>
                  </a:lnTo>
                  <a:lnTo>
                    <a:pt x="2334957" y="6965"/>
                  </a:lnTo>
                  <a:lnTo>
                    <a:pt x="2355927" y="3450"/>
                  </a:lnTo>
                  <a:lnTo>
                    <a:pt x="237652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377091" y="3475361"/>
              <a:ext cx="2376520" cy="328392"/>
            </a:xfrm>
            <a:custGeom>
              <a:avLst/>
              <a:pathLst>
                <a:path w="2376520" h="328392">
                  <a:moveTo>
                    <a:pt x="0" y="0"/>
                  </a:moveTo>
                  <a:lnTo>
                    <a:pt x="152608" y="21087"/>
                  </a:lnTo>
                  <a:lnTo>
                    <a:pt x="287218" y="39688"/>
                  </a:lnTo>
                  <a:lnTo>
                    <a:pt x="407631" y="56327"/>
                  </a:lnTo>
                  <a:lnTo>
                    <a:pt x="516557" y="71379"/>
                  </a:lnTo>
                  <a:lnTo>
                    <a:pt x="616000" y="85120"/>
                  </a:lnTo>
                  <a:lnTo>
                    <a:pt x="707478" y="97760"/>
                  </a:lnTo>
                  <a:lnTo>
                    <a:pt x="792173" y="109464"/>
                  </a:lnTo>
                  <a:lnTo>
                    <a:pt x="871023" y="120359"/>
                  </a:lnTo>
                  <a:lnTo>
                    <a:pt x="944781" y="130551"/>
                  </a:lnTo>
                  <a:lnTo>
                    <a:pt x="1014067" y="140125"/>
                  </a:lnTo>
                  <a:lnTo>
                    <a:pt x="1079391" y="149152"/>
                  </a:lnTo>
                  <a:lnTo>
                    <a:pt x="1141183" y="157691"/>
                  </a:lnTo>
                  <a:lnTo>
                    <a:pt x="1199804" y="165791"/>
                  </a:lnTo>
                  <a:lnTo>
                    <a:pt x="1255565" y="173496"/>
                  </a:lnTo>
                  <a:lnTo>
                    <a:pt x="1308731" y="180843"/>
                  </a:lnTo>
                  <a:lnTo>
                    <a:pt x="1359533" y="187863"/>
                  </a:lnTo>
                  <a:lnTo>
                    <a:pt x="1408173" y="194584"/>
                  </a:lnTo>
                  <a:lnTo>
                    <a:pt x="1454827" y="201031"/>
                  </a:lnTo>
                  <a:lnTo>
                    <a:pt x="1499651" y="207225"/>
                  </a:lnTo>
                  <a:lnTo>
                    <a:pt x="1542783" y="213185"/>
                  </a:lnTo>
                  <a:lnTo>
                    <a:pt x="1584346" y="218928"/>
                  </a:lnTo>
                  <a:lnTo>
                    <a:pt x="1624451" y="224470"/>
                  </a:lnTo>
                  <a:lnTo>
                    <a:pt x="1663196" y="229824"/>
                  </a:lnTo>
                  <a:lnTo>
                    <a:pt x="1700670" y="235002"/>
                  </a:lnTo>
                  <a:lnTo>
                    <a:pt x="1736955" y="240016"/>
                  </a:lnTo>
                  <a:lnTo>
                    <a:pt x="1772123" y="244875"/>
                  </a:lnTo>
                  <a:lnTo>
                    <a:pt x="1806241" y="249590"/>
                  </a:lnTo>
                  <a:lnTo>
                    <a:pt x="1839369" y="254168"/>
                  </a:lnTo>
                  <a:lnTo>
                    <a:pt x="1871565" y="258616"/>
                  </a:lnTo>
                  <a:lnTo>
                    <a:pt x="1902878" y="262943"/>
                  </a:lnTo>
                  <a:lnTo>
                    <a:pt x="1933356" y="267155"/>
                  </a:lnTo>
                  <a:lnTo>
                    <a:pt x="1963043" y="271257"/>
                  </a:lnTo>
                  <a:lnTo>
                    <a:pt x="1991978" y="275255"/>
                  </a:lnTo>
                  <a:lnTo>
                    <a:pt x="2020198" y="279155"/>
                  </a:lnTo>
                  <a:lnTo>
                    <a:pt x="2047738" y="282960"/>
                  </a:lnTo>
                  <a:lnTo>
                    <a:pt x="2074630" y="286676"/>
                  </a:lnTo>
                  <a:lnTo>
                    <a:pt x="2100904" y="290307"/>
                  </a:lnTo>
                  <a:lnTo>
                    <a:pt x="2126588" y="293856"/>
                  </a:lnTo>
                  <a:lnTo>
                    <a:pt x="2151707" y="297327"/>
                  </a:lnTo>
                  <a:lnTo>
                    <a:pt x="2176285" y="300723"/>
                  </a:lnTo>
                  <a:lnTo>
                    <a:pt x="2200347" y="304048"/>
                  </a:lnTo>
                  <a:lnTo>
                    <a:pt x="2223912" y="307304"/>
                  </a:lnTo>
                  <a:lnTo>
                    <a:pt x="2247001" y="310495"/>
                  </a:lnTo>
                  <a:lnTo>
                    <a:pt x="2269632" y="313622"/>
                  </a:lnTo>
                  <a:lnTo>
                    <a:pt x="2291825" y="316689"/>
                  </a:lnTo>
                  <a:lnTo>
                    <a:pt x="2313594" y="319697"/>
                  </a:lnTo>
                  <a:lnTo>
                    <a:pt x="2334957" y="322649"/>
                  </a:lnTo>
                  <a:lnTo>
                    <a:pt x="2355927" y="325547"/>
                  </a:lnTo>
                  <a:lnTo>
                    <a:pt x="2376520" y="328392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377091" y="3548179"/>
              <a:ext cx="2376520" cy="543173"/>
            </a:xfrm>
            <a:custGeom>
              <a:avLst/>
              <a:pathLst>
                <a:path w="2376520" h="543173">
                  <a:moveTo>
                    <a:pt x="0" y="0"/>
                  </a:moveTo>
                  <a:lnTo>
                    <a:pt x="152608" y="34879"/>
                  </a:lnTo>
                  <a:lnTo>
                    <a:pt x="287218" y="65646"/>
                  </a:lnTo>
                  <a:lnTo>
                    <a:pt x="407631" y="93167"/>
                  </a:lnTo>
                  <a:lnTo>
                    <a:pt x="516557" y="118063"/>
                  </a:lnTo>
                  <a:lnTo>
                    <a:pt x="616000" y="140791"/>
                  </a:lnTo>
                  <a:lnTo>
                    <a:pt x="707478" y="161700"/>
                  </a:lnTo>
                  <a:lnTo>
                    <a:pt x="792173" y="181057"/>
                  </a:lnTo>
                  <a:lnTo>
                    <a:pt x="871023" y="199079"/>
                  </a:lnTo>
                  <a:lnTo>
                    <a:pt x="944781" y="215937"/>
                  </a:lnTo>
                  <a:lnTo>
                    <a:pt x="1014067" y="231773"/>
                  </a:lnTo>
                  <a:lnTo>
                    <a:pt x="1079391" y="246704"/>
                  </a:lnTo>
                  <a:lnTo>
                    <a:pt x="1141183" y="260827"/>
                  </a:lnTo>
                  <a:lnTo>
                    <a:pt x="1199804" y="274225"/>
                  </a:lnTo>
                  <a:lnTo>
                    <a:pt x="1255565" y="286969"/>
                  </a:lnTo>
                  <a:lnTo>
                    <a:pt x="1308731" y="299121"/>
                  </a:lnTo>
                  <a:lnTo>
                    <a:pt x="1359533" y="310732"/>
                  </a:lnTo>
                  <a:lnTo>
                    <a:pt x="1408173" y="321849"/>
                  </a:lnTo>
                  <a:lnTo>
                    <a:pt x="1454827" y="332513"/>
                  </a:lnTo>
                  <a:lnTo>
                    <a:pt x="1499651" y="342757"/>
                  </a:lnTo>
                  <a:lnTo>
                    <a:pt x="1542783" y="352616"/>
                  </a:lnTo>
                  <a:lnTo>
                    <a:pt x="1584346" y="362115"/>
                  </a:lnTo>
                  <a:lnTo>
                    <a:pt x="1624451" y="371282"/>
                  </a:lnTo>
                  <a:lnTo>
                    <a:pt x="1663196" y="380137"/>
                  </a:lnTo>
                  <a:lnTo>
                    <a:pt x="1700670" y="388702"/>
                  </a:lnTo>
                  <a:lnTo>
                    <a:pt x="1736955" y="396995"/>
                  </a:lnTo>
                  <a:lnTo>
                    <a:pt x="1772123" y="405033"/>
                  </a:lnTo>
                  <a:lnTo>
                    <a:pt x="1806241" y="412831"/>
                  </a:lnTo>
                  <a:lnTo>
                    <a:pt x="1839369" y="420403"/>
                  </a:lnTo>
                  <a:lnTo>
                    <a:pt x="1871565" y="427761"/>
                  </a:lnTo>
                  <a:lnTo>
                    <a:pt x="1902878" y="434918"/>
                  </a:lnTo>
                  <a:lnTo>
                    <a:pt x="1933356" y="441884"/>
                  </a:lnTo>
                  <a:lnTo>
                    <a:pt x="1963043" y="448669"/>
                  </a:lnTo>
                  <a:lnTo>
                    <a:pt x="1991978" y="455283"/>
                  </a:lnTo>
                  <a:lnTo>
                    <a:pt x="2020198" y="461733"/>
                  </a:lnTo>
                  <a:lnTo>
                    <a:pt x="2047738" y="468027"/>
                  </a:lnTo>
                  <a:lnTo>
                    <a:pt x="2074630" y="474174"/>
                  </a:lnTo>
                  <a:lnTo>
                    <a:pt x="2100904" y="480179"/>
                  </a:lnTo>
                  <a:lnTo>
                    <a:pt x="2126588" y="486049"/>
                  </a:lnTo>
                  <a:lnTo>
                    <a:pt x="2151707" y="491790"/>
                  </a:lnTo>
                  <a:lnTo>
                    <a:pt x="2176285" y="497408"/>
                  </a:lnTo>
                  <a:lnTo>
                    <a:pt x="2200347" y="502907"/>
                  </a:lnTo>
                  <a:lnTo>
                    <a:pt x="2223912" y="508293"/>
                  </a:lnTo>
                  <a:lnTo>
                    <a:pt x="2247001" y="513570"/>
                  </a:lnTo>
                  <a:lnTo>
                    <a:pt x="2269632" y="518743"/>
                  </a:lnTo>
                  <a:lnTo>
                    <a:pt x="2291825" y="523815"/>
                  </a:lnTo>
                  <a:lnTo>
                    <a:pt x="2313594" y="528791"/>
                  </a:lnTo>
                  <a:lnTo>
                    <a:pt x="2334957" y="533673"/>
                  </a:lnTo>
                  <a:lnTo>
                    <a:pt x="2355927" y="538466"/>
                  </a:lnTo>
                  <a:lnTo>
                    <a:pt x="2376520" y="54317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377091" y="4030025"/>
              <a:ext cx="2376520" cy="246396"/>
            </a:xfrm>
            <a:custGeom>
              <a:avLst/>
              <a:pathLst>
                <a:path w="2376520" h="246396">
                  <a:moveTo>
                    <a:pt x="0" y="0"/>
                  </a:moveTo>
                  <a:lnTo>
                    <a:pt x="152608" y="15822"/>
                  </a:lnTo>
                  <a:lnTo>
                    <a:pt x="287218" y="29778"/>
                  </a:lnTo>
                  <a:lnTo>
                    <a:pt x="407631" y="42263"/>
                  </a:lnTo>
                  <a:lnTo>
                    <a:pt x="516557" y="53556"/>
                  </a:lnTo>
                  <a:lnTo>
                    <a:pt x="616000" y="63866"/>
                  </a:lnTo>
                  <a:lnTo>
                    <a:pt x="707478" y="73350"/>
                  </a:lnTo>
                  <a:lnTo>
                    <a:pt x="792173" y="82132"/>
                  </a:lnTo>
                  <a:lnTo>
                    <a:pt x="871023" y="90307"/>
                  </a:lnTo>
                  <a:lnTo>
                    <a:pt x="944781" y="97954"/>
                  </a:lnTo>
                  <a:lnTo>
                    <a:pt x="1014067" y="105138"/>
                  </a:lnTo>
                  <a:lnTo>
                    <a:pt x="1079391" y="111910"/>
                  </a:lnTo>
                  <a:lnTo>
                    <a:pt x="1141183" y="118317"/>
                  </a:lnTo>
                  <a:lnTo>
                    <a:pt x="1199804" y="124395"/>
                  </a:lnTo>
                  <a:lnTo>
                    <a:pt x="1255565" y="130176"/>
                  </a:lnTo>
                  <a:lnTo>
                    <a:pt x="1308731" y="135688"/>
                  </a:lnTo>
                  <a:lnTo>
                    <a:pt x="1359533" y="140955"/>
                  </a:lnTo>
                  <a:lnTo>
                    <a:pt x="1408173" y="145998"/>
                  </a:lnTo>
                  <a:lnTo>
                    <a:pt x="1454827" y="150835"/>
                  </a:lnTo>
                  <a:lnTo>
                    <a:pt x="1499651" y="155483"/>
                  </a:lnTo>
                  <a:lnTo>
                    <a:pt x="1542783" y="159955"/>
                  </a:lnTo>
                  <a:lnTo>
                    <a:pt x="1584346" y="164264"/>
                  </a:lnTo>
                  <a:lnTo>
                    <a:pt x="1624451" y="168422"/>
                  </a:lnTo>
                  <a:lnTo>
                    <a:pt x="1663196" y="172439"/>
                  </a:lnTo>
                  <a:lnTo>
                    <a:pt x="1700670" y="176324"/>
                  </a:lnTo>
                  <a:lnTo>
                    <a:pt x="1736955" y="180086"/>
                  </a:lnTo>
                  <a:lnTo>
                    <a:pt x="1772123" y="183732"/>
                  </a:lnTo>
                  <a:lnTo>
                    <a:pt x="1806241" y="187270"/>
                  </a:lnTo>
                  <a:lnTo>
                    <a:pt x="1839369" y="190704"/>
                  </a:lnTo>
                  <a:lnTo>
                    <a:pt x="1871565" y="194042"/>
                  </a:lnTo>
                  <a:lnTo>
                    <a:pt x="1902878" y="197289"/>
                  </a:lnTo>
                  <a:lnTo>
                    <a:pt x="1933356" y="200449"/>
                  </a:lnTo>
                  <a:lnTo>
                    <a:pt x="1963043" y="203527"/>
                  </a:lnTo>
                  <a:lnTo>
                    <a:pt x="1991978" y="206527"/>
                  </a:lnTo>
                  <a:lnTo>
                    <a:pt x="2020198" y="209453"/>
                  </a:lnTo>
                  <a:lnTo>
                    <a:pt x="2047738" y="212308"/>
                  </a:lnTo>
                  <a:lnTo>
                    <a:pt x="2074630" y="215096"/>
                  </a:lnTo>
                  <a:lnTo>
                    <a:pt x="2100904" y="217820"/>
                  </a:lnTo>
                  <a:lnTo>
                    <a:pt x="2126588" y="220483"/>
                  </a:lnTo>
                  <a:lnTo>
                    <a:pt x="2151707" y="223087"/>
                  </a:lnTo>
                  <a:lnTo>
                    <a:pt x="2176285" y="225636"/>
                  </a:lnTo>
                  <a:lnTo>
                    <a:pt x="2200347" y="228130"/>
                  </a:lnTo>
                  <a:lnTo>
                    <a:pt x="2223912" y="230574"/>
                  </a:lnTo>
                  <a:lnTo>
                    <a:pt x="2247001" y="232967"/>
                  </a:lnTo>
                  <a:lnTo>
                    <a:pt x="2269632" y="235314"/>
                  </a:lnTo>
                  <a:lnTo>
                    <a:pt x="2291825" y="237615"/>
                  </a:lnTo>
                  <a:lnTo>
                    <a:pt x="2313594" y="239872"/>
                  </a:lnTo>
                  <a:lnTo>
                    <a:pt x="2334957" y="242087"/>
                  </a:lnTo>
                  <a:lnTo>
                    <a:pt x="2355927" y="244261"/>
                  </a:lnTo>
                  <a:lnTo>
                    <a:pt x="2376520" y="246396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377091" y="3993167"/>
              <a:ext cx="2376520" cy="77748"/>
            </a:xfrm>
            <a:custGeom>
              <a:avLst/>
              <a:pathLst>
                <a:path w="2376520" h="77748">
                  <a:moveTo>
                    <a:pt x="0" y="0"/>
                  </a:moveTo>
                  <a:lnTo>
                    <a:pt x="152608" y="4992"/>
                  </a:lnTo>
                  <a:lnTo>
                    <a:pt x="287218" y="9396"/>
                  </a:lnTo>
                  <a:lnTo>
                    <a:pt x="407631" y="13335"/>
                  </a:lnTo>
                  <a:lnTo>
                    <a:pt x="516557" y="16899"/>
                  </a:lnTo>
                  <a:lnTo>
                    <a:pt x="616000" y="20152"/>
                  </a:lnTo>
                  <a:lnTo>
                    <a:pt x="707478" y="23145"/>
                  </a:lnTo>
                  <a:lnTo>
                    <a:pt x="792173" y="25916"/>
                  </a:lnTo>
                  <a:lnTo>
                    <a:pt x="871023" y="28495"/>
                  </a:lnTo>
                  <a:lnTo>
                    <a:pt x="944781" y="30908"/>
                  </a:lnTo>
                  <a:lnTo>
                    <a:pt x="1014067" y="33175"/>
                  </a:lnTo>
                  <a:lnTo>
                    <a:pt x="1079391" y="35312"/>
                  </a:lnTo>
                  <a:lnTo>
                    <a:pt x="1141183" y="37334"/>
                  </a:lnTo>
                  <a:lnTo>
                    <a:pt x="1199804" y="39252"/>
                  </a:lnTo>
                  <a:lnTo>
                    <a:pt x="1255565" y="41076"/>
                  </a:lnTo>
                  <a:lnTo>
                    <a:pt x="1308731" y="42815"/>
                  </a:lnTo>
                  <a:lnTo>
                    <a:pt x="1359533" y="44477"/>
                  </a:lnTo>
                  <a:lnTo>
                    <a:pt x="1408173" y="46068"/>
                  </a:lnTo>
                  <a:lnTo>
                    <a:pt x="1454827" y="47595"/>
                  </a:lnTo>
                  <a:lnTo>
                    <a:pt x="1499651" y="49061"/>
                  </a:lnTo>
                  <a:lnTo>
                    <a:pt x="1542783" y="50472"/>
                  </a:lnTo>
                  <a:lnTo>
                    <a:pt x="1584346" y="51832"/>
                  </a:lnTo>
                  <a:lnTo>
                    <a:pt x="1624451" y="53144"/>
                  </a:lnTo>
                  <a:lnTo>
                    <a:pt x="1663196" y="54412"/>
                  </a:lnTo>
                  <a:lnTo>
                    <a:pt x="1700670" y="55638"/>
                  </a:lnTo>
                  <a:lnTo>
                    <a:pt x="1736955" y="56825"/>
                  </a:lnTo>
                  <a:lnTo>
                    <a:pt x="1772123" y="57975"/>
                  </a:lnTo>
                  <a:lnTo>
                    <a:pt x="1806241" y="59091"/>
                  </a:lnTo>
                  <a:lnTo>
                    <a:pt x="1839369" y="60175"/>
                  </a:lnTo>
                  <a:lnTo>
                    <a:pt x="1871565" y="61228"/>
                  </a:lnTo>
                  <a:lnTo>
                    <a:pt x="1902878" y="62253"/>
                  </a:lnTo>
                  <a:lnTo>
                    <a:pt x="1933356" y="63250"/>
                  </a:lnTo>
                  <a:lnTo>
                    <a:pt x="1963043" y="64221"/>
                  </a:lnTo>
                  <a:lnTo>
                    <a:pt x="1991978" y="65168"/>
                  </a:lnTo>
                  <a:lnTo>
                    <a:pt x="2020198" y="66091"/>
                  </a:lnTo>
                  <a:lnTo>
                    <a:pt x="2047738" y="66992"/>
                  </a:lnTo>
                  <a:lnTo>
                    <a:pt x="2074630" y="67872"/>
                  </a:lnTo>
                  <a:lnTo>
                    <a:pt x="2100904" y="68731"/>
                  </a:lnTo>
                  <a:lnTo>
                    <a:pt x="2126588" y="69572"/>
                  </a:lnTo>
                  <a:lnTo>
                    <a:pt x="2151707" y="70393"/>
                  </a:lnTo>
                  <a:lnTo>
                    <a:pt x="2176285" y="71198"/>
                  </a:lnTo>
                  <a:lnTo>
                    <a:pt x="2200347" y="71985"/>
                  </a:lnTo>
                  <a:lnTo>
                    <a:pt x="2223912" y="72756"/>
                  </a:lnTo>
                  <a:lnTo>
                    <a:pt x="2247001" y="73511"/>
                  </a:lnTo>
                  <a:lnTo>
                    <a:pt x="2269632" y="74251"/>
                  </a:lnTo>
                  <a:lnTo>
                    <a:pt x="2291825" y="74977"/>
                  </a:lnTo>
                  <a:lnTo>
                    <a:pt x="2313594" y="75690"/>
                  </a:lnTo>
                  <a:lnTo>
                    <a:pt x="2334957" y="76389"/>
                  </a:lnTo>
                  <a:lnTo>
                    <a:pt x="2355927" y="77075"/>
                  </a:lnTo>
                  <a:lnTo>
                    <a:pt x="2376520" y="7774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377091" y="3916741"/>
              <a:ext cx="2376520" cy="74171"/>
            </a:xfrm>
            <a:custGeom>
              <a:avLst/>
              <a:pathLst>
                <a:path w="2376520" h="74171">
                  <a:moveTo>
                    <a:pt x="0" y="74171"/>
                  </a:moveTo>
                  <a:lnTo>
                    <a:pt x="152608" y="69408"/>
                  </a:lnTo>
                  <a:lnTo>
                    <a:pt x="287218" y="65207"/>
                  </a:lnTo>
                  <a:lnTo>
                    <a:pt x="407631" y="61448"/>
                  </a:lnTo>
                  <a:lnTo>
                    <a:pt x="516557" y="58049"/>
                  </a:lnTo>
                  <a:lnTo>
                    <a:pt x="616000" y="54945"/>
                  </a:lnTo>
                  <a:lnTo>
                    <a:pt x="707478" y="52090"/>
                  </a:lnTo>
                  <a:lnTo>
                    <a:pt x="792173" y="49447"/>
                  </a:lnTo>
                  <a:lnTo>
                    <a:pt x="871023" y="46986"/>
                  </a:lnTo>
                  <a:lnTo>
                    <a:pt x="944781" y="44684"/>
                  </a:lnTo>
                  <a:lnTo>
                    <a:pt x="1014067" y="42522"/>
                  </a:lnTo>
                  <a:lnTo>
                    <a:pt x="1079391" y="40483"/>
                  </a:lnTo>
                  <a:lnTo>
                    <a:pt x="1141183" y="38554"/>
                  </a:lnTo>
                  <a:lnTo>
                    <a:pt x="1199804" y="36725"/>
                  </a:lnTo>
                  <a:lnTo>
                    <a:pt x="1255565" y="34984"/>
                  </a:lnTo>
                  <a:lnTo>
                    <a:pt x="1308731" y="33325"/>
                  </a:lnTo>
                  <a:lnTo>
                    <a:pt x="1359533" y="31740"/>
                  </a:lnTo>
                  <a:lnTo>
                    <a:pt x="1408173" y="30222"/>
                  </a:lnTo>
                  <a:lnTo>
                    <a:pt x="1454827" y="28766"/>
                  </a:lnTo>
                  <a:lnTo>
                    <a:pt x="1499651" y="27367"/>
                  </a:lnTo>
                  <a:lnTo>
                    <a:pt x="1542783" y="26020"/>
                  </a:lnTo>
                  <a:lnTo>
                    <a:pt x="1584346" y="24723"/>
                  </a:lnTo>
                  <a:lnTo>
                    <a:pt x="1624451" y="23472"/>
                  </a:lnTo>
                  <a:lnTo>
                    <a:pt x="1663196" y="22262"/>
                  </a:lnTo>
                  <a:lnTo>
                    <a:pt x="1700670" y="21093"/>
                  </a:lnTo>
                  <a:lnTo>
                    <a:pt x="1736955" y="19960"/>
                  </a:lnTo>
                  <a:lnTo>
                    <a:pt x="1772123" y="18863"/>
                  </a:lnTo>
                  <a:lnTo>
                    <a:pt x="1806241" y="17798"/>
                  </a:lnTo>
                  <a:lnTo>
                    <a:pt x="1839369" y="16764"/>
                  </a:lnTo>
                  <a:lnTo>
                    <a:pt x="1871565" y="15759"/>
                  </a:lnTo>
                  <a:lnTo>
                    <a:pt x="1902878" y="14782"/>
                  </a:lnTo>
                  <a:lnTo>
                    <a:pt x="1933356" y="13831"/>
                  </a:lnTo>
                  <a:lnTo>
                    <a:pt x="1963043" y="12904"/>
                  </a:lnTo>
                  <a:lnTo>
                    <a:pt x="1991978" y="12001"/>
                  </a:lnTo>
                  <a:lnTo>
                    <a:pt x="2020198" y="11120"/>
                  </a:lnTo>
                  <a:lnTo>
                    <a:pt x="2047738" y="10261"/>
                  </a:lnTo>
                  <a:lnTo>
                    <a:pt x="2074630" y="9421"/>
                  </a:lnTo>
                  <a:lnTo>
                    <a:pt x="2100904" y="8601"/>
                  </a:lnTo>
                  <a:lnTo>
                    <a:pt x="2126588" y="7800"/>
                  </a:lnTo>
                  <a:lnTo>
                    <a:pt x="2151707" y="7016"/>
                  </a:lnTo>
                  <a:lnTo>
                    <a:pt x="2176285" y="6249"/>
                  </a:lnTo>
                  <a:lnTo>
                    <a:pt x="2200347" y="5498"/>
                  </a:lnTo>
                  <a:lnTo>
                    <a:pt x="2223912" y="4762"/>
                  </a:lnTo>
                  <a:lnTo>
                    <a:pt x="2247001" y="4042"/>
                  </a:lnTo>
                  <a:lnTo>
                    <a:pt x="2269632" y="3335"/>
                  </a:lnTo>
                  <a:lnTo>
                    <a:pt x="2291825" y="2643"/>
                  </a:lnTo>
                  <a:lnTo>
                    <a:pt x="2313594" y="1963"/>
                  </a:lnTo>
                  <a:lnTo>
                    <a:pt x="2334957" y="1297"/>
                  </a:lnTo>
                  <a:lnTo>
                    <a:pt x="2355927" y="642"/>
                  </a:lnTo>
                  <a:lnTo>
                    <a:pt x="2376520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0" name="rc389"/>
            <p:cNvSpPr/>
            <p:nvPr/>
          </p:nvSpPr>
          <p:spPr>
            <a:xfrm>
              <a:off x="4204347" y="2994900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204347" y="2994900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72716" y="430430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72716" y="402425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72716" y="374420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72716" y="34641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72716" y="318410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204347" y="4502431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4377091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169264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5961438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6753611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tx401"/>
            <p:cNvSpPr/>
            <p:nvPr/>
          </p:nvSpPr>
          <p:spPr>
            <a:xfrm>
              <a:off x="4204347" y="2800146"/>
              <a:ext cx="97822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3" name="rc402"/>
            <p:cNvSpPr/>
            <p:nvPr/>
          </p:nvSpPr>
          <p:spPr>
            <a:xfrm>
              <a:off x="1342663" y="4804731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1443269" y="575372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1449899" y="560850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1497714" y="569782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89484" y="589335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19894" y="606823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515128" y="572356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542468" y="585857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438219" y="58997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08694" y="600597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49802" y="567793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235707" y="587668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2276610" y="508625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2288996" y="524764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259776" y="550722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320192" y="565631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84329" y="621525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304797" y="592068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72940" y="54556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56445" y="493958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59290" y="48447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82202" y="574664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44522" y="54382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45610" y="521922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313361" y="536532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42280" y="591446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98028" y="5855688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50212" y="526679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94198" y="531972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3083723" y="596139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3024014" y="563170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3117533" y="57595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75550" y="603718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3061982" y="560637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127376" y="591711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26219" y="500576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20939" y="583231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88421" y="549136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74724" y="528500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129395" y="490597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107398" y="51509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27700" y="585750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126458" y="541713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55766" y="556718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27434" y="536600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53517" y="582752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101654" y="541108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113719" y="578635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108200" y="574078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916617" y="580194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857437" y="574559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881634" y="5945995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825650" y="546633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856443" y="553299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918975" y="494112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891782" y="55079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894851" y="574291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44871" y="552392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36092" y="539474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908782" y="532883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19333" y="517629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11917" y="56916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49548" y="50654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25949" y="601828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888095" y="585835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33415" y="566610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54192" y="576682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40839" y="562121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809794" y="581895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910348" y="558827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40115" y="550142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09620" y="551417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837636" y="558554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l475"/>
            <p:cNvSpPr/>
            <p:nvPr/>
          </p:nvSpPr>
          <p:spPr>
            <a:xfrm>
              <a:off x="1522776" y="5650134"/>
              <a:ext cx="2369180" cy="63018"/>
            </a:xfrm>
            <a:custGeom>
              <a:avLst/>
              <a:pathLst>
                <a:path w="2369180" h="63018">
                  <a:moveTo>
                    <a:pt x="0" y="63018"/>
                  </a:moveTo>
                  <a:lnTo>
                    <a:pt x="152136" y="58972"/>
                  </a:lnTo>
                  <a:lnTo>
                    <a:pt x="286331" y="55402"/>
                  </a:lnTo>
                  <a:lnTo>
                    <a:pt x="406372" y="52209"/>
                  </a:lnTo>
                  <a:lnTo>
                    <a:pt x="514962" y="49321"/>
                  </a:lnTo>
                  <a:lnTo>
                    <a:pt x="614097" y="46684"/>
                  </a:lnTo>
                  <a:lnTo>
                    <a:pt x="705293" y="44258"/>
                  </a:lnTo>
                  <a:lnTo>
                    <a:pt x="789726" y="42012"/>
                  </a:lnTo>
                  <a:lnTo>
                    <a:pt x="868332" y="39921"/>
                  </a:lnTo>
                  <a:lnTo>
                    <a:pt x="941863" y="37965"/>
                  </a:lnTo>
                  <a:lnTo>
                    <a:pt x="1010935" y="36128"/>
                  </a:lnTo>
                  <a:lnTo>
                    <a:pt x="1076058" y="34396"/>
                  </a:lnTo>
                  <a:lnTo>
                    <a:pt x="1137658" y="32757"/>
                  </a:lnTo>
                  <a:lnTo>
                    <a:pt x="1196099" y="31203"/>
                  </a:lnTo>
                  <a:lnTo>
                    <a:pt x="1251687" y="29724"/>
                  </a:lnTo>
                  <a:lnTo>
                    <a:pt x="1304689" y="28314"/>
                  </a:lnTo>
                  <a:lnTo>
                    <a:pt x="1355334" y="26967"/>
                  </a:lnTo>
                  <a:lnTo>
                    <a:pt x="1403824" y="25677"/>
                  </a:lnTo>
                  <a:lnTo>
                    <a:pt x="1450334" y="24440"/>
                  </a:lnTo>
                  <a:lnTo>
                    <a:pt x="1495019" y="23252"/>
                  </a:lnTo>
                  <a:lnTo>
                    <a:pt x="1538018" y="22108"/>
                  </a:lnTo>
                  <a:lnTo>
                    <a:pt x="1579453" y="21006"/>
                  </a:lnTo>
                  <a:lnTo>
                    <a:pt x="1619434" y="19942"/>
                  </a:lnTo>
                  <a:lnTo>
                    <a:pt x="1658059" y="18915"/>
                  </a:lnTo>
                  <a:lnTo>
                    <a:pt x="1695418" y="17921"/>
                  </a:lnTo>
                  <a:lnTo>
                    <a:pt x="1731590" y="16959"/>
                  </a:lnTo>
                  <a:lnTo>
                    <a:pt x="1766649" y="16026"/>
                  </a:lnTo>
                  <a:lnTo>
                    <a:pt x="1800662" y="15122"/>
                  </a:lnTo>
                  <a:lnTo>
                    <a:pt x="1833688" y="14243"/>
                  </a:lnTo>
                  <a:lnTo>
                    <a:pt x="1865785" y="13390"/>
                  </a:lnTo>
                  <a:lnTo>
                    <a:pt x="1897001" y="12559"/>
                  </a:lnTo>
                  <a:lnTo>
                    <a:pt x="1927385" y="11751"/>
                  </a:lnTo>
                  <a:lnTo>
                    <a:pt x="1956980" y="10964"/>
                  </a:lnTo>
                  <a:lnTo>
                    <a:pt x="1985825" y="10197"/>
                  </a:lnTo>
                  <a:lnTo>
                    <a:pt x="2013959" y="9448"/>
                  </a:lnTo>
                  <a:lnTo>
                    <a:pt x="2041414" y="8718"/>
                  </a:lnTo>
                  <a:lnTo>
                    <a:pt x="2068223" y="8005"/>
                  </a:lnTo>
                  <a:lnTo>
                    <a:pt x="2094416" y="7308"/>
                  </a:lnTo>
                  <a:lnTo>
                    <a:pt x="2120020" y="6627"/>
                  </a:lnTo>
                  <a:lnTo>
                    <a:pt x="2145061" y="5961"/>
                  </a:lnTo>
                  <a:lnTo>
                    <a:pt x="2169564" y="5309"/>
                  </a:lnTo>
                  <a:lnTo>
                    <a:pt x="2193551" y="4671"/>
                  </a:lnTo>
                  <a:lnTo>
                    <a:pt x="2217043" y="4046"/>
                  </a:lnTo>
                  <a:lnTo>
                    <a:pt x="2240061" y="3434"/>
                  </a:lnTo>
                  <a:lnTo>
                    <a:pt x="2262623" y="2834"/>
                  </a:lnTo>
                  <a:lnTo>
                    <a:pt x="2284746" y="2245"/>
                  </a:lnTo>
                  <a:lnTo>
                    <a:pt x="2306449" y="1668"/>
                  </a:lnTo>
                  <a:lnTo>
                    <a:pt x="2327745" y="1102"/>
                  </a:lnTo>
                  <a:lnTo>
                    <a:pt x="2348651" y="546"/>
                  </a:lnTo>
                  <a:lnTo>
                    <a:pt x="236918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7" name="pl476"/>
            <p:cNvSpPr/>
            <p:nvPr/>
          </p:nvSpPr>
          <p:spPr>
            <a:xfrm>
              <a:off x="1522776" y="5670249"/>
              <a:ext cx="2369180" cy="240994"/>
            </a:xfrm>
            <a:custGeom>
              <a:avLst/>
              <a:pathLst>
                <a:path w="2369180" h="240994">
                  <a:moveTo>
                    <a:pt x="0" y="240994"/>
                  </a:moveTo>
                  <a:lnTo>
                    <a:pt x="152136" y="225518"/>
                  </a:lnTo>
                  <a:lnTo>
                    <a:pt x="286331" y="211868"/>
                  </a:lnTo>
                  <a:lnTo>
                    <a:pt x="406372" y="199657"/>
                  </a:lnTo>
                  <a:lnTo>
                    <a:pt x="514962" y="188611"/>
                  </a:lnTo>
                  <a:lnTo>
                    <a:pt x="614097" y="178527"/>
                  </a:lnTo>
                  <a:lnTo>
                    <a:pt x="705293" y="169251"/>
                  </a:lnTo>
                  <a:lnTo>
                    <a:pt x="789726" y="160662"/>
                  </a:lnTo>
                  <a:lnTo>
                    <a:pt x="868332" y="152666"/>
                  </a:lnTo>
                  <a:lnTo>
                    <a:pt x="941863" y="145187"/>
                  </a:lnTo>
                  <a:lnTo>
                    <a:pt x="1010935" y="138161"/>
                  </a:lnTo>
                  <a:lnTo>
                    <a:pt x="1076058" y="131537"/>
                  </a:lnTo>
                  <a:lnTo>
                    <a:pt x="1137658" y="125270"/>
                  </a:lnTo>
                  <a:lnTo>
                    <a:pt x="1196099" y="119326"/>
                  </a:lnTo>
                  <a:lnTo>
                    <a:pt x="1251687" y="113671"/>
                  </a:lnTo>
                  <a:lnTo>
                    <a:pt x="1304689" y="108280"/>
                  </a:lnTo>
                  <a:lnTo>
                    <a:pt x="1355334" y="103128"/>
                  </a:lnTo>
                  <a:lnTo>
                    <a:pt x="1403824" y="98196"/>
                  </a:lnTo>
                  <a:lnTo>
                    <a:pt x="1450334" y="93465"/>
                  </a:lnTo>
                  <a:lnTo>
                    <a:pt x="1495019" y="88920"/>
                  </a:lnTo>
                  <a:lnTo>
                    <a:pt x="1538018" y="84546"/>
                  </a:lnTo>
                  <a:lnTo>
                    <a:pt x="1579453" y="80331"/>
                  </a:lnTo>
                  <a:lnTo>
                    <a:pt x="1619434" y="76264"/>
                  </a:lnTo>
                  <a:lnTo>
                    <a:pt x="1658059" y="72335"/>
                  </a:lnTo>
                  <a:lnTo>
                    <a:pt x="1695418" y="68535"/>
                  </a:lnTo>
                  <a:lnTo>
                    <a:pt x="1731590" y="64855"/>
                  </a:lnTo>
                  <a:lnTo>
                    <a:pt x="1766649" y="61289"/>
                  </a:lnTo>
                  <a:lnTo>
                    <a:pt x="1800662" y="57829"/>
                  </a:lnTo>
                  <a:lnTo>
                    <a:pt x="1833688" y="54470"/>
                  </a:lnTo>
                  <a:lnTo>
                    <a:pt x="1865785" y="51205"/>
                  </a:lnTo>
                  <a:lnTo>
                    <a:pt x="1897001" y="48030"/>
                  </a:lnTo>
                  <a:lnTo>
                    <a:pt x="1927385" y="44939"/>
                  </a:lnTo>
                  <a:lnTo>
                    <a:pt x="1956980" y="41929"/>
                  </a:lnTo>
                  <a:lnTo>
                    <a:pt x="1985825" y="38995"/>
                  </a:lnTo>
                  <a:lnTo>
                    <a:pt x="2013959" y="36133"/>
                  </a:lnTo>
                  <a:lnTo>
                    <a:pt x="2041414" y="33340"/>
                  </a:lnTo>
                  <a:lnTo>
                    <a:pt x="2068223" y="30613"/>
                  </a:lnTo>
                  <a:lnTo>
                    <a:pt x="2094416" y="27949"/>
                  </a:lnTo>
                  <a:lnTo>
                    <a:pt x="2120020" y="25344"/>
                  </a:lnTo>
                  <a:lnTo>
                    <a:pt x="2145061" y="22797"/>
                  </a:lnTo>
                  <a:lnTo>
                    <a:pt x="2169564" y="20305"/>
                  </a:lnTo>
                  <a:lnTo>
                    <a:pt x="2193551" y="17865"/>
                  </a:lnTo>
                  <a:lnTo>
                    <a:pt x="2217043" y="15475"/>
                  </a:lnTo>
                  <a:lnTo>
                    <a:pt x="2240061" y="13134"/>
                  </a:lnTo>
                  <a:lnTo>
                    <a:pt x="2262623" y="10839"/>
                  </a:lnTo>
                  <a:lnTo>
                    <a:pt x="2284746" y="8588"/>
                  </a:lnTo>
                  <a:lnTo>
                    <a:pt x="2306449" y="6381"/>
                  </a:lnTo>
                  <a:lnTo>
                    <a:pt x="2327745" y="4214"/>
                  </a:lnTo>
                  <a:lnTo>
                    <a:pt x="2348651" y="2088"/>
                  </a:lnTo>
                  <a:lnTo>
                    <a:pt x="2369180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8" name="pl477"/>
            <p:cNvSpPr/>
            <p:nvPr/>
          </p:nvSpPr>
          <p:spPr>
            <a:xfrm>
              <a:off x="1522776" y="5746072"/>
              <a:ext cx="2369180" cy="270626"/>
            </a:xfrm>
            <a:custGeom>
              <a:avLst/>
              <a:pathLst>
                <a:path w="2369180" h="270626">
                  <a:moveTo>
                    <a:pt x="0" y="0"/>
                  </a:moveTo>
                  <a:lnTo>
                    <a:pt x="152136" y="17378"/>
                  </a:lnTo>
                  <a:lnTo>
                    <a:pt x="286331" y="32707"/>
                  </a:lnTo>
                  <a:lnTo>
                    <a:pt x="406372" y="46419"/>
                  </a:lnTo>
                  <a:lnTo>
                    <a:pt x="514962" y="58823"/>
                  </a:lnTo>
                  <a:lnTo>
                    <a:pt x="614097" y="70147"/>
                  </a:lnTo>
                  <a:lnTo>
                    <a:pt x="705293" y="80564"/>
                  </a:lnTo>
                  <a:lnTo>
                    <a:pt x="789726" y="90208"/>
                  </a:lnTo>
                  <a:lnTo>
                    <a:pt x="868332" y="99187"/>
                  </a:lnTo>
                  <a:lnTo>
                    <a:pt x="941863" y="107587"/>
                  </a:lnTo>
                  <a:lnTo>
                    <a:pt x="1010935" y="115477"/>
                  </a:lnTo>
                  <a:lnTo>
                    <a:pt x="1076058" y="122915"/>
                  </a:lnTo>
                  <a:lnTo>
                    <a:pt x="1137658" y="129952"/>
                  </a:lnTo>
                  <a:lnTo>
                    <a:pt x="1196099" y="136627"/>
                  </a:lnTo>
                  <a:lnTo>
                    <a:pt x="1251687" y="142977"/>
                  </a:lnTo>
                  <a:lnTo>
                    <a:pt x="1304689" y="149032"/>
                  </a:lnTo>
                  <a:lnTo>
                    <a:pt x="1355334" y="154817"/>
                  </a:lnTo>
                  <a:lnTo>
                    <a:pt x="1403824" y="160356"/>
                  </a:lnTo>
                  <a:lnTo>
                    <a:pt x="1450334" y="165668"/>
                  </a:lnTo>
                  <a:lnTo>
                    <a:pt x="1495019" y="170773"/>
                  </a:lnTo>
                  <a:lnTo>
                    <a:pt x="1538018" y="175684"/>
                  </a:lnTo>
                  <a:lnTo>
                    <a:pt x="1579453" y="180417"/>
                  </a:lnTo>
                  <a:lnTo>
                    <a:pt x="1619434" y="184984"/>
                  </a:lnTo>
                  <a:lnTo>
                    <a:pt x="1658059" y="189396"/>
                  </a:lnTo>
                  <a:lnTo>
                    <a:pt x="1695418" y="193664"/>
                  </a:lnTo>
                  <a:lnTo>
                    <a:pt x="1731590" y="197796"/>
                  </a:lnTo>
                  <a:lnTo>
                    <a:pt x="1766649" y="201800"/>
                  </a:lnTo>
                  <a:lnTo>
                    <a:pt x="1800662" y="205686"/>
                  </a:lnTo>
                  <a:lnTo>
                    <a:pt x="1833688" y="209458"/>
                  </a:lnTo>
                  <a:lnTo>
                    <a:pt x="1865785" y="213124"/>
                  </a:lnTo>
                  <a:lnTo>
                    <a:pt x="1897001" y="216690"/>
                  </a:lnTo>
                  <a:lnTo>
                    <a:pt x="1927385" y="220161"/>
                  </a:lnTo>
                  <a:lnTo>
                    <a:pt x="1956980" y="223541"/>
                  </a:lnTo>
                  <a:lnTo>
                    <a:pt x="1985825" y="226836"/>
                  </a:lnTo>
                  <a:lnTo>
                    <a:pt x="2013959" y="230050"/>
                  </a:lnTo>
                  <a:lnTo>
                    <a:pt x="2041414" y="233186"/>
                  </a:lnTo>
                  <a:lnTo>
                    <a:pt x="2068223" y="236248"/>
                  </a:lnTo>
                  <a:lnTo>
                    <a:pt x="2094416" y="239240"/>
                  </a:lnTo>
                  <a:lnTo>
                    <a:pt x="2120020" y="242165"/>
                  </a:lnTo>
                  <a:lnTo>
                    <a:pt x="2145061" y="245026"/>
                  </a:lnTo>
                  <a:lnTo>
                    <a:pt x="2169564" y="247824"/>
                  </a:lnTo>
                  <a:lnTo>
                    <a:pt x="2193551" y="250564"/>
                  </a:lnTo>
                  <a:lnTo>
                    <a:pt x="2217043" y="253248"/>
                  </a:lnTo>
                  <a:lnTo>
                    <a:pt x="2240061" y="255877"/>
                  </a:lnTo>
                  <a:lnTo>
                    <a:pt x="2262623" y="258454"/>
                  </a:lnTo>
                  <a:lnTo>
                    <a:pt x="2284746" y="260981"/>
                  </a:lnTo>
                  <a:lnTo>
                    <a:pt x="2306449" y="263460"/>
                  </a:lnTo>
                  <a:lnTo>
                    <a:pt x="2327745" y="265893"/>
                  </a:lnTo>
                  <a:lnTo>
                    <a:pt x="2348651" y="268281"/>
                  </a:lnTo>
                  <a:lnTo>
                    <a:pt x="2369180" y="270626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79" name="pl478"/>
            <p:cNvSpPr/>
            <p:nvPr/>
          </p:nvSpPr>
          <p:spPr>
            <a:xfrm>
              <a:off x="1522776" y="5641968"/>
              <a:ext cx="2369180" cy="79442"/>
            </a:xfrm>
            <a:custGeom>
              <a:avLst/>
              <a:pathLst>
                <a:path w="2369180" h="79442">
                  <a:moveTo>
                    <a:pt x="0" y="79442"/>
                  </a:moveTo>
                  <a:lnTo>
                    <a:pt x="152136" y="74340"/>
                  </a:lnTo>
                  <a:lnTo>
                    <a:pt x="286331" y="69840"/>
                  </a:lnTo>
                  <a:lnTo>
                    <a:pt x="406372" y="65815"/>
                  </a:lnTo>
                  <a:lnTo>
                    <a:pt x="514962" y="62174"/>
                  </a:lnTo>
                  <a:lnTo>
                    <a:pt x="614097" y="58850"/>
                  </a:lnTo>
                  <a:lnTo>
                    <a:pt x="705293" y="55792"/>
                  </a:lnTo>
                  <a:lnTo>
                    <a:pt x="789726" y="52961"/>
                  </a:lnTo>
                  <a:lnTo>
                    <a:pt x="868332" y="50325"/>
                  </a:lnTo>
                  <a:lnTo>
                    <a:pt x="941863" y="47859"/>
                  </a:lnTo>
                  <a:lnTo>
                    <a:pt x="1010935" y="45543"/>
                  </a:lnTo>
                  <a:lnTo>
                    <a:pt x="1076058" y="43360"/>
                  </a:lnTo>
                  <a:lnTo>
                    <a:pt x="1137658" y="41294"/>
                  </a:lnTo>
                  <a:lnTo>
                    <a:pt x="1196099" y="39335"/>
                  </a:lnTo>
                  <a:lnTo>
                    <a:pt x="1251687" y="37471"/>
                  </a:lnTo>
                  <a:lnTo>
                    <a:pt x="1304689" y="35693"/>
                  </a:lnTo>
                  <a:lnTo>
                    <a:pt x="1355334" y="33995"/>
                  </a:lnTo>
                  <a:lnTo>
                    <a:pt x="1403824" y="32369"/>
                  </a:lnTo>
                  <a:lnTo>
                    <a:pt x="1450334" y="30810"/>
                  </a:lnTo>
                  <a:lnTo>
                    <a:pt x="1495019" y="29311"/>
                  </a:lnTo>
                  <a:lnTo>
                    <a:pt x="1538018" y="27870"/>
                  </a:lnTo>
                  <a:lnTo>
                    <a:pt x="1579453" y="26480"/>
                  </a:lnTo>
                  <a:lnTo>
                    <a:pt x="1619434" y="25140"/>
                  </a:lnTo>
                  <a:lnTo>
                    <a:pt x="1658059" y="23844"/>
                  </a:lnTo>
                  <a:lnTo>
                    <a:pt x="1695418" y="22592"/>
                  </a:lnTo>
                  <a:lnTo>
                    <a:pt x="1731590" y="21379"/>
                  </a:lnTo>
                  <a:lnTo>
                    <a:pt x="1766649" y="20203"/>
                  </a:lnTo>
                  <a:lnTo>
                    <a:pt x="1800662" y="19063"/>
                  </a:lnTo>
                  <a:lnTo>
                    <a:pt x="1833688" y="17955"/>
                  </a:lnTo>
                  <a:lnTo>
                    <a:pt x="1865785" y="16879"/>
                  </a:lnTo>
                  <a:lnTo>
                    <a:pt x="1897001" y="15832"/>
                  </a:lnTo>
                  <a:lnTo>
                    <a:pt x="1927385" y="14814"/>
                  </a:lnTo>
                  <a:lnTo>
                    <a:pt x="1956980" y="13821"/>
                  </a:lnTo>
                  <a:lnTo>
                    <a:pt x="1985825" y="12854"/>
                  </a:lnTo>
                  <a:lnTo>
                    <a:pt x="2013959" y="11911"/>
                  </a:lnTo>
                  <a:lnTo>
                    <a:pt x="2041414" y="10990"/>
                  </a:lnTo>
                  <a:lnTo>
                    <a:pt x="2068223" y="10091"/>
                  </a:lnTo>
                  <a:lnTo>
                    <a:pt x="2094416" y="9213"/>
                  </a:lnTo>
                  <a:lnTo>
                    <a:pt x="2120020" y="8354"/>
                  </a:lnTo>
                  <a:lnTo>
                    <a:pt x="2145061" y="7515"/>
                  </a:lnTo>
                  <a:lnTo>
                    <a:pt x="2169564" y="6693"/>
                  </a:lnTo>
                  <a:lnTo>
                    <a:pt x="2193551" y="5889"/>
                  </a:lnTo>
                  <a:lnTo>
                    <a:pt x="2217043" y="5101"/>
                  </a:lnTo>
                  <a:lnTo>
                    <a:pt x="2240061" y="4329"/>
                  </a:lnTo>
                  <a:lnTo>
                    <a:pt x="2262623" y="3573"/>
                  </a:lnTo>
                  <a:lnTo>
                    <a:pt x="2284746" y="2831"/>
                  </a:lnTo>
                  <a:lnTo>
                    <a:pt x="2306449" y="2103"/>
                  </a:lnTo>
                  <a:lnTo>
                    <a:pt x="2327745" y="1389"/>
                  </a:lnTo>
                  <a:lnTo>
                    <a:pt x="2348651" y="688"/>
                  </a:lnTo>
                  <a:lnTo>
                    <a:pt x="2369180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522776" y="5535607"/>
              <a:ext cx="2369180" cy="346759"/>
            </a:xfrm>
            <a:custGeom>
              <a:avLst/>
              <a:pathLst>
                <a:path w="2369180" h="346759">
                  <a:moveTo>
                    <a:pt x="0" y="346759"/>
                  </a:moveTo>
                  <a:lnTo>
                    <a:pt x="152136" y="324492"/>
                  </a:lnTo>
                  <a:lnTo>
                    <a:pt x="286331" y="304851"/>
                  </a:lnTo>
                  <a:lnTo>
                    <a:pt x="406372" y="287281"/>
                  </a:lnTo>
                  <a:lnTo>
                    <a:pt x="514962" y="271388"/>
                  </a:lnTo>
                  <a:lnTo>
                    <a:pt x="614097" y="256878"/>
                  </a:lnTo>
                  <a:lnTo>
                    <a:pt x="705293" y="243530"/>
                  </a:lnTo>
                  <a:lnTo>
                    <a:pt x="789726" y="231172"/>
                  </a:lnTo>
                  <a:lnTo>
                    <a:pt x="868332" y="219667"/>
                  </a:lnTo>
                  <a:lnTo>
                    <a:pt x="941863" y="208905"/>
                  </a:lnTo>
                  <a:lnTo>
                    <a:pt x="1010935" y="198796"/>
                  </a:lnTo>
                  <a:lnTo>
                    <a:pt x="1076058" y="189264"/>
                  </a:lnTo>
                  <a:lnTo>
                    <a:pt x="1137658" y="180248"/>
                  </a:lnTo>
                  <a:lnTo>
                    <a:pt x="1196099" y="171695"/>
                  </a:lnTo>
                  <a:lnTo>
                    <a:pt x="1251687" y="163559"/>
                  </a:lnTo>
                  <a:lnTo>
                    <a:pt x="1304689" y="155801"/>
                  </a:lnTo>
                  <a:lnTo>
                    <a:pt x="1355334" y="148389"/>
                  </a:lnTo>
                  <a:lnTo>
                    <a:pt x="1403824" y="141292"/>
                  </a:lnTo>
                  <a:lnTo>
                    <a:pt x="1450334" y="134484"/>
                  </a:lnTo>
                  <a:lnTo>
                    <a:pt x="1495019" y="127944"/>
                  </a:lnTo>
                  <a:lnTo>
                    <a:pt x="1538018" y="121651"/>
                  </a:lnTo>
                  <a:lnTo>
                    <a:pt x="1579453" y="115586"/>
                  </a:lnTo>
                  <a:lnTo>
                    <a:pt x="1619434" y="109734"/>
                  </a:lnTo>
                  <a:lnTo>
                    <a:pt x="1658059" y="104081"/>
                  </a:lnTo>
                  <a:lnTo>
                    <a:pt x="1695418" y="98613"/>
                  </a:lnTo>
                  <a:lnTo>
                    <a:pt x="1731590" y="93319"/>
                  </a:lnTo>
                  <a:lnTo>
                    <a:pt x="1766649" y="88187"/>
                  </a:lnTo>
                  <a:lnTo>
                    <a:pt x="1800662" y="83209"/>
                  </a:lnTo>
                  <a:lnTo>
                    <a:pt x="1833688" y="78375"/>
                  </a:lnTo>
                  <a:lnTo>
                    <a:pt x="1865785" y="73678"/>
                  </a:lnTo>
                  <a:lnTo>
                    <a:pt x="1897001" y="69109"/>
                  </a:lnTo>
                  <a:lnTo>
                    <a:pt x="1927385" y="64662"/>
                  </a:lnTo>
                  <a:lnTo>
                    <a:pt x="1956980" y="60330"/>
                  </a:lnTo>
                  <a:lnTo>
                    <a:pt x="1985825" y="56108"/>
                  </a:lnTo>
                  <a:lnTo>
                    <a:pt x="2013959" y="51991"/>
                  </a:lnTo>
                  <a:lnTo>
                    <a:pt x="2041414" y="47972"/>
                  </a:lnTo>
                  <a:lnTo>
                    <a:pt x="2068223" y="44048"/>
                  </a:lnTo>
                  <a:lnTo>
                    <a:pt x="2094416" y="40215"/>
                  </a:lnTo>
                  <a:lnTo>
                    <a:pt x="2120020" y="36467"/>
                  </a:lnTo>
                  <a:lnTo>
                    <a:pt x="2145061" y="32802"/>
                  </a:lnTo>
                  <a:lnTo>
                    <a:pt x="2169564" y="29216"/>
                  </a:lnTo>
                  <a:lnTo>
                    <a:pt x="2193551" y="25705"/>
                  </a:lnTo>
                  <a:lnTo>
                    <a:pt x="2217043" y="22267"/>
                  </a:lnTo>
                  <a:lnTo>
                    <a:pt x="2240061" y="18898"/>
                  </a:lnTo>
                  <a:lnTo>
                    <a:pt x="2262623" y="15596"/>
                  </a:lnTo>
                  <a:lnTo>
                    <a:pt x="2284746" y="12357"/>
                  </a:lnTo>
                  <a:lnTo>
                    <a:pt x="2306449" y="9181"/>
                  </a:lnTo>
                  <a:lnTo>
                    <a:pt x="2327745" y="6064"/>
                  </a:lnTo>
                  <a:lnTo>
                    <a:pt x="2348651" y="3004"/>
                  </a:lnTo>
                  <a:lnTo>
                    <a:pt x="236918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522776" y="5402242"/>
              <a:ext cx="2369180" cy="30554"/>
            </a:xfrm>
            <a:custGeom>
              <a:avLst/>
              <a:pathLst>
                <a:path w="2369180" h="30554">
                  <a:moveTo>
                    <a:pt x="0" y="30554"/>
                  </a:moveTo>
                  <a:lnTo>
                    <a:pt x="152136" y="28592"/>
                  </a:lnTo>
                  <a:lnTo>
                    <a:pt x="286331" y="26861"/>
                  </a:lnTo>
                  <a:lnTo>
                    <a:pt x="406372" y="25313"/>
                  </a:lnTo>
                  <a:lnTo>
                    <a:pt x="514962" y="23913"/>
                  </a:lnTo>
                  <a:lnTo>
                    <a:pt x="614097" y="22634"/>
                  </a:lnTo>
                  <a:lnTo>
                    <a:pt x="705293" y="21458"/>
                  </a:lnTo>
                  <a:lnTo>
                    <a:pt x="789726" y="20369"/>
                  </a:lnTo>
                  <a:lnTo>
                    <a:pt x="868332" y="19355"/>
                  </a:lnTo>
                  <a:lnTo>
                    <a:pt x="941863" y="18407"/>
                  </a:lnTo>
                  <a:lnTo>
                    <a:pt x="1010935" y="17516"/>
                  </a:lnTo>
                  <a:lnTo>
                    <a:pt x="1076058" y="16677"/>
                  </a:lnTo>
                  <a:lnTo>
                    <a:pt x="1137658" y="15882"/>
                  </a:lnTo>
                  <a:lnTo>
                    <a:pt x="1196099" y="15128"/>
                  </a:lnTo>
                  <a:lnTo>
                    <a:pt x="1251687" y="14411"/>
                  </a:lnTo>
                  <a:lnTo>
                    <a:pt x="1304689" y="13728"/>
                  </a:lnTo>
                  <a:lnTo>
                    <a:pt x="1355334" y="13075"/>
                  </a:lnTo>
                  <a:lnTo>
                    <a:pt x="1403824" y="12449"/>
                  </a:lnTo>
                  <a:lnTo>
                    <a:pt x="1450334" y="11850"/>
                  </a:lnTo>
                  <a:lnTo>
                    <a:pt x="1495019" y="11273"/>
                  </a:lnTo>
                  <a:lnTo>
                    <a:pt x="1538018" y="10719"/>
                  </a:lnTo>
                  <a:lnTo>
                    <a:pt x="1579453" y="10184"/>
                  </a:lnTo>
                  <a:lnTo>
                    <a:pt x="1619434" y="9669"/>
                  </a:lnTo>
                  <a:lnTo>
                    <a:pt x="1658059" y="9171"/>
                  </a:lnTo>
                  <a:lnTo>
                    <a:pt x="1695418" y="8689"/>
                  </a:lnTo>
                  <a:lnTo>
                    <a:pt x="1731590" y="8222"/>
                  </a:lnTo>
                  <a:lnTo>
                    <a:pt x="1766649" y="7770"/>
                  </a:lnTo>
                  <a:lnTo>
                    <a:pt x="1800662" y="7332"/>
                  </a:lnTo>
                  <a:lnTo>
                    <a:pt x="1833688" y="6906"/>
                  </a:lnTo>
                  <a:lnTo>
                    <a:pt x="1865785" y="6492"/>
                  </a:lnTo>
                  <a:lnTo>
                    <a:pt x="1897001" y="6089"/>
                  </a:lnTo>
                  <a:lnTo>
                    <a:pt x="1927385" y="5697"/>
                  </a:lnTo>
                  <a:lnTo>
                    <a:pt x="1956980" y="5316"/>
                  </a:lnTo>
                  <a:lnTo>
                    <a:pt x="1985825" y="4944"/>
                  </a:lnTo>
                  <a:lnTo>
                    <a:pt x="2013959" y="4581"/>
                  </a:lnTo>
                  <a:lnTo>
                    <a:pt x="2041414" y="4227"/>
                  </a:lnTo>
                  <a:lnTo>
                    <a:pt x="2068223" y="3881"/>
                  </a:lnTo>
                  <a:lnTo>
                    <a:pt x="2094416" y="3543"/>
                  </a:lnTo>
                  <a:lnTo>
                    <a:pt x="2120020" y="3213"/>
                  </a:lnTo>
                  <a:lnTo>
                    <a:pt x="2145061" y="2890"/>
                  </a:lnTo>
                  <a:lnTo>
                    <a:pt x="2169564" y="2574"/>
                  </a:lnTo>
                  <a:lnTo>
                    <a:pt x="2193551" y="2265"/>
                  </a:lnTo>
                  <a:lnTo>
                    <a:pt x="2217043" y="1962"/>
                  </a:lnTo>
                  <a:lnTo>
                    <a:pt x="2240061" y="1665"/>
                  </a:lnTo>
                  <a:lnTo>
                    <a:pt x="2262623" y="1374"/>
                  </a:lnTo>
                  <a:lnTo>
                    <a:pt x="2284746" y="1088"/>
                  </a:lnTo>
                  <a:lnTo>
                    <a:pt x="2306449" y="809"/>
                  </a:lnTo>
                  <a:lnTo>
                    <a:pt x="2327745" y="534"/>
                  </a:lnTo>
                  <a:lnTo>
                    <a:pt x="2348651" y="264"/>
                  </a:lnTo>
                  <a:lnTo>
                    <a:pt x="2369180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522776" y="5355773"/>
              <a:ext cx="2369180" cy="260478"/>
            </a:xfrm>
            <a:custGeom>
              <a:avLst/>
              <a:pathLst>
                <a:path w="2369180" h="260478">
                  <a:moveTo>
                    <a:pt x="0" y="260478"/>
                  </a:moveTo>
                  <a:lnTo>
                    <a:pt x="152136" y="243751"/>
                  </a:lnTo>
                  <a:lnTo>
                    <a:pt x="286331" y="228997"/>
                  </a:lnTo>
                  <a:lnTo>
                    <a:pt x="406372" y="215799"/>
                  </a:lnTo>
                  <a:lnTo>
                    <a:pt x="514962" y="203860"/>
                  </a:lnTo>
                  <a:lnTo>
                    <a:pt x="614097" y="192961"/>
                  </a:lnTo>
                  <a:lnTo>
                    <a:pt x="705293" y="182935"/>
                  </a:lnTo>
                  <a:lnTo>
                    <a:pt x="789726" y="173652"/>
                  </a:lnTo>
                  <a:lnTo>
                    <a:pt x="868332" y="165009"/>
                  </a:lnTo>
                  <a:lnTo>
                    <a:pt x="941863" y="156925"/>
                  </a:lnTo>
                  <a:lnTo>
                    <a:pt x="1010935" y="149331"/>
                  </a:lnTo>
                  <a:lnTo>
                    <a:pt x="1076058" y="142171"/>
                  </a:lnTo>
                  <a:lnTo>
                    <a:pt x="1137658" y="135398"/>
                  </a:lnTo>
                  <a:lnTo>
                    <a:pt x="1196099" y="128973"/>
                  </a:lnTo>
                  <a:lnTo>
                    <a:pt x="1251687" y="122862"/>
                  </a:lnTo>
                  <a:lnTo>
                    <a:pt x="1304689" y="117034"/>
                  </a:lnTo>
                  <a:lnTo>
                    <a:pt x="1355334" y="111466"/>
                  </a:lnTo>
                  <a:lnTo>
                    <a:pt x="1403824" y="106135"/>
                  </a:lnTo>
                  <a:lnTo>
                    <a:pt x="1450334" y="101022"/>
                  </a:lnTo>
                  <a:lnTo>
                    <a:pt x="1495019" y="96109"/>
                  </a:lnTo>
                  <a:lnTo>
                    <a:pt x="1538018" y="91381"/>
                  </a:lnTo>
                  <a:lnTo>
                    <a:pt x="1579453" y="86826"/>
                  </a:lnTo>
                  <a:lnTo>
                    <a:pt x="1619434" y="82430"/>
                  </a:lnTo>
                  <a:lnTo>
                    <a:pt x="1658059" y="78183"/>
                  </a:lnTo>
                  <a:lnTo>
                    <a:pt x="1695418" y="74076"/>
                  </a:lnTo>
                  <a:lnTo>
                    <a:pt x="1731590" y="70099"/>
                  </a:lnTo>
                  <a:lnTo>
                    <a:pt x="1766649" y="66244"/>
                  </a:lnTo>
                  <a:lnTo>
                    <a:pt x="1800662" y="62505"/>
                  </a:lnTo>
                  <a:lnTo>
                    <a:pt x="1833688" y="58874"/>
                  </a:lnTo>
                  <a:lnTo>
                    <a:pt x="1865785" y="55345"/>
                  </a:lnTo>
                  <a:lnTo>
                    <a:pt x="1897001" y="51913"/>
                  </a:lnTo>
                  <a:lnTo>
                    <a:pt x="1927385" y="48572"/>
                  </a:lnTo>
                  <a:lnTo>
                    <a:pt x="1956980" y="45319"/>
                  </a:lnTo>
                  <a:lnTo>
                    <a:pt x="1985825" y="42147"/>
                  </a:lnTo>
                  <a:lnTo>
                    <a:pt x="2013959" y="39054"/>
                  </a:lnTo>
                  <a:lnTo>
                    <a:pt x="2041414" y="36036"/>
                  </a:lnTo>
                  <a:lnTo>
                    <a:pt x="2068223" y="33088"/>
                  </a:lnTo>
                  <a:lnTo>
                    <a:pt x="2094416" y="30208"/>
                  </a:lnTo>
                  <a:lnTo>
                    <a:pt x="2120020" y="27393"/>
                  </a:lnTo>
                  <a:lnTo>
                    <a:pt x="2145061" y="24640"/>
                  </a:lnTo>
                  <a:lnTo>
                    <a:pt x="2169564" y="21946"/>
                  </a:lnTo>
                  <a:lnTo>
                    <a:pt x="2193551" y="19309"/>
                  </a:lnTo>
                  <a:lnTo>
                    <a:pt x="2217043" y="16726"/>
                  </a:lnTo>
                  <a:lnTo>
                    <a:pt x="2240061" y="14195"/>
                  </a:lnTo>
                  <a:lnTo>
                    <a:pt x="2262623" y="11715"/>
                  </a:lnTo>
                  <a:lnTo>
                    <a:pt x="2284746" y="9283"/>
                  </a:lnTo>
                  <a:lnTo>
                    <a:pt x="2306449" y="6896"/>
                  </a:lnTo>
                  <a:lnTo>
                    <a:pt x="2327745" y="4555"/>
                  </a:lnTo>
                  <a:lnTo>
                    <a:pt x="2348651" y="2257"/>
                  </a:lnTo>
                  <a:lnTo>
                    <a:pt x="2369180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pl482"/>
            <p:cNvSpPr/>
            <p:nvPr/>
          </p:nvSpPr>
          <p:spPr>
            <a:xfrm>
              <a:off x="1522776" y="5394621"/>
              <a:ext cx="2369180" cy="257313"/>
            </a:xfrm>
            <a:custGeom>
              <a:avLst/>
              <a:pathLst>
                <a:path w="2369180" h="257313">
                  <a:moveTo>
                    <a:pt x="0" y="257313"/>
                  </a:moveTo>
                  <a:lnTo>
                    <a:pt x="152136" y="240790"/>
                  </a:lnTo>
                  <a:lnTo>
                    <a:pt x="286331" y="226215"/>
                  </a:lnTo>
                  <a:lnTo>
                    <a:pt x="406372" y="213178"/>
                  </a:lnTo>
                  <a:lnTo>
                    <a:pt x="514962" y="201384"/>
                  </a:lnTo>
                  <a:lnTo>
                    <a:pt x="614097" y="190617"/>
                  </a:lnTo>
                  <a:lnTo>
                    <a:pt x="705293" y="180712"/>
                  </a:lnTo>
                  <a:lnTo>
                    <a:pt x="789726" y="171542"/>
                  </a:lnTo>
                  <a:lnTo>
                    <a:pt x="868332" y="163005"/>
                  </a:lnTo>
                  <a:lnTo>
                    <a:pt x="941863" y="155018"/>
                  </a:lnTo>
                  <a:lnTo>
                    <a:pt x="1010935" y="147517"/>
                  </a:lnTo>
                  <a:lnTo>
                    <a:pt x="1076058" y="140444"/>
                  </a:lnTo>
                  <a:lnTo>
                    <a:pt x="1137658" y="133753"/>
                  </a:lnTo>
                  <a:lnTo>
                    <a:pt x="1196099" y="127406"/>
                  </a:lnTo>
                  <a:lnTo>
                    <a:pt x="1251687" y="121369"/>
                  </a:lnTo>
                  <a:lnTo>
                    <a:pt x="1304689" y="115612"/>
                  </a:lnTo>
                  <a:lnTo>
                    <a:pt x="1355334" y="110112"/>
                  </a:lnTo>
                  <a:lnTo>
                    <a:pt x="1403824" y="104846"/>
                  </a:lnTo>
                  <a:lnTo>
                    <a:pt x="1450334" y="99794"/>
                  </a:lnTo>
                  <a:lnTo>
                    <a:pt x="1495019" y="94941"/>
                  </a:lnTo>
                  <a:lnTo>
                    <a:pt x="1538018" y="90271"/>
                  </a:lnTo>
                  <a:lnTo>
                    <a:pt x="1579453" y="85771"/>
                  </a:lnTo>
                  <a:lnTo>
                    <a:pt x="1619434" y="81428"/>
                  </a:lnTo>
                  <a:lnTo>
                    <a:pt x="1658059" y="77233"/>
                  </a:lnTo>
                  <a:lnTo>
                    <a:pt x="1695418" y="73176"/>
                  </a:lnTo>
                  <a:lnTo>
                    <a:pt x="1731590" y="69247"/>
                  </a:lnTo>
                  <a:lnTo>
                    <a:pt x="1766649" y="65440"/>
                  </a:lnTo>
                  <a:lnTo>
                    <a:pt x="1800662" y="61746"/>
                  </a:lnTo>
                  <a:lnTo>
                    <a:pt x="1833688" y="58159"/>
                  </a:lnTo>
                  <a:lnTo>
                    <a:pt x="1865785" y="54673"/>
                  </a:lnTo>
                  <a:lnTo>
                    <a:pt x="1897001" y="51282"/>
                  </a:lnTo>
                  <a:lnTo>
                    <a:pt x="1927385" y="47982"/>
                  </a:lnTo>
                  <a:lnTo>
                    <a:pt x="1956980" y="44768"/>
                  </a:lnTo>
                  <a:lnTo>
                    <a:pt x="1985825" y="41635"/>
                  </a:lnTo>
                  <a:lnTo>
                    <a:pt x="2013959" y="38580"/>
                  </a:lnTo>
                  <a:lnTo>
                    <a:pt x="2041414" y="35598"/>
                  </a:lnTo>
                  <a:lnTo>
                    <a:pt x="2068223" y="32686"/>
                  </a:lnTo>
                  <a:lnTo>
                    <a:pt x="2094416" y="29841"/>
                  </a:lnTo>
                  <a:lnTo>
                    <a:pt x="2120020" y="27060"/>
                  </a:lnTo>
                  <a:lnTo>
                    <a:pt x="2145061" y="24341"/>
                  </a:lnTo>
                  <a:lnTo>
                    <a:pt x="2169564" y="21680"/>
                  </a:lnTo>
                  <a:lnTo>
                    <a:pt x="2193551" y="19074"/>
                  </a:lnTo>
                  <a:lnTo>
                    <a:pt x="2217043" y="16523"/>
                  </a:lnTo>
                  <a:lnTo>
                    <a:pt x="2240061" y="14023"/>
                  </a:lnTo>
                  <a:lnTo>
                    <a:pt x="2262623" y="11573"/>
                  </a:lnTo>
                  <a:lnTo>
                    <a:pt x="2284746" y="9170"/>
                  </a:lnTo>
                  <a:lnTo>
                    <a:pt x="2306449" y="6813"/>
                  </a:lnTo>
                  <a:lnTo>
                    <a:pt x="2327745" y="4500"/>
                  </a:lnTo>
                  <a:lnTo>
                    <a:pt x="2348651" y="2229"/>
                  </a:lnTo>
                  <a:lnTo>
                    <a:pt x="2369180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522776" y="5690526"/>
              <a:ext cx="2369180" cy="193213"/>
            </a:xfrm>
            <a:custGeom>
              <a:avLst/>
              <a:pathLst>
                <a:path w="2369180" h="193213">
                  <a:moveTo>
                    <a:pt x="0" y="0"/>
                  </a:moveTo>
                  <a:lnTo>
                    <a:pt x="152136" y="12407"/>
                  </a:lnTo>
                  <a:lnTo>
                    <a:pt x="286331" y="23351"/>
                  </a:lnTo>
                  <a:lnTo>
                    <a:pt x="406372" y="33140"/>
                  </a:lnTo>
                  <a:lnTo>
                    <a:pt x="514962" y="41996"/>
                  </a:lnTo>
                  <a:lnTo>
                    <a:pt x="614097" y="50081"/>
                  </a:lnTo>
                  <a:lnTo>
                    <a:pt x="705293" y="57518"/>
                  </a:lnTo>
                  <a:lnTo>
                    <a:pt x="789726" y="64404"/>
                  </a:lnTo>
                  <a:lnTo>
                    <a:pt x="868332" y="70814"/>
                  </a:lnTo>
                  <a:lnTo>
                    <a:pt x="941863" y="76811"/>
                  </a:lnTo>
                  <a:lnTo>
                    <a:pt x="1010935" y="82444"/>
                  </a:lnTo>
                  <a:lnTo>
                    <a:pt x="1076058" y="87755"/>
                  </a:lnTo>
                  <a:lnTo>
                    <a:pt x="1137658" y="92779"/>
                  </a:lnTo>
                  <a:lnTo>
                    <a:pt x="1196099" y="97545"/>
                  </a:lnTo>
                  <a:lnTo>
                    <a:pt x="1251687" y="102078"/>
                  </a:lnTo>
                  <a:lnTo>
                    <a:pt x="1304689" y="106400"/>
                  </a:lnTo>
                  <a:lnTo>
                    <a:pt x="1355334" y="110531"/>
                  </a:lnTo>
                  <a:lnTo>
                    <a:pt x="1403824" y="114485"/>
                  </a:lnTo>
                  <a:lnTo>
                    <a:pt x="1450334" y="118278"/>
                  </a:lnTo>
                  <a:lnTo>
                    <a:pt x="1495019" y="121922"/>
                  </a:lnTo>
                  <a:lnTo>
                    <a:pt x="1538018" y="125429"/>
                  </a:lnTo>
                  <a:lnTo>
                    <a:pt x="1579453" y="128808"/>
                  </a:lnTo>
                  <a:lnTo>
                    <a:pt x="1619434" y="132069"/>
                  </a:lnTo>
                  <a:lnTo>
                    <a:pt x="1658059" y="135219"/>
                  </a:lnTo>
                  <a:lnTo>
                    <a:pt x="1695418" y="138265"/>
                  </a:lnTo>
                  <a:lnTo>
                    <a:pt x="1731590" y="141215"/>
                  </a:lnTo>
                  <a:lnTo>
                    <a:pt x="1766649" y="144075"/>
                  </a:lnTo>
                  <a:lnTo>
                    <a:pt x="1800662" y="146848"/>
                  </a:lnTo>
                  <a:lnTo>
                    <a:pt x="1833688" y="149542"/>
                  </a:lnTo>
                  <a:lnTo>
                    <a:pt x="1865785" y="152159"/>
                  </a:lnTo>
                  <a:lnTo>
                    <a:pt x="1897001" y="154705"/>
                  </a:lnTo>
                  <a:lnTo>
                    <a:pt x="1927385" y="157183"/>
                  </a:lnTo>
                  <a:lnTo>
                    <a:pt x="1956980" y="159597"/>
                  </a:lnTo>
                  <a:lnTo>
                    <a:pt x="1985825" y="161949"/>
                  </a:lnTo>
                  <a:lnTo>
                    <a:pt x="2013959" y="164243"/>
                  </a:lnTo>
                  <a:lnTo>
                    <a:pt x="2041414" y="166482"/>
                  </a:lnTo>
                  <a:lnTo>
                    <a:pt x="2068223" y="168669"/>
                  </a:lnTo>
                  <a:lnTo>
                    <a:pt x="2094416" y="170805"/>
                  </a:lnTo>
                  <a:lnTo>
                    <a:pt x="2120020" y="172893"/>
                  </a:lnTo>
                  <a:lnTo>
                    <a:pt x="2145061" y="174935"/>
                  </a:lnTo>
                  <a:lnTo>
                    <a:pt x="2169564" y="176933"/>
                  </a:lnTo>
                  <a:lnTo>
                    <a:pt x="2193551" y="178890"/>
                  </a:lnTo>
                  <a:lnTo>
                    <a:pt x="2217043" y="180805"/>
                  </a:lnTo>
                  <a:lnTo>
                    <a:pt x="2240061" y="182683"/>
                  </a:lnTo>
                  <a:lnTo>
                    <a:pt x="2262623" y="184523"/>
                  </a:lnTo>
                  <a:lnTo>
                    <a:pt x="2284746" y="186327"/>
                  </a:lnTo>
                  <a:lnTo>
                    <a:pt x="2306449" y="188097"/>
                  </a:lnTo>
                  <a:lnTo>
                    <a:pt x="2327745" y="189833"/>
                  </a:lnTo>
                  <a:lnTo>
                    <a:pt x="2348651" y="191538"/>
                  </a:lnTo>
                  <a:lnTo>
                    <a:pt x="2369180" y="193213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522776" y="5641413"/>
              <a:ext cx="2369180" cy="107635"/>
            </a:xfrm>
            <a:custGeom>
              <a:avLst/>
              <a:pathLst>
                <a:path w="2369180" h="107635">
                  <a:moveTo>
                    <a:pt x="0" y="0"/>
                  </a:moveTo>
                  <a:lnTo>
                    <a:pt x="152136" y="6911"/>
                  </a:lnTo>
                  <a:lnTo>
                    <a:pt x="286331" y="13008"/>
                  </a:lnTo>
                  <a:lnTo>
                    <a:pt x="406372" y="18462"/>
                  </a:lnTo>
                  <a:lnTo>
                    <a:pt x="514962" y="23395"/>
                  </a:lnTo>
                  <a:lnTo>
                    <a:pt x="614097" y="27899"/>
                  </a:lnTo>
                  <a:lnTo>
                    <a:pt x="705293" y="32042"/>
                  </a:lnTo>
                  <a:lnTo>
                    <a:pt x="789726" y="35878"/>
                  </a:lnTo>
                  <a:lnTo>
                    <a:pt x="868332" y="39449"/>
                  </a:lnTo>
                  <a:lnTo>
                    <a:pt x="941863" y="42790"/>
                  </a:lnTo>
                  <a:lnTo>
                    <a:pt x="1010935" y="45928"/>
                  </a:lnTo>
                  <a:lnTo>
                    <a:pt x="1076058" y="48887"/>
                  </a:lnTo>
                  <a:lnTo>
                    <a:pt x="1137658" y="51685"/>
                  </a:lnTo>
                  <a:lnTo>
                    <a:pt x="1196099" y="54340"/>
                  </a:lnTo>
                  <a:lnTo>
                    <a:pt x="1251687" y="56866"/>
                  </a:lnTo>
                  <a:lnTo>
                    <a:pt x="1304689" y="59274"/>
                  </a:lnTo>
                  <a:lnTo>
                    <a:pt x="1355334" y="61574"/>
                  </a:lnTo>
                  <a:lnTo>
                    <a:pt x="1403824" y="63777"/>
                  </a:lnTo>
                  <a:lnTo>
                    <a:pt x="1450334" y="65890"/>
                  </a:lnTo>
                  <a:lnTo>
                    <a:pt x="1495019" y="67921"/>
                  </a:lnTo>
                  <a:lnTo>
                    <a:pt x="1538018" y="69874"/>
                  </a:lnTo>
                  <a:lnTo>
                    <a:pt x="1579453" y="71757"/>
                  </a:lnTo>
                  <a:lnTo>
                    <a:pt x="1619434" y="73573"/>
                  </a:lnTo>
                  <a:lnTo>
                    <a:pt x="1658059" y="75328"/>
                  </a:lnTo>
                  <a:lnTo>
                    <a:pt x="1695418" y="77025"/>
                  </a:lnTo>
                  <a:lnTo>
                    <a:pt x="1731590" y="78668"/>
                  </a:lnTo>
                  <a:lnTo>
                    <a:pt x="1766649" y="80261"/>
                  </a:lnTo>
                  <a:lnTo>
                    <a:pt x="1800662" y="81806"/>
                  </a:lnTo>
                  <a:lnTo>
                    <a:pt x="1833688" y="83307"/>
                  </a:lnTo>
                  <a:lnTo>
                    <a:pt x="1865785" y="84765"/>
                  </a:lnTo>
                  <a:lnTo>
                    <a:pt x="1897001" y="86183"/>
                  </a:lnTo>
                  <a:lnTo>
                    <a:pt x="1927385" y="87564"/>
                  </a:lnTo>
                  <a:lnTo>
                    <a:pt x="1956980" y="88908"/>
                  </a:lnTo>
                  <a:lnTo>
                    <a:pt x="1985825" y="90219"/>
                  </a:lnTo>
                  <a:lnTo>
                    <a:pt x="2013959" y="91497"/>
                  </a:lnTo>
                  <a:lnTo>
                    <a:pt x="2041414" y="92744"/>
                  </a:lnTo>
                  <a:lnTo>
                    <a:pt x="2068223" y="93962"/>
                  </a:lnTo>
                  <a:lnTo>
                    <a:pt x="2094416" y="95152"/>
                  </a:lnTo>
                  <a:lnTo>
                    <a:pt x="2120020" y="96315"/>
                  </a:lnTo>
                  <a:lnTo>
                    <a:pt x="2145061" y="97453"/>
                  </a:lnTo>
                  <a:lnTo>
                    <a:pt x="2169564" y="98566"/>
                  </a:lnTo>
                  <a:lnTo>
                    <a:pt x="2193551" y="99656"/>
                  </a:lnTo>
                  <a:lnTo>
                    <a:pt x="2217043" y="100723"/>
                  </a:lnTo>
                  <a:lnTo>
                    <a:pt x="2240061" y="101769"/>
                  </a:lnTo>
                  <a:lnTo>
                    <a:pt x="2262623" y="102794"/>
                  </a:lnTo>
                  <a:lnTo>
                    <a:pt x="2284746" y="103799"/>
                  </a:lnTo>
                  <a:lnTo>
                    <a:pt x="2306449" y="104785"/>
                  </a:lnTo>
                  <a:lnTo>
                    <a:pt x="2327745" y="105753"/>
                  </a:lnTo>
                  <a:lnTo>
                    <a:pt x="2348651" y="106702"/>
                  </a:lnTo>
                  <a:lnTo>
                    <a:pt x="2369180" y="10763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rc485"/>
            <p:cNvSpPr/>
            <p:nvPr/>
          </p:nvSpPr>
          <p:spPr>
            <a:xfrm>
              <a:off x="1342663" y="4804731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1342663" y="4804731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tx487"/>
            <p:cNvSpPr/>
            <p:nvPr/>
          </p:nvSpPr>
          <p:spPr>
            <a:xfrm rot="-5400000">
              <a:off x="1152636" y="616894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52636" y="574941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52636" y="532988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1" name="tx490"/>
            <p:cNvSpPr/>
            <p:nvPr/>
          </p:nvSpPr>
          <p:spPr>
            <a:xfrm rot="-5400000">
              <a:off x="1152636" y="4910354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2" name="pl491"/>
            <p:cNvSpPr/>
            <p:nvPr/>
          </p:nvSpPr>
          <p:spPr>
            <a:xfrm>
              <a:off x="1311032" y="620995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311032" y="579042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311032" y="537089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11032" y="49513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342663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1522776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231250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102229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499"/>
            <p:cNvSpPr/>
            <p:nvPr/>
          </p:nvSpPr>
          <p:spPr>
            <a:xfrm>
              <a:off x="3891956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tx500"/>
            <p:cNvSpPr/>
            <p:nvPr/>
          </p:nvSpPr>
          <p:spPr>
            <a:xfrm>
              <a:off x="1491000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2280727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070454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3860181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2419775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6" name="tx505"/>
            <p:cNvSpPr/>
            <p:nvPr/>
          </p:nvSpPr>
          <p:spPr>
            <a:xfrm>
              <a:off x="1342663" y="4609978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7" name="rc506"/>
            <p:cNvSpPr/>
            <p:nvPr/>
          </p:nvSpPr>
          <p:spPr>
            <a:xfrm>
              <a:off x="4204347" y="4804731"/>
              <a:ext cx="2728831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335662" y="566325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395469" y="558274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393047" y="564653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332343" y="597499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299903" y="593351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397288" y="588728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385132" y="539497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336396" y="568344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339700" y="591194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363888" y="555602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66484" y="62152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180802" y="581604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156355" y="559117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097913" y="60696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117576" y="573198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177375" y="532306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174781" y="576839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174964" y="583998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61540" y="556881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01064" y="593517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44603" y="550832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150204" y="589564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161932" y="547884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109432" y="511018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54618" y="539822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089300" y="544975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10082" y="557404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63993" y="587347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941069" y="563602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979559" y="569482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957036" y="59130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47779" y="544977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20134" y="569751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981028" y="547155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57324" y="499310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893245" y="57583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27042" y="557205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06316" y="48447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15977" y="557776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16013" y="56973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890348" y="54472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970160" y="537307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53279" y="523133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54438" y="58025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12697" y="583397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77774" y="604914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02688" y="562403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72141" y="553971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722529" y="558973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672759" y="572303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724468" y="580230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35135" y="583927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719516" y="563216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780659" y="556325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85454" y="579844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764547" y="549355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24922" y="587865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98292" y="571807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66016" y="563886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765784" y="572771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671663" y="568503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682599" y="60049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680964" y="570549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70706" y="572510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65744" y="560240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749773" y="563291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711986" y="602187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729487" y="559687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11181" y="547704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678289" y="550753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690863" y="582830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740802" y="590275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370666" y="5701256"/>
              <a:ext cx="2384478" cy="5127"/>
            </a:xfrm>
            <a:custGeom>
              <a:avLst/>
              <a:pathLst>
                <a:path w="2384478" h="5127">
                  <a:moveTo>
                    <a:pt x="0" y="0"/>
                  </a:moveTo>
                  <a:lnTo>
                    <a:pt x="153119" y="329"/>
                  </a:lnTo>
                  <a:lnTo>
                    <a:pt x="288180" y="619"/>
                  </a:lnTo>
                  <a:lnTo>
                    <a:pt x="408996" y="879"/>
                  </a:lnTo>
                  <a:lnTo>
                    <a:pt x="518287" y="1114"/>
                  </a:lnTo>
                  <a:lnTo>
                    <a:pt x="618062" y="1329"/>
                  </a:lnTo>
                  <a:lnTo>
                    <a:pt x="709847" y="1526"/>
                  </a:lnTo>
                  <a:lnTo>
                    <a:pt x="794826" y="1709"/>
                  </a:lnTo>
                  <a:lnTo>
                    <a:pt x="873939" y="1879"/>
                  </a:lnTo>
                  <a:lnTo>
                    <a:pt x="947945" y="2038"/>
                  </a:lnTo>
                  <a:lnTo>
                    <a:pt x="1017463" y="2188"/>
                  </a:lnTo>
                  <a:lnTo>
                    <a:pt x="1083006" y="2329"/>
                  </a:lnTo>
                  <a:lnTo>
                    <a:pt x="1145005" y="2462"/>
                  </a:lnTo>
                  <a:lnTo>
                    <a:pt x="1203822" y="2588"/>
                  </a:lnTo>
                  <a:lnTo>
                    <a:pt x="1259769" y="2709"/>
                  </a:lnTo>
                  <a:lnTo>
                    <a:pt x="1313114" y="2823"/>
                  </a:lnTo>
                  <a:lnTo>
                    <a:pt x="1364086" y="2933"/>
                  </a:lnTo>
                  <a:lnTo>
                    <a:pt x="1412889" y="3038"/>
                  </a:lnTo>
                  <a:lnTo>
                    <a:pt x="1459699" y="3139"/>
                  </a:lnTo>
                  <a:lnTo>
                    <a:pt x="1504673" y="3235"/>
                  </a:lnTo>
                  <a:lnTo>
                    <a:pt x="1547950" y="3328"/>
                  </a:lnTo>
                  <a:lnTo>
                    <a:pt x="1589652" y="3418"/>
                  </a:lnTo>
                  <a:lnTo>
                    <a:pt x="1629891" y="3505"/>
                  </a:lnTo>
                  <a:lnTo>
                    <a:pt x="1668766" y="3588"/>
                  </a:lnTo>
                  <a:lnTo>
                    <a:pt x="1706366" y="3669"/>
                  </a:lnTo>
                  <a:lnTo>
                    <a:pt x="1742772" y="3747"/>
                  </a:lnTo>
                  <a:lnTo>
                    <a:pt x="1778057" y="3823"/>
                  </a:lnTo>
                  <a:lnTo>
                    <a:pt x="1812289" y="3897"/>
                  </a:lnTo>
                  <a:lnTo>
                    <a:pt x="1845529" y="3968"/>
                  </a:lnTo>
                  <a:lnTo>
                    <a:pt x="1877832" y="4038"/>
                  </a:lnTo>
                  <a:lnTo>
                    <a:pt x="1909251" y="4105"/>
                  </a:lnTo>
                  <a:lnTo>
                    <a:pt x="1939831" y="4171"/>
                  </a:lnTo>
                  <a:lnTo>
                    <a:pt x="1969617" y="4235"/>
                  </a:lnTo>
                  <a:lnTo>
                    <a:pt x="1998648" y="4298"/>
                  </a:lnTo>
                  <a:lnTo>
                    <a:pt x="2026963" y="4359"/>
                  </a:lnTo>
                  <a:lnTo>
                    <a:pt x="2054596" y="4418"/>
                  </a:lnTo>
                  <a:lnTo>
                    <a:pt x="2081578" y="4476"/>
                  </a:lnTo>
                  <a:lnTo>
                    <a:pt x="2107940" y="4533"/>
                  </a:lnTo>
                  <a:lnTo>
                    <a:pt x="2133709" y="4588"/>
                  </a:lnTo>
                  <a:lnTo>
                    <a:pt x="2158912" y="4642"/>
                  </a:lnTo>
                  <a:lnTo>
                    <a:pt x="2183573" y="4695"/>
                  </a:lnTo>
                  <a:lnTo>
                    <a:pt x="2207715" y="4747"/>
                  </a:lnTo>
                  <a:lnTo>
                    <a:pt x="2231359" y="4798"/>
                  </a:lnTo>
                  <a:lnTo>
                    <a:pt x="2254525" y="4848"/>
                  </a:lnTo>
                  <a:lnTo>
                    <a:pt x="2277233" y="4897"/>
                  </a:lnTo>
                  <a:lnTo>
                    <a:pt x="2299499" y="4945"/>
                  </a:lnTo>
                  <a:lnTo>
                    <a:pt x="2321342" y="4992"/>
                  </a:lnTo>
                  <a:lnTo>
                    <a:pt x="2342776" y="5038"/>
                  </a:lnTo>
                  <a:lnTo>
                    <a:pt x="2363817" y="5083"/>
                  </a:lnTo>
                  <a:lnTo>
                    <a:pt x="2384478" y="512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370666" y="5468588"/>
              <a:ext cx="2384478" cy="108625"/>
            </a:xfrm>
            <a:custGeom>
              <a:avLst/>
              <a:pathLst>
                <a:path w="2384478" h="108625">
                  <a:moveTo>
                    <a:pt x="0" y="0"/>
                  </a:moveTo>
                  <a:lnTo>
                    <a:pt x="153119" y="6975"/>
                  </a:lnTo>
                  <a:lnTo>
                    <a:pt x="288180" y="13128"/>
                  </a:lnTo>
                  <a:lnTo>
                    <a:pt x="408996" y="18631"/>
                  </a:lnTo>
                  <a:lnTo>
                    <a:pt x="518287" y="23610"/>
                  </a:lnTo>
                  <a:lnTo>
                    <a:pt x="618062" y="28155"/>
                  </a:lnTo>
                  <a:lnTo>
                    <a:pt x="709847" y="32337"/>
                  </a:lnTo>
                  <a:lnTo>
                    <a:pt x="794826" y="36208"/>
                  </a:lnTo>
                  <a:lnTo>
                    <a:pt x="873939" y="39812"/>
                  </a:lnTo>
                  <a:lnTo>
                    <a:pt x="947945" y="43183"/>
                  </a:lnTo>
                  <a:lnTo>
                    <a:pt x="1017463" y="46350"/>
                  </a:lnTo>
                  <a:lnTo>
                    <a:pt x="1083006" y="49336"/>
                  </a:lnTo>
                  <a:lnTo>
                    <a:pt x="1145005" y="52160"/>
                  </a:lnTo>
                  <a:lnTo>
                    <a:pt x="1203822" y="54840"/>
                  </a:lnTo>
                  <a:lnTo>
                    <a:pt x="1259769" y="57388"/>
                  </a:lnTo>
                  <a:lnTo>
                    <a:pt x="1313114" y="59818"/>
                  </a:lnTo>
                  <a:lnTo>
                    <a:pt x="1364086" y="62141"/>
                  </a:lnTo>
                  <a:lnTo>
                    <a:pt x="1412889" y="64364"/>
                  </a:lnTo>
                  <a:lnTo>
                    <a:pt x="1459699" y="66496"/>
                  </a:lnTo>
                  <a:lnTo>
                    <a:pt x="1504673" y="68545"/>
                  </a:lnTo>
                  <a:lnTo>
                    <a:pt x="1547950" y="70516"/>
                  </a:lnTo>
                  <a:lnTo>
                    <a:pt x="1589652" y="72416"/>
                  </a:lnTo>
                  <a:lnTo>
                    <a:pt x="1629891" y="74249"/>
                  </a:lnTo>
                  <a:lnTo>
                    <a:pt x="1668766" y="76020"/>
                  </a:lnTo>
                  <a:lnTo>
                    <a:pt x="1706366" y="77733"/>
                  </a:lnTo>
                  <a:lnTo>
                    <a:pt x="1742772" y="79392"/>
                  </a:lnTo>
                  <a:lnTo>
                    <a:pt x="1778057" y="80999"/>
                  </a:lnTo>
                  <a:lnTo>
                    <a:pt x="1812289" y="82558"/>
                  </a:lnTo>
                  <a:lnTo>
                    <a:pt x="1845529" y="84073"/>
                  </a:lnTo>
                  <a:lnTo>
                    <a:pt x="1877832" y="85544"/>
                  </a:lnTo>
                  <a:lnTo>
                    <a:pt x="1909251" y="86975"/>
                  </a:lnTo>
                  <a:lnTo>
                    <a:pt x="1939831" y="88369"/>
                  </a:lnTo>
                  <a:lnTo>
                    <a:pt x="1969617" y="89725"/>
                  </a:lnTo>
                  <a:lnTo>
                    <a:pt x="1998648" y="91048"/>
                  </a:lnTo>
                  <a:lnTo>
                    <a:pt x="2026963" y="92338"/>
                  </a:lnTo>
                  <a:lnTo>
                    <a:pt x="2054596" y="93597"/>
                  </a:lnTo>
                  <a:lnTo>
                    <a:pt x="2081578" y="94826"/>
                  </a:lnTo>
                  <a:lnTo>
                    <a:pt x="2107940" y="96027"/>
                  </a:lnTo>
                  <a:lnTo>
                    <a:pt x="2133709" y="97201"/>
                  </a:lnTo>
                  <a:lnTo>
                    <a:pt x="2158912" y="98349"/>
                  </a:lnTo>
                  <a:lnTo>
                    <a:pt x="2183573" y="99472"/>
                  </a:lnTo>
                  <a:lnTo>
                    <a:pt x="2207715" y="100572"/>
                  </a:lnTo>
                  <a:lnTo>
                    <a:pt x="2231359" y="101649"/>
                  </a:lnTo>
                  <a:lnTo>
                    <a:pt x="2254525" y="102704"/>
                  </a:lnTo>
                  <a:lnTo>
                    <a:pt x="2277233" y="103739"/>
                  </a:lnTo>
                  <a:lnTo>
                    <a:pt x="2299499" y="104753"/>
                  </a:lnTo>
                  <a:lnTo>
                    <a:pt x="2321342" y="105748"/>
                  </a:lnTo>
                  <a:lnTo>
                    <a:pt x="2342776" y="106725"/>
                  </a:lnTo>
                  <a:lnTo>
                    <a:pt x="2363817" y="107683"/>
                  </a:lnTo>
                  <a:lnTo>
                    <a:pt x="2384478" y="10862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370666" y="5649977"/>
              <a:ext cx="2384478" cy="131274"/>
            </a:xfrm>
            <a:custGeom>
              <a:avLst/>
              <a:pathLst>
                <a:path w="2384478" h="131274">
                  <a:moveTo>
                    <a:pt x="0" y="0"/>
                  </a:moveTo>
                  <a:lnTo>
                    <a:pt x="153119" y="8429"/>
                  </a:lnTo>
                  <a:lnTo>
                    <a:pt x="288180" y="15865"/>
                  </a:lnTo>
                  <a:lnTo>
                    <a:pt x="408996" y="22516"/>
                  </a:lnTo>
                  <a:lnTo>
                    <a:pt x="518287" y="28533"/>
                  </a:lnTo>
                  <a:lnTo>
                    <a:pt x="618062" y="34026"/>
                  </a:lnTo>
                  <a:lnTo>
                    <a:pt x="709847" y="39079"/>
                  </a:lnTo>
                  <a:lnTo>
                    <a:pt x="794826" y="43758"/>
                  </a:lnTo>
                  <a:lnTo>
                    <a:pt x="873939" y="48113"/>
                  </a:lnTo>
                  <a:lnTo>
                    <a:pt x="947945" y="52187"/>
                  </a:lnTo>
                  <a:lnTo>
                    <a:pt x="1017463" y="56015"/>
                  </a:lnTo>
                  <a:lnTo>
                    <a:pt x="1083006" y="59623"/>
                  </a:lnTo>
                  <a:lnTo>
                    <a:pt x="1145005" y="63036"/>
                  </a:lnTo>
                  <a:lnTo>
                    <a:pt x="1203822" y="66274"/>
                  </a:lnTo>
                  <a:lnTo>
                    <a:pt x="1259769" y="69355"/>
                  </a:lnTo>
                  <a:lnTo>
                    <a:pt x="1313114" y="72291"/>
                  </a:lnTo>
                  <a:lnTo>
                    <a:pt x="1364086" y="75098"/>
                  </a:lnTo>
                  <a:lnTo>
                    <a:pt x="1412889" y="77784"/>
                  </a:lnTo>
                  <a:lnTo>
                    <a:pt x="1459699" y="80361"/>
                  </a:lnTo>
                  <a:lnTo>
                    <a:pt x="1504673" y="82837"/>
                  </a:lnTo>
                  <a:lnTo>
                    <a:pt x="1547950" y="85220"/>
                  </a:lnTo>
                  <a:lnTo>
                    <a:pt x="1589652" y="87516"/>
                  </a:lnTo>
                  <a:lnTo>
                    <a:pt x="1629891" y="89731"/>
                  </a:lnTo>
                  <a:lnTo>
                    <a:pt x="1668766" y="91871"/>
                  </a:lnTo>
                  <a:lnTo>
                    <a:pt x="1706366" y="93941"/>
                  </a:lnTo>
                  <a:lnTo>
                    <a:pt x="1742772" y="95946"/>
                  </a:lnTo>
                  <a:lnTo>
                    <a:pt x="1778057" y="97888"/>
                  </a:lnTo>
                  <a:lnTo>
                    <a:pt x="1812289" y="99773"/>
                  </a:lnTo>
                  <a:lnTo>
                    <a:pt x="1845529" y="101603"/>
                  </a:lnTo>
                  <a:lnTo>
                    <a:pt x="1877832" y="103381"/>
                  </a:lnTo>
                  <a:lnTo>
                    <a:pt x="1909251" y="105111"/>
                  </a:lnTo>
                  <a:lnTo>
                    <a:pt x="1939831" y="106794"/>
                  </a:lnTo>
                  <a:lnTo>
                    <a:pt x="1969617" y="108434"/>
                  </a:lnTo>
                  <a:lnTo>
                    <a:pt x="1998648" y="110033"/>
                  </a:lnTo>
                  <a:lnTo>
                    <a:pt x="2026963" y="111591"/>
                  </a:lnTo>
                  <a:lnTo>
                    <a:pt x="2054596" y="113113"/>
                  </a:lnTo>
                  <a:lnTo>
                    <a:pt x="2081578" y="114598"/>
                  </a:lnTo>
                  <a:lnTo>
                    <a:pt x="2107940" y="116049"/>
                  </a:lnTo>
                  <a:lnTo>
                    <a:pt x="2133709" y="117468"/>
                  </a:lnTo>
                  <a:lnTo>
                    <a:pt x="2158912" y="118856"/>
                  </a:lnTo>
                  <a:lnTo>
                    <a:pt x="2183573" y="120213"/>
                  </a:lnTo>
                  <a:lnTo>
                    <a:pt x="2207715" y="121542"/>
                  </a:lnTo>
                  <a:lnTo>
                    <a:pt x="2231359" y="122844"/>
                  </a:lnTo>
                  <a:lnTo>
                    <a:pt x="2254525" y="124120"/>
                  </a:lnTo>
                  <a:lnTo>
                    <a:pt x="2277233" y="125370"/>
                  </a:lnTo>
                  <a:lnTo>
                    <a:pt x="2299499" y="126596"/>
                  </a:lnTo>
                  <a:lnTo>
                    <a:pt x="2321342" y="127798"/>
                  </a:lnTo>
                  <a:lnTo>
                    <a:pt x="2342776" y="128978"/>
                  </a:lnTo>
                  <a:lnTo>
                    <a:pt x="2363817" y="130136"/>
                  </a:lnTo>
                  <a:lnTo>
                    <a:pt x="2384478" y="13127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pl582"/>
            <p:cNvSpPr/>
            <p:nvPr/>
          </p:nvSpPr>
          <p:spPr>
            <a:xfrm>
              <a:off x="4370666" y="5819813"/>
              <a:ext cx="2384478" cy="119787"/>
            </a:xfrm>
            <a:custGeom>
              <a:avLst/>
              <a:pathLst>
                <a:path w="2384478" h="119787">
                  <a:moveTo>
                    <a:pt x="0" y="0"/>
                  </a:moveTo>
                  <a:lnTo>
                    <a:pt x="153119" y="7692"/>
                  </a:lnTo>
                  <a:lnTo>
                    <a:pt x="288180" y="14477"/>
                  </a:lnTo>
                  <a:lnTo>
                    <a:pt x="408996" y="20546"/>
                  </a:lnTo>
                  <a:lnTo>
                    <a:pt x="518287" y="26036"/>
                  </a:lnTo>
                  <a:lnTo>
                    <a:pt x="618062" y="31049"/>
                  </a:lnTo>
                  <a:lnTo>
                    <a:pt x="709847" y="35660"/>
                  </a:lnTo>
                  <a:lnTo>
                    <a:pt x="794826" y="39929"/>
                  </a:lnTo>
                  <a:lnTo>
                    <a:pt x="873939" y="43903"/>
                  </a:lnTo>
                  <a:lnTo>
                    <a:pt x="947945" y="47621"/>
                  </a:lnTo>
                  <a:lnTo>
                    <a:pt x="1017463" y="51113"/>
                  </a:lnTo>
                  <a:lnTo>
                    <a:pt x="1083006" y="54406"/>
                  </a:lnTo>
                  <a:lnTo>
                    <a:pt x="1145005" y="57521"/>
                  </a:lnTo>
                  <a:lnTo>
                    <a:pt x="1203822" y="60475"/>
                  </a:lnTo>
                  <a:lnTo>
                    <a:pt x="1259769" y="63286"/>
                  </a:lnTo>
                  <a:lnTo>
                    <a:pt x="1313114" y="65966"/>
                  </a:lnTo>
                  <a:lnTo>
                    <a:pt x="1364086" y="68526"/>
                  </a:lnTo>
                  <a:lnTo>
                    <a:pt x="1412889" y="70978"/>
                  </a:lnTo>
                  <a:lnTo>
                    <a:pt x="1459699" y="73330"/>
                  </a:lnTo>
                  <a:lnTo>
                    <a:pt x="1504673" y="75589"/>
                  </a:lnTo>
                  <a:lnTo>
                    <a:pt x="1547950" y="77763"/>
                  </a:lnTo>
                  <a:lnTo>
                    <a:pt x="1589652" y="79858"/>
                  </a:lnTo>
                  <a:lnTo>
                    <a:pt x="1629891" y="81880"/>
                  </a:lnTo>
                  <a:lnTo>
                    <a:pt x="1668766" y="83833"/>
                  </a:lnTo>
                  <a:lnTo>
                    <a:pt x="1706366" y="85721"/>
                  </a:lnTo>
                  <a:lnTo>
                    <a:pt x="1742772" y="87550"/>
                  </a:lnTo>
                  <a:lnTo>
                    <a:pt x="1778057" y="89323"/>
                  </a:lnTo>
                  <a:lnTo>
                    <a:pt x="1812289" y="91043"/>
                  </a:lnTo>
                  <a:lnTo>
                    <a:pt x="1845529" y="92713"/>
                  </a:lnTo>
                  <a:lnTo>
                    <a:pt x="1877832" y="94335"/>
                  </a:lnTo>
                  <a:lnTo>
                    <a:pt x="1909251" y="95914"/>
                  </a:lnTo>
                  <a:lnTo>
                    <a:pt x="1939831" y="97450"/>
                  </a:lnTo>
                  <a:lnTo>
                    <a:pt x="1969617" y="98946"/>
                  </a:lnTo>
                  <a:lnTo>
                    <a:pt x="1998648" y="100405"/>
                  </a:lnTo>
                  <a:lnTo>
                    <a:pt x="2026963" y="101827"/>
                  </a:lnTo>
                  <a:lnTo>
                    <a:pt x="2054596" y="103215"/>
                  </a:lnTo>
                  <a:lnTo>
                    <a:pt x="2081578" y="104571"/>
                  </a:lnTo>
                  <a:lnTo>
                    <a:pt x="2107940" y="105895"/>
                  </a:lnTo>
                  <a:lnTo>
                    <a:pt x="2133709" y="107190"/>
                  </a:lnTo>
                  <a:lnTo>
                    <a:pt x="2158912" y="108456"/>
                  </a:lnTo>
                  <a:lnTo>
                    <a:pt x="2183573" y="109695"/>
                  </a:lnTo>
                  <a:lnTo>
                    <a:pt x="2207715" y="110907"/>
                  </a:lnTo>
                  <a:lnTo>
                    <a:pt x="2231359" y="112095"/>
                  </a:lnTo>
                  <a:lnTo>
                    <a:pt x="2254525" y="113259"/>
                  </a:lnTo>
                  <a:lnTo>
                    <a:pt x="2277233" y="114400"/>
                  </a:lnTo>
                  <a:lnTo>
                    <a:pt x="2299499" y="115518"/>
                  </a:lnTo>
                  <a:lnTo>
                    <a:pt x="2321342" y="116616"/>
                  </a:lnTo>
                  <a:lnTo>
                    <a:pt x="2342776" y="117692"/>
                  </a:lnTo>
                  <a:lnTo>
                    <a:pt x="2363817" y="118749"/>
                  </a:lnTo>
                  <a:lnTo>
                    <a:pt x="2384478" y="119787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4" name="pl583"/>
            <p:cNvSpPr/>
            <p:nvPr/>
          </p:nvSpPr>
          <p:spPr>
            <a:xfrm>
              <a:off x="4370666" y="5658372"/>
              <a:ext cx="2384478" cy="41214"/>
            </a:xfrm>
            <a:custGeom>
              <a:avLst/>
              <a:pathLst>
                <a:path w="2384478" h="41214">
                  <a:moveTo>
                    <a:pt x="0" y="0"/>
                  </a:moveTo>
                  <a:lnTo>
                    <a:pt x="153119" y="2646"/>
                  </a:lnTo>
                  <a:lnTo>
                    <a:pt x="288180" y="4980"/>
                  </a:lnTo>
                  <a:lnTo>
                    <a:pt x="408996" y="7069"/>
                  </a:lnTo>
                  <a:lnTo>
                    <a:pt x="518287" y="8958"/>
                  </a:lnTo>
                  <a:lnTo>
                    <a:pt x="618062" y="10682"/>
                  </a:lnTo>
                  <a:lnTo>
                    <a:pt x="709847" y="12269"/>
                  </a:lnTo>
                  <a:lnTo>
                    <a:pt x="794826" y="13738"/>
                  </a:lnTo>
                  <a:lnTo>
                    <a:pt x="873939" y="15105"/>
                  </a:lnTo>
                  <a:lnTo>
                    <a:pt x="947945" y="16384"/>
                  </a:lnTo>
                  <a:lnTo>
                    <a:pt x="1017463" y="17586"/>
                  </a:lnTo>
                  <a:lnTo>
                    <a:pt x="1083006" y="18719"/>
                  </a:lnTo>
                  <a:lnTo>
                    <a:pt x="1145005" y="19790"/>
                  </a:lnTo>
                  <a:lnTo>
                    <a:pt x="1203822" y="20807"/>
                  </a:lnTo>
                  <a:lnTo>
                    <a:pt x="1259769" y="21774"/>
                  </a:lnTo>
                  <a:lnTo>
                    <a:pt x="1313114" y="22696"/>
                  </a:lnTo>
                  <a:lnTo>
                    <a:pt x="1364086" y="23577"/>
                  </a:lnTo>
                  <a:lnTo>
                    <a:pt x="1412889" y="24420"/>
                  </a:lnTo>
                  <a:lnTo>
                    <a:pt x="1459699" y="25229"/>
                  </a:lnTo>
                  <a:lnTo>
                    <a:pt x="1504673" y="26007"/>
                  </a:lnTo>
                  <a:lnTo>
                    <a:pt x="1547950" y="26755"/>
                  </a:lnTo>
                  <a:lnTo>
                    <a:pt x="1589652" y="27476"/>
                  </a:lnTo>
                  <a:lnTo>
                    <a:pt x="1629891" y="28171"/>
                  </a:lnTo>
                  <a:lnTo>
                    <a:pt x="1668766" y="28843"/>
                  </a:lnTo>
                  <a:lnTo>
                    <a:pt x="1706366" y="29493"/>
                  </a:lnTo>
                  <a:lnTo>
                    <a:pt x="1742772" y="30122"/>
                  </a:lnTo>
                  <a:lnTo>
                    <a:pt x="1778057" y="30732"/>
                  </a:lnTo>
                  <a:lnTo>
                    <a:pt x="1812289" y="31324"/>
                  </a:lnTo>
                  <a:lnTo>
                    <a:pt x="1845529" y="31898"/>
                  </a:lnTo>
                  <a:lnTo>
                    <a:pt x="1877832" y="32457"/>
                  </a:lnTo>
                  <a:lnTo>
                    <a:pt x="1909251" y="33000"/>
                  </a:lnTo>
                  <a:lnTo>
                    <a:pt x="1939831" y="33528"/>
                  </a:lnTo>
                  <a:lnTo>
                    <a:pt x="1969617" y="34043"/>
                  </a:lnTo>
                  <a:lnTo>
                    <a:pt x="1998648" y="34545"/>
                  </a:lnTo>
                  <a:lnTo>
                    <a:pt x="2026963" y="35034"/>
                  </a:lnTo>
                  <a:lnTo>
                    <a:pt x="2054596" y="35512"/>
                  </a:lnTo>
                  <a:lnTo>
                    <a:pt x="2081578" y="35978"/>
                  </a:lnTo>
                  <a:lnTo>
                    <a:pt x="2107940" y="36434"/>
                  </a:lnTo>
                  <a:lnTo>
                    <a:pt x="2133709" y="36879"/>
                  </a:lnTo>
                  <a:lnTo>
                    <a:pt x="2158912" y="37315"/>
                  </a:lnTo>
                  <a:lnTo>
                    <a:pt x="2183573" y="37741"/>
                  </a:lnTo>
                  <a:lnTo>
                    <a:pt x="2207715" y="38158"/>
                  </a:lnTo>
                  <a:lnTo>
                    <a:pt x="2231359" y="38567"/>
                  </a:lnTo>
                  <a:lnTo>
                    <a:pt x="2254525" y="38967"/>
                  </a:lnTo>
                  <a:lnTo>
                    <a:pt x="2277233" y="39360"/>
                  </a:lnTo>
                  <a:lnTo>
                    <a:pt x="2299499" y="39745"/>
                  </a:lnTo>
                  <a:lnTo>
                    <a:pt x="2321342" y="40122"/>
                  </a:lnTo>
                  <a:lnTo>
                    <a:pt x="2342776" y="40493"/>
                  </a:lnTo>
                  <a:lnTo>
                    <a:pt x="2363817" y="40856"/>
                  </a:lnTo>
                  <a:lnTo>
                    <a:pt x="2384478" y="41214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5" name="pl584"/>
            <p:cNvSpPr/>
            <p:nvPr/>
          </p:nvSpPr>
          <p:spPr>
            <a:xfrm>
              <a:off x="4370666" y="5573742"/>
              <a:ext cx="2384478" cy="189732"/>
            </a:xfrm>
            <a:custGeom>
              <a:avLst/>
              <a:pathLst>
                <a:path w="2384478" h="189732">
                  <a:moveTo>
                    <a:pt x="0" y="189732"/>
                  </a:moveTo>
                  <a:lnTo>
                    <a:pt x="153119" y="177548"/>
                  </a:lnTo>
                  <a:lnTo>
                    <a:pt x="288180" y="166802"/>
                  </a:lnTo>
                  <a:lnTo>
                    <a:pt x="408996" y="157188"/>
                  </a:lnTo>
                  <a:lnTo>
                    <a:pt x="518287" y="148492"/>
                  </a:lnTo>
                  <a:lnTo>
                    <a:pt x="618062" y="140553"/>
                  </a:lnTo>
                  <a:lnTo>
                    <a:pt x="709847" y="133250"/>
                  </a:lnTo>
                  <a:lnTo>
                    <a:pt x="794826" y="126488"/>
                  </a:lnTo>
                  <a:lnTo>
                    <a:pt x="873939" y="120193"/>
                  </a:lnTo>
                  <a:lnTo>
                    <a:pt x="947945" y="114304"/>
                  </a:lnTo>
                  <a:lnTo>
                    <a:pt x="1017463" y="108773"/>
                  </a:lnTo>
                  <a:lnTo>
                    <a:pt x="1083006" y="103557"/>
                  </a:lnTo>
                  <a:lnTo>
                    <a:pt x="1145005" y="98624"/>
                  </a:lnTo>
                  <a:lnTo>
                    <a:pt x="1203822" y="93944"/>
                  </a:lnTo>
                  <a:lnTo>
                    <a:pt x="1259769" y="89492"/>
                  </a:lnTo>
                  <a:lnTo>
                    <a:pt x="1313114" y="85248"/>
                  </a:lnTo>
                  <a:lnTo>
                    <a:pt x="1364086" y="81192"/>
                  </a:lnTo>
                  <a:lnTo>
                    <a:pt x="1412889" y="77309"/>
                  </a:lnTo>
                  <a:lnTo>
                    <a:pt x="1459699" y="73584"/>
                  </a:lnTo>
                  <a:lnTo>
                    <a:pt x="1504673" y="70005"/>
                  </a:lnTo>
                  <a:lnTo>
                    <a:pt x="1547950" y="66562"/>
                  </a:lnTo>
                  <a:lnTo>
                    <a:pt x="1589652" y="63244"/>
                  </a:lnTo>
                  <a:lnTo>
                    <a:pt x="1629891" y="60042"/>
                  </a:lnTo>
                  <a:lnTo>
                    <a:pt x="1668766" y="56949"/>
                  </a:lnTo>
                  <a:lnTo>
                    <a:pt x="1706366" y="53957"/>
                  </a:lnTo>
                  <a:lnTo>
                    <a:pt x="1742772" y="51060"/>
                  </a:lnTo>
                  <a:lnTo>
                    <a:pt x="1778057" y="48252"/>
                  </a:lnTo>
                  <a:lnTo>
                    <a:pt x="1812289" y="45529"/>
                  </a:lnTo>
                  <a:lnTo>
                    <a:pt x="1845529" y="42884"/>
                  </a:lnTo>
                  <a:lnTo>
                    <a:pt x="1877832" y="40313"/>
                  </a:lnTo>
                  <a:lnTo>
                    <a:pt x="1909251" y="37813"/>
                  </a:lnTo>
                  <a:lnTo>
                    <a:pt x="1939831" y="35380"/>
                  </a:lnTo>
                  <a:lnTo>
                    <a:pt x="1969617" y="33010"/>
                  </a:lnTo>
                  <a:lnTo>
                    <a:pt x="1998648" y="30700"/>
                  </a:lnTo>
                  <a:lnTo>
                    <a:pt x="2026963" y="28447"/>
                  </a:lnTo>
                  <a:lnTo>
                    <a:pt x="2054596" y="26248"/>
                  </a:lnTo>
                  <a:lnTo>
                    <a:pt x="2081578" y="24101"/>
                  </a:lnTo>
                  <a:lnTo>
                    <a:pt x="2107940" y="22004"/>
                  </a:lnTo>
                  <a:lnTo>
                    <a:pt x="2133709" y="19953"/>
                  </a:lnTo>
                  <a:lnTo>
                    <a:pt x="2158912" y="17948"/>
                  </a:lnTo>
                  <a:lnTo>
                    <a:pt x="2183573" y="15985"/>
                  </a:lnTo>
                  <a:lnTo>
                    <a:pt x="2207715" y="14065"/>
                  </a:lnTo>
                  <a:lnTo>
                    <a:pt x="2231359" y="12183"/>
                  </a:lnTo>
                  <a:lnTo>
                    <a:pt x="2254525" y="10340"/>
                  </a:lnTo>
                  <a:lnTo>
                    <a:pt x="2277233" y="8533"/>
                  </a:lnTo>
                  <a:lnTo>
                    <a:pt x="2299499" y="6761"/>
                  </a:lnTo>
                  <a:lnTo>
                    <a:pt x="2321342" y="5023"/>
                  </a:lnTo>
                  <a:lnTo>
                    <a:pt x="2342776" y="3318"/>
                  </a:lnTo>
                  <a:lnTo>
                    <a:pt x="2363817" y="1644"/>
                  </a:lnTo>
                  <a:lnTo>
                    <a:pt x="2384478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370666" y="5302065"/>
              <a:ext cx="2384478" cy="230653"/>
            </a:xfrm>
            <a:custGeom>
              <a:avLst/>
              <a:pathLst>
                <a:path w="2384478" h="230653">
                  <a:moveTo>
                    <a:pt x="0" y="0"/>
                  </a:moveTo>
                  <a:lnTo>
                    <a:pt x="153119" y="14811"/>
                  </a:lnTo>
                  <a:lnTo>
                    <a:pt x="288180" y="27876"/>
                  </a:lnTo>
                  <a:lnTo>
                    <a:pt x="408996" y="39562"/>
                  </a:lnTo>
                  <a:lnTo>
                    <a:pt x="518287" y="50134"/>
                  </a:lnTo>
                  <a:lnTo>
                    <a:pt x="618062" y="59785"/>
                  </a:lnTo>
                  <a:lnTo>
                    <a:pt x="709847" y="68664"/>
                  </a:lnTo>
                  <a:lnTo>
                    <a:pt x="794826" y="76884"/>
                  </a:lnTo>
                  <a:lnTo>
                    <a:pt x="873939" y="84537"/>
                  </a:lnTo>
                  <a:lnTo>
                    <a:pt x="947945" y="91695"/>
                  </a:lnTo>
                  <a:lnTo>
                    <a:pt x="1017463" y="98420"/>
                  </a:lnTo>
                  <a:lnTo>
                    <a:pt x="1083006" y="104760"/>
                  </a:lnTo>
                  <a:lnTo>
                    <a:pt x="1145005" y="110757"/>
                  </a:lnTo>
                  <a:lnTo>
                    <a:pt x="1203822" y="116447"/>
                  </a:lnTo>
                  <a:lnTo>
                    <a:pt x="1259769" y="121858"/>
                  </a:lnTo>
                  <a:lnTo>
                    <a:pt x="1313114" y="127019"/>
                  </a:lnTo>
                  <a:lnTo>
                    <a:pt x="1364086" y="131949"/>
                  </a:lnTo>
                  <a:lnTo>
                    <a:pt x="1412889" y="136670"/>
                  </a:lnTo>
                  <a:lnTo>
                    <a:pt x="1459699" y="141198"/>
                  </a:lnTo>
                  <a:lnTo>
                    <a:pt x="1504673" y="145548"/>
                  </a:lnTo>
                  <a:lnTo>
                    <a:pt x="1547950" y="149734"/>
                  </a:lnTo>
                  <a:lnTo>
                    <a:pt x="1589652" y="153768"/>
                  </a:lnTo>
                  <a:lnTo>
                    <a:pt x="1629891" y="157661"/>
                  </a:lnTo>
                  <a:lnTo>
                    <a:pt x="1668766" y="161421"/>
                  </a:lnTo>
                  <a:lnTo>
                    <a:pt x="1706366" y="165058"/>
                  </a:lnTo>
                  <a:lnTo>
                    <a:pt x="1742772" y="168580"/>
                  </a:lnTo>
                  <a:lnTo>
                    <a:pt x="1778057" y="171993"/>
                  </a:lnTo>
                  <a:lnTo>
                    <a:pt x="1812289" y="175304"/>
                  </a:lnTo>
                  <a:lnTo>
                    <a:pt x="1845529" y="178520"/>
                  </a:lnTo>
                  <a:lnTo>
                    <a:pt x="1877832" y="181644"/>
                  </a:lnTo>
                  <a:lnTo>
                    <a:pt x="1909251" y="184684"/>
                  </a:lnTo>
                  <a:lnTo>
                    <a:pt x="1939831" y="187642"/>
                  </a:lnTo>
                  <a:lnTo>
                    <a:pt x="1969617" y="190523"/>
                  </a:lnTo>
                  <a:lnTo>
                    <a:pt x="1998648" y="193331"/>
                  </a:lnTo>
                  <a:lnTo>
                    <a:pt x="2026963" y="196070"/>
                  </a:lnTo>
                  <a:lnTo>
                    <a:pt x="2054596" y="198743"/>
                  </a:lnTo>
                  <a:lnTo>
                    <a:pt x="2081578" y="201353"/>
                  </a:lnTo>
                  <a:lnTo>
                    <a:pt x="2107940" y="203903"/>
                  </a:lnTo>
                  <a:lnTo>
                    <a:pt x="2133709" y="206396"/>
                  </a:lnTo>
                  <a:lnTo>
                    <a:pt x="2158912" y="208834"/>
                  </a:lnTo>
                  <a:lnTo>
                    <a:pt x="2183573" y="211219"/>
                  </a:lnTo>
                  <a:lnTo>
                    <a:pt x="2207715" y="213554"/>
                  </a:lnTo>
                  <a:lnTo>
                    <a:pt x="2231359" y="215841"/>
                  </a:lnTo>
                  <a:lnTo>
                    <a:pt x="2254525" y="218082"/>
                  </a:lnTo>
                  <a:lnTo>
                    <a:pt x="2277233" y="220279"/>
                  </a:lnTo>
                  <a:lnTo>
                    <a:pt x="2299499" y="222433"/>
                  </a:lnTo>
                  <a:lnTo>
                    <a:pt x="2321342" y="224546"/>
                  </a:lnTo>
                  <a:lnTo>
                    <a:pt x="2342776" y="226619"/>
                  </a:lnTo>
                  <a:lnTo>
                    <a:pt x="2363817" y="228654"/>
                  </a:lnTo>
                  <a:lnTo>
                    <a:pt x="2384478" y="23065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370666" y="5888283"/>
              <a:ext cx="2384478" cy="47411"/>
            </a:xfrm>
            <a:custGeom>
              <a:avLst/>
              <a:pathLst>
                <a:path w="2384478" h="47411">
                  <a:moveTo>
                    <a:pt x="0" y="47411"/>
                  </a:moveTo>
                  <a:lnTo>
                    <a:pt x="153119" y="44366"/>
                  </a:lnTo>
                  <a:lnTo>
                    <a:pt x="288180" y="41681"/>
                  </a:lnTo>
                  <a:lnTo>
                    <a:pt x="408996" y="39279"/>
                  </a:lnTo>
                  <a:lnTo>
                    <a:pt x="518287" y="37105"/>
                  </a:lnTo>
                  <a:lnTo>
                    <a:pt x="618062" y="35122"/>
                  </a:lnTo>
                  <a:lnTo>
                    <a:pt x="709847" y="33297"/>
                  </a:lnTo>
                  <a:lnTo>
                    <a:pt x="794826" y="31607"/>
                  </a:lnTo>
                  <a:lnTo>
                    <a:pt x="873939" y="30034"/>
                  </a:lnTo>
                  <a:lnTo>
                    <a:pt x="947945" y="28562"/>
                  </a:lnTo>
                  <a:lnTo>
                    <a:pt x="1017463" y="27180"/>
                  </a:lnTo>
                  <a:lnTo>
                    <a:pt x="1083006" y="25877"/>
                  </a:lnTo>
                  <a:lnTo>
                    <a:pt x="1145005" y="24644"/>
                  </a:lnTo>
                  <a:lnTo>
                    <a:pt x="1203822" y="23475"/>
                  </a:lnTo>
                  <a:lnTo>
                    <a:pt x="1259769" y="22362"/>
                  </a:lnTo>
                  <a:lnTo>
                    <a:pt x="1313114" y="21302"/>
                  </a:lnTo>
                  <a:lnTo>
                    <a:pt x="1364086" y="20288"/>
                  </a:lnTo>
                  <a:lnTo>
                    <a:pt x="1412889" y="19318"/>
                  </a:lnTo>
                  <a:lnTo>
                    <a:pt x="1459699" y="18387"/>
                  </a:lnTo>
                  <a:lnTo>
                    <a:pt x="1504673" y="17493"/>
                  </a:lnTo>
                  <a:lnTo>
                    <a:pt x="1547950" y="16632"/>
                  </a:lnTo>
                  <a:lnTo>
                    <a:pt x="1589652" y="15803"/>
                  </a:lnTo>
                  <a:lnTo>
                    <a:pt x="1629891" y="15003"/>
                  </a:lnTo>
                  <a:lnTo>
                    <a:pt x="1668766" y="14230"/>
                  </a:lnTo>
                  <a:lnTo>
                    <a:pt x="1706366" y="13483"/>
                  </a:lnTo>
                  <a:lnTo>
                    <a:pt x="1742772" y="12759"/>
                  </a:lnTo>
                  <a:lnTo>
                    <a:pt x="1778057" y="12057"/>
                  </a:lnTo>
                  <a:lnTo>
                    <a:pt x="1812289" y="11376"/>
                  </a:lnTo>
                  <a:lnTo>
                    <a:pt x="1845529" y="10716"/>
                  </a:lnTo>
                  <a:lnTo>
                    <a:pt x="1877832" y="10073"/>
                  </a:lnTo>
                  <a:lnTo>
                    <a:pt x="1909251" y="9449"/>
                  </a:lnTo>
                  <a:lnTo>
                    <a:pt x="1939831" y="8841"/>
                  </a:lnTo>
                  <a:lnTo>
                    <a:pt x="1969617" y="8248"/>
                  </a:lnTo>
                  <a:lnTo>
                    <a:pt x="1998648" y="7671"/>
                  </a:lnTo>
                  <a:lnTo>
                    <a:pt x="2026963" y="7108"/>
                  </a:lnTo>
                  <a:lnTo>
                    <a:pt x="2054596" y="6559"/>
                  </a:lnTo>
                  <a:lnTo>
                    <a:pt x="2081578" y="6022"/>
                  </a:lnTo>
                  <a:lnTo>
                    <a:pt x="2107940" y="5498"/>
                  </a:lnTo>
                  <a:lnTo>
                    <a:pt x="2133709" y="4986"/>
                  </a:lnTo>
                  <a:lnTo>
                    <a:pt x="2158912" y="4484"/>
                  </a:lnTo>
                  <a:lnTo>
                    <a:pt x="2183573" y="3994"/>
                  </a:lnTo>
                  <a:lnTo>
                    <a:pt x="2207715" y="3514"/>
                  </a:lnTo>
                  <a:lnTo>
                    <a:pt x="2231359" y="3044"/>
                  </a:lnTo>
                  <a:lnTo>
                    <a:pt x="2254525" y="2583"/>
                  </a:lnTo>
                  <a:lnTo>
                    <a:pt x="2277233" y="2132"/>
                  </a:lnTo>
                  <a:lnTo>
                    <a:pt x="2299499" y="1689"/>
                  </a:lnTo>
                  <a:lnTo>
                    <a:pt x="2321342" y="1255"/>
                  </a:lnTo>
                  <a:lnTo>
                    <a:pt x="2342776" y="829"/>
                  </a:lnTo>
                  <a:lnTo>
                    <a:pt x="2363817" y="410"/>
                  </a:lnTo>
                  <a:lnTo>
                    <a:pt x="2384478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370666" y="5568734"/>
              <a:ext cx="2384478" cy="337114"/>
            </a:xfrm>
            <a:custGeom>
              <a:avLst/>
              <a:pathLst>
                <a:path w="2384478" h="337114">
                  <a:moveTo>
                    <a:pt x="0" y="337114"/>
                  </a:moveTo>
                  <a:lnTo>
                    <a:pt x="153119" y="315466"/>
                  </a:lnTo>
                  <a:lnTo>
                    <a:pt x="288180" y="296372"/>
                  </a:lnTo>
                  <a:lnTo>
                    <a:pt x="408996" y="279291"/>
                  </a:lnTo>
                  <a:lnTo>
                    <a:pt x="518287" y="263839"/>
                  </a:lnTo>
                  <a:lnTo>
                    <a:pt x="618062" y="249733"/>
                  </a:lnTo>
                  <a:lnTo>
                    <a:pt x="709847" y="236757"/>
                  </a:lnTo>
                  <a:lnTo>
                    <a:pt x="794826" y="224743"/>
                  </a:lnTo>
                  <a:lnTo>
                    <a:pt x="873939" y="213558"/>
                  </a:lnTo>
                  <a:lnTo>
                    <a:pt x="947945" y="203095"/>
                  </a:lnTo>
                  <a:lnTo>
                    <a:pt x="1017463" y="193267"/>
                  </a:lnTo>
                  <a:lnTo>
                    <a:pt x="1083006" y="184000"/>
                  </a:lnTo>
                  <a:lnTo>
                    <a:pt x="1145005" y="175235"/>
                  </a:lnTo>
                  <a:lnTo>
                    <a:pt x="1203822" y="166919"/>
                  </a:lnTo>
                  <a:lnTo>
                    <a:pt x="1259769" y="159010"/>
                  </a:lnTo>
                  <a:lnTo>
                    <a:pt x="1313114" y="151468"/>
                  </a:lnTo>
                  <a:lnTo>
                    <a:pt x="1364086" y="144261"/>
                  </a:lnTo>
                  <a:lnTo>
                    <a:pt x="1412889" y="137362"/>
                  </a:lnTo>
                  <a:lnTo>
                    <a:pt x="1459699" y="130744"/>
                  </a:lnTo>
                  <a:lnTo>
                    <a:pt x="1504673" y="124385"/>
                  </a:lnTo>
                  <a:lnTo>
                    <a:pt x="1547950" y="118267"/>
                  </a:lnTo>
                  <a:lnTo>
                    <a:pt x="1589652" y="112371"/>
                  </a:lnTo>
                  <a:lnTo>
                    <a:pt x="1629891" y="106682"/>
                  </a:lnTo>
                  <a:lnTo>
                    <a:pt x="1668766" y="101186"/>
                  </a:lnTo>
                  <a:lnTo>
                    <a:pt x="1706366" y="95870"/>
                  </a:lnTo>
                  <a:lnTo>
                    <a:pt x="1742772" y="90723"/>
                  </a:lnTo>
                  <a:lnTo>
                    <a:pt x="1778057" y="85735"/>
                  </a:lnTo>
                  <a:lnTo>
                    <a:pt x="1812289" y="80895"/>
                  </a:lnTo>
                  <a:lnTo>
                    <a:pt x="1845529" y="76196"/>
                  </a:lnTo>
                  <a:lnTo>
                    <a:pt x="1877832" y="71629"/>
                  </a:lnTo>
                  <a:lnTo>
                    <a:pt x="1909251" y="67187"/>
                  </a:lnTo>
                  <a:lnTo>
                    <a:pt x="1939831" y="62863"/>
                  </a:lnTo>
                  <a:lnTo>
                    <a:pt x="1969617" y="58652"/>
                  </a:lnTo>
                  <a:lnTo>
                    <a:pt x="1998648" y="54548"/>
                  </a:lnTo>
                  <a:lnTo>
                    <a:pt x="2026963" y="50545"/>
                  </a:lnTo>
                  <a:lnTo>
                    <a:pt x="2054596" y="46638"/>
                  </a:lnTo>
                  <a:lnTo>
                    <a:pt x="2081578" y="42823"/>
                  </a:lnTo>
                  <a:lnTo>
                    <a:pt x="2107940" y="39096"/>
                  </a:lnTo>
                  <a:lnTo>
                    <a:pt x="2133709" y="35453"/>
                  </a:lnTo>
                  <a:lnTo>
                    <a:pt x="2158912" y="31890"/>
                  </a:lnTo>
                  <a:lnTo>
                    <a:pt x="2183573" y="28403"/>
                  </a:lnTo>
                  <a:lnTo>
                    <a:pt x="2207715" y="24990"/>
                  </a:lnTo>
                  <a:lnTo>
                    <a:pt x="2231359" y="21647"/>
                  </a:lnTo>
                  <a:lnTo>
                    <a:pt x="2254525" y="18372"/>
                  </a:lnTo>
                  <a:lnTo>
                    <a:pt x="2277233" y="15162"/>
                  </a:lnTo>
                  <a:lnTo>
                    <a:pt x="2299499" y="12014"/>
                  </a:lnTo>
                  <a:lnTo>
                    <a:pt x="2321342" y="8926"/>
                  </a:lnTo>
                  <a:lnTo>
                    <a:pt x="2342776" y="5895"/>
                  </a:lnTo>
                  <a:lnTo>
                    <a:pt x="2363817" y="2921"/>
                  </a:lnTo>
                  <a:lnTo>
                    <a:pt x="2384478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370666" y="5579367"/>
              <a:ext cx="2384478" cy="222271"/>
            </a:xfrm>
            <a:custGeom>
              <a:avLst/>
              <a:pathLst>
                <a:path w="2384478" h="222271">
                  <a:moveTo>
                    <a:pt x="0" y="0"/>
                  </a:moveTo>
                  <a:lnTo>
                    <a:pt x="153119" y="14273"/>
                  </a:lnTo>
                  <a:lnTo>
                    <a:pt x="288180" y="26863"/>
                  </a:lnTo>
                  <a:lnTo>
                    <a:pt x="408996" y="38124"/>
                  </a:lnTo>
                  <a:lnTo>
                    <a:pt x="518287" y="48312"/>
                  </a:lnTo>
                  <a:lnTo>
                    <a:pt x="618062" y="57613"/>
                  </a:lnTo>
                  <a:lnTo>
                    <a:pt x="709847" y="66169"/>
                  </a:lnTo>
                  <a:lnTo>
                    <a:pt x="794826" y="74090"/>
                  </a:lnTo>
                  <a:lnTo>
                    <a:pt x="873939" y="81465"/>
                  </a:lnTo>
                  <a:lnTo>
                    <a:pt x="947945" y="88363"/>
                  </a:lnTo>
                  <a:lnTo>
                    <a:pt x="1017463" y="94843"/>
                  </a:lnTo>
                  <a:lnTo>
                    <a:pt x="1083006" y="100953"/>
                  </a:lnTo>
                  <a:lnTo>
                    <a:pt x="1145005" y="106732"/>
                  </a:lnTo>
                  <a:lnTo>
                    <a:pt x="1203822" y="112215"/>
                  </a:lnTo>
                  <a:lnTo>
                    <a:pt x="1259769" y="117430"/>
                  </a:lnTo>
                  <a:lnTo>
                    <a:pt x="1313114" y="122403"/>
                  </a:lnTo>
                  <a:lnTo>
                    <a:pt x="1364086" y="127154"/>
                  </a:lnTo>
                  <a:lnTo>
                    <a:pt x="1412889" y="131703"/>
                  </a:lnTo>
                  <a:lnTo>
                    <a:pt x="1459699" y="136067"/>
                  </a:lnTo>
                  <a:lnTo>
                    <a:pt x="1504673" y="140259"/>
                  </a:lnTo>
                  <a:lnTo>
                    <a:pt x="1547950" y="144293"/>
                  </a:lnTo>
                  <a:lnTo>
                    <a:pt x="1589652" y="148181"/>
                  </a:lnTo>
                  <a:lnTo>
                    <a:pt x="1629891" y="151931"/>
                  </a:lnTo>
                  <a:lnTo>
                    <a:pt x="1668766" y="155555"/>
                  </a:lnTo>
                  <a:lnTo>
                    <a:pt x="1706366" y="159060"/>
                  </a:lnTo>
                  <a:lnTo>
                    <a:pt x="1742772" y="162454"/>
                  </a:lnTo>
                  <a:lnTo>
                    <a:pt x="1778057" y="165743"/>
                  </a:lnTo>
                  <a:lnTo>
                    <a:pt x="1812289" y="168934"/>
                  </a:lnTo>
                  <a:lnTo>
                    <a:pt x="1845529" y="172032"/>
                  </a:lnTo>
                  <a:lnTo>
                    <a:pt x="1877832" y="175044"/>
                  </a:lnTo>
                  <a:lnTo>
                    <a:pt x="1909251" y="177972"/>
                  </a:lnTo>
                  <a:lnTo>
                    <a:pt x="1939831" y="180823"/>
                  </a:lnTo>
                  <a:lnTo>
                    <a:pt x="1969617" y="183599"/>
                  </a:lnTo>
                  <a:lnTo>
                    <a:pt x="1998648" y="186306"/>
                  </a:lnTo>
                  <a:lnTo>
                    <a:pt x="2026963" y="188945"/>
                  </a:lnTo>
                  <a:lnTo>
                    <a:pt x="2054596" y="191521"/>
                  </a:lnTo>
                  <a:lnTo>
                    <a:pt x="2081578" y="194036"/>
                  </a:lnTo>
                  <a:lnTo>
                    <a:pt x="2107940" y="196493"/>
                  </a:lnTo>
                  <a:lnTo>
                    <a:pt x="2133709" y="198895"/>
                  </a:lnTo>
                  <a:lnTo>
                    <a:pt x="2158912" y="201245"/>
                  </a:lnTo>
                  <a:lnTo>
                    <a:pt x="2183573" y="203543"/>
                  </a:lnTo>
                  <a:lnTo>
                    <a:pt x="2207715" y="205794"/>
                  </a:lnTo>
                  <a:lnTo>
                    <a:pt x="2231359" y="207998"/>
                  </a:lnTo>
                  <a:lnTo>
                    <a:pt x="2254525" y="210157"/>
                  </a:lnTo>
                  <a:lnTo>
                    <a:pt x="2277233" y="212274"/>
                  </a:lnTo>
                  <a:lnTo>
                    <a:pt x="2299499" y="214350"/>
                  </a:lnTo>
                  <a:lnTo>
                    <a:pt x="2321342" y="216386"/>
                  </a:lnTo>
                  <a:lnTo>
                    <a:pt x="2342776" y="218384"/>
                  </a:lnTo>
                  <a:lnTo>
                    <a:pt x="2363817" y="220345"/>
                  </a:lnTo>
                  <a:lnTo>
                    <a:pt x="2384478" y="222271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rc589"/>
            <p:cNvSpPr/>
            <p:nvPr/>
          </p:nvSpPr>
          <p:spPr>
            <a:xfrm>
              <a:off x="4204347" y="4804731"/>
              <a:ext cx="2728831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204347" y="4804731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72716" y="622054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72716" y="592055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172716" y="562057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172716" y="532058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172716" y="502060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204347" y="6312263"/>
              <a:ext cx="2728831" cy="0"/>
            </a:xfrm>
            <a:custGeom>
              <a:avLst/>
              <a:pathLst>
                <a:path w="2728831" h="0">
                  <a:moveTo>
                    <a:pt x="0" y="0"/>
                  </a:moveTo>
                  <a:lnTo>
                    <a:pt x="2728831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7"/>
            <p:cNvSpPr/>
            <p:nvPr/>
          </p:nvSpPr>
          <p:spPr>
            <a:xfrm>
              <a:off x="4370666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516549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599"/>
            <p:cNvSpPr/>
            <p:nvPr/>
          </p:nvSpPr>
          <p:spPr>
            <a:xfrm>
              <a:off x="5960319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0"/>
            <p:cNvSpPr/>
            <p:nvPr/>
          </p:nvSpPr>
          <p:spPr>
            <a:xfrm>
              <a:off x="6755145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tx601"/>
            <p:cNvSpPr/>
            <p:nvPr/>
          </p:nvSpPr>
          <p:spPr>
            <a:xfrm>
              <a:off x="4338891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5133717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4" name="tx603"/>
            <p:cNvSpPr/>
            <p:nvPr/>
          </p:nvSpPr>
          <p:spPr>
            <a:xfrm>
              <a:off x="5928543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5" name="tx604"/>
            <p:cNvSpPr/>
            <p:nvPr/>
          </p:nvSpPr>
          <p:spPr>
            <a:xfrm>
              <a:off x="6723369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6" name="tx605"/>
            <p:cNvSpPr/>
            <p:nvPr/>
          </p:nvSpPr>
          <p:spPr>
            <a:xfrm>
              <a:off x="5281459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7" name="tx606"/>
            <p:cNvSpPr/>
            <p:nvPr/>
          </p:nvSpPr>
          <p:spPr>
            <a:xfrm>
              <a:off x="4204347" y="4609978"/>
              <a:ext cx="93945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8" name="rc607"/>
            <p:cNvSpPr/>
            <p:nvPr/>
          </p:nvSpPr>
          <p:spPr>
            <a:xfrm>
              <a:off x="1548979" y="6778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tx608"/>
            <p:cNvSpPr/>
            <p:nvPr/>
          </p:nvSpPr>
          <p:spPr>
            <a:xfrm>
              <a:off x="1548979" y="6822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10" name="rc609"/>
            <p:cNvSpPr/>
            <p:nvPr/>
          </p:nvSpPr>
          <p:spPr>
            <a:xfrm>
              <a:off x="2092484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2154002" y="68400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2" name="pl611"/>
            <p:cNvSpPr/>
            <p:nvPr/>
          </p:nvSpPr>
          <p:spPr>
            <a:xfrm>
              <a:off x="2110484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rc612"/>
            <p:cNvSpPr/>
            <p:nvPr/>
          </p:nvSpPr>
          <p:spPr>
            <a:xfrm>
              <a:off x="2570460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2631978" y="68400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5" name="pl614"/>
            <p:cNvSpPr/>
            <p:nvPr/>
          </p:nvSpPr>
          <p:spPr>
            <a:xfrm>
              <a:off x="2588460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3054745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3116263" y="684000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8" name="pl617"/>
            <p:cNvSpPr/>
            <p:nvPr/>
          </p:nvSpPr>
          <p:spPr>
            <a:xfrm>
              <a:off x="3072745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rc618"/>
            <p:cNvSpPr/>
            <p:nvPr/>
          </p:nvSpPr>
          <p:spPr>
            <a:xfrm>
              <a:off x="3520102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3581620" y="68400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1" name="pl620"/>
            <p:cNvSpPr/>
            <p:nvPr/>
          </p:nvSpPr>
          <p:spPr>
            <a:xfrm>
              <a:off x="3538102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399807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4059595" y="68400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4" name="pl623"/>
            <p:cNvSpPr/>
            <p:nvPr/>
          </p:nvSpPr>
          <p:spPr>
            <a:xfrm>
              <a:off x="4016077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rc624"/>
            <p:cNvSpPr/>
            <p:nvPr/>
          </p:nvSpPr>
          <p:spPr>
            <a:xfrm>
              <a:off x="446343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4524952" y="68400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7" name="pl626"/>
            <p:cNvSpPr/>
            <p:nvPr/>
          </p:nvSpPr>
          <p:spPr>
            <a:xfrm>
              <a:off x="4481434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rc627"/>
            <p:cNvSpPr/>
            <p:nvPr/>
          </p:nvSpPr>
          <p:spPr>
            <a:xfrm>
              <a:off x="4928791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4990309" y="68400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0" name="pl629"/>
            <p:cNvSpPr/>
            <p:nvPr/>
          </p:nvSpPr>
          <p:spPr>
            <a:xfrm>
              <a:off x="4946791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rc630"/>
            <p:cNvSpPr/>
            <p:nvPr/>
          </p:nvSpPr>
          <p:spPr>
            <a:xfrm>
              <a:off x="538143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5442955" y="68400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3" name="pl632"/>
            <p:cNvSpPr/>
            <p:nvPr/>
          </p:nvSpPr>
          <p:spPr>
            <a:xfrm>
              <a:off x="5399437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rc633"/>
            <p:cNvSpPr/>
            <p:nvPr/>
          </p:nvSpPr>
          <p:spPr>
            <a:xfrm>
              <a:off x="5859413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5920931" y="68400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6" name="pl635"/>
            <p:cNvSpPr/>
            <p:nvPr/>
          </p:nvSpPr>
          <p:spPr>
            <a:xfrm>
              <a:off x="5877413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rc636"/>
            <p:cNvSpPr/>
            <p:nvPr/>
          </p:nvSpPr>
          <p:spPr>
            <a:xfrm>
              <a:off x="6331079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6392597" y="6840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9" name="pl638"/>
            <p:cNvSpPr/>
            <p:nvPr/>
          </p:nvSpPr>
          <p:spPr>
            <a:xfrm>
              <a:off x="6349079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tx639"/>
            <p:cNvSpPr/>
            <p:nvPr/>
          </p:nvSpPr>
          <p:spPr>
            <a:xfrm>
              <a:off x="2335747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41" name="tx640"/>
            <p:cNvSpPr/>
            <p:nvPr/>
          </p:nvSpPr>
          <p:spPr>
            <a:xfrm>
              <a:off x="2813723" y="6827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42" name="tx641"/>
            <p:cNvSpPr/>
            <p:nvPr/>
          </p:nvSpPr>
          <p:spPr>
            <a:xfrm>
              <a:off x="329800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43" name="tx642"/>
            <p:cNvSpPr/>
            <p:nvPr/>
          </p:nvSpPr>
          <p:spPr>
            <a:xfrm>
              <a:off x="3763364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44" name="tx643"/>
            <p:cNvSpPr/>
            <p:nvPr/>
          </p:nvSpPr>
          <p:spPr>
            <a:xfrm>
              <a:off x="4241340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45" name="tx644"/>
            <p:cNvSpPr/>
            <p:nvPr/>
          </p:nvSpPr>
          <p:spPr>
            <a:xfrm>
              <a:off x="470669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46" name="tx645"/>
            <p:cNvSpPr/>
            <p:nvPr/>
          </p:nvSpPr>
          <p:spPr>
            <a:xfrm>
              <a:off x="5172053" y="6827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47" name="tx646"/>
            <p:cNvSpPr/>
            <p:nvPr/>
          </p:nvSpPr>
          <p:spPr>
            <a:xfrm>
              <a:off x="5624700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48" name="tx647"/>
            <p:cNvSpPr/>
            <p:nvPr/>
          </p:nvSpPr>
          <p:spPr>
            <a:xfrm>
              <a:off x="6102676" y="6827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49" name="tx648"/>
            <p:cNvSpPr/>
            <p:nvPr/>
          </p:nvSpPr>
          <p:spPr>
            <a:xfrm>
              <a:off x="6574342" y="6827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2026-07-20T15:32:34Z</dcterms:modified>
  <cp:category/>
</cp:coreProperties>
</file>