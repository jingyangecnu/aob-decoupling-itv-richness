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7315200"/>
            <a:chOff x="914400" y="914400"/>
            <a:chExt cx="7315200" cy="73152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29600" y="914400"/>
              <a:ext cx="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3765413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749402" y="983989"/>
              <a:ext cx="3410608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83989" y="3111200"/>
              <a:ext cx="3765413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749402" y="3111200"/>
              <a:ext cx="3410608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5238412"/>
              <a:ext cx="3765413" cy="29215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749402" y="5238412"/>
              <a:ext cx="3410608" cy="29215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503277" y="1353673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698912" y="236750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694072" y="230610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666164" y="2398565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637422" y="239602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717782" y="241872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634343" y="228927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648710" y="221705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719583" y="23817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651518" y="244462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615777" y="227134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90866" y="245198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598314" y="239660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577339" y="187009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555187" y="232630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540877" y="239123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598084" y="244714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524266" y="246966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25931" y="231906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515143" y="176056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605271" y="192349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528622" y="246146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546120" y="228429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584543" y="223533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580295" y="224394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559171" y="238523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599188" y="233285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515629" y="191639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42977" y="203560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534874" y="241660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521066" y="222696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474054" y="242758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471230" y="250632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526168" y="228429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492893" y="240739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452633" y="161001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482668" y="244727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530689" y="214801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519245" y="185750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536852" y="138065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436810" y="206072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428024" y="220517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447450" y="208320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471457" y="218263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538567" y="231518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482409" y="223939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496906" y="222666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421331" y="231391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497573" y="230484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4369085" y="231984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4368764" y="231794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4339672" y="2280113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4416592" y="239981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4344190" y="207724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4440828" y="209293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4443427" y="228210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4348167" y="221636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4438184" y="213881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4379418" y="194341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4378436" y="200117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4422617" y="188254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4341867" y="208388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4344331" y="202715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4396439" y="237232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4445526" y="223095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4395445" y="215087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4350639" y="220369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4438144" y="198047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4399673" y="217868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4368752" y="206236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4451776" y="196663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4451389" y="211056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4432879" y="208448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691222" y="2221957"/>
              <a:ext cx="2726085" cy="193746"/>
            </a:xfrm>
            <a:custGeom>
              <a:avLst/>
              <a:pathLst>
                <a:path w="2726085" h="193746">
                  <a:moveTo>
                    <a:pt x="0" y="193746"/>
                  </a:moveTo>
                  <a:lnTo>
                    <a:pt x="175055" y="181305"/>
                  </a:lnTo>
                  <a:lnTo>
                    <a:pt x="329465" y="170331"/>
                  </a:lnTo>
                  <a:lnTo>
                    <a:pt x="467590" y="160514"/>
                  </a:lnTo>
                  <a:lnTo>
                    <a:pt x="592538" y="151634"/>
                  </a:lnTo>
                  <a:lnTo>
                    <a:pt x="706608" y="143527"/>
                  </a:lnTo>
                  <a:lnTo>
                    <a:pt x="811541" y="136069"/>
                  </a:lnTo>
                  <a:lnTo>
                    <a:pt x="908695" y="129164"/>
                  </a:lnTo>
                  <a:lnTo>
                    <a:pt x="999142" y="122736"/>
                  </a:lnTo>
                  <a:lnTo>
                    <a:pt x="1083750" y="116723"/>
                  </a:lnTo>
                  <a:lnTo>
                    <a:pt x="1163227" y="111074"/>
                  </a:lnTo>
                  <a:lnTo>
                    <a:pt x="1238160" y="105749"/>
                  </a:lnTo>
                  <a:lnTo>
                    <a:pt x="1309041" y="100711"/>
                  </a:lnTo>
                  <a:lnTo>
                    <a:pt x="1376285" y="95932"/>
                  </a:lnTo>
                  <a:lnTo>
                    <a:pt x="1440247" y="91386"/>
                  </a:lnTo>
                  <a:lnTo>
                    <a:pt x="1501233" y="87052"/>
                  </a:lnTo>
                  <a:lnTo>
                    <a:pt x="1559508" y="82910"/>
                  </a:lnTo>
                  <a:lnTo>
                    <a:pt x="1615303" y="78944"/>
                  </a:lnTo>
                  <a:lnTo>
                    <a:pt x="1668819" y="75141"/>
                  </a:lnTo>
                  <a:lnTo>
                    <a:pt x="1720236" y="71487"/>
                  </a:lnTo>
                  <a:lnTo>
                    <a:pt x="1769713" y="67970"/>
                  </a:lnTo>
                  <a:lnTo>
                    <a:pt x="1817390" y="64582"/>
                  </a:lnTo>
                  <a:lnTo>
                    <a:pt x="1863393" y="61312"/>
                  </a:lnTo>
                  <a:lnTo>
                    <a:pt x="1907837" y="58154"/>
                  </a:lnTo>
                  <a:lnTo>
                    <a:pt x="1950824" y="55098"/>
                  </a:lnTo>
                  <a:lnTo>
                    <a:pt x="1992445" y="52140"/>
                  </a:lnTo>
                  <a:lnTo>
                    <a:pt x="2032786" y="49273"/>
                  </a:lnTo>
                  <a:lnTo>
                    <a:pt x="2071922" y="46492"/>
                  </a:lnTo>
                  <a:lnTo>
                    <a:pt x="2109924" y="43791"/>
                  </a:lnTo>
                  <a:lnTo>
                    <a:pt x="2146855" y="41166"/>
                  </a:lnTo>
                  <a:lnTo>
                    <a:pt x="2182774" y="38613"/>
                  </a:lnTo>
                  <a:lnTo>
                    <a:pt x="2217736" y="36129"/>
                  </a:lnTo>
                  <a:lnTo>
                    <a:pt x="2251789" y="33708"/>
                  </a:lnTo>
                  <a:lnTo>
                    <a:pt x="2284980" y="31349"/>
                  </a:lnTo>
                  <a:lnTo>
                    <a:pt x="2317351" y="29049"/>
                  </a:lnTo>
                  <a:lnTo>
                    <a:pt x="2348942" y="26804"/>
                  </a:lnTo>
                  <a:lnTo>
                    <a:pt x="2379790" y="24611"/>
                  </a:lnTo>
                  <a:lnTo>
                    <a:pt x="2409928" y="22469"/>
                  </a:lnTo>
                  <a:lnTo>
                    <a:pt x="2439390" y="20375"/>
                  </a:lnTo>
                  <a:lnTo>
                    <a:pt x="2468203" y="18328"/>
                  </a:lnTo>
                  <a:lnTo>
                    <a:pt x="2496397" y="16324"/>
                  </a:lnTo>
                  <a:lnTo>
                    <a:pt x="2523998" y="14362"/>
                  </a:lnTo>
                  <a:lnTo>
                    <a:pt x="2551029" y="12441"/>
                  </a:lnTo>
                  <a:lnTo>
                    <a:pt x="2577514" y="10559"/>
                  </a:lnTo>
                  <a:lnTo>
                    <a:pt x="2603475" y="8714"/>
                  </a:lnTo>
                  <a:lnTo>
                    <a:pt x="2628931" y="6904"/>
                  </a:lnTo>
                  <a:lnTo>
                    <a:pt x="2653903" y="5130"/>
                  </a:lnTo>
                  <a:lnTo>
                    <a:pt x="2678408" y="3388"/>
                  </a:lnTo>
                  <a:lnTo>
                    <a:pt x="2702463" y="1678"/>
                  </a:lnTo>
                  <a:lnTo>
                    <a:pt x="272608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691222" y="2169468"/>
              <a:ext cx="2726085" cy="277191"/>
            </a:xfrm>
            <a:custGeom>
              <a:avLst/>
              <a:pathLst>
                <a:path w="2726085" h="277191">
                  <a:moveTo>
                    <a:pt x="0" y="277191"/>
                  </a:moveTo>
                  <a:lnTo>
                    <a:pt x="175055" y="259391"/>
                  </a:lnTo>
                  <a:lnTo>
                    <a:pt x="329465" y="243691"/>
                  </a:lnTo>
                  <a:lnTo>
                    <a:pt x="467590" y="229646"/>
                  </a:lnTo>
                  <a:lnTo>
                    <a:pt x="592538" y="216941"/>
                  </a:lnTo>
                  <a:lnTo>
                    <a:pt x="706608" y="205342"/>
                  </a:lnTo>
                  <a:lnTo>
                    <a:pt x="811541" y="194673"/>
                  </a:lnTo>
                  <a:lnTo>
                    <a:pt x="908695" y="184794"/>
                  </a:lnTo>
                  <a:lnTo>
                    <a:pt x="999142" y="175597"/>
                  </a:lnTo>
                  <a:lnTo>
                    <a:pt x="1083750" y="166994"/>
                  </a:lnTo>
                  <a:lnTo>
                    <a:pt x="1163227" y="158913"/>
                  </a:lnTo>
                  <a:lnTo>
                    <a:pt x="1238160" y="151294"/>
                  </a:lnTo>
                  <a:lnTo>
                    <a:pt x="1309041" y="144086"/>
                  </a:lnTo>
                  <a:lnTo>
                    <a:pt x="1376285" y="137249"/>
                  </a:lnTo>
                  <a:lnTo>
                    <a:pt x="1440247" y="130745"/>
                  </a:lnTo>
                  <a:lnTo>
                    <a:pt x="1501233" y="124544"/>
                  </a:lnTo>
                  <a:lnTo>
                    <a:pt x="1559508" y="118618"/>
                  </a:lnTo>
                  <a:lnTo>
                    <a:pt x="1615303" y="112945"/>
                  </a:lnTo>
                  <a:lnTo>
                    <a:pt x="1668819" y="107504"/>
                  </a:lnTo>
                  <a:lnTo>
                    <a:pt x="1720236" y="102275"/>
                  </a:lnTo>
                  <a:lnTo>
                    <a:pt x="1769713" y="97245"/>
                  </a:lnTo>
                  <a:lnTo>
                    <a:pt x="1817390" y="92397"/>
                  </a:lnTo>
                  <a:lnTo>
                    <a:pt x="1863393" y="87719"/>
                  </a:lnTo>
                  <a:lnTo>
                    <a:pt x="1907837" y="83200"/>
                  </a:lnTo>
                  <a:lnTo>
                    <a:pt x="1950824" y="78829"/>
                  </a:lnTo>
                  <a:lnTo>
                    <a:pt x="1992445" y="74597"/>
                  </a:lnTo>
                  <a:lnTo>
                    <a:pt x="2032786" y="70495"/>
                  </a:lnTo>
                  <a:lnTo>
                    <a:pt x="2071922" y="66516"/>
                  </a:lnTo>
                  <a:lnTo>
                    <a:pt x="2109924" y="62651"/>
                  </a:lnTo>
                  <a:lnTo>
                    <a:pt x="2146855" y="58896"/>
                  </a:lnTo>
                  <a:lnTo>
                    <a:pt x="2182774" y="55244"/>
                  </a:lnTo>
                  <a:lnTo>
                    <a:pt x="2217736" y="51689"/>
                  </a:lnTo>
                  <a:lnTo>
                    <a:pt x="2251789" y="48227"/>
                  </a:lnTo>
                  <a:lnTo>
                    <a:pt x="2284980" y="44852"/>
                  </a:lnTo>
                  <a:lnTo>
                    <a:pt x="2317351" y="41560"/>
                  </a:lnTo>
                  <a:lnTo>
                    <a:pt x="2348942" y="38348"/>
                  </a:lnTo>
                  <a:lnTo>
                    <a:pt x="2379790" y="35211"/>
                  </a:lnTo>
                  <a:lnTo>
                    <a:pt x="2409928" y="32147"/>
                  </a:lnTo>
                  <a:lnTo>
                    <a:pt x="2439390" y="29151"/>
                  </a:lnTo>
                  <a:lnTo>
                    <a:pt x="2468203" y="26221"/>
                  </a:lnTo>
                  <a:lnTo>
                    <a:pt x="2496397" y="23354"/>
                  </a:lnTo>
                  <a:lnTo>
                    <a:pt x="2523998" y="20548"/>
                  </a:lnTo>
                  <a:lnTo>
                    <a:pt x="2551029" y="17799"/>
                  </a:lnTo>
                  <a:lnTo>
                    <a:pt x="2577514" y="15106"/>
                  </a:lnTo>
                  <a:lnTo>
                    <a:pt x="2603475" y="12467"/>
                  </a:lnTo>
                  <a:lnTo>
                    <a:pt x="2628931" y="9878"/>
                  </a:lnTo>
                  <a:lnTo>
                    <a:pt x="2653903" y="7339"/>
                  </a:lnTo>
                  <a:lnTo>
                    <a:pt x="2678408" y="4847"/>
                  </a:lnTo>
                  <a:lnTo>
                    <a:pt x="2702463" y="2401"/>
                  </a:lnTo>
                  <a:lnTo>
                    <a:pt x="2726085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691222" y="2350956"/>
              <a:ext cx="2726085" cy="97735"/>
            </a:xfrm>
            <a:custGeom>
              <a:avLst/>
              <a:pathLst>
                <a:path w="2726085" h="97735">
                  <a:moveTo>
                    <a:pt x="0" y="97735"/>
                  </a:moveTo>
                  <a:lnTo>
                    <a:pt x="175055" y="91459"/>
                  </a:lnTo>
                  <a:lnTo>
                    <a:pt x="329465" y="85923"/>
                  </a:lnTo>
                  <a:lnTo>
                    <a:pt x="467590" y="80971"/>
                  </a:lnTo>
                  <a:lnTo>
                    <a:pt x="592538" y="76491"/>
                  </a:lnTo>
                  <a:lnTo>
                    <a:pt x="706608" y="72402"/>
                  </a:lnTo>
                  <a:lnTo>
                    <a:pt x="811541" y="68640"/>
                  </a:lnTo>
                  <a:lnTo>
                    <a:pt x="908695" y="65157"/>
                  </a:lnTo>
                  <a:lnTo>
                    <a:pt x="999142" y="61914"/>
                  </a:lnTo>
                  <a:lnTo>
                    <a:pt x="1083750" y="58880"/>
                  </a:lnTo>
                  <a:lnTo>
                    <a:pt x="1163227" y="56031"/>
                  </a:lnTo>
                  <a:lnTo>
                    <a:pt x="1238160" y="53345"/>
                  </a:lnTo>
                  <a:lnTo>
                    <a:pt x="1309041" y="50803"/>
                  </a:lnTo>
                  <a:lnTo>
                    <a:pt x="1376285" y="48393"/>
                  </a:lnTo>
                  <a:lnTo>
                    <a:pt x="1440247" y="46099"/>
                  </a:lnTo>
                  <a:lnTo>
                    <a:pt x="1501233" y="43913"/>
                  </a:lnTo>
                  <a:lnTo>
                    <a:pt x="1559508" y="41824"/>
                  </a:lnTo>
                  <a:lnTo>
                    <a:pt x="1615303" y="39823"/>
                  </a:lnTo>
                  <a:lnTo>
                    <a:pt x="1668819" y="37905"/>
                  </a:lnTo>
                  <a:lnTo>
                    <a:pt x="1720236" y="36061"/>
                  </a:lnTo>
                  <a:lnTo>
                    <a:pt x="1769713" y="34287"/>
                  </a:lnTo>
                  <a:lnTo>
                    <a:pt x="1817390" y="32578"/>
                  </a:lnTo>
                  <a:lnTo>
                    <a:pt x="1863393" y="30929"/>
                  </a:lnTo>
                  <a:lnTo>
                    <a:pt x="1907837" y="29335"/>
                  </a:lnTo>
                  <a:lnTo>
                    <a:pt x="1950824" y="27794"/>
                  </a:lnTo>
                  <a:lnTo>
                    <a:pt x="1992445" y="26302"/>
                  </a:lnTo>
                  <a:lnTo>
                    <a:pt x="2032786" y="24856"/>
                  </a:lnTo>
                  <a:lnTo>
                    <a:pt x="2071922" y="23453"/>
                  </a:lnTo>
                  <a:lnTo>
                    <a:pt x="2109924" y="22090"/>
                  </a:lnTo>
                  <a:lnTo>
                    <a:pt x="2146855" y="20766"/>
                  </a:lnTo>
                  <a:lnTo>
                    <a:pt x="2182774" y="19478"/>
                  </a:lnTo>
                  <a:lnTo>
                    <a:pt x="2217736" y="18225"/>
                  </a:lnTo>
                  <a:lnTo>
                    <a:pt x="2251789" y="17004"/>
                  </a:lnTo>
                  <a:lnTo>
                    <a:pt x="2284980" y="15814"/>
                  </a:lnTo>
                  <a:lnTo>
                    <a:pt x="2317351" y="14653"/>
                  </a:lnTo>
                  <a:lnTo>
                    <a:pt x="2348942" y="13521"/>
                  </a:lnTo>
                  <a:lnTo>
                    <a:pt x="2379790" y="12415"/>
                  </a:lnTo>
                  <a:lnTo>
                    <a:pt x="2409928" y="11334"/>
                  </a:lnTo>
                  <a:lnTo>
                    <a:pt x="2439390" y="10278"/>
                  </a:lnTo>
                  <a:lnTo>
                    <a:pt x="2468203" y="9245"/>
                  </a:lnTo>
                  <a:lnTo>
                    <a:pt x="2496397" y="8234"/>
                  </a:lnTo>
                  <a:lnTo>
                    <a:pt x="2523998" y="7245"/>
                  </a:lnTo>
                  <a:lnTo>
                    <a:pt x="2551029" y="6276"/>
                  </a:lnTo>
                  <a:lnTo>
                    <a:pt x="2577514" y="5326"/>
                  </a:lnTo>
                  <a:lnTo>
                    <a:pt x="2603475" y="4395"/>
                  </a:lnTo>
                  <a:lnTo>
                    <a:pt x="2628931" y="3483"/>
                  </a:lnTo>
                  <a:lnTo>
                    <a:pt x="2653903" y="2587"/>
                  </a:lnTo>
                  <a:lnTo>
                    <a:pt x="2678408" y="1709"/>
                  </a:lnTo>
                  <a:lnTo>
                    <a:pt x="2702463" y="846"/>
                  </a:lnTo>
                  <a:lnTo>
                    <a:pt x="272608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691222" y="2023819"/>
              <a:ext cx="2726085" cy="277091"/>
            </a:xfrm>
            <a:custGeom>
              <a:avLst/>
              <a:pathLst>
                <a:path w="2726085" h="277091">
                  <a:moveTo>
                    <a:pt x="0" y="277091"/>
                  </a:moveTo>
                  <a:lnTo>
                    <a:pt x="175055" y="259298"/>
                  </a:lnTo>
                  <a:lnTo>
                    <a:pt x="329465" y="243603"/>
                  </a:lnTo>
                  <a:lnTo>
                    <a:pt x="467590" y="229563"/>
                  </a:lnTo>
                  <a:lnTo>
                    <a:pt x="592538" y="216863"/>
                  </a:lnTo>
                  <a:lnTo>
                    <a:pt x="706608" y="205268"/>
                  </a:lnTo>
                  <a:lnTo>
                    <a:pt x="811541" y="194603"/>
                  </a:lnTo>
                  <a:lnTo>
                    <a:pt x="908695" y="184727"/>
                  </a:lnTo>
                  <a:lnTo>
                    <a:pt x="999142" y="175534"/>
                  </a:lnTo>
                  <a:lnTo>
                    <a:pt x="1083750" y="166934"/>
                  </a:lnTo>
                  <a:lnTo>
                    <a:pt x="1163227" y="158856"/>
                  </a:lnTo>
                  <a:lnTo>
                    <a:pt x="1238160" y="151239"/>
                  </a:lnTo>
                  <a:lnTo>
                    <a:pt x="1309041" y="144034"/>
                  </a:lnTo>
                  <a:lnTo>
                    <a:pt x="1376285" y="137199"/>
                  </a:lnTo>
                  <a:lnTo>
                    <a:pt x="1440247" y="130698"/>
                  </a:lnTo>
                  <a:lnTo>
                    <a:pt x="1501233" y="124499"/>
                  </a:lnTo>
                  <a:lnTo>
                    <a:pt x="1559508" y="118576"/>
                  </a:lnTo>
                  <a:lnTo>
                    <a:pt x="1615303" y="112905"/>
                  </a:lnTo>
                  <a:lnTo>
                    <a:pt x="1668819" y="107465"/>
                  </a:lnTo>
                  <a:lnTo>
                    <a:pt x="1720236" y="102239"/>
                  </a:lnTo>
                  <a:lnTo>
                    <a:pt x="1769713" y="97210"/>
                  </a:lnTo>
                  <a:lnTo>
                    <a:pt x="1817390" y="92363"/>
                  </a:lnTo>
                  <a:lnTo>
                    <a:pt x="1863393" y="87687"/>
                  </a:lnTo>
                  <a:lnTo>
                    <a:pt x="1907837" y="83170"/>
                  </a:lnTo>
                  <a:lnTo>
                    <a:pt x="1950824" y="78801"/>
                  </a:lnTo>
                  <a:lnTo>
                    <a:pt x="1992445" y="74570"/>
                  </a:lnTo>
                  <a:lnTo>
                    <a:pt x="2032786" y="70470"/>
                  </a:lnTo>
                  <a:lnTo>
                    <a:pt x="2071922" y="66492"/>
                  </a:lnTo>
                  <a:lnTo>
                    <a:pt x="2109924" y="62629"/>
                  </a:lnTo>
                  <a:lnTo>
                    <a:pt x="2146855" y="58875"/>
                  </a:lnTo>
                  <a:lnTo>
                    <a:pt x="2182774" y="55224"/>
                  </a:lnTo>
                  <a:lnTo>
                    <a:pt x="2217736" y="51670"/>
                  </a:lnTo>
                  <a:lnTo>
                    <a:pt x="2251789" y="48209"/>
                  </a:lnTo>
                  <a:lnTo>
                    <a:pt x="2284980" y="44835"/>
                  </a:lnTo>
                  <a:lnTo>
                    <a:pt x="2317351" y="41545"/>
                  </a:lnTo>
                  <a:lnTo>
                    <a:pt x="2348942" y="38334"/>
                  </a:lnTo>
                  <a:lnTo>
                    <a:pt x="2379790" y="35199"/>
                  </a:lnTo>
                  <a:lnTo>
                    <a:pt x="2409928" y="32135"/>
                  </a:lnTo>
                  <a:lnTo>
                    <a:pt x="2439390" y="29141"/>
                  </a:lnTo>
                  <a:lnTo>
                    <a:pt x="2468203" y="26212"/>
                  </a:lnTo>
                  <a:lnTo>
                    <a:pt x="2496397" y="23346"/>
                  </a:lnTo>
                  <a:lnTo>
                    <a:pt x="2523998" y="20541"/>
                  </a:lnTo>
                  <a:lnTo>
                    <a:pt x="2551029" y="17793"/>
                  </a:lnTo>
                  <a:lnTo>
                    <a:pt x="2577514" y="15101"/>
                  </a:lnTo>
                  <a:lnTo>
                    <a:pt x="2603475" y="12462"/>
                  </a:lnTo>
                  <a:lnTo>
                    <a:pt x="2628931" y="9875"/>
                  </a:lnTo>
                  <a:lnTo>
                    <a:pt x="2653903" y="7336"/>
                  </a:lnTo>
                  <a:lnTo>
                    <a:pt x="2678408" y="4846"/>
                  </a:lnTo>
                  <a:lnTo>
                    <a:pt x="2702463" y="2401"/>
                  </a:lnTo>
                  <a:lnTo>
                    <a:pt x="272608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691222" y="2208485"/>
              <a:ext cx="2726085" cy="245356"/>
            </a:xfrm>
            <a:custGeom>
              <a:avLst/>
              <a:pathLst>
                <a:path w="2726085" h="245356">
                  <a:moveTo>
                    <a:pt x="0" y="245356"/>
                  </a:moveTo>
                  <a:lnTo>
                    <a:pt x="175055" y="229600"/>
                  </a:lnTo>
                  <a:lnTo>
                    <a:pt x="329465" y="215703"/>
                  </a:lnTo>
                  <a:lnTo>
                    <a:pt x="467590" y="203271"/>
                  </a:lnTo>
                  <a:lnTo>
                    <a:pt x="592538" y="192025"/>
                  </a:lnTo>
                  <a:lnTo>
                    <a:pt x="706608" y="181759"/>
                  </a:lnTo>
                  <a:lnTo>
                    <a:pt x="811541" y="172314"/>
                  </a:lnTo>
                  <a:lnTo>
                    <a:pt x="908695" y="163570"/>
                  </a:lnTo>
                  <a:lnTo>
                    <a:pt x="999142" y="155430"/>
                  </a:lnTo>
                  <a:lnTo>
                    <a:pt x="1083750" y="147815"/>
                  </a:lnTo>
                  <a:lnTo>
                    <a:pt x="1163227" y="140662"/>
                  </a:lnTo>
                  <a:lnTo>
                    <a:pt x="1238160" y="133917"/>
                  </a:lnTo>
                  <a:lnTo>
                    <a:pt x="1309041" y="127538"/>
                  </a:lnTo>
                  <a:lnTo>
                    <a:pt x="1376285" y="121486"/>
                  </a:lnTo>
                  <a:lnTo>
                    <a:pt x="1440247" y="115729"/>
                  </a:lnTo>
                  <a:lnTo>
                    <a:pt x="1501233" y="110240"/>
                  </a:lnTo>
                  <a:lnTo>
                    <a:pt x="1559508" y="104995"/>
                  </a:lnTo>
                  <a:lnTo>
                    <a:pt x="1615303" y="99973"/>
                  </a:lnTo>
                  <a:lnTo>
                    <a:pt x="1668819" y="95157"/>
                  </a:lnTo>
                  <a:lnTo>
                    <a:pt x="1720236" y="90529"/>
                  </a:lnTo>
                  <a:lnTo>
                    <a:pt x="1769713" y="86076"/>
                  </a:lnTo>
                  <a:lnTo>
                    <a:pt x="1817390" y="81785"/>
                  </a:lnTo>
                  <a:lnTo>
                    <a:pt x="1863393" y="77644"/>
                  </a:lnTo>
                  <a:lnTo>
                    <a:pt x="1907837" y="73644"/>
                  </a:lnTo>
                  <a:lnTo>
                    <a:pt x="1950824" y="69775"/>
                  </a:lnTo>
                  <a:lnTo>
                    <a:pt x="1992445" y="66029"/>
                  </a:lnTo>
                  <a:lnTo>
                    <a:pt x="2032786" y="62399"/>
                  </a:lnTo>
                  <a:lnTo>
                    <a:pt x="2071922" y="58876"/>
                  </a:lnTo>
                  <a:lnTo>
                    <a:pt x="2109924" y="55456"/>
                  </a:lnTo>
                  <a:lnTo>
                    <a:pt x="2146855" y="52132"/>
                  </a:lnTo>
                  <a:lnTo>
                    <a:pt x="2182774" y="48899"/>
                  </a:lnTo>
                  <a:lnTo>
                    <a:pt x="2217736" y="45752"/>
                  </a:lnTo>
                  <a:lnTo>
                    <a:pt x="2251789" y="42688"/>
                  </a:lnTo>
                  <a:lnTo>
                    <a:pt x="2284980" y="39700"/>
                  </a:lnTo>
                  <a:lnTo>
                    <a:pt x="2317351" y="36787"/>
                  </a:lnTo>
                  <a:lnTo>
                    <a:pt x="2348942" y="33944"/>
                  </a:lnTo>
                  <a:lnTo>
                    <a:pt x="2379790" y="31167"/>
                  </a:lnTo>
                  <a:lnTo>
                    <a:pt x="2409928" y="28455"/>
                  </a:lnTo>
                  <a:lnTo>
                    <a:pt x="2439390" y="25803"/>
                  </a:lnTo>
                  <a:lnTo>
                    <a:pt x="2468203" y="23210"/>
                  </a:lnTo>
                  <a:lnTo>
                    <a:pt x="2496397" y="20672"/>
                  </a:lnTo>
                  <a:lnTo>
                    <a:pt x="2523998" y="18188"/>
                  </a:lnTo>
                  <a:lnTo>
                    <a:pt x="2551029" y="15755"/>
                  </a:lnTo>
                  <a:lnTo>
                    <a:pt x="2577514" y="13371"/>
                  </a:lnTo>
                  <a:lnTo>
                    <a:pt x="2603475" y="11035"/>
                  </a:lnTo>
                  <a:lnTo>
                    <a:pt x="2628931" y="8744"/>
                  </a:lnTo>
                  <a:lnTo>
                    <a:pt x="2653903" y="6496"/>
                  </a:lnTo>
                  <a:lnTo>
                    <a:pt x="2678408" y="4291"/>
                  </a:lnTo>
                  <a:lnTo>
                    <a:pt x="2702463" y="2126"/>
                  </a:lnTo>
                  <a:lnTo>
                    <a:pt x="272608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691222" y="1970906"/>
              <a:ext cx="2726085" cy="118810"/>
            </a:xfrm>
            <a:custGeom>
              <a:avLst/>
              <a:pathLst>
                <a:path w="2726085" h="118810">
                  <a:moveTo>
                    <a:pt x="0" y="118810"/>
                  </a:moveTo>
                  <a:lnTo>
                    <a:pt x="175055" y="111181"/>
                  </a:lnTo>
                  <a:lnTo>
                    <a:pt x="329465" y="104451"/>
                  </a:lnTo>
                  <a:lnTo>
                    <a:pt x="467590" y="98431"/>
                  </a:lnTo>
                  <a:lnTo>
                    <a:pt x="592538" y="92986"/>
                  </a:lnTo>
                  <a:lnTo>
                    <a:pt x="706608" y="88014"/>
                  </a:lnTo>
                  <a:lnTo>
                    <a:pt x="811541" y="83441"/>
                  </a:lnTo>
                  <a:lnTo>
                    <a:pt x="908695" y="79207"/>
                  </a:lnTo>
                  <a:lnTo>
                    <a:pt x="999142" y="75265"/>
                  </a:lnTo>
                  <a:lnTo>
                    <a:pt x="1083750" y="71577"/>
                  </a:lnTo>
                  <a:lnTo>
                    <a:pt x="1163227" y="68113"/>
                  </a:lnTo>
                  <a:lnTo>
                    <a:pt x="1238160" y="64848"/>
                  </a:lnTo>
                  <a:lnTo>
                    <a:pt x="1309041" y="61758"/>
                  </a:lnTo>
                  <a:lnTo>
                    <a:pt x="1376285" y="58828"/>
                  </a:lnTo>
                  <a:lnTo>
                    <a:pt x="1440247" y="56040"/>
                  </a:lnTo>
                  <a:lnTo>
                    <a:pt x="1501233" y="53382"/>
                  </a:lnTo>
                  <a:lnTo>
                    <a:pt x="1559508" y="50842"/>
                  </a:lnTo>
                  <a:lnTo>
                    <a:pt x="1615303" y="48411"/>
                  </a:lnTo>
                  <a:lnTo>
                    <a:pt x="1668819" y="46078"/>
                  </a:lnTo>
                  <a:lnTo>
                    <a:pt x="1720236" y="43837"/>
                  </a:lnTo>
                  <a:lnTo>
                    <a:pt x="1769713" y="41681"/>
                  </a:lnTo>
                  <a:lnTo>
                    <a:pt x="1817390" y="39603"/>
                  </a:lnTo>
                  <a:lnTo>
                    <a:pt x="1863393" y="37598"/>
                  </a:lnTo>
                  <a:lnTo>
                    <a:pt x="1907837" y="35661"/>
                  </a:lnTo>
                  <a:lnTo>
                    <a:pt x="1950824" y="33788"/>
                  </a:lnTo>
                  <a:lnTo>
                    <a:pt x="1992445" y="31974"/>
                  </a:lnTo>
                  <a:lnTo>
                    <a:pt x="2032786" y="30216"/>
                  </a:lnTo>
                  <a:lnTo>
                    <a:pt x="2071922" y="28510"/>
                  </a:lnTo>
                  <a:lnTo>
                    <a:pt x="2109924" y="26854"/>
                  </a:lnTo>
                  <a:lnTo>
                    <a:pt x="2146855" y="25244"/>
                  </a:lnTo>
                  <a:lnTo>
                    <a:pt x="2182774" y="23679"/>
                  </a:lnTo>
                  <a:lnTo>
                    <a:pt x="2217736" y="22155"/>
                  </a:lnTo>
                  <a:lnTo>
                    <a:pt x="2251789" y="20671"/>
                  </a:lnTo>
                  <a:lnTo>
                    <a:pt x="2284980" y="19224"/>
                  </a:lnTo>
                  <a:lnTo>
                    <a:pt x="2317351" y="17813"/>
                  </a:lnTo>
                  <a:lnTo>
                    <a:pt x="2348942" y="16436"/>
                  </a:lnTo>
                  <a:lnTo>
                    <a:pt x="2379790" y="15092"/>
                  </a:lnTo>
                  <a:lnTo>
                    <a:pt x="2409928" y="13779"/>
                  </a:lnTo>
                  <a:lnTo>
                    <a:pt x="2439390" y="12495"/>
                  </a:lnTo>
                  <a:lnTo>
                    <a:pt x="2468203" y="11239"/>
                  </a:lnTo>
                  <a:lnTo>
                    <a:pt x="2496397" y="10010"/>
                  </a:lnTo>
                  <a:lnTo>
                    <a:pt x="2523998" y="8807"/>
                  </a:lnTo>
                  <a:lnTo>
                    <a:pt x="2551029" y="7629"/>
                  </a:lnTo>
                  <a:lnTo>
                    <a:pt x="2577514" y="6475"/>
                  </a:lnTo>
                  <a:lnTo>
                    <a:pt x="2603475" y="5343"/>
                  </a:lnTo>
                  <a:lnTo>
                    <a:pt x="2628931" y="4234"/>
                  </a:lnTo>
                  <a:lnTo>
                    <a:pt x="2653903" y="3145"/>
                  </a:lnTo>
                  <a:lnTo>
                    <a:pt x="2678408" y="2077"/>
                  </a:lnTo>
                  <a:lnTo>
                    <a:pt x="2702463" y="1029"/>
                  </a:lnTo>
                  <a:lnTo>
                    <a:pt x="272608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691222" y="2040465"/>
              <a:ext cx="2726085" cy="118061"/>
            </a:xfrm>
            <a:custGeom>
              <a:avLst/>
              <a:pathLst>
                <a:path w="2726085" h="118061">
                  <a:moveTo>
                    <a:pt x="0" y="118061"/>
                  </a:moveTo>
                  <a:lnTo>
                    <a:pt x="175055" y="110480"/>
                  </a:lnTo>
                  <a:lnTo>
                    <a:pt x="329465" y="103792"/>
                  </a:lnTo>
                  <a:lnTo>
                    <a:pt x="467590" y="97811"/>
                  </a:lnTo>
                  <a:lnTo>
                    <a:pt x="592538" y="92399"/>
                  </a:lnTo>
                  <a:lnTo>
                    <a:pt x="706608" y="87459"/>
                  </a:lnTo>
                  <a:lnTo>
                    <a:pt x="811541" y="82915"/>
                  </a:lnTo>
                  <a:lnTo>
                    <a:pt x="908695" y="78707"/>
                  </a:lnTo>
                  <a:lnTo>
                    <a:pt x="999142" y="74790"/>
                  </a:lnTo>
                  <a:lnTo>
                    <a:pt x="1083750" y="71126"/>
                  </a:lnTo>
                  <a:lnTo>
                    <a:pt x="1163227" y="67684"/>
                  </a:lnTo>
                  <a:lnTo>
                    <a:pt x="1238160" y="64439"/>
                  </a:lnTo>
                  <a:lnTo>
                    <a:pt x="1309041" y="61369"/>
                  </a:lnTo>
                  <a:lnTo>
                    <a:pt x="1376285" y="58457"/>
                  </a:lnTo>
                  <a:lnTo>
                    <a:pt x="1440247" y="55687"/>
                  </a:lnTo>
                  <a:lnTo>
                    <a:pt x="1501233" y="53045"/>
                  </a:lnTo>
                  <a:lnTo>
                    <a:pt x="1559508" y="50522"/>
                  </a:lnTo>
                  <a:lnTo>
                    <a:pt x="1615303" y="48105"/>
                  </a:lnTo>
                  <a:lnTo>
                    <a:pt x="1668819" y="45788"/>
                  </a:lnTo>
                  <a:lnTo>
                    <a:pt x="1720236" y="43561"/>
                  </a:lnTo>
                  <a:lnTo>
                    <a:pt x="1769713" y="41418"/>
                  </a:lnTo>
                  <a:lnTo>
                    <a:pt x="1817390" y="39353"/>
                  </a:lnTo>
                  <a:lnTo>
                    <a:pt x="1863393" y="37361"/>
                  </a:lnTo>
                  <a:lnTo>
                    <a:pt x="1907837" y="35436"/>
                  </a:lnTo>
                  <a:lnTo>
                    <a:pt x="1950824" y="33575"/>
                  </a:lnTo>
                  <a:lnTo>
                    <a:pt x="1992445" y="31772"/>
                  </a:lnTo>
                  <a:lnTo>
                    <a:pt x="2032786" y="30025"/>
                  </a:lnTo>
                  <a:lnTo>
                    <a:pt x="2071922" y="28330"/>
                  </a:lnTo>
                  <a:lnTo>
                    <a:pt x="2109924" y="26684"/>
                  </a:lnTo>
                  <a:lnTo>
                    <a:pt x="2146855" y="25085"/>
                  </a:lnTo>
                  <a:lnTo>
                    <a:pt x="2182774" y="23529"/>
                  </a:lnTo>
                  <a:lnTo>
                    <a:pt x="2217736" y="22015"/>
                  </a:lnTo>
                  <a:lnTo>
                    <a:pt x="2251789" y="20540"/>
                  </a:lnTo>
                  <a:lnTo>
                    <a:pt x="2284980" y="19103"/>
                  </a:lnTo>
                  <a:lnTo>
                    <a:pt x="2317351" y="17701"/>
                  </a:lnTo>
                  <a:lnTo>
                    <a:pt x="2348942" y="16333"/>
                  </a:lnTo>
                  <a:lnTo>
                    <a:pt x="2379790" y="14997"/>
                  </a:lnTo>
                  <a:lnTo>
                    <a:pt x="2409928" y="13692"/>
                  </a:lnTo>
                  <a:lnTo>
                    <a:pt x="2439390" y="12416"/>
                  </a:lnTo>
                  <a:lnTo>
                    <a:pt x="2468203" y="11168"/>
                  </a:lnTo>
                  <a:lnTo>
                    <a:pt x="2496397" y="9947"/>
                  </a:lnTo>
                  <a:lnTo>
                    <a:pt x="2523998" y="8751"/>
                  </a:lnTo>
                  <a:lnTo>
                    <a:pt x="2551029" y="7581"/>
                  </a:lnTo>
                  <a:lnTo>
                    <a:pt x="2577514" y="6434"/>
                  </a:lnTo>
                  <a:lnTo>
                    <a:pt x="2603475" y="5309"/>
                  </a:lnTo>
                  <a:lnTo>
                    <a:pt x="2628931" y="4207"/>
                  </a:lnTo>
                  <a:lnTo>
                    <a:pt x="2653903" y="3126"/>
                  </a:lnTo>
                  <a:lnTo>
                    <a:pt x="2678408" y="2064"/>
                  </a:lnTo>
                  <a:lnTo>
                    <a:pt x="2702463" y="1023"/>
                  </a:lnTo>
                  <a:lnTo>
                    <a:pt x="2726085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691222" y="2212786"/>
              <a:ext cx="2726085" cy="171576"/>
            </a:xfrm>
            <a:custGeom>
              <a:avLst/>
              <a:pathLst>
                <a:path w="2726085" h="171576">
                  <a:moveTo>
                    <a:pt x="0" y="171576"/>
                  </a:moveTo>
                  <a:lnTo>
                    <a:pt x="175055" y="160558"/>
                  </a:lnTo>
                  <a:lnTo>
                    <a:pt x="329465" y="150840"/>
                  </a:lnTo>
                  <a:lnTo>
                    <a:pt x="467590" y="142147"/>
                  </a:lnTo>
                  <a:lnTo>
                    <a:pt x="592538" y="134282"/>
                  </a:lnTo>
                  <a:lnTo>
                    <a:pt x="706608" y="127103"/>
                  </a:lnTo>
                  <a:lnTo>
                    <a:pt x="811541" y="120499"/>
                  </a:lnTo>
                  <a:lnTo>
                    <a:pt x="908695" y="114384"/>
                  </a:lnTo>
                  <a:lnTo>
                    <a:pt x="999142" y="108691"/>
                  </a:lnTo>
                  <a:lnTo>
                    <a:pt x="1083750" y="103366"/>
                  </a:lnTo>
                  <a:lnTo>
                    <a:pt x="1163227" y="98364"/>
                  </a:lnTo>
                  <a:lnTo>
                    <a:pt x="1238160" y="93648"/>
                  </a:lnTo>
                  <a:lnTo>
                    <a:pt x="1309041" y="89187"/>
                  </a:lnTo>
                  <a:lnTo>
                    <a:pt x="1376285" y="84954"/>
                  </a:lnTo>
                  <a:lnTo>
                    <a:pt x="1440247" y="80929"/>
                  </a:lnTo>
                  <a:lnTo>
                    <a:pt x="1501233" y="77090"/>
                  </a:lnTo>
                  <a:lnTo>
                    <a:pt x="1559508" y="73422"/>
                  </a:lnTo>
                  <a:lnTo>
                    <a:pt x="1615303" y="69911"/>
                  </a:lnTo>
                  <a:lnTo>
                    <a:pt x="1668819" y="66543"/>
                  </a:lnTo>
                  <a:lnTo>
                    <a:pt x="1720236" y="63306"/>
                  </a:lnTo>
                  <a:lnTo>
                    <a:pt x="1769713" y="60192"/>
                  </a:lnTo>
                  <a:lnTo>
                    <a:pt x="1817390" y="57192"/>
                  </a:lnTo>
                  <a:lnTo>
                    <a:pt x="1863393" y="54296"/>
                  </a:lnTo>
                  <a:lnTo>
                    <a:pt x="1907837" y="51499"/>
                  </a:lnTo>
                  <a:lnTo>
                    <a:pt x="1950824" y="48794"/>
                  </a:lnTo>
                  <a:lnTo>
                    <a:pt x="1992445" y="46174"/>
                  </a:lnTo>
                  <a:lnTo>
                    <a:pt x="2032786" y="43635"/>
                  </a:lnTo>
                  <a:lnTo>
                    <a:pt x="2071922" y="41172"/>
                  </a:lnTo>
                  <a:lnTo>
                    <a:pt x="2109924" y="38780"/>
                  </a:lnTo>
                  <a:lnTo>
                    <a:pt x="2146855" y="36456"/>
                  </a:lnTo>
                  <a:lnTo>
                    <a:pt x="2182774" y="34195"/>
                  </a:lnTo>
                  <a:lnTo>
                    <a:pt x="2217736" y="31994"/>
                  </a:lnTo>
                  <a:lnTo>
                    <a:pt x="2251789" y="29851"/>
                  </a:lnTo>
                  <a:lnTo>
                    <a:pt x="2284980" y="27762"/>
                  </a:lnTo>
                  <a:lnTo>
                    <a:pt x="2317351" y="25725"/>
                  </a:lnTo>
                  <a:lnTo>
                    <a:pt x="2348942" y="23736"/>
                  </a:lnTo>
                  <a:lnTo>
                    <a:pt x="2379790" y="21795"/>
                  </a:lnTo>
                  <a:lnTo>
                    <a:pt x="2409928" y="19898"/>
                  </a:lnTo>
                  <a:lnTo>
                    <a:pt x="2439390" y="18044"/>
                  </a:lnTo>
                  <a:lnTo>
                    <a:pt x="2468203" y="16230"/>
                  </a:lnTo>
                  <a:lnTo>
                    <a:pt x="2496397" y="14456"/>
                  </a:lnTo>
                  <a:lnTo>
                    <a:pt x="2523998" y="12719"/>
                  </a:lnTo>
                  <a:lnTo>
                    <a:pt x="2551029" y="11017"/>
                  </a:lnTo>
                  <a:lnTo>
                    <a:pt x="2577514" y="9350"/>
                  </a:lnTo>
                  <a:lnTo>
                    <a:pt x="2603475" y="7716"/>
                  </a:lnTo>
                  <a:lnTo>
                    <a:pt x="2628931" y="6114"/>
                  </a:lnTo>
                  <a:lnTo>
                    <a:pt x="2653903" y="4543"/>
                  </a:lnTo>
                  <a:lnTo>
                    <a:pt x="2678408" y="3000"/>
                  </a:lnTo>
                  <a:lnTo>
                    <a:pt x="2702463" y="1486"/>
                  </a:lnTo>
                  <a:lnTo>
                    <a:pt x="272608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691222" y="2361842"/>
              <a:ext cx="2726085" cy="136776"/>
            </a:xfrm>
            <a:custGeom>
              <a:avLst/>
              <a:pathLst>
                <a:path w="2726085" h="136776">
                  <a:moveTo>
                    <a:pt x="0" y="136776"/>
                  </a:moveTo>
                  <a:lnTo>
                    <a:pt x="175055" y="127992"/>
                  </a:lnTo>
                  <a:lnTo>
                    <a:pt x="329465" y="120245"/>
                  </a:lnTo>
                  <a:lnTo>
                    <a:pt x="467590" y="113315"/>
                  </a:lnTo>
                  <a:lnTo>
                    <a:pt x="592538" y="107046"/>
                  </a:lnTo>
                  <a:lnTo>
                    <a:pt x="706608" y="101323"/>
                  </a:lnTo>
                  <a:lnTo>
                    <a:pt x="811541" y="96058"/>
                  </a:lnTo>
                  <a:lnTo>
                    <a:pt x="908695" y="91184"/>
                  </a:lnTo>
                  <a:lnTo>
                    <a:pt x="999142" y="86645"/>
                  </a:lnTo>
                  <a:lnTo>
                    <a:pt x="1083750" y="82400"/>
                  </a:lnTo>
                  <a:lnTo>
                    <a:pt x="1163227" y="78413"/>
                  </a:lnTo>
                  <a:lnTo>
                    <a:pt x="1238160" y="74653"/>
                  </a:lnTo>
                  <a:lnTo>
                    <a:pt x="1309041" y="71097"/>
                  </a:lnTo>
                  <a:lnTo>
                    <a:pt x="1376285" y="67723"/>
                  </a:lnTo>
                  <a:lnTo>
                    <a:pt x="1440247" y="64514"/>
                  </a:lnTo>
                  <a:lnTo>
                    <a:pt x="1501233" y="61454"/>
                  </a:lnTo>
                  <a:lnTo>
                    <a:pt x="1559508" y="58530"/>
                  </a:lnTo>
                  <a:lnTo>
                    <a:pt x="1615303" y="55731"/>
                  </a:lnTo>
                  <a:lnTo>
                    <a:pt x="1668819" y="53046"/>
                  </a:lnTo>
                  <a:lnTo>
                    <a:pt x="1720236" y="50466"/>
                  </a:lnTo>
                  <a:lnTo>
                    <a:pt x="1769713" y="47984"/>
                  </a:lnTo>
                  <a:lnTo>
                    <a:pt x="1817390" y="45592"/>
                  </a:lnTo>
                  <a:lnTo>
                    <a:pt x="1863393" y="43283"/>
                  </a:lnTo>
                  <a:lnTo>
                    <a:pt x="1907837" y="41053"/>
                  </a:lnTo>
                  <a:lnTo>
                    <a:pt x="1950824" y="38897"/>
                  </a:lnTo>
                  <a:lnTo>
                    <a:pt x="1992445" y="36808"/>
                  </a:lnTo>
                  <a:lnTo>
                    <a:pt x="2032786" y="34784"/>
                  </a:lnTo>
                  <a:lnTo>
                    <a:pt x="2071922" y="32821"/>
                  </a:lnTo>
                  <a:lnTo>
                    <a:pt x="2109924" y="30914"/>
                  </a:lnTo>
                  <a:lnTo>
                    <a:pt x="2146855" y="29061"/>
                  </a:lnTo>
                  <a:lnTo>
                    <a:pt x="2182774" y="27259"/>
                  </a:lnTo>
                  <a:lnTo>
                    <a:pt x="2217736" y="25505"/>
                  </a:lnTo>
                  <a:lnTo>
                    <a:pt x="2251789" y="23796"/>
                  </a:lnTo>
                  <a:lnTo>
                    <a:pt x="2284980" y="22131"/>
                  </a:lnTo>
                  <a:lnTo>
                    <a:pt x="2317351" y="20507"/>
                  </a:lnTo>
                  <a:lnTo>
                    <a:pt x="2348942" y="18922"/>
                  </a:lnTo>
                  <a:lnTo>
                    <a:pt x="2379790" y="17374"/>
                  </a:lnTo>
                  <a:lnTo>
                    <a:pt x="2409928" y="15862"/>
                  </a:lnTo>
                  <a:lnTo>
                    <a:pt x="2439390" y="14384"/>
                  </a:lnTo>
                  <a:lnTo>
                    <a:pt x="2468203" y="12938"/>
                  </a:lnTo>
                  <a:lnTo>
                    <a:pt x="2496397" y="11524"/>
                  </a:lnTo>
                  <a:lnTo>
                    <a:pt x="2523998" y="10139"/>
                  </a:lnTo>
                  <a:lnTo>
                    <a:pt x="2551029" y="8783"/>
                  </a:lnTo>
                  <a:lnTo>
                    <a:pt x="2577514" y="7454"/>
                  </a:lnTo>
                  <a:lnTo>
                    <a:pt x="2603475" y="6151"/>
                  </a:lnTo>
                  <a:lnTo>
                    <a:pt x="2628931" y="4874"/>
                  </a:lnTo>
                  <a:lnTo>
                    <a:pt x="2653903" y="3621"/>
                  </a:lnTo>
                  <a:lnTo>
                    <a:pt x="2678408" y="2392"/>
                  </a:lnTo>
                  <a:lnTo>
                    <a:pt x="2702463" y="1185"/>
                  </a:lnTo>
                  <a:lnTo>
                    <a:pt x="272608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691222" y="2207368"/>
              <a:ext cx="2726085" cy="71867"/>
            </a:xfrm>
            <a:custGeom>
              <a:avLst/>
              <a:pathLst>
                <a:path w="2726085" h="71867">
                  <a:moveTo>
                    <a:pt x="0" y="71867"/>
                  </a:moveTo>
                  <a:lnTo>
                    <a:pt x="175055" y="67252"/>
                  </a:lnTo>
                  <a:lnTo>
                    <a:pt x="329465" y="63182"/>
                  </a:lnTo>
                  <a:lnTo>
                    <a:pt x="467590" y="59540"/>
                  </a:lnTo>
                  <a:lnTo>
                    <a:pt x="592538" y="56246"/>
                  </a:lnTo>
                  <a:lnTo>
                    <a:pt x="706608" y="53239"/>
                  </a:lnTo>
                  <a:lnTo>
                    <a:pt x="811541" y="50473"/>
                  </a:lnTo>
                  <a:lnTo>
                    <a:pt x="908695" y="47911"/>
                  </a:lnTo>
                  <a:lnTo>
                    <a:pt x="999142" y="45527"/>
                  </a:lnTo>
                  <a:lnTo>
                    <a:pt x="1083750" y="43296"/>
                  </a:lnTo>
                  <a:lnTo>
                    <a:pt x="1163227" y="41201"/>
                  </a:lnTo>
                  <a:lnTo>
                    <a:pt x="1238160" y="39226"/>
                  </a:lnTo>
                  <a:lnTo>
                    <a:pt x="1309041" y="37357"/>
                  </a:lnTo>
                  <a:lnTo>
                    <a:pt x="1376285" y="35584"/>
                  </a:lnTo>
                  <a:lnTo>
                    <a:pt x="1440247" y="33898"/>
                  </a:lnTo>
                  <a:lnTo>
                    <a:pt x="1501233" y="32290"/>
                  </a:lnTo>
                  <a:lnTo>
                    <a:pt x="1559508" y="30754"/>
                  </a:lnTo>
                  <a:lnTo>
                    <a:pt x="1615303" y="29283"/>
                  </a:lnTo>
                  <a:lnTo>
                    <a:pt x="1668819" y="27872"/>
                  </a:lnTo>
                  <a:lnTo>
                    <a:pt x="1720236" y="26517"/>
                  </a:lnTo>
                  <a:lnTo>
                    <a:pt x="1769713" y="25212"/>
                  </a:lnTo>
                  <a:lnTo>
                    <a:pt x="1817390" y="23955"/>
                  </a:lnTo>
                  <a:lnTo>
                    <a:pt x="1863393" y="22743"/>
                  </a:lnTo>
                  <a:lnTo>
                    <a:pt x="1907837" y="21571"/>
                  </a:lnTo>
                  <a:lnTo>
                    <a:pt x="1950824" y="20438"/>
                  </a:lnTo>
                  <a:lnTo>
                    <a:pt x="1992445" y="19340"/>
                  </a:lnTo>
                  <a:lnTo>
                    <a:pt x="2032786" y="18277"/>
                  </a:lnTo>
                  <a:lnTo>
                    <a:pt x="2071922" y="17245"/>
                  </a:lnTo>
                  <a:lnTo>
                    <a:pt x="2109924" y="16243"/>
                  </a:lnTo>
                  <a:lnTo>
                    <a:pt x="2146855" y="15270"/>
                  </a:lnTo>
                  <a:lnTo>
                    <a:pt x="2182774" y="14323"/>
                  </a:lnTo>
                  <a:lnTo>
                    <a:pt x="2217736" y="13401"/>
                  </a:lnTo>
                  <a:lnTo>
                    <a:pt x="2251789" y="12503"/>
                  </a:lnTo>
                  <a:lnTo>
                    <a:pt x="2284980" y="11628"/>
                  </a:lnTo>
                  <a:lnTo>
                    <a:pt x="2317351" y="10775"/>
                  </a:lnTo>
                  <a:lnTo>
                    <a:pt x="2348942" y="9942"/>
                  </a:lnTo>
                  <a:lnTo>
                    <a:pt x="2379790" y="9129"/>
                  </a:lnTo>
                  <a:lnTo>
                    <a:pt x="2409928" y="8334"/>
                  </a:lnTo>
                  <a:lnTo>
                    <a:pt x="2439390" y="7558"/>
                  </a:lnTo>
                  <a:lnTo>
                    <a:pt x="2468203" y="6798"/>
                  </a:lnTo>
                  <a:lnTo>
                    <a:pt x="2496397" y="6055"/>
                  </a:lnTo>
                  <a:lnTo>
                    <a:pt x="2523998" y="5327"/>
                  </a:lnTo>
                  <a:lnTo>
                    <a:pt x="2551029" y="4615"/>
                  </a:lnTo>
                  <a:lnTo>
                    <a:pt x="2577514" y="3916"/>
                  </a:lnTo>
                  <a:lnTo>
                    <a:pt x="2603475" y="3232"/>
                  </a:lnTo>
                  <a:lnTo>
                    <a:pt x="2628931" y="2561"/>
                  </a:lnTo>
                  <a:lnTo>
                    <a:pt x="2653903" y="1902"/>
                  </a:lnTo>
                  <a:lnTo>
                    <a:pt x="2678408" y="1256"/>
                  </a:lnTo>
                  <a:lnTo>
                    <a:pt x="2702463" y="622"/>
                  </a:lnTo>
                  <a:lnTo>
                    <a:pt x="272608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503277" y="1353673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503277" y="1353673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72281" y="231258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72281" y="197630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72281" y="164002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33419" y="1303745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465319" y="236269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465319" y="202641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465319" y="169013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465319" y="135385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503277" y="2591912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691222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599917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508612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4417307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1652360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2561055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2" name="tx111"/>
            <p:cNvSpPr/>
            <p:nvPr/>
          </p:nvSpPr>
          <p:spPr>
            <a:xfrm>
              <a:off x="3469750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4378445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2696037" y="2873100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5" name="tx114"/>
            <p:cNvSpPr/>
            <p:nvPr/>
          </p:nvSpPr>
          <p:spPr>
            <a:xfrm rot="-5400000">
              <a:off x="1004992" y="1913356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6" name="tx115"/>
            <p:cNvSpPr/>
            <p:nvPr/>
          </p:nvSpPr>
          <p:spPr>
            <a:xfrm>
              <a:off x="1503277" y="1110514"/>
              <a:ext cx="14216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7" name="rc116"/>
            <p:cNvSpPr/>
            <p:nvPr/>
          </p:nvSpPr>
          <p:spPr>
            <a:xfrm>
              <a:off x="4913885" y="1353673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5027064" y="224854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5026385" y="156979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5081850" y="2242235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5099754" y="216252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086883" y="230956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06251" y="177533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19648" y="142909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38874" y="205574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034971" y="247459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064583" y="202400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989051" y="249132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954438" y="177549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985179" y="217447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6015973" y="25063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6042661" y="192170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937716" y="138065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6024149" y="248007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6016387" y="243361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6023636" y="219331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943771" y="248549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6043156" y="232091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962523" y="248268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6039252" y="210258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982200" y="199723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6000893" y="204423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6010716" y="188966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935177" y="229503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22554" y="247728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6828592" y="227807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6832493" y="235219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6879189" y="243237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6904703" y="224118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6922503" y="182709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6944772" y="155076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6950021" y="173747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6902647" y="230290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6894297" y="225684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6850477" y="179673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6866162" y="196133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6912577" y="241227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6876154" y="175676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6938229" y="191295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944753" y="206578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873317" y="238921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895406" y="205855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936858" y="236736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954428" y="189678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949413" y="207005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7733086" y="215800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7809944" y="227462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7770445" y="232022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7749956" y="214362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7804635" y="204641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7811871" y="208867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7849208" y="227337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7798281" y="210781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7825611" y="230265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7830532" y="220983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7845602" y="207435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7860757" y="182205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7795265" y="229231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7744106" y="245902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7830351" y="234456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7862385" y="216440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7852306" y="226827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7825191" y="214453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7830146" y="212579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7833559" y="198694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7861477" y="202255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7772350" y="207726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7790310" y="237527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7827046" y="213829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5109916" y="2092287"/>
              <a:ext cx="2717049" cy="116173"/>
            </a:xfrm>
            <a:custGeom>
              <a:avLst/>
              <a:pathLst>
                <a:path w="2717049" h="116173">
                  <a:moveTo>
                    <a:pt x="0" y="0"/>
                  </a:moveTo>
                  <a:lnTo>
                    <a:pt x="174475" y="7460"/>
                  </a:lnTo>
                  <a:lnTo>
                    <a:pt x="328373" y="14040"/>
                  </a:lnTo>
                  <a:lnTo>
                    <a:pt x="466040" y="19926"/>
                  </a:lnTo>
                  <a:lnTo>
                    <a:pt x="590574" y="25251"/>
                  </a:lnTo>
                  <a:lnTo>
                    <a:pt x="704266" y="30112"/>
                  </a:lnTo>
                  <a:lnTo>
                    <a:pt x="808851" y="34584"/>
                  </a:lnTo>
                  <a:lnTo>
                    <a:pt x="905683" y="38724"/>
                  </a:lnTo>
                  <a:lnTo>
                    <a:pt x="995830" y="42578"/>
                  </a:lnTo>
                  <a:lnTo>
                    <a:pt x="1080158" y="46184"/>
                  </a:lnTo>
                  <a:lnTo>
                    <a:pt x="1159372" y="49571"/>
                  </a:lnTo>
                  <a:lnTo>
                    <a:pt x="1234056" y="52764"/>
                  </a:lnTo>
                  <a:lnTo>
                    <a:pt x="1304702" y="55785"/>
                  </a:lnTo>
                  <a:lnTo>
                    <a:pt x="1371723" y="58650"/>
                  </a:lnTo>
                  <a:lnTo>
                    <a:pt x="1435473" y="61376"/>
                  </a:lnTo>
                  <a:lnTo>
                    <a:pt x="1496257" y="63975"/>
                  </a:lnTo>
                  <a:lnTo>
                    <a:pt x="1554339" y="66459"/>
                  </a:lnTo>
                  <a:lnTo>
                    <a:pt x="1609949" y="68836"/>
                  </a:lnTo>
                  <a:lnTo>
                    <a:pt x="1663288" y="71117"/>
                  </a:lnTo>
                  <a:lnTo>
                    <a:pt x="1714534" y="73308"/>
                  </a:lnTo>
                  <a:lnTo>
                    <a:pt x="1763847" y="75417"/>
                  </a:lnTo>
                  <a:lnTo>
                    <a:pt x="1811366" y="77448"/>
                  </a:lnTo>
                  <a:lnTo>
                    <a:pt x="1857217" y="79409"/>
                  </a:lnTo>
                  <a:lnTo>
                    <a:pt x="1901513" y="81303"/>
                  </a:lnTo>
                  <a:lnTo>
                    <a:pt x="1944357" y="83135"/>
                  </a:lnTo>
                  <a:lnTo>
                    <a:pt x="1985841" y="84908"/>
                  </a:lnTo>
                  <a:lnTo>
                    <a:pt x="2026048" y="86627"/>
                  </a:lnTo>
                  <a:lnTo>
                    <a:pt x="2065055" y="88295"/>
                  </a:lnTo>
                  <a:lnTo>
                    <a:pt x="2102930" y="89915"/>
                  </a:lnTo>
                  <a:lnTo>
                    <a:pt x="2139739" y="91489"/>
                  </a:lnTo>
                  <a:lnTo>
                    <a:pt x="2175539" y="93019"/>
                  </a:lnTo>
                  <a:lnTo>
                    <a:pt x="2210385" y="94509"/>
                  </a:lnTo>
                  <a:lnTo>
                    <a:pt x="2244325" y="95960"/>
                  </a:lnTo>
                  <a:lnTo>
                    <a:pt x="2277406" y="97375"/>
                  </a:lnTo>
                  <a:lnTo>
                    <a:pt x="2309670" y="98754"/>
                  </a:lnTo>
                  <a:lnTo>
                    <a:pt x="2341156" y="100101"/>
                  </a:lnTo>
                  <a:lnTo>
                    <a:pt x="2371902" y="101415"/>
                  </a:lnTo>
                  <a:lnTo>
                    <a:pt x="2401940" y="102700"/>
                  </a:lnTo>
                  <a:lnTo>
                    <a:pt x="2431304" y="103955"/>
                  </a:lnTo>
                  <a:lnTo>
                    <a:pt x="2460022" y="105183"/>
                  </a:lnTo>
                  <a:lnTo>
                    <a:pt x="2488123" y="106384"/>
                  </a:lnTo>
                  <a:lnTo>
                    <a:pt x="2515632" y="107561"/>
                  </a:lnTo>
                  <a:lnTo>
                    <a:pt x="2542573" y="108713"/>
                  </a:lnTo>
                  <a:lnTo>
                    <a:pt x="2568971" y="109841"/>
                  </a:lnTo>
                  <a:lnTo>
                    <a:pt x="2594845" y="110948"/>
                  </a:lnTo>
                  <a:lnTo>
                    <a:pt x="2620217" y="112032"/>
                  </a:lnTo>
                  <a:lnTo>
                    <a:pt x="2645106" y="113097"/>
                  </a:lnTo>
                  <a:lnTo>
                    <a:pt x="2669530" y="114141"/>
                  </a:lnTo>
                  <a:lnTo>
                    <a:pt x="2693505" y="115166"/>
                  </a:lnTo>
                  <a:lnTo>
                    <a:pt x="2717049" y="11617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5109916" y="1626851"/>
              <a:ext cx="2717049" cy="525402"/>
            </a:xfrm>
            <a:custGeom>
              <a:avLst/>
              <a:pathLst>
                <a:path w="2717049" h="525402">
                  <a:moveTo>
                    <a:pt x="0" y="0"/>
                  </a:moveTo>
                  <a:lnTo>
                    <a:pt x="174475" y="33738"/>
                  </a:lnTo>
                  <a:lnTo>
                    <a:pt x="328373" y="63498"/>
                  </a:lnTo>
                  <a:lnTo>
                    <a:pt x="466040" y="90119"/>
                  </a:lnTo>
                  <a:lnTo>
                    <a:pt x="590574" y="114200"/>
                  </a:lnTo>
                  <a:lnTo>
                    <a:pt x="704266" y="136185"/>
                  </a:lnTo>
                  <a:lnTo>
                    <a:pt x="808851" y="156409"/>
                  </a:lnTo>
                  <a:lnTo>
                    <a:pt x="905683" y="175134"/>
                  </a:lnTo>
                  <a:lnTo>
                    <a:pt x="995830" y="192566"/>
                  </a:lnTo>
                  <a:lnTo>
                    <a:pt x="1080158" y="208872"/>
                  </a:lnTo>
                  <a:lnTo>
                    <a:pt x="1159372" y="224190"/>
                  </a:lnTo>
                  <a:lnTo>
                    <a:pt x="1234056" y="238632"/>
                  </a:lnTo>
                  <a:lnTo>
                    <a:pt x="1304702" y="252293"/>
                  </a:lnTo>
                  <a:lnTo>
                    <a:pt x="1371723" y="265253"/>
                  </a:lnTo>
                  <a:lnTo>
                    <a:pt x="1435473" y="277581"/>
                  </a:lnTo>
                  <a:lnTo>
                    <a:pt x="1496257" y="289335"/>
                  </a:lnTo>
                  <a:lnTo>
                    <a:pt x="1554339" y="300566"/>
                  </a:lnTo>
                  <a:lnTo>
                    <a:pt x="1609949" y="311319"/>
                  </a:lnTo>
                  <a:lnTo>
                    <a:pt x="1663288" y="321634"/>
                  </a:lnTo>
                  <a:lnTo>
                    <a:pt x="1714534" y="331543"/>
                  </a:lnTo>
                  <a:lnTo>
                    <a:pt x="1763847" y="341079"/>
                  </a:lnTo>
                  <a:lnTo>
                    <a:pt x="1811366" y="350268"/>
                  </a:lnTo>
                  <a:lnTo>
                    <a:pt x="1857217" y="359134"/>
                  </a:lnTo>
                  <a:lnTo>
                    <a:pt x="1901513" y="367700"/>
                  </a:lnTo>
                  <a:lnTo>
                    <a:pt x="1944357" y="375985"/>
                  </a:lnTo>
                  <a:lnTo>
                    <a:pt x="1985841" y="384006"/>
                  </a:lnTo>
                  <a:lnTo>
                    <a:pt x="2026048" y="391781"/>
                  </a:lnTo>
                  <a:lnTo>
                    <a:pt x="2065055" y="399324"/>
                  </a:lnTo>
                  <a:lnTo>
                    <a:pt x="2102930" y="406648"/>
                  </a:lnTo>
                  <a:lnTo>
                    <a:pt x="2139739" y="413766"/>
                  </a:lnTo>
                  <a:lnTo>
                    <a:pt x="2175539" y="420689"/>
                  </a:lnTo>
                  <a:lnTo>
                    <a:pt x="2210385" y="427427"/>
                  </a:lnTo>
                  <a:lnTo>
                    <a:pt x="2244325" y="433990"/>
                  </a:lnTo>
                  <a:lnTo>
                    <a:pt x="2277406" y="440387"/>
                  </a:lnTo>
                  <a:lnTo>
                    <a:pt x="2309670" y="446626"/>
                  </a:lnTo>
                  <a:lnTo>
                    <a:pt x="2341156" y="452715"/>
                  </a:lnTo>
                  <a:lnTo>
                    <a:pt x="2371902" y="458660"/>
                  </a:lnTo>
                  <a:lnTo>
                    <a:pt x="2401940" y="464469"/>
                  </a:lnTo>
                  <a:lnTo>
                    <a:pt x="2431304" y="470147"/>
                  </a:lnTo>
                  <a:lnTo>
                    <a:pt x="2460022" y="475700"/>
                  </a:lnTo>
                  <a:lnTo>
                    <a:pt x="2488123" y="481134"/>
                  </a:lnTo>
                  <a:lnTo>
                    <a:pt x="2515632" y="486453"/>
                  </a:lnTo>
                  <a:lnTo>
                    <a:pt x="2542573" y="491663"/>
                  </a:lnTo>
                  <a:lnTo>
                    <a:pt x="2568971" y="496768"/>
                  </a:lnTo>
                  <a:lnTo>
                    <a:pt x="2594845" y="501771"/>
                  </a:lnTo>
                  <a:lnTo>
                    <a:pt x="2620217" y="506677"/>
                  </a:lnTo>
                  <a:lnTo>
                    <a:pt x="2645106" y="511490"/>
                  </a:lnTo>
                  <a:lnTo>
                    <a:pt x="2669530" y="516213"/>
                  </a:lnTo>
                  <a:lnTo>
                    <a:pt x="2693505" y="520849"/>
                  </a:lnTo>
                  <a:lnTo>
                    <a:pt x="2717049" y="525402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5109916" y="2268119"/>
              <a:ext cx="2717049" cy="74521"/>
            </a:xfrm>
            <a:custGeom>
              <a:avLst/>
              <a:pathLst>
                <a:path w="2717049" h="74521">
                  <a:moveTo>
                    <a:pt x="0" y="0"/>
                  </a:moveTo>
                  <a:lnTo>
                    <a:pt x="174475" y="4785"/>
                  </a:lnTo>
                  <a:lnTo>
                    <a:pt x="328373" y="9006"/>
                  </a:lnTo>
                  <a:lnTo>
                    <a:pt x="466040" y="12782"/>
                  </a:lnTo>
                  <a:lnTo>
                    <a:pt x="590574" y="16197"/>
                  </a:lnTo>
                  <a:lnTo>
                    <a:pt x="704266" y="19316"/>
                  </a:lnTo>
                  <a:lnTo>
                    <a:pt x="808851" y="22184"/>
                  </a:lnTo>
                  <a:lnTo>
                    <a:pt x="905683" y="24840"/>
                  </a:lnTo>
                  <a:lnTo>
                    <a:pt x="995830" y="27312"/>
                  </a:lnTo>
                  <a:lnTo>
                    <a:pt x="1080158" y="29625"/>
                  </a:lnTo>
                  <a:lnTo>
                    <a:pt x="1159372" y="31798"/>
                  </a:lnTo>
                  <a:lnTo>
                    <a:pt x="1234056" y="33846"/>
                  </a:lnTo>
                  <a:lnTo>
                    <a:pt x="1304702" y="35784"/>
                  </a:lnTo>
                  <a:lnTo>
                    <a:pt x="1371723" y="37622"/>
                  </a:lnTo>
                  <a:lnTo>
                    <a:pt x="1435473" y="39371"/>
                  </a:lnTo>
                  <a:lnTo>
                    <a:pt x="1496257" y="41038"/>
                  </a:lnTo>
                  <a:lnTo>
                    <a:pt x="1554339" y="42631"/>
                  </a:lnTo>
                  <a:lnTo>
                    <a:pt x="1609949" y="44156"/>
                  </a:lnTo>
                  <a:lnTo>
                    <a:pt x="1663288" y="45619"/>
                  </a:lnTo>
                  <a:lnTo>
                    <a:pt x="1714534" y="47025"/>
                  </a:lnTo>
                  <a:lnTo>
                    <a:pt x="1763847" y="48377"/>
                  </a:lnTo>
                  <a:lnTo>
                    <a:pt x="1811366" y="49680"/>
                  </a:lnTo>
                  <a:lnTo>
                    <a:pt x="1857217" y="50938"/>
                  </a:lnTo>
                  <a:lnTo>
                    <a:pt x="1901513" y="52153"/>
                  </a:lnTo>
                  <a:lnTo>
                    <a:pt x="1944357" y="53328"/>
                  </a:lnTo>
                  <a:lnTo>
                    <a:pt x="1985841" y="54466"/>
                  </a:lnTo>
                  <a:lnTo>
                    <a:pt x="2026048" y="55569"/>
                  </a:lnTo>
                  <a:lnTo>
                    <a:pt x="2065055" y="56638"/>
                  </a:lnTo>
                  <a:lnTo>
                    <a:pt x="2102930" y="57677"/>
                  </a:lnTo>
                  <a:lnTo>
                    <a:pt x="2139739" y="58687"/>
                  </a:lnTo>
                  <a:lnTo>
                    <a:pt x="2175539" y="59669"/>
                  </a:lnTo>
                  <a:lnTo>
                    <a:pt x="2210385" y="60624"/>
                  </a:lnTo>
                  <a:lnTo>
                    <a:pt x="2244325" y="61555"/>
                  </a:lnTo>
                  <a:lnTo>
                    <a:pt x="2277406" y="62463"/>
                  </a:lnTo>
                  <a:lnTo>
                    <a:pt x="2309670" y="63348"/>
                  </a:lnTo>
                  <a:lnTo>
                    <a:pt x="2341156" y="64211"/>
                  </a:lnTo>
                  <a:lnTo>
                    <a:pt x="2371902" y="65054"/>
                  </a:lnTo>
                  <a:lnTo>
                    <a:pt x="2401940" y="65878"/>
                  </a:lnTo>
                  <a:lnTo>
                    <a:pt x="2431304" y="66684"/>
                  </a:lnTo>
                  <a:lnTo>
                    <a:pt x="2460022" y="67471"/>
                  </a:lnTo>
                  <a:lnTo>
                    <a:pt x="2488123" y="68242"/>
                  </a:lnTo>
                  <a:lnTo>
                    <a:pt x="2515632" y="68997"/>
                  </a:lnTo>
                  <a:lnTo>
                    <a:pt x="2542573" y="69735"/>
                  </a:lnTo>
                  <a:lnTo>
                    <a:pt x="2568971" y="70460"/>
                  </a:lnTo>
                  <a:lnTo>
                    <a:pt x="2594845" y="71169"/>
                  </a:lnTo>
                  <a:lnTo>
                    <a:pt x="2620217" y="71865"/>
                  </a:lnTo>
                  <a:lnTo>
                    <a:pt x="2645106" y="72548"/>
                  </a:lnTo>
                  <a:lnTo>
                    <a:pt x="2669530" y="73218"/>
                  </a:lnTo>
                  <a:lnTo>
                    <a:pt x="2693505" y="73875"/>
                  </a:lnTo>
                  <a:lnTo>
                    <a:pt x="2717049" y="74521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5109916" y="2137791"/>
              <a:ext cx="2717049" cy="103946"/>
            </a:xfrm>
            <a:custGeom>
              <a:avLst/>
              <a:pathLst>
                <a:path w="2717049" h="103946">
                  <a:moveTo>
                    <a:pt x="0" y="103946"/>
                  </a:moveTo>
                  <a:lnTo>
                    <a:pt x="174475" y="97271"/>
                  </a:lnTo>
                  <a:lnTo>
                    <a:pt x="328373" y="91383"/>
                  </a:lnTo>
                  <a:lnTo>
                    <a:pt x="466040" y="86117"/>
                  </a:lnTo>
                  <a:lnTo>
                    <a:pt x="590574" y="81352"/>
                  </a:lnTo>
                  <a:lnTo>
                    <a:pt x="704266" y="77003"/>
                  </a:lnTo>
                  <a:lnTo>
                    <a:pt x="808851" y="73002"/>
                  </a:lnTo>
                  <a:lnTo>
                    <a:pt x="905683" y="69297"/>
                  </a:lnTo>
                  <a:lnTo>
                    <a:pt x="995830" y="65848"/>
                  </a:lnTo>
                  <a:lnTo>
                    <a:pt x="1080158" y="62622"/>
                  </a:lnTo>
                  <a:lnTo>
                    <a:pt x="1159372" y="59592"/>
                  </a:lnTo>
                  <a:lnTo>
                    <a:pt x="1234056" y="56735"/>
                  </a:lnTo>
                  <a:lnTo>
                    <a:pt x="1304702" y="54032"/>
                  </a:lnTo>
                  <a:lnTo>
                    <a:pt x="1371723" y="51468"/>
                  </a:lnTo>
                  <a:lnTo>
                    <a:pt x="1435473" y="49029"/>
                  </a:lnTo>
                  <a:lnTo>
                    <a:pt x="1496257" y="46704"/>
                  </a:lnTo>
                  <a:lnTo>
                    <a:pt x="1554339" y="44481"/>
                  </a:lnTo>
                  <a:lnTo>
                    <a:pt x="1609949" y="42354"/>
                  </a:lnTo>
                  <a:lnTo>
                    <a:pt x="1663288" y="40313"/>
                  </a:lnTo>
                  <a:lnTo>
                    <a:pt x="1714534" y="38353"/>
                  </a:lnTo>
                  <a:lnTo>
                    <a:pt x="1763847" y="36466"/>
                  </a:lnTo>
                  <a:lnTo>
                    <a:pt x="1811366" y="34648"/>
                  </a:lnTo>
                  <a:lnTo>
                    <a:pt x="1857217" y="32894"/>
                  </a:lnTo>
                  <a:lnTo>
                    <a:pt x="1901513" y="31200"/>
                  </a:lnTo>
                  <a:lnTo>
                    <a:pt x="1944357" y="29560"/>
                  </a:lnTo>
                  <a:lnTo>
                    <a:pt x="1985841" y="27973"/>
                  </a:lnTo>
                  <a:lnTo>
                    <a:pt x="2026048" y="26435"/>
                  </a:lnTo>
                  <a:lnTo>
                    <a:pt x="2065055" y="24943"/>
                  </a:lnTo>
                  <a:lnTo>
                    <a:pt x="2102930" y="23494"/>
                  </a:lnTo>
                  <a:lnTo>
                    <a:pt x="2139739" y="22086"/>
                  </a:lnTo>
                  <a:lnTo>
                    <a:pt x="2175539" y="20716"/>
                  </a:lnTo>
                  <a:lnTo>
                    <a:pt x="2210385" y="19383"/>
                  </a:lnTo>
                  <a:lnTo>
                    <a:pt x="2244325" y="18085"/>
                  </a:lnTo>
                  <a:lnTo>
                    <a:pt x="2277406" y="16819"/>
                  </a:lnTo>
                  <a:lnTo>
                    <a:pt x="2309670" y="15585"/>
                  </a:lnTo>
                  <a:lnTo>
                    <a:pt x="2341156" y="14380"/>
                  </a:lnTo>
                  <a:lnTo>
                    <a:pt x="2371902" y="13204"/>
                  </a:lnTo>
                  <a:lnTo>
                    <a:pt x="2401940" y="12055"/>
                  </a:lnTo>
                  <a:lnTo>
                    <a:pt x="2431304" y="10931"/>
                  </a:lnTo>
                  <a:lnTo>
                    <a:pt x="2460022" y="9833"/>
                  </a:lnTo>
                  <a:lnTo>
                    <a:pt x="2488123" y="8758"/>
                  </a:lnTo>
                  <a:lnTo>
                    <a:pt x="2515632" y="7705"/>
                  </a:lnTo>
                  <a:lnTo>
                    <a:pt x="2542573" y="6674"/>
                  </a:lnTo>
                  <a:lnTo>
                    <a:pt x="2568971" y="5665"/>
                  </a:lnTo>
                  <a:lnTo>
                    <a:pt x="2594845" y="4675"/>
                  </a:lnTo>
                  <a:lnTo>
                    <a:pt x="2620217" y="3704"/>
                  </a:lnTo>
                  <a:lnTo>
                    <a:pt x="2645106" y="2752"/>
                  </a:lnTo>
                  <a:lnTo>
                    <a:pt x="2669530" y="1817"/>
                  </a:lnTo>
                  <a:lnTo>
                    <a:pt x="2693505" y="900"/>
                  </a:lnTo>
                  <a:lnTo>
                    <a:pt x="271704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5109916" y="2070957"/>
              <a:ext cx="2717049" cy="199559"/>
            </a:xfrm>
            <a:custGeom>
              <a:avLst/>
              <a:pathLst>
                <a:path w="2717049" h="199559">
                  <a:moveTo>
                    <a:pt x="0" y="199559"/>
                  </a:moveTo>
                  <a:lnTo>
                    <a:pt x="174475" y="186745"/>
                  </a:lnTo>
                  <a:lnTo>
                    <a:pt x="328373" y="175441"/>
                  </a:lnTo>
                  <a:lnTo>
                    <a:pt x="466040" y="165330"/>
                  </a:lnTo>
                  <a:lnTo>
                    <a:pt x="590574" y="156183"/>
                  </a:lnTo>
                  <a:lnTo>
                    <a:pt x="704266" y="147833"/>
                  </a:lnTo>
                  <a:lnTo>
                    <a:pt x="808851" y="140151"/>
                  </a:lnTo>
                  <a:lnTo>
                    <a:pt x="905683" y="133039"/>
                  </a:lnTo>
                  <a:lnTo>
                    <a:pt x="995830" y="126418"/>
                  </a:lnTo>
                  <a:lnTo>
                    <a:pt x="1080158" y="120225"/>
                  </a:lnTo>
                  <a:lnTo>
                    <a:pt x="1159372" y="114407"/>
                  </a:lnTo>
                  <a:lnTo>
                    <a:pt x="1234056" y="108921"/>
                  </a:lnTo>
                  <a:lnTo>
                    <a:pt x="1304702" y="103732"/>
                  </a:lnTo>
                  <a:lnTo>
                    <a:pt x="1371723" y="98810"/>
                  </a:lnTo>
                  <a:lnTo>
                    <a:pt x="1435473" y="94128"/>
                  </a:lnTo>
                  <a:lnTo>
                    <a:pt x="1496257" y="89663"/>
                  </a:lnTo>
                  <a:lnTo>
                    <a:pt x="1554339" y="85397"/>
                  </a:lnTo>
                  <a:lnTo>
                    <a:pt x="1609949" y="81313"/>
                  </a:lnTo>
                  <a:lnTo>
                    <a:pt x="1663288" y="77395"/>
                  </a:lnTo>
                  <a:lnTo>
                    <a:pt x="1714534" y="73631"/>
                  </a:lnTo>
                  <a:lnTo>
                    <a:pt x="1763847" y="70010"/>
                  </a:lnTo>
                  <a:lnTo>
                    <a:pt x="1811366" y="66519"/>
                  </a:lnTo>
                  <a:lnTo>
                    <a:pt x="1857217" y="63152"/>
                  </a:lnTo>
                  <a:lnTo>
                    <a:pt x="1901513" y="59898"/>
                  </a:lnTo>
                  <a:lnTo>
                    <a:pt x="1944357" y="56752"/>
                  </a:lnTo>
                  <a:lnTo>
                    <a:pt x="1985841" y="53705"/>
                  </a:lnTo>
                  <a:lnTo>
                    <a:pt x="2026048" y="50752"/>
                  </a:lnTo>
                  <a:lnTo>
                    <a:pt x="2065055" y="47887"/>
                  </a:lnTo>
                  <a:lnTo>
                    <a:pt x="2102930" y="45105"/>
                  </a:lnTo>
                  <a:lnTo>
                    <a:pt x="2139739" y="42401"/>
                  </a:lnTo>
                  <a:lnTo>
                    <a:pt x="2175539" y="39772"/>
                  </a:lnTo>
                  <a:lnTo>
                    <a:pt x="2210385" y="37213"/>
                  </a:lnTo>
                  <a:lnTo>
                    <a:pt x="2244325" y="34720"/>
                  </a:lnTo>
                  <a:lnTo>
                    <a:pt x="2277406" y="32290"/>
                  </a:lnTo>
                  <a:lnTo>
                    <a:pt x="2309670" y="29920"/>
                  </a:lnTo>
                  <a:lnTo>
                    <a:pt x="2341156" y="27608"/>
                  </a:lnTo>
                  <a:lnTo>
                    <a:pt x="2371902" y="25350"/>
                  </a:lnTo>
                  <a:lnTo>
                    <a:pt x="2401940" y="23143"/>
                  </a:lnTo>
                  <a:lnTo>
                    <a:pt x="2431304" y="20987"/>
                  </a:lnTo>
                  <a:lnTo>
                    <a:pt x="2460022" y="18877"/>
                  </a:lnTo>
                  <a:lnTo>
                    <a:pt x="2488123" y="16813"/>
                  </a:lnTo>
                  <a:lnTo>
                    <a:pt x="2515632" y="14793"/>
                  </a:lnTo>
                  <a:lnTo>
                    <a:pt x="2542573" y="12814"/>
                  </a:lnTo>
                  <a:lnTo>
                    <a:pt x="2568971" y="10875"/>
                  </a:lnTo>
                  <a:lnTo>
                    <a:pt x="2594845" y="8975"/>
                  </a:lnTo>
                  <a:lnTo>
                    <a:pt x="2620217" y="7111"/>
                  </a:lnTo>
                  <a:lnTo>
                    <a:pt x="2645106" y="5283"/>
                  </a:lnTo>
                  <a:lnTo>
                    <a:pt x="2669530" y="3490"/>
                  </a:lnTo>
                  <a:lnTo>
                    <a:pt x="2693505" y="1729"/>
                  </a:lnTo>
                  <a:lnTo>
                    <a:pt x="271704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5109916" y="1946305"/>
              <a:ext cx="2717049" cy="55245"/>
            </a:xfrm>
            <a:custGeom>
              <a:avLst/>
              <a:pathLst>
                <a:path w="2717049" h="55245">
                  <a:moveTo>
                    <a:pt x="0" y="0"/>
                  </a:moveTo>
                  <a:lnTo>
                    <a:pt x="174475" y="3547"/>
                  </a:lnTo>
                  <a:lnTo>
                    <a:pt x="328373" y="6676"/>
                  </a:lnTo>
                  <a:lnTo>
                    <a:pt x="466040" y="9475"/>
                  </a:lnTo>
                  <a:lnTo>
                    <a:pt x="590574" y="12008"/>
                  </a:lnTo>
                  <a:lnTo>
                    <a:pt x="704266" y="14319"/>
                  </a:lnTo>
                  <a:lnTo>
                    <a:pt x="808851" y="16446"/>
                  </a:lnTo>
                  <a:lnTo>
                    <a:pt x="905683" y="18415"/>
                  </a:lnTo>
                  <a:lnTo>
                    <a:pt x="995830" y="20248"/>
                  </a:lnTo>
                  <a:lnTo>
                    <a:pt x="1080158" y="21962"/>
                  </a:lnTo>
                  <a:lnTo>
                    <a:pt x="1159372" y="23573"/>
                  </a:lnTo>
                  <a:lnTo>
                    <a:pt x="1234056" y="25091"/>
                  </a:lnTo>
                  <a:lnTo>
                    <a:pt x="1304702" y="26528"/>
                  </a:lnTo>
                  <a:lnTo>
                    <a:pt x="1371723" y="27891"/>
                  </a:lnTo>
                  <a:lnTo>
                    <a:pt x="1435473" y="29187"/>
                  </a:lnTo>
                  <a:lnTo>
                    <a:pt x="1496257" y="30423"/>
                  </a:lnTo>
                  <a:lnTo>
                    <a:pt x="1554339" y="31604"/>
                  </a:lnTo>
                  <a:lnTo>
                    <a:pt x="1609949" y="32734"/>
                  </a:lnTo>
                  <a:lnTo>
                    <a:pt x="1663288" y="33819"/>
                  </a:lnTo>
                  <a:lnTo>
                    <a:pt x="1714534" y="34861"/>
                  </a:lnTo>
                  <a:lnTo>
                    <a:pt x="1763847" y="35864"/>
                  </a:lnTo>
                  <a:lnTo>
                    <a:pt x="1811366" y="36830"/>
                  </a:lnTo>
                  <a:lnTo>
                    <a:pt x="1857217" y="37762"/>
                  </a:lnTo>
                  <a:lnTo>
                    <a:pt x="1901513" y="38663"/>
                  </a:lnTo>
                  <a:lnTo>
                    <a:pt x="1944357" y="39534"/>
                  </a:lnTo>
                  <a:lnTo>
                    <a:pt x="1985841" y="40377"/>
                  </a:lnTo>
                  <a:lnTo>
                    <a:pt x="2026048" y="41195"/>
                  </a:lnTo>
                  <a:lnTo>
                    <a:pt x="2065055" y="41988"/>
                  </a:lnTo>
                  <a:lnTo>
                    <a:pt x="2102930" y="42758"/>
                  </a:lnTo>
                  <a:lnTo>
                    <a:pt x="2139739" y="43507"/>
                  </a:lnTo>
                  <a:lnTo>
                    <a:pt x="2175539" y="44235"/>
                  </a:lnTo>
                  <a:lnTo>
                    <a:pt x="2210385" y="44943"/>
                  </a:lnTo>
                  <a:lnTo>
                    <a:pt x="2244325" y="45633"/>
                  </a:lnTo>
                  <a:lnTo>
                    <a:pt x="2277406" y="46306"/>
                  </a:lnTo>
                  <a:lnTo>
                    <a:pt x="2309670" y="46962"/>
                  </a:lnTo>
                  <a:lnTo>
                    <a:pt x="2341156" y="47602"/>
                  </a:lnTo>
                  <a:lnTo>
                    <a:pt x="2371902" y="48227"/>
                  </a:lnTo>
                  <a:lnTo>
                    <a:pt x="2401940" y="48838"/>
                  </a:lnTo>
                  <a:lnTo>
                    <a:pt x="2431304" y="49435"/>
                  </a:lnTo>
                  <a:lnTo>
                    <a:pt x="2460022" y="50019"/>
                  </a:lnTo>
                  <a:lnTo>
                    <a:pt x="2488123" y="50590"/>
                  </a:lnTo>
                  <a:lnTo>
                    <a:pt x="2515632" y="51150"/>
                  </a:lnTo>
                  <a:lnTo>
                    <a:pt x="2542573" y="51697"/>
                  </a:lnTo>
                  <a:lnTo>
                    <a:pt x="2568971" y="52234"/>
                  </a:lnTo>
                  <a:lnTo>
                    <a:pt x="2594845" y="52760"/>
                  </a:lnTo>
                  <a:lnTo>
                    <a:pt x="2620217" y="53276"/>
                  </a:lnTo>
                  <a:lnTo>
                    <a:pt x="2645106" y="53782"/>
                  </a:lnTo>
                  <a:lnTo>
                    <a:pt x="2669530" y="54279"/>
                  </a:lnTo>
                  <a:lnTo>
                    <a:pt x="2693505" y="54766"/>
                  </a:lnTo>
                  <a:lnTo>
                    <a:pt x="2717049" y="55245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5109916" y="1744530"/>
              <a:ext cx="2717049" cy="490165"/>
            </a:xfrm>
            <a:custGeom>
              <a:avLst/>
              <a:pathLst>
                <a:path w="2717049" h="490165">
                  <a:moveTo>
                    <a:pt x="0" y="0"/>
                  </a:moveTo>
                  <a:lnTo>
                    <a:pt x="174475" y="31476"/>
                  </a:lnTo>
                  <a:lnTo>
                    <a:pt x="328373" y="59239"/>
                  </a:lnTo>
                  <a:lnTo>
                    <a:pt x="466040" y="84075"/>
                  </a:lnTo>
                  <a:lnTo>
                    <a:pt x="590574" y="106541"/>
                  </a:lnTo>
                  <a:lnTo>
                    <a:pt x="704266" y="127052"/>
                  </a:lnTo>
                  <a:lnTo>
                    <a:pt x="808851" y="145919"/>
                  </a:lnTo>
                  <a:lnTo>
                    <a:pt x="905683" y="163388"/>
                  </a:lnTo>
                  <a:lnTo>
                    <a:pt x="995830" y="179651"/>
                  </a:lnTo>
                  <a:lnTo>
                    <a:pt x="1080158" y="194864"/>
                  </a:lnTo>
                  <a:lnTo>
                    <a:pt x="1159372" y="209155"/>
                  </a:lnTo>
                  <a:lnTo>
                    <a:pt x="1234056" y="222628"/>
                  </a:lnTo>
                  <a:lnTo>
                    <a:pt x="1304702" y="235373"/>
                  </a:lnTo>
                  <a:lnTo>
                    <a:pt x="1371723" y="247464"/>
                  </a:lnTo>
                  <a:lnTo>
                    <a:pt x="1435473" y="258964"/>
                  </a:lnTo>
                  <a:lnTo>
                    <a:pt x="1496257" y="269930"/>
                  </a:lnTo>
                  <a:lnTo>
                    <a:pt x="1554339" y="280408"/>
                  </a:lnTo>
                  <a:lnTo>
                    <a:pt x="1609949" y="290440"/>
                  </a:lnTo>
                  <a:lnTo>
                    <a:pt x="1663288" y="300063"/>
                  </a:lnTo>
                  <a:lnTo>
                    <a:pt x="1714534" y="309308"/>
                  </a:lnTo>
                  <a:lnTo>
                    <a:pt x="1763847" y="318204"/>
                  </a:lnTo>
                  <a:lnTo>
                    <a:pt x="1811366" y="326777"/>
                  </a:lnTo>
                  <a:lnTo>
                    <a:pt x="1857217" y="335048"/>
                  </a:lnTo>
                  <a:lnTo>
                    <a:pt x="1901513" y="343040"/>
                  </a:lnTo>
                  <a:lnTo>
                    <a:pt x="1944357" y="350769"/>
                  </a:lnTo>
                  <a:lnTo>
                    <a:pt x="1985841" y="358253"/>
                  </a:lnTo>
                  <a:lnTo>
                    <a:pt x="2026048" y="365506"/>
                  </a:lnTo>
                  <a:lnTo>
                    <a:pt x="2065055" y="372543"/>
                  </a:lnTo>
                  <a:lnTo>
                    <a:pt x="2102930" y="379376"/>
                  </a:lnTo>
                  <a:lnTo>
                    <a:pt x="2139739" y="386017"/>
                  </a:lnTo>
                  <a:lnTo>
                    <a:pt x="2175539" y="392475"/>
                  </a:lnTo>
                  <a:lnTo>
                    <a:pt x="2210385" y="398761"/>
                  </a:lnTo>
                  <a:lnTo>
                    <a:pt x="2244325" y="404884"/>
                  </a:lnTo>
                  <a:lnTo>
                    <a:pt x="2277406" y="410852"/>
                  </a:lnTo>
                  <a:lnTo>
                    <a:pt x="2309670" y="416673"/>
                  </a:lnTo>
                  <a:lnTo>
                    <a:pt x="2341156" y="422353"/>
                  </a:lnTo>
                  <a:lnTo>
                    <a:pt x="2371902" y="427900"/>
                  </a:lnTo>
                  <a:lnTo>
                    <a:pt x="2401940" y="433319"/>
                  </a:lnTo>
                  <a:lnTo>
                    <a:pt x="2431304" y="438616"/>
                  </a:lnTo>
                  <a:lnTo>
                    <a:pt x="2460022" y="443797"/>
                  </a:lnTo>
                  <a:lnTo>
                    <a:pt x="2488123" y="448866"/>
                  </a:lnTo>
                  <a:lnTo>
                    <a:pt x="2515632" y="453829"/>
                  </a:lnTo>
                  <a:lnTo>
                    <a:pt x="2542573" y="458689"/>
                  </a:lnTo>
                  <a:lnTo>
                    <a:pt x="2568971" y="463452"/>
                  </a:lnTo>
                  <a:lnTo>
                    <a:pt x="2594845" y="468119"/>
                  </a:lnTo>
                  <a:lnTo>
                    <a:pt x="2620217" y="472697"/>
                  </a:lnTo>
                  <a:lnTo>
                    <a:pt x="2645106" y="477187"/>
                  </a:lnTo>
                  <a:lnTo>
                    <a:pt x="2669530" y="481593"/>
                  </a:lnTo>
                  <a:lnTo>
                    <a:pt x="2693505" y="485918"/>
                  </a:lnTo>
                  <a:lnTo>
                    <a:pt x="2717049" y="49016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109916" y="2395527"/>
              <a:ext cx="2717049" cy="46211"/>
            </a:xfrm>
            <a:custGeom>
              <a:avLst/>
              <a:pathLst>
                <a:path w="2717049" h="46211">
                  <a:moveTo>
                    <a:pt x="0" y="0"/>
                  </a:moveTo>
                  <a:lnTo>
                    <a:pt x="174475" y="2967"/>
                  </a:lnTo>
                  <a:lnTo>
                    <a:pt x="328373" y="5584"/>
                  </a:lnTo>
                  <a:lnTo>
                    <a:pt x="466040" y="7926"/>
                  </a:lnTo>
                  <a:lnTo>
                    <a:pt x="590574" y="10044"/>
                  </a:lnTo>
                  <a:lnTo>
                    <a:pt x="704266" y="11978"/>
                  </a:lnTo>
                  <a:lnTo>
                    <a:pt x="808851" y="13756"/>
                  </a:lnTo>
                  <a:lnTo>
                    <a:pt x="905683" y="15403"/>
                  </a:lnTo>
                  <a:lnTo>
                    <a:pt x="995830" y="16936"/>
                  </a:lnTo>
                  <a:lnTo>
                    <a:pt x="1080158" y="18371"/>
                  </a:lnTo>
                  <a:lnTo>
                    <a:pt x="1159372" y="19718"/>
                  </a:lnTo>
                  <a:lnTo>
                    <a:pt x="1234056" y="20988"/>
                  </a:lnTo>
                  <a:lnTo>
                    <a:pt x="1304702" y="22190"/>
                  </a:lnTo>
                  <a:lnTo>
                    <a:pt x="1371723" y="23330"/>
                  </a:lnTo>
                  <a:lnTo>
                    <a:pt x="1435473" y="24414"/>
                  </a:lnTo>
                  <a:lnTo>
                    <a:pt x="1496257" y="25448"/>
                  </a:lnTo>
                  <a:lnTo>
                    <a:pt x="1554339" y="26435"/>
                  </a:lnTo>
                  <a:lnTo>
                    <a:pt x="1609949" y="27381"/>
                  </a:lnTo>
                  <a:lnTo>
                    <a:pt x="1663288" y="28288"/>
                  </a:lnTo>
                  <a:lnTo>
                    <a:pt x="1714534" y="29160"/>
                  </a:lnTo>
                  <a:lnTo>
                    <a:pt x="1763847" y="29999"/>
                  </a:lnTo>
                  <a:lnTo>
                    <a:pt x="1811366" y="30807"/>
                  </a:lnTo>
                  <a:lnTo>
                    <a:pt x="1857217" y="31587"/>
                  </a:lnTo>
                  <a:lnTo>
                    <a:pt x="1901513" y="32340"/>
                  </a:lnTo>
                  <a:lnTo>
                    <a:pt x="1944357" y="33069"/>
                  </a:lnTo>
                  <a:lnTo>
                    <a:pt x="1985841" y="33774"/>
                  </a:lnTo>
                  <a:lnTo>
                    <a:pt x="2026048" y="34458"/>
                  </a:lnTo>
                  <a:lnTo>
                    <a:pt x="2065055" y="35122"/>
                  </a:lnTo>
                  <a:lnTo>
                    <a:pt x="2102930" y="35766"/>
                  </a:lnTo>
                  <a:lnTo>
                    <a:pt x="2139739" y="36392"/>
                  </a:lnTo>
                  <a:lnTo>
                    <a:pt x="2175539" y="37001"/>
                  </a:lnTo>
                  <a:lnTo>
                    <a:pt x="2210385" y="37593"/>
                  </a:lnTo>
                  <a:lnTo>
                    <a:pt x="2244325" y="38171"/>
                  </a:lnTo>
                  <a:lnTo>
                    <a:pt x="2277406" y="38733"/>
                  </a:lnTo>
                  <a:lnTo>
                    <a:pt x="2309670" y="39282"/>
                  </a:lnTo>
                  <a:lnTo>
                    <a:pt x="2341156" y="39817"/>
                  </a:lnTo>
                  <a:lnTo>
                    <a:pt x="2371902" y="40340"/>
                  </a:lnTo>
                  <a:lnTo>
                    <a:pt x="2401940" y="40851"/>
                  </a:lnTo>
                  <a:lnTo>
                    <a:pt x="2431304" y="41351"/>
                  </a:lnTo>
                  <a:lnTo>
                    <a:pt x="2460022" y="41839"/>
                  </a:lnTo>
                  <a:lnTo>
                    <a:pt x="2488123" y="42317"/>
                  </a:lnTo>
                  <a:lnTo>
                    <a:pt x="2515632" y="42785"/>
                  </a:lnTo>
                  <a:lnTo>
                    <a:pt x="2542573" y="43243"/>
                  </a:lnTo>
                  <a:lnTo>
                    <a:pt x="2568971" y="43692"/>
                  </a:lnTo>
                  <a:lnTo>
                    <a:pt x="2594845" y="44132"/>
                  </a:lnTo>
                  <a:lnTo>
                    <a:pt x="2620217" y="44564"/>
                  </a:lnTo>
                  <a:lnTo>
                    <a:pt x="2645106" y="44987"/>
                  </a:lnTo>
                  <a:lnTo>
                    <a:pt x="2669530" y="45402"/>
                  </a:lnTo>
                  <a:lnTo>
                    <a:pt x="2693505" y="45810"/>
                  </a:lnTo>
                  <a:lnTo>
                    <a:pt x="2717049" y="4621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5109916" y="2203273"/>
              <a:ext cx="2717049" cy="36967"/>
            </a:xfrm>
            <a:custGeom>
              <a:avLst/>
              <a:pathLst>
                <a:path w="2717049" h="36967">
                  <a:moveTo>
                    <a:pt x="0" y="36967"/>
                  </a:moveTo>
                  <a:lnTo>
                    <a:pt x="174475" y="34593"/>
                  </a:lnTo>
                  <a:lnTo>
                    <a:pt x="328373" y="32499"/>
                  </a:lnTo>
                  <a:lnTo>
                    <a:pt x="466040" y="30626"/>
                  </a:lnTo>
                  <a:lnTo>
                    <a:pt x="590574" y="28932"/>
                  </a:lnTo>
                  <a:lnTo>
                    <a:pt x="704266" y="27385"/>
                  </a:lnTo>
                  <a:lnTo>
                    <a:pt x="808851" y="25962"/>
                  </a:lnTo>
                  <a:lnTo>
                    <a:pt x="905683" y="24644"/>
                  </a:lnTo>
                  <a:lnTo>
                    <a:pt x="995830" y="23418"/>
                  </a:lnTo>
                  <a:lnTo>
                    <a:pt x="1080158" y="22271"/>
                  </a:lnTo>
                  <a:lnTo>
                    <a:pt x="1159372" y="21193"/>
                  </a:lnTo>
                  <a:lnTo>
                    <a:pt x="1234056" y="20177"/>
                  </a:lnTo>
                  <a:lnTo>
                    <a:pt x="1304702" y="19215"/>
                  </a:lnTo>
                  <a:lnTo>
                    <a:pt x="1371723" y="18304"/>
                  </a:lnTo>
                  <a:lnTo>
                    <a:pt x="1435473" y="17436"/>
                  </a:lnTo>
                  <a:lnTo>
                    <a:pt x="1496257" y="16609"/>
                  </a:lnTo>
                  <a:lnTo>
                    <a:pt x="1554339" y="15819"/>
                  </a:lnTo>
                  <a:lnTo>
                    <a:pt x="1609949" y="15062"/>
                  </a:lnTo>
                  <a:lnTo>
                    <a:pt x="1663288" y="14337"/>
                  </a:lnTo>
                  <a:lnTo>
                    <a:pt x="1714534" y="13639"/>
                  </a:lnTo>
                  <a:lnTo>
                    <a:pt x="1763847" y="12968"/>
                  </a:lnTo>
                  <a:lnTo>
                    <a:pt x="1811366" y="12322"/>
                  </a:lnTo>
                  <a:lnTo>
                    <a:pt x="1857217" y="11698"/>
                  </a:lnTo>
                  <a:lnTo>
                    <a:pt x="1901513" y="11095"/>
                  </a:lnTo>
                  <a:lnTo>
                    <a:pt x="1944357" y="10512"/>
                  </a:lnTo>
                  <a:lnTo>
                    <a:pt x="1985841" y="9948"/>
                  </a:lnTo>
                  <a:lnTo>
                    <a:pt x="2026048" y="9401"/>
                  </a:lnTo>
                  <a:lnTo>
                    <a:pt x="2065055" y="8870"/>
                  </a:lnTo>
                  <a:lnTo>
                    <a:pt x="2102930" y="8355"/>
                  </a:lnTo>
                  <a:lnTo>
                    <a:pt x="2139739" y="7854"/>
                  </a:lnTo>
                  <a:lnTo>
                    <a:pt x="2175539" y="7367"/>
                  </a:lnTo>
                  <a:lnTo>
                    <a:pt x="2210385" y="6893"/>
                  </a:lnTo>
                  <a:lnTo>
                    <a:pt x="2244325" y="6431"/>
                  </a:lnTo>
                  <a:lnTo>
                    <a:pt x="2277406" y="5981"/>
                  </a:lnTo>
                  <a:lnTo>
                    <a:pt x="2309670" y="5542"/>
                  </a:lnTo>
                  <a:lnTo>
                    <a:pt x="2341156" y="5114"/>
                  </a:lnTo>
                  <a:lnTo>
                    <a:pt x="2371902" y="4695"/>
                  </a:lnTo>
                  <a:lnTo>
                    <a:pt x="2401940" y="4287"/>
                  </a:lnTo>
                  <a:lnTo>
                    <a:pt x="2431304" y="3887"/>
                  </a:lnTo>
                  <a:lnTo>
                    <a:pt x="2460022" y="3497"/>
                  </a:lnTo>
                  <a:lnTo>
                    <a:pt x="2488123" y="3114"/>
                  </a:lnTo>
                  <a:lnTo>
                    <a:pt x="2515632" y="2740"/>
                  </a:lnTo>
                  <a:lnTo>
                    <a:pt x="2542573" y="2373"/>
                  </a:lnTo>
                  <a:lnTo>
                    <a:pt x="2568971" y="2014"/>
                  </a:lnTo>
                  <a:lnTo>
                    <a:pt x="2594845" y="1662"/>
                  </a:lnTo>
                  <a:lnTo>
                    <a:pt x="2620217" y="1317"/>
                  </a:lnTo>
                  <a:lnTo>
                    <a:pt x="2645106" y="978"/>
                  </a:lnTo>
                  <a:lnTo>
                    <a:pt x="2669530" y="646"/>
                  </a:lnTo>
                  <a:lnTo>
                    <a:pt x="2693505" y="320"/>
                  </a:lnTo>
                  <a:lnTo>
                    <a:pt x="271704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5109916" y="2124302"/>
              <a:ext cx="2717049" cy="58027"/>
            </a:xfrm>
            <a:custGeom>
              <a:avLst/>
              <a:pathLst>
                <a:path w="2717049" h="58027">
                  <a:moveTo>
                    <a:pt x="0" y="0"/>
                  </a:moveTo>
                  <a:lnTo>
                    <a:pt x="174475" y="3726"/>
                  </a:lnTo>
                  <a:lnTo>
                    <a:pt x="328373" y="7013"/>
                  </a:lnTo>
                  <a:lnTo>
                    <a:pt x="466040" y="9953"/>
                  </a:lnTo>
                  <a:lnTo>
                    <a:pt x="590574" y="12612"/>
                  </a:lnTo>
                  <a:lnTo>
                    <a:pt x="704266" y="15040"/>
                  </a:lnTo>
                  <a:lnTo>
                    <a:pt x="808851" y="17274"/>
                  </a:lnTo>
                  <a:lnTo>
                    <a:pt x="905683" y="19342"/>
                  </a:lnTo>
                  <a:lnTo>
                    <a:pt x="995830" y="21267"/>
                  </a:lnTo>
                  <a:lnTo>
                    <a:pt x="1080158" y="23068"/>
                  </a:lnTo>
                  <a:lnTo>
                    <a:pt x="1159372" y="24760"/>
                  </a:lnTo>
                  <a:lnTo>
                    <a:pt x="1234056" y="26355"/>
                  </a:lnTo>
                  <a:lnTo>
                    <a:pt x="1304702" y="27864"/>
                  </a:lnTo>
                  <a:lnTo>
                    <a:pt x="1371723" y="29295"/>
                  </a:lnTo>
                  <a:lnTo>
                    <a:pt x="1435473" y="30657"/>
                  </a:lnTo>
                  <a:lnTo>
                    <a:pt x="1496257" y="31955"/>
                  </a:lnTo>
                  <a:lnTo>
                    <a:pt x="1554339" y="33195"/>
                  </a:lnTo>
                  <a:lnTo>
                    <a:pt x="1609949" y="34383"/>
                  </a:lnTo>
                  <a:lnTo>
                    <a:pt x="1663288" y="35522"/>
                  </a:lnTo>
                  <a:lnTo>
                    <a:pt x="1714534" y="36616"/>
                  </a:lnTo>
                  <a:lnTo>
                    <a:pt x="1763847" y="37670"/>
                  </a:lnTo>
                  <a:lnTo>
                    <a:pt x="1811366" y="38684"/>
                  </a:lnTo>
                  <a:lnTo>
                    <a:pt x="1857217" y="39664"/>
                  </a:lnTo>
                  <a:lnTo>
                    <a:pt x="1901513" y="40610"/>
                  </a:lnTo>
                  <a:lnTo>
                    <a:pt x="1944357" y="41525"/>
                  </a:lnTo>
                  <a:lnTo>
                    <a:pt x="1985841" y="42411"/>
                  </a:lnTo>
                  <a:lnTo>
                    <a:pt x="2026048" y="43269"/>
                  </a:lnTo>
                  <a:lnTo>
                    <a:pt x="2065055" y="44102"/>
                  </a:lnTo>
                  <a:lnTo>
                    <a:pt x="2102930" y="44911"/>
                  </a:lnTo>
                  <a:lnTo>
                    <a:pt x="2139739" y="45697"/>
                  </a:lnTo>
                  <a:lnTo>
                    <a:pt x="2175539" y="46462"/>
                  </a:lnTo>
                  <a:lnTo>
                    <a:pt x="2210385" y="47206"/>
                  </a:lnTo>
                  <a:lnTo>
                    <a:pt x="2244325" y="47931"/>
                  </a:lnTo>
                  <a:lnTo>
                    <a:pt x="2277406" y="48638"/>
                  </a:lnTo>
                  <a:lnTo>
                    <a:pt x="2309670" y="49327"/>
                  </a:lnTo>
                  <a:lnTo>
                    <a:pt x="2341156" y="49999"/>
                  </a:lnTo>
                  <a:lnTo>
                    <a:pt x="2371902" y="50656"/>
                  </a:lnTo>
                  <a:lnTo>
                    <a:pt x="2401940" y="51297"/>
                  </a:lnTo>
                  <a:lnTo>
                    <a:pt x="2431304" y="51924"/>
                  </a:lnTo>
                  <a:lnTo>
                    <a:pt x="2460022" y="52538"/>
                  </a:lnTo>
                  <a:lnTo>
                    <a:pt x="2488123" y="53138"/>
                  </a:lnTo>
                  <a:lnTo>
                    <a:pt x="2515632" y="53725"/>
                  </a:lnTo>
                  <a:lnTo>
                    <a:pt x="2542573" y="54301"/>
                  </a:lnTo>
                  <a:lnTo>
                    <a:pt x="2568971" y="54864"/>
                  </a:lnTo>
                  <a:lnTo>
                    <a:pt x="2594845" y="55417"/>
                  </a:lnTo>
                  <a:lnTo>
                    <a:pt x="2620217" y="55959"/>
                  </a:lnTo>
                  <a:lnTo>
                    <a:pt x="2645106" y="56491"/>
                  </a:lnTo>
                  <a:lnTo>
                    <a:pt x="2669530" y="57012"/>
                  </a:lnTo>
                  <a:lnTo>
                    <a:pt x="2693505" y="57524"/>
                  </a:lnTo>
                  <a:lnTo>
                    <a:pt x="2717049" y="5802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rc199"/>
            <p:cNvSpPr/>
            <p:nvPr/>
          </p:nvSpPr>
          <p:spPr>
            <a:xfrm>
              <a:off x="4913885" y="1353673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913885" y="1353673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4875928" y="235115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4875928" y="194205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4875928" y="153296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4913885" y="2591912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5109916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6015599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6921282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7826966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tx209"/>
            <p:cNvSpPr/>
            <p:nvPr/>
          </p:nvSpPr>
          <p:spPr>
            <a:xfrm>
              <a:off x="5071054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11" name="tx210"/>
            <p:cNvSpPr/>
            <p:nvPr/>
          </p:nvSpPr>
          <p:spPr>
            <a:xfrm>
              <a:off x="5976737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12" name="tx211"/>
            <p:cNvSpPr/>
            <p:nvPr/>
          </p:nvSpPr>
          <p:spPr>
            <a:xfrm>
              <a:off x="6882420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13" name="tx212"/>
            <p:cNvSpPr/>
            <p:nvPr/>
          </p:nvSpPr>
          <p:spPr>
            <a:xfrm>
              <a:off x="7788104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14" name="tx213"/>
            <p:cNvSpPr/>
            <p:nvPr/>
          </p:nvSpPr>
          <p:spPr>
            <a:xfrm>
              <a:off x="6106645" y="2873100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15" name="tx214"/>
            <p:cNvSpPr/>
            <p:nvPr/>
          </p:nvSpPr>
          <p:spPr>
            <a:xfrm>
              <a:off x="4913885" y="1110514"/>
              <a:ext cx="1411559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16" name="rc215"/>
            <p:cNvSpPr/>
            <p:nvPr/>
          </p:nvSpPr>
          <p:spPr>
            <a:xfrm>
              <a:off x="1503277" y="3480885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1636927" y="451525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1708025" y="438365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1730574" y="457508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1658777" y="445637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1624466" y="448116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1624508" y="436681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1731312" y="407436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1646721" y="445754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1615777" y="441483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1720408" y="436767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537835" y="458387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615753" y="462732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605158" y="358464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602935" y="451334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518918" y="453413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592798" y="438996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618752" y="453318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592185" y="453889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00273" y="399223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550559" y="411438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631198" y="431104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541999" y="438466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639597" y="424940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572608" y="443839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602949" y="446121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565025" y="434556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632088" y="386361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533334" y="408701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425955" y="433365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543805" y="423769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506448" y="461567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520161" y="460788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506760" y="442644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484164" y="461900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510894" y="376996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481684" y="463354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461877" y="418815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486649" y="360695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511420" y="350786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534096" y="417460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511838" y="405657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548745" y="401436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514017" y="404834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452077" y="455045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423888" y="400323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426085" y="438234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503181" y="440051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500966" y="421984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4329879" y="420671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4335949" y="430416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4402541" y="423701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4324653" y="450201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4377045" y="400710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4361235" y="432401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4362546" y="443098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4440101" y="415914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4322764" y="409603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4430630" y="383367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4414318" y="385459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4358573" y="383722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4426952" y="393231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4428252" y="416599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4415413" y="419433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4392236" y="409996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4322348" y="406481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4396376" y="405138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4447975" y="388194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4430096" y="399414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4375055" y="403407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4407516" y="385527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4451776" y="406480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4375941" y="390273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1709304" y="4170298"/>
              <a:ext cx="2706846" cy="449002"/>
            </a:xfrm>
            <a:custGeom>
              <a:avLst/>
              <a:pathLst>
                <a:path w="2706846" h="449002">
                  <a:moveTo>
                    <a:pt x="0" y="449002"/>
                  </a:moveTo>
                  <a:lnTo>
                    <a:pt x="173820" y="420170"/>
                  </a:lnTo>
                  <a:lnTo>
                    <a:pt x="327140" y="394737"/>
                  </a:lnTo>
                  <a:lnTo>
                    <a:pt x="464290" y="371988"/>
                  </a:lnTo>
                  <a:lnTo>
                    <a:pt x="588357" y="351408"/>
                  </a:lnTo>
                  <a:lnTo>
                    <a:pt x="701621" y="332620"/>
                  </a:lnTo>
                  <a:lnTo>
                    <a:pt x="805814" y="315337"/>
                  </a:lnTo>
                  <a:lnTo>
                    <a:pt x="902282" y="299335"/>
                  </a:lnTo>
                  <a:lnTo>
                    <a:pt x="992091" y="284438"/>
                  </a:lnTo>
                  <a:lnTo>
                    <a:pt x="1076102" y="270502"/>
                  </a:lnTo>
                  <a:lnTo>
                    <a:pt x="1155018" y="257412"/>
                  </a:lnTo>
                  <a:lnTo>
                    <a:pt x="1229422" y="245070"/>
                  </a:lnTo>
                  <a:lnTo>
                    <a:pt x="1299802" y="233395"/>
                  </a:lnTo>
                  <a:lnTo>
                    <a:pt x="1366572" y="222320"/>
                  </a:lnTo>
                  <a:lnTo>
                    <a:pt x="1430083" y="211785"/>
                  </a:lnTo>
                  <a:lnTo>
                    <a:pt x="1490639" y="201740"/>
                  </a:lnTo>
                  <a:lnTo>
                    <a:pt x="1548503" y="192142"/>
                  </a:lnTo>
                  <a:lnTo>
                    <a:pt x="1603903" y="182952"/>
                  </a:lnTo>
                  <a:lnTo>
                    <a:pt x="1657042" y="174138"/>
                  </a:lnTo>
                  <a:lnTo>
                    <a:pt x="1708096" y="165669"/>
                  </a:lnTo>
                  <a:lnTo>
                    <a:pt x="1757223" y="157520"/>
                  </a:lnTo>
                  <a:lnTo>
                    <a:pt x="1804564" y="149667"/>
                  </a:lnTo>
                  <a:lnTo>
                    <a:pt x="1850243" y="142090"/>
                  </a:lnTo>
                  <a:lnTo>
                    <a:pt x="1894373" y="134770"/>
                  </a:lnTo>
                  <a:lnTo>
                    <a:pt x="1937056" y="127690"/>
                  </a:lnTo>
                  <a:lnTo>
                    <a:pt x="1978384" y="120834"/>
                  </a:lnTo>
                  <a:lnTo>
                    <a:pt x="2018440" y="114190"/>
                  </a:lnTo>
                  <a:lnTo>
                    <a:pt x="2057300" y="107744"/>
                  </a:lnTo>
                  <a:lnTo>
                    <a:pt x="2095034" y="101485"/>
                  </a:lnTo>
                  <a:lnTo>
                    <a:pt x="2131704" y="95402"/>
                  </a:lnTo>
                  <a:lnTo>
                    <a:pt x="2167370" y="89486"/>
                  </a:lnTo>
                  <a:lnTo>
                    <a:pt x="2202085" y="83728"/>
                  </a:lnTo>
                  <a:lnTo>
                    <a:pt x="2235897" y="78119"/>
                  </a:lnTo>
                  <a:lnTo>
                    <a:pt x="2268854" y="72652"/>
                  </a:lnTo>
                  <a:lnTo>
                    <a:pt x="2300997" y="67320"/>
                  </a:lnTo>
                  <a:lnTo>
                    <a:pt x="2332365" y="62117"/>
                  </a:lnTo>
                  <a:lnTo>
                    <a:pt x="2362995" y="57036"/>
                  </a:lnTo>
                  <a:lnTo>
                    <a:pt x="2392921" y="52072"/>
                  </a:lnTo>
                  <a:lnTo>
                    <a:pt x="2422174" y="47220"/>
                  </a:lnTo>
                  <a:lnTo>
                    <a:pt x="2450785" y="42474"/>
                  </a:lnTo>
                  <a:lnTo>
                    <a:pt x="2478780" y="37830"/>
                  </a:lnTo>
                  <a:lnTo>
                    <a:pt x="2506185" y="33284"/>
                  </a:lnTo>
                  <a:lnTo>
                    <a:pt x="2533026" y="28832"/>
                  </a:lnTo>
                  <a:lnTo>
                    <a:pt x="2559324" y="24470"/>
                  </a:lnTo>
                  <a:lnTo>
                    <a:pt x="2585101" y="20194"/>
                  </a:lnTo>
                  <a:lnTo>
                    <a:pt x="2610378" y="16001"/>
                  </a:lnTo>
                  <a:lnTo>
                    <a:pt x="2635174" y="11888"/>
                  </a:lnTo>
                  <a:lnTo>
                    <a:pt x="2659506" y="7852"/>
                  </a:lnTo>
                  <a:lnTo>
                    <a:pt x="2683391" y="3890"/>
                  </a:lnTo>
                  <a:lnTo>
                    <a:pt x="270684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1709304" y="4082184"/>
              <a:ext cx="2706846" cy="433555"/>
            </a:xfrm>
            <a:custGeom>
              <a:avLst/>
              <a:pathLst>
                <a:path w="2706846" h="433555">
                  <a:moveTo>
                    <a:pt x="0" y="433555"/>
                  </a:moveTo>
                  <a:lnTo>
                    <a:pt x="173820" y="405714"/>
                  </a:lnTo>
                  <a:lnTo>
                    <a:pt x="327140" y="381157"/>
                  </a:lnTo>
                  <a:lnTo>
                    <a:pt x="464290" y="359189"/>
                  </a:lnTo>
                  <a:lnTo>
                    <a:pt x="588357" y="339318"/>
                  </a:lnTo>
                  <a:lnTo>
                    <a:pt x="701621" y="321176"/>
                  </a:lnTo>
                  <a:lnTo>
                    <a:pt x="805814" y="304488"/>
                  </a:lnTo>
                  <a:lnTo>
                    <a:pt x="902282" y="289036"/>
                  </a:lnTo>
                  <a:lnTo>
                    <a:pt x="992091" y="274652"/>
                  </a:lnTo>
                  <a:lnTo>
                    <a:pt x="1076102" y="261196"/>
                  </a:lnTo>
                  <a:lnTo>
                    <a:pt x="1155018" y="248556"/>
                  </a:lnTo>
                  <a:lnTo>
                    <a:pt x="1229422" y="236638"/>
                  </a:lnTo>
                  <a:lnTo>
                    <a:pt x="1299802" y="225365"/>
                  </a:lnTo>
                  <a:lnTo>
                    <a:pt x="1366572" y="214671"/>
                  </a:lnTo>
                  <a:lnTo>
                    <a:pt x="1430083" y="204498"/>
                  </a:lnTo>
                  <a:lnTo>
                    <a:pt x="1490639" y="194799"/>
                  </a:lnTo>
                  <a:lnTo>
                    <a:pt x="1548503" y="185531"/>
                  </a:lnTo>
                  <a:lnTo>
                    <a:pt x="1603903" y="176658"/>
                  </a:lnTo>
                  <a:lnTo>
                    <a:pt x="1657042" y="168146"/>
                  </a:lnTo>
                  <a:lnTo>
                    <a:pt x="1708096" y="159969"/>
                  </a:lnTo>
                  <a:lnTo>
                    <a:pt x="1757223" y="152100"/>
                  </a:lnTo>
                  <a:lnTo>
                    <a:pt x="1804564" y="144518"/>
                  </a:lnTo>
                  <a:lnTo>
                    <a:pt x="1850243" y="137202"/>
                  </a:lnTo>
                  <a:lnTo>
                    <a:pt x="1894373" y="130133"/>
                  </a:lnTo>
                  <a:lnTo>
                    <a:pt x="1937056" y="123297"/>
                  </a:lnTo>
                  <a:lnTo>
                    <a:pt x="1978384" y="116677"/>
                  </a:lnTo>
                  <a:lnTo>
                    <a:pt x="2018440" y="110261"/>
                  </a:lnTo>
                  <a:lnTo>
                    <a:pt x="2057300" y="104037"/>
                  </a:lnTo>
                  <a:lnTo>
                    <a:pt x="2095034" y="97993"/>
                  </a:lnTo>
                  <a:lnTo>
                    <a:pt x="2131704" y="92120"/>
                  </a:lnTo>
                  <a:lnTo>
                    <a:pt x="2167370" y="86407"/>
                  </a:lnTo>
                  <a:lnTo>
                    <a:pt x="2202085" y="80847"/>
                  </a:lnTo>
                  <a:lnTo>
                    <a:pt x="2235897" y="75431"/>
                  </a:lnTo>
                  <a:lnTo>
                    <a:pt x="2268854" y="70153"/>
                  </a:lnTo>
                  <a:lnTo>
                    <a:pt x="2300997" y="65004"/>
                  </a:lnTo>
                  <a:lnTo>
                    <a:pt x="2332365" y="59980"/>
                  </a:lnTo>
                  <a:lnTo>
                    <a:pt x="2362995" y="55074"/>
                  </a:lnTo>
                  <a:lnTo>
                    <a:pt x="2392921" y="50281"/>
                  </a:lnTo>
                  <a:lnTo>
                    <a:pt x="2422174" y="45595"/>
                  </a:lnTo>
                  <a:lnTo>
                    <a:pt x="2450785" y="41013"/>
                  </a:lnTo>
                  <a:lnTo>
                    <a:pt x="2478780" y="36529"/>
                  </a:lnTo>
                  <a:lnTo>
                    <a:pt x="2506185" y="32139"/>
                  </a:lnTo>
                  <a:lnTo>
                    <a:pt x="2533026" y="27840"/>
                  </a:lnTo>
                  <a:lnTo>
                    <a:pt x="2559324" y="23628"/>
                  </a:lnTo>
                  <a:lnTo>
                    <a:pt x="2585101" y="19499"/>
                  </a:lnTo>
                  <a:lnTo>
                    <a:pt x="2610378" y="15451"/>
                  </a:lnTo>
                  <a:lnTo>
                    <a:pt x="2635174" y="11479"/>
                  </a:lnTo>
                  <a:lnTo>
                    <a:pt x="2659506" y="7582"/>
                  </a:lnTo>
                  <a:lnTo>
                    <a:pt x="2683391" y="3756"/>
                  </a:lnTo>
                  <a:lnTo>
                    <a:pt x="270684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1709304" y="4260125"/>
              <a:ext cx="2706846" cy="340773"/>
            </a:xfrm>
            <a:custGeom>
              <a:avLst/>
              <a:pathLst>
                <a:path w="2706846" h="340773">
                  <a:moveTo>
                    <a:pt x="0" y="340773"/>
                  </a:moveTo>
                  <a:lnTo>
                    <a:pt x="173820" y="318890"/>
                  </a:lnTo>
                  <a:lnTo>
                    <a:pt x="327140" y="299588"/>
                  </a:lnTo>
                  <a:lnTo>
                    <a:pt x="464290" y="282322"/>
                  </a:lnTo>
                  <a:lnTo>
                    <a:pt x="588357" y="266703"/>
                  </a:lnTo>
                  <a:lnTo>
                    <a:pt x="701621" y="252444"/>
                  </a:lnTo>
                  <a:lnTo>
                    <a:pt x="805814" y="239327"/>
                  </a:lnTo>
                  <a:lnTo>
                    <a:pt x="902282" y="227182"/>
                  </a:lnTo>
                  <a:lnTo>
                    <a:pt x="992091" y="215876"/>
                  </a:lnTo>
                  <a:lnTo>
                    <a:pt x="1076102" y="205299"/>
                  </a:lnTo>
                  <a:lnTo>
                    <a:pt x="1155018" y="195364"/>
                  </a:lnTo>
                  <a:lnTo>
                    <a:pt x="1229422" y="185997"/>
                  </a:lnTo>
                  <a:lnTo>
                    <a:pt x="1299802" y="177137"/>
                  </a:lnTo>
                  <a:lnTo>
                    <a:pt x="1366572" y="168731"/>
                  </a:lnTo>
                  <a:lnTo>
                    <a:pt x="1430083" y="160735"/>
                  </a:lnTo>
                  <a:lnTo>
                    <a:pt x="1490639" y="153112"/>
                  </a:lnTo>
                  <a:lnTo>
                    <a:pt x="1548503" y="145827"/>
                  </a:lnTo>
                  <a:lnTo>
                    <a:pt x="1603903" y="138853"/>
                  </a:lnTo>
                  <a:lnTo>
                    <a:pt x="1657042" y="132163"/>
                  </a:lnTo>
                  <a:lnTo>
                    <a:pt x="1708096" y="125735"/>
                  </a:lnTo>
                  <a:lnTo>
                    <a:pt x="1757223" y="119551"/>
                  </a:lnTo>
                  <a:lnTo>
                    <a:pt x="1804564" y="113591"/>
                  </a:lnTo>
                  <a:lnTo>
                    <a:pt x="1850243" y="107840"/>
                  </a:lnTo>
                  <a:lnTo>
                    <a:pt x="1894373" y="102284"/>
                  </a:lnTo>
                  <a:lnTo>
                    <a:pt x="1937056" y="96911"/>
                  </a:lnTo>
                  <a:lnTo>
                    <a:pt x="1978384" y="91708"/>
                  </a:lnTo>
                  <a:lnTo>
                    <a:pt x="2018440" y="86665"/>
                  </a:lnTo>
                  <a:lnTo>
                    <a:pt x="2057300" y="81773"/>
                  </a:lnTo>
                  <a:lnTo>
                    <a:pt x="2095034" y="77022"/>
                  </a:lnTo>
                  <a:lnTo>
                    <a:pt x="2131704" y="72406"/>
                  </a:lnTo>
                  <a:lnTo>
                    <a:pt x="2167370" y="67916"/>
                  </a:lnTo>
                  <a:lnTo>
                    <a:pt x="2202085" y="63546"/>
                  </a:lnTo>
                  <a:lnTo>
                    <a:pt x="2235897" y="59289"/>
                  </a:lnTo>
                  <a:lnTo>
                    <a:pt x="2268854" y="55140"/>
                  </a:lnTo>
                  <a:lnTo>
                    <a:pt x="2300997" y="51093"/>
                  </a:lnTo>
                  <a:lnTo>
                    <a:pt x="2332365" y="47144"/>
                  </a:lnTo>
                  <a:lnTo>
                    <a:pt x="2362995" y="43288"/>
                  </a:lnTo>
                  <a:lnTo>
                    <a:pt x="2392921" y="39521"/>
                  </a:lnTo>
                  <a:lnTo>
                    <a:pt x="2422174" y="35838"/>
                  </a:lnTo>
                  <a:lnTo>
                    <a:pt x="2450785" y="32236"/>
                  </a:lnTo>
                  <a:lnTo>
                    <a:pt x="2478780" y="28712"/>
                  </a:lnTo>
                  <a:lnTo>
                    <a:pt x="2506185" y="25261"/>
                  </a:lnTo>
                  <a:lnTo>
                    <a:pt x="2533026" y="21882"/>
                  </a:lnTo>
                  <a:lnTo>
                    <a:pt x="2559324" y="18572"/>
                  </a:lnTo>
                  <a:lnTo>
                    <a:pt x="2585101" y="15326"/>
                  </a:lnTo>
                  <a:lnTo>
                    <a:pt x="2610378" y="12144"/>
                  </a:lnTo>
                  <a:lnTo>
                    <a:pt x="2635174" y="9023"/>
                  </a:lnTo>
                  <a:lnTo>
                    <a:pt x="2659506" y="5959"/>
                  </a:lnTo>
                  <a:lnTo>
                    <a:pt x="2683391" y="2952"/>
                  </a:lnTo>
                  <a:lnTo>
                    <a:pt x="270684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709304" y="3843306"/>
              <a:ext cx="2706846" cy="474858"/>
            </a:xfrm>
            <a:custGeom>
              <a:avLst/>
              <a:pathLst>
                <a:path w="2706846" h="474858">
                  <a:moveTo>
                    <a:pt x="0" y="474858"/>
                  </a:moveTo>
                  <a:lnTo>
                    <a:pt x="173820" y="444365"/>
                  </a:lnTo>
                  <a:lnTo>
                    <a:pt x="327140" y="417468"/>
                  </a:lnTo>
                  <a:lnTo>
                    <a:pt x="464290" y="393408"/>
                  </a:lnTo>
                  <a:lnTo>
                    <a:pt x="588357" y="371644"/>
                  </a:lnTo>
                  <a:lnTo>
                    <a:pt x="701621" y="351774"/>
                  </a:lnTo>
                  <a:lnTo>
                    <a:pt x="805814" y="333495"/>
                  </a:lnTo>
                  <a:lnTo>
                    <a:pt x="902282" y="316572"/>
                  </a:lnTo>
                  <a:lnTo>
                    <a:pt x="992091" y="300817"/>
                  </a:lnTo>
                  <a:lnTo>
                    <a:pt x="1076102" y="286079"/>
                  </a:lnTo>
                  <a:lnTo>
                    <a:pt x="1155018" y="272235"/>
                  </a:lnTo>
                  <a:lnTo>
                    <a:pt x="1229422" y="259182"/>
                  </a:lnTo>
                  <a:lnTo>
                    <a:pt x="1299802" y="246835"/>
                  </a:lnTo>
                  <a:lnTo>
                    <a:pt x="1366572" y="235122"/>
                  </a:lnTo>
                  <a:lnTo>
                    <a:pt x="1430083" y="223981"/>
                  </a:lnTo>
                  <a:lnTo>
                    <a:pt x="1490639" y="213357"/>
                  </a:lnTo>
                  <a:lnTo>
                    <a:pt x="1548503" y="203206"/>
                  </a:lnTo>
                  <a:lnTo>
                    <a:pt x="1603903" y="193487"/>
                  </a:lnTo>
                  <a:lnTo>
                    <a:pt x="1657042" y="184165"/>
                  </a:lnTo>
                  <a:lnTo>
                    <a:pt x="1708096" y="175209"/>
                  </a:lnTo>
                  <a:lnTo>
                    <a:pt x="1757223" y="166591"/>
                  </a:lnTo>
                  <a:lnTo>
                    <a:pt x="1804564" y="158286"/>
                  </a:lnTo>
                  <a:lnTo>
                    <a:pt x="1850243" y="150272"/>
                  </a:lnTo>
                  <a:lnTo>
                    <a:pt x="1894373" y="142531"/>
                  </a:lnTo>
                  <a:lnTo>
                    <a:pt x="1937056" y="135043"/>
                  </a:lnTo>
                  <a:lnTo>
                    <a:pt x="1978384" y="127793"/>
                  </a:lnTo>
                  <a:lnTo>
                    <a:pt x="2018440" y="120766"/>
                  </a:lnTo>
                  <a:lnTo>
                    <a:pt x="2057300" y="113949"/>
                  </a:lnTo>
                  <a:lnTo>
                    <a:pt x="2095034" y="107329"/>
                  </a:lnTo>
                  <a:lnTo>
                    <a:pt x="2131704" y="100896"/>
                  </a:lnTo>
                  <a:lnTo>
                    <a:pt x="2167370" y="94639"/>
                  </a:lnTo>
                  <a:lnTo>
                    <a:pt x="2202085" y="88549"/>
                  </a:lnTo>
                  <a:lnTo>
                    <a:pt x="2235897" y="82617"/>
                  </a:lnTo>
                  <a:lnTo>
                    <a:pt x="2268854" y="76836"/>
                  </a:lnTo>
                  <a:lnTo>
                    <a:pt x="2300997" y="71197"/>
                  </a:lnTo>
                  <a:lnTo>
                    <a:pt x="2332365" y="65694"/>
                  </a:lnTo>
                  <a:lnTo>
                    <a:pt x="2362995" y="60321"/>
                  </a:lnTo>
                  <a:lnTo>
                    <a:pt x="2392921" y="55071"/>
                  </a:lnTo>
                  <a:lnTo>
                    <a:pt x="2422174" y="49939"/>
                  </a:lnTo>
                  <a:lnTo>
                    <a:pt x="2450785" y="44920"/>
                  </a:lnTo>
                  <a:lnTo>
                    <a:pt x="2478780" y="40009"/>
                  </a:lnTo>
                  <a:lnTo>
                    <a:pt x="2506185" y="35201"/>
                  </a:lnTo>
                  <a:lnTo>
                    <a:pt x="2533026" y="30493"/>
                  </a:lnTo>
                  <a:lnTo>
                    <a:pt x="2559324" y="25879"/>
                  </a:lnTo>
                  <a:lnTo>
                    <a:pt x="2585101" y="21357"/>
                  </a:lnTo>
                  <a:lnTo>
                    <a:pt x="2610378" y="16923"/>
                  </a:lnTo>
                  <a:lnTo>
                    <a:pt x="2635174" y="12573"/>
                  </a:lnTo>
                  <a:lnTo>
                    <a:pt x="2659506" y="8304"/>
                  </a:lnTo>
                  <a:lnTo>
                    <a:pt x="2683391" y="4114"/>
                  </a:lnTo>
                  <a:lnTo>
                    <a:pt x="270684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709304" y="4139809"/>
              <a:ext cx="2706846" cy="353667"/>
            </a:xfrm>
            <a:custGeom>
              <a:avLst/>
              <a:pathLst>
                <a:path w="2706846" h="353667">
                  <a:moveTo>
                    <a:pt x="0" y="353667"/>
                  </a:moveTo>
                  <a:lnTo>
                    <a:pt x="173820" y="330957"/>
                  </a:lnTo>
                  <a:lnTo>
                    <a:pt x="327140" y="310924"/>
                  </a:lnTo>
                  <a:lnTo>
                    <a:pt x="464290" y="293005"/>
                  </a:lnTo>
                  <a:lnTo>
                    <a:pt x="588357" y="276794"/>
                  </a:lnTo>
                  <a:lnTo>
                    <a:pt x="701621" y="261996"/>
                  </a:lnTo>
                  <a:lnTo>
                    <a:pt x="805814" y="248382"/>
                  </a:lnTo>
                  <a:lnTo>
                    <a:pt x="902282" y="235778"/>
                  </a:lnTo>
                  <a:lnTo>
                    <a:pt x="992091" y="224044"/>
                  </a:lnTo>
                  <a:lnTo>
                    <a:pt x="1076102" y="213067"/>
                  </a:lnTo>
                  <a:lnTo>
                    <a:pt x="1155018" y="202756"/>
                  </a:lnTo>
                  <a:lnTo>
                    <a:pt x="1229422" y="193035"/>
                  </a:lnTo>
                  <a:lnTo>
                    <a:pt x="1299802" y="183839"/>
                  </a:lnTo>
                  <a:lnTo>
                    <a:pt x="1366572" y="175115"/>
                  </a:lnTo>
                  <a:lnTo>
                    <a:pt x="1430083" y="166817"/>
                  </a:lnTo>
                  <a:lnTo>
                    <a:pt x="1490639" y="158905"/>
                  </a:lnTo>
                  <a:lnTo>
                    <a:pt x="1548503" y="151345"/>
                  </a:lnTo>
                  <a:lnTo>
                    <a:pt x="1603903" y="144106"/>
                  </a:lnTo>
                  <a:lnTo>
                    <a:pt x="1657042" y="137164"/>
                  </a:lnTo>
                  <a:lnTo>
                    <a:pt x="1708096" y="130493"/>
                  </a:lnTo>
                  <a:lnTo>
                    <a:pt x="1757223" y="124074"/>
                  </a:lnTo>
                  <a:lnTo>
                    <a:pt x="1804564" y="117889"/>
                  </a:lnTo>
                  <a:lnTo>
                    <a:pt x="1850243" y="111921"/>
                  </a:lnTo>
                  <a:lnTo>
                    <a:pt x="1894373" y="106155"/>
                  </a:lnTo>
                  <a:lnTo>
                    <a:pt x="1937056" y="100578"/>
                  </a:lnTo>
                  <a:lnTo>
                    <a:pt x="1978384" y="95178"/>
                  </a:lnTo>
                  <a:lnTo>
                    <a:pt x="2018440" y="89944"/>
                  </a:lnTo>
                  <a:lnTo>
                    <a:pt x="2057300" y="84867"/>
                  </a:lnTo>
                  <a:lnTo>
                    <a:pt x="2095034" y="79937"/>
                  </a:lnTo>
                  <a:lnTo>
                    <a:pt x="2131704" y="75146"/>
                  </a:lnTo>
                  <a:lnTo>
                    <a:pt x="2167370" y="70486"/>
                  </a:lnTo>
                  <a:lnTo>
                    <a:pt x="2202085" y="65950"/>
                  </a:lnTo>
                  <a:lnTo>
                    <a:pt x="2235897" y="61532"/>
                  </a:lnTo>
                  <a:lnTo>
                    <a:pt x="2268854" y="57226"/>
                  </a:lnTo>
                  <a:lnTo>
                    <a:pt x="2300997" y="53026"/>
                  </a:lnTo>
                  <a:lnTo>
                    <a:pt x="2332365" y="48928"/>
                  </a:lnTo>
                  <a:lnTo>
                    <a:pt x="2362995" y="44926"/>
                  </a:lnTo>
                  <a:lnTo>
                    <a:pt x="2392921" y="41016"/>
                  </a:lnTo>
                  <a:lnTo>
                    <a:pt x="2422174" y="37194"/>
                  </a:lnTo>
                  <a:lnTo>
                    <a:pt x="2450785" y="33456"/>
                  </a:lnTo>
                  <a:lnTo>
                    <a:pt x="2478780" y="29798"/>
                  </a:lnTo>
                  <a:lnTo>
                    <a:pt x="2506185" y="26217"/>
                  </a:lnTo>
                  <a:lnTo>
                    <a:pt x="2533026" y="22710"/>
                  </a:lnTo>
                  <a:lnTo>
                    <a:pt x="2559324" y="19274"/>
                  </a:lnTo>
                  <a:lnTo>
                    <a:pt x="2585101" y="15906"/>
                  </a:lnTo>
                  <a:lnTo>
                    <a:pt x="2610378" y="12604"/>
                  </a:lnTo>
                  <a:lnTo>
                    <a:pt x="2635174" y="9364"/>
                  </a:lnTo>
                  <a:lnTo>
                    <a:pt x="2659506" y="6185"/>
                  </a:lnTo>
                  <a:lnTo>
                    <a:pt x="2683391" y="3064"/>
                  </a:lnTo>
                  <a:lnTo>
                    <a:pt x="270684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709304" y="3943579"/>
              <a:ext cx="2706846" cy="318333"/>
            </a:xfrm>
            <a:custGeom>
              <a:avLst/>
              <a:pathLst>
                <a:path w="2706846" h="318333">
                  <a:moveTo>
                    <a:pt x="0" y="318333"/>
                  </a:moveTo>
                  <a:lnTo>
                    <a:pt x="173820" y="297891"/>
                  </a:lnTo>
                  <a:lnTo>
                    <a:pt x="327140" y="279860"/>
                  </a:lnTo>
                  <a:lnTo>
                    <a:pt x="464290" y="263731"/>
                  </a:lnTo>
                  <a:lnTo>
                    <a:pt x="588357" y="249140"/>
                  </a:lnTo>
                  <a:lnTo>
                    <a:pt x="701621" y="235820"/>
                  </a:lnTo>
                  <a:lnTo>
                    <a:pt x="805814" y="223567"/>
                  </a:lnTo>
                  <a:lnTo>
                    <a:pt x="902282" y="212222"/>
                  </a:lnTo>
                  <a:lnTo>
                    <a:pt x="992091" y="201660"/>
                  </a:lnTo>
                  <a:lnTo>
                    <a:pt x="1076102" y="191780"/>
                  </a:lnTo>
                  <a:lnTo>
                    <a:pt x="1155018" y="182499"/>
                  </a:lnTo>
                  <a:lnTo>
                    <a:pt x="1229422" y="173749"/>
                  </a:lnTo>
                  <a:lnTo>
                    <a:pt x="1299802" y="165472"/>
                  </a:lnTo>
                  <a:lnTo>
                    <a:pt x="1366572" y="157620"/>
                  </a:lnTo>
                  <a:lnTo>
                    <a:pt x="1430083" y="150151"/>
                  </a:lnTo>
                  <a:lnTo>
                    <a:pt x="1490639" y="143029"/>
                  </a:lnTo>
                  <a:lnTo>
                    <a:pt x="1548503" y="136224"/>
                  </a:lnTo>
                  <a:lnTo>
                    <a:pt x="1603903" y="129709"/>
                  </a:lnTo>
                  <a:lnTo>
                    <a:pt x="1657042" y="123460"/>
                  </a:lnTo>
                  <a:lnTo>
                    <a:pt x="1708096" y="117456"/>
                  </a:lnTo>
                  <a:lnTo>
                    <a:pt x="1757223" y="111678"/>
                  </a:lnTo>
                  <a:lnTo>
                    <a:pt x="1804564" y="106111"/>
                  </a:lnTo>
                  <a:lnTo>
                    <a:pt x="1850243" y="100739"/>
                  </a:lnTo>
                  <a:lnTo>
                    <a:pt x="1894373" y="95549"/>
                  </a:lnTo>
                  <a:lnTo>
                    <a:pt x="1937056" y="90529"/>
                  </a:lnTo>
                  <a:lnTo>
                    <a:pt x="1978384" y="85669"/>
                  </a:lnTo>
                  <a:lnTo>
                    <a:pt x="2018440" y="80958"/>
                  </a:lnTo>
                  <a:lnTo>
                    <a:pt x="2057300" y="76388"/>
                  </a:lnTo>
                  <a:lnTo>
                    <a:pt x="2095034" y="71950"/>
                  </a:lnTo>
                  <a:lnTo>
                    <a:pt x="2131704" y="67638"/>
                  </a:lnTo>
                  <a:lnTo>
                    <a:pt x="2167370" y="63444"/>
                  </a:lnTo>
                  <a:lnTo>
                    <a:pt x="2202085" y="59361"/>
                  </a:lnTo>
                  <a:lnTo>
                    <a:pt x="2235897" y="55384"/>
                  </a:lnTo>
                  <a:lnTo>
                    <a:pt x="2268854" y="51509"/>
                  </a:lnTo>
                  <a:lnTo>
                    <a:pt x="2300997" y="47729"/>
                  </a:lnTo>
                  <a:lnTo>
                    <a:pt x="2332365" y="44040"/>
                  </a:lnTo>
                  <a:lnTo>
                    <a:pt x="2362995" y="40437"/>
                  </a:lnTo>
                  <a:lnTo>
                    <a:pt x="2392921" y="36918"/>
                  </a:lnTo>
                  <a:lnTo>
                    <a:pt x="2422174" y="33478"/>
                  </a:lnTo>
                  <a:lnTo>
                    <a:pt x="2450785" y="30113"/>
                  </a:lnTo>
                  <a:lnTo>
                    <a:pt x="2478780" y="26821"/>
                  </a:lnTo>
                  <a:lnTo>
                    <a:pt x="2506185" y="23598"/>
                  </a:lnTo>
                  <a:lnTo>
                    <a:pt x="2533026" y="20441"/>
                  </a:lnTo>
                  <a:lnTo>
                    <a:pt x="2559324" y="17349"/>
                  </a:lnTo>
                  <a:lnTo>
                    <a:pt x="2585101" y="14317"/>
                  </a:lnTo>
                  <a:lnTo>
                    <a:pt x="2610378" y="11344"/>
                  </a:lnTo>
                  <a:lnTo>
                    <a:pt x="2635174" y="8428"/>
                  </a:lnTo>
                  <a:lnTo>
                    <a:pt x="2659506" y="5567"/>
                  </a:lnTo>
                  <a:lnTo>
                    <a:pt x="2683391" y="2758"/>
                  </a:lnTo>
                  <a:lnTo>
                    <a:pt x="270684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709304" y="4055250"/>
              <a:ext cx="2706846" cy="10147"/>
            </a:xfrm>
            <a:custGeom>
              <a:avLst/>
              <a:pathLst>
                <a:path w="2706846" h="10147">
                  <a:moveTo>
                    <a:pt x="0" y="10147"/>
                  </a:moveTo>
                  <a:lnTo>
                    <a:pt x="173820" y="9496"/>
                  </a:lnTo>
                  <a:lnTo>
                    <a:pt x="327140" y="8921"/>
                  </a:lnTo>
                  <a:lnTo>
                    <a:pt x="464290" y="8407"/>
                  </a:lnTo>
                  <a:lnTo>
                    <a:pt x="588357" y="7942"/>
                  </a:lnTo>
                  <a:lnTo>
                    <a:pt x="701621" y="7517"/>
                  </a:lnTo>
                  <a:lnTo>
                    <a:pt x="805814" y="7126"/>
                  </a:lnTo>
                  <a:lnTo>
                    <a:pt x="902282" y="6765"/>
                  </a:lnTo>
                  <a:lnTo>
                    <a:pt x="992091" y="6428"/>
                  </a:lnTo>
                  <a:lnTo>
                    <a:pt x="1076102" y="6113"/>
                  </a:lnTo>
                  <a:lnTo>
                    <a:pt x="1155018" y="5817"/>
                  </a:lnTo>
                  <a:lnTo>
                    <a:pt x="1229422" y="5538"/>
                  </a:lnTo>
                  <a:lnTo>
                    <a:pt x="1299802" y="5274"/>
                  </a:lnTo>
                  <a:lnTo>
                    <a:pt x="1366572" y="5024"/>
                  </a:lnTo>
                  <a:lnTo>
                    <a:pt x="1430083" y="4786"/>
                  </a:lnTo>
                  <a:lnTo>
                    <a:pt x="1490639" y="4559"/>
                  </a:lnTo>
                  <a:lnTo>
                    <a:pt x="1548503" y="4342"/>
                  </a:lnTo>
                  <a:lnTo>
                    <a:pt x="1603903" y="4134"/>
                  </a:lnTo>
                  <a:lnTo>
                    <a:pt x="1657042" y="3935"/>
                  </a:lnTo>
                  <a:lnTo>
                    <a:pt x="1708096" y="3744"/>
                  </a:lnTo>
                  <a:lnTo>
                    <a:pt x="1757223" y="3560"/>
                  </a:lnTo>
                  <a:lnTo>
                    <a:pt x="1804564" y="3382"/>
                  </a:lnTo>
                  <a:lnTo>
                    <a:pt x="1850243" y="3211"/>
                  </a:lnTo>
                  <a:lnTo>
                    <a:pt x="1894373" y="3045"/>
                  </a:lnTo>
                  <a:lnTo>
                    <a:pt x="1937056" y="2885"/>
                  </a:lnTo>
                  <a:lnTo>
                    <a:pt x="1978384" y="2730"/>
                  </a:lnTo>
                  <a:lnTo>
                    <a:pt x="2018440" y="2580"/>
                  </a:lnTo>
                  <a:lnTo>
                    <a:pt x="2057300" y="2435"/>
                  </a:lnTo>
                  <a:lnTo>
                    <a:pt x="2095034" y="2293"/>
                  </a:lnTo>
                  <a:lnTo>
                    <a:pt x="2131704" y="2156"/>
                  </a:lnTo>
                  <a:lnTo>
                    <a:pt x="2167370" y="2022"/>
                  </a:lnTo>
                  <a:lnTo>
                    <a:pt x="2202085" y="1892"/>
                  </a:lnTo>
                  <a:lnTo>
                    <a:pt x="2235897" y="1765"/>
                  </a:lnTo>
                  <a:lnTo>
                    <a:pt x="2268854" y="1641"/>
                  </a:lnTo>
                  <a:lnTo>
                    <a:pt x="2300997" y="1521"/>
                  </a:lnTo>
                  <a:lnTo>
                    <a:pt x="2332365" y="1403"/>
                  </a:lnTo>
                  <a:lnTo>
                    <a:pt x="2362995" y="1289"/>
                  </a:lnTo>
                  <a:lnTo>
                    <a:pt x="2392921" y="1176"/>
                  </a:lnTo>
                  <a:lnTo>
                    <a:pt x="2422174" y="1067"/>
                  </a:lnTo>
                  <a:lnTo>
                    <a:pt x="2450785" y="959"/>
                  </a:lnTo>
                  <a:lnTo>
                    <a:pt x="2478780" y="855"/>
                  </a:lnTo>
                  <a:lnTo>
                    <a:pt x="2506185" y="752"/>
                  </a:lnTo>
                  <a:lnTo>
                    <a:pt x="2533026" y="651"/>
                  </a:lnTo>
                  <a:lnTo>
                    <a:pt x="2559324" y="553"/>
                  </a:lnTo>
                  <a:lnTo>
                    <a:pt x="2585101" y="456"/>
                  </a:lnTo>
                  <a:lnTo>
                    <a:pt x="2610378" y="361"/>
                  </a:lnTo>
                  <a:lnTo>
                    <a:pt x="2635174" y="268"/>
                  </a:lnTo>
                  <a:lnTo>
                    <a:pt x="2659506" y="177"/>
                  </a:lnTo>
                  <a:lnTo>
                    <a:pt x="2683391" y="87"/>
                  </a:lnTo>
                  <a:lnTo>
                    <a:pt x="2706846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709304" y="4336832"/>
              <a:ext cx="2706846" cy="216617"/>
            </a:xfrm>
            <a:custGeom>
              <a:avLst/>
              <a:pathLst>
                <a:path w="2706846" h="216617">
                  <a:moveTo>
                    <a:pt x="0" y="216617"/>
                  </a:moveTo>
                  <a:lnTo>
                    <a:pt x="173820" y="202707"/>
                  </a:lnTo>
                  <a:lnTo>
                    <a:pt x="327140" y="190437"/>
                  </a:lnTo>
                  <a:lnTo>
                    <a:pt x="464290" y="179462"/>
                  </a:lnTo>
                  <a:lnTo>
                    <a:pt x="588357" y="169533"/>
                  </a:lnTo>
                  <a:lnTo>
                    <a:pt x="701621" y="160469"/>
                  </a:lnTo>
                  <a:lnTo>
                    <a:pt x="805814" y="152131"/>
                  </a:lnTo>
                  <a:lnTo>
                    <a:pt x="902282" y="144411"/>
                  </a:lnTo>
                  <a:lnTo>
                    <a:pt x="992091" y="137224"/>
                  </a:lnTo>
                  <a:lnTo>
                    <a:pt x="1076102" y="130501"/>
                  </a:lnTo>
                  <a:lnTo>
                    <a:pt x="1155018" y="124186"/>
                  </a:lnTo>
                  <a:lnTo>
                    <a:pt x="1229422" y="118232"/>
                  </a:lnTo>
                  <a:lnTo>
                    <a:pt x="1299802" y="112599"/>
                  </a:lnTo>
                  <a:lnTo>
                    <a:pt x="1366572" y="107256"/>
                  </a:lnTo>
                  <a:lnTo>
                    <a:pt x="1430083" y="102174"/>
                  </a:lnTo>
                  <a:lnTo>
                    <a:pt x="1490639" y="97327"/>
                  </a:lnTo>
                  <a:lnTo>
                    <a:pt x="1548503" y="92697"/>
                  </a:lnTo>
                  <a:lnTo>
                    <a:pt x="1603903" y="88263"/>
                  </a:lnTo>
                  <a:lnTo>
                    <a:pt x="1657042" y="84011"/>
                  </a:lnTo>
                  <a:lnTo>
                    <a:pt x="1708096" y="79925"/>
                  </a:lnTo>
                  <a:lnTo>
                    <a:pt x="1757223" y="75994"/>
                  </a:lnTo>
                  <a:lnTo>
                    <a:pt x="1804564" y="72205"/>
                  </a:lnTo>
                  <a:lnTo>
                    <a:pt x="1850243" y="68550"/>
                  </a:lnTo>
                  <a:lnTo>
                    <a:pt x="1894373" y="65018"/>
                  </a:lnTo>
                  <a:lnTo>
                    <a:pt x="1937056" y="61603"/>
                  </a:lnTo>
                  <a:lnTo>
                    <a:pt x="1978384" y="58295"/>
                  </a:lnTo>
                  <a:lnTo>
                    <a:pt x="2018440" y="55090"/>
                  </a:lnTo>
                  <a:lnTo>
                    <a:pt x="2057300" y="51980"/>
                  </a:lnTo>
                  <a:lnTo>
                    <a:pt x="2095034" y="48960"/>
                  </a:lnTo>
                  <a:lnTo>
                    <a:pt x="2131704" y="46026"/>
                  </a:lnTo>
                  <a:lnTo>
                    <a:pt x="2167370" y="43172"/>
                  </a:lnTo>
                  <a:lnTo>
                    <a:pt x="2202085" y="40393"/>
                  </a:lnTo>
                  <a:lnTo>
                    <a:pt x="2235897" y="37688"/>
                  </a:lnTo>
                  <a:lnTo>
                    <a:pt x="2268854" y="35050"/>
                  </a:lnTo>
                  <a:lnTo>
                    <a:pt x="2300997" y="32478"/>
                  </a:lnTo>
                  <a:lnTo>
                    <a:pt x="2332365" y="29968"/>
                  </a:lnTo>
                  <a:lnTo>
                    <a:pt x="2362995" y="27516"/>
                  </a:lnTo>
                  <a:lnTo>
                    <a:pt x="2392921" y="25122"/>
                  </a:lnTo>
                  <a:lnTo>
                    <a:pt x="2422174" y="22781"/>
                  </a:lnTo>
                  <a:lnTo>
                    <a:pt x="2450785" y="20491"/>
                  </a:lnTo>
                  <a:lnTo>
                    <a:pt x="2478780" y="18251"/>
                  </a:lnTo>
                  <a:lnTo>
                    <a:pt x="2506185" y="16058"/>
                  </a:lnTo>
                  <a:lnTo>
                    <a:pt x="2533026" y="13910"/>
                  </a:lnTo>
                  <a:lnTo>
                    <a:pt x="2559324" y="11805"/>
                  </a:lnTo>
                  <a:lnTo>
                    <a:pt x="2585101" y="9742"/>
                  </a:lnTo>
                  <a:lnTo>
                    <a:pt x="2610378" y="7719"/>
                  </a:lnTo>
                  <a:lnTo>
                    <a:pt x="2635174" y="5735"/>
                  </a:lnTo>
                  <a:lnTo>
                    <a:pt x="2659506" y="3788"/>
                  </a:lnTo>
                  <a:lnTo>
                    <a:pt x="2683391" y="1877"/>
                  </a:lnTo>
                  <a:lnTo>
                    <a:pt x="270684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709304" y="4305823"/>
              <a:ext cx="2706846" cy="310728"/>
            </a:xfrm>
            <a:custGeom>
              <a:avLst/>
              <a:pathLst>
                <a:path w="2706846" h="310728">
                  <a:moveTo>
                    <a:pt x="0" y="310728"/>
                  </a:moveTo>
                  <a:lnTo>
                    <a:pt x="173820" y="290775"/>
                  </a:lnTo>
                  <a:lnTo>
                    <a:pt x="327140" y="273175"/>
                  </a:lnTo>
                  <a:lnTo>
                    <a:pt x="464290" y="257431"/>
                  </a:lnTo>
                  <a:lnTo>
                    <a:pt x="588357" y="243189"/>
                  </a:lnTo>
                  <a:lnTo>
                    <a:pt x="701621" y="230187"/>
                  </a:lnTo>
                  <a:lnTo>
                    <a:pt x="805814" y="218226"/>
                  </a:lnTo>
                  <a:lnTo>
                    <a:pt x="902282" y="207152"/>
                  </a:lnTo>
                  <a:lnTo>
                    <a:pt x="992091" y="196842"/>
                  </a:lnTo>
                  <a:lnTo>
                    <a:pt x="1076102" y="187199"/>
                  </a:lnTo>
                  <a:lnTo>
                    <a:pt x="1155018" y="178139"/>
                  </a:lnTo>
                  <a:lnTo>
                    <a:pt x="1229422" y="169598"/>
                  </a:lnTo>
                  <a:lnTo>
                    <a:pt x="1299802" y="161519"/>
                  </a:lnTo>
                  <a:lnTo>
                    <a:pt x="1366572" y="153854"/>
                  </a:lnTo>
                  <a:lnTo>
                    <a:pt x="1430083" y="146564"/>
                  </a:lnTo>
                  <a:lnTo>
                    <a:pt x="1490639" y="139612"/>
                  </a:lnTo>
                  <a:lnTo>
                    <a:pt x="1548503" y="132970"/>
                  </a:lnTo>
                  <a:lnTo>
                    <a:pt x="1603903" y="126610"/>
                  </a:lnTo>
                  <a:lnTo>
                    <a:pt x="1657042" y="120510"/>
                  </a:lnTo>
                  <a:lnTo>
                    <a:pt x="1708096" y="114650"/>
                  </a:lnTo>
                  <a:lnTo>
                    <a:pt x="1757223" y="109010"/>
                  </a:lnTo>
                  <a:lnTo>
                    <a:pt x="1804564" y="103576"/>
                  </a:lnTo>
                  <a:lnTo>
                    <a:pt x="1850243" y="98332"/>
                  </a:lnTo>
                  <a:lnTo>
                    <a:pt x="1894373" y="93266"/>
                  </a:lnTo>
                  <a:lnTo>
                    <a:pt x="1937056" y="88366"/>
                  </a:lnTo>
                  <a:lnTo>
                    <a:pt x="1978384" y="83622"/>
                  </a:lnTo>
                  <a:lnTo>
                    <a:pt x="2018440" y="79024"/>
                  </a:lnTo>
                  <a:lnTo>
                    <a:pt x="2057300" y="74563"/>
                  </a:lnTo>
                  <a:lnTo>
                    <a:pt x="2095034" y="70232"/>
                  </a:lnTo>
                  <a:lnTo>
                    <a:pt x="2131704" y="66022"/>
                  </a:lnTo>
                  <a:lnTo>
                    <a:pt x="2167370" y="61928"/>
                  </a:lnTo>
                  <a:lnTo>
                    <a:pt x="2202085" y="57943"/>
                  </a:lnTo>
                  <a:lnTo>
                    <a:pt x="2235897" y="54061"/>
                  </a:lnTo>
                  <a:lnTo>
                    <a:pt x="2268854" y="50278"/>
                  </a:lnTo>
                  <a:lnTo>
                    <a:pt x="2300997" y="46588"/>
                  </a:lnTo>
                  <a:lnTo>
                    <a:pt x="2332365" y="42988"/>
                  </a:lnTo>
                  <a:lnTo>
                    <a:pt x="2362995" y="39471"/>
                  </a:lnTo>
                  <a:lnTo>
                    <a:pt x="2392921" y="36036"/>
                  </a:lnTo>
                  <a:lnTo>
                    <a:pt x="2422174" y="32678"/>
                  </a:lnTo>
                  <a:lnTo>
                    <a:pt x="2450785" y="29394"/>
                  </a:lnTo>
                  <a:lnTo>
                    <a:pt x="2478780" y="26180"/>
                  </a:lnTo>
                  <a:lnTo>
                    <a:pt x="2506185" y="23034"/>
                  </a:lnTo>
                  <a:lnTo>
                    <a:pt x="2533026" y="19953"/>
                  </a:lnTo>
                  <a:lnTo>
                    <a:pt x="2559324" y="16934"/>
                  </a:lnTo>
                  <a:lnTo>
                    <a:pt x="2585101" y="13975"/>
                  </a:lnTo>
                  <a:lnTo>
                    <a:pt x="2610378" y="11073"/>
                  </a:lnTo>
                  <a:lnTo>
                    <a:pt x="2635174" y="8227"/>
                  </a:lnTo>
                  <a:lnTo>
                    <a:pt x="2659506" y="5434"/>
                  </a:lnTo>
                  <a:lnTo>
                    <a:pt x="2683391" y="2692"/>
                  </a:lnTo>
                  <a:lnTo>
                    <a:pt x="270684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709304" y="4050490"/>
              <a:ext cx="2706846" cy="335646"/>
            </a:xfrm>
            <a:custGeom>
              <a:avLst/>
              <a:pathLst>
                <a:path w="2706846" h="335646">
                  <a:moveTo>
                    <a:pt x="0" y="335646"/>
                  </a:moveTo>
                  <a:lnTo>
                    <a:pt x="173820" y="314092"/>
                  </a:lnTo>
                  <a:lnTo>
                    <a:pt x="327140" y="295081"/>
                  </a:lnTo>
                  <a:lnTo>
                    <a:pt x="464290" y="278074"/>
                  </a:lnTo>
                  <a:lnTo>
                    <a:pt x="588357" y="262690"/>
                  </a:lnTo>
                  <a:lnTo>
                    <a:pt x="701621" y="248646"/>
                  </a:lnTo>
                  <a:lnTo>
                    <a:pt x="805814" y="235726"/>
                  </a:lnTo>
                  <a:lnTo>
                    <a:pt x="902282" y="223764"/>
                  </a:lnTo>
                  <a:lnTo>
                    <a:pt x="992091" y="212628"/>
                  </a:lnTo>
                  <a:lnTo>
                    <a:pt x="1076102" y="202210"/>
                  </a:lnTo>
                  <a:lnTo>
                    <a:pt x="1155018" y="192425"/>
                  </a:lnTo>
                  <a:lnTo>
                    <a:pt x="1229422" y="183199"/>
                  </a:lnTo>
                  <a:lnTo>
                    <a:pt x="1299802" y="174472"/>
                  </a:lnTo>
                  <a:lnTo>
                    <a:pt x="1366572" y="166192"/>
                  </a:lnTo>
                  <a:lnTo>
                    <a:pt x="1430083" y="158317"/>
                  </a:lnTo>
                  <a:lnTo>
                    <a:pt x="1490639" y="150808"/>
                  </a:lnTo>
                  <a:lnTo>
                    <a:pt x="1548503" y="143633"/>
                  </a:lnTo>
                  <a:lnTo>
                    <a:pt x="1603903" y="136763"/>
                  </a:lnTo>
                  <a:lnTo>
                    <a:pt x="1657042" y="130174"/>
                  </a:lnTo>
                  <a:lnTo>
                    <a:pt x="1708096" y="123844"/>
                  </a:lnTo>
                  <a:lnTo>
                    <a:pt x="1757223" y="117752"/>
                  </a:lnTo>
                  <a:lnTo>
                    <a:pt x="1804564" y="111882"/>
                  </a:lnTo>
                  <a:lnTo>
                    <a:pt x="1850243" y="106217"/>
                  </a:lnTo>
                  <a:lnTo>
                    <a:pt x="1894373" y="100745"/>
                  </a:lnTo>
                  <a:lnTo>
                    <a:pt x="1937056" y="95453"/>
                  </a:lnTo>
                  <a:lnTo>
                    <a:pt x="1978384" y="90328"/>
                  </a:lnTo>
                  <a:lnTo>
                    <a:pt x="2018440" y="85361"/>
                  </a:lnTo>
                  <a:lnTo>
                    <a:pt x="2057300" y="80543"/>
                  </a:lnTo>
                  <a:lnTo>
                    <a:pt x="2095034" y="75864"/>
                  </a:lnTo>
                  <a:lnTo>
                    <a:pt x="2131704" y="71317"/>
                  </a:lnTo>
                  <a:lnTo>
                    <a:pt x="2167370" y="66894"/>
                  </a:lnTo>
                  <a:lnTo>
                    <a:pt x="2202085" y="62589"/>
                  </a:lnTo>
                  <a:lnTo>
                    <a:pt x="2235897" y="58397"/>
                  </a:lnTo>
                  <a:lnTo>
                    <a:pt x="2268854" y="54310"/>
                  </a:lnTo>
                  <a:lnTo>
                    <a:pt x="2300997" y="50324"/>
                  </a:lnTo>
                  <a:lnTo>
                    <a:pt x="2332365" y="46435"/>
                  </a:lnTo>
                  <a:lnTo>
                    <a:pt x="2362995" y="42637"/>
                  </a:lnTo>
                  <a:lnTo>
                    <a:pt x="2392921" y="38926"/>
                  </a:lnTo>
                  <a:lnTo>
                    <a:pt x="2422174" y="35299"/>
                  </a:lnTo>
                  <a:lnTo>
                    <a:pt x="2450785" y="31751"/>
                  </a:lnTo>
                  <a:lnTo>
                    <a:pt x="2478780" y="28280"/>
                  </a:lnTo>
                  <a:lnTo>
                    <a:pt x="2506185" y="24881"/>
                  </a:lnTo>
                  <a:lnTo>
                    <a:pt x="2533026" y="21553"/>
                  </a:lnTo>
                  <a:lnTo>
                    <a:pt x="2559324" y="18292"/>
                  </a:lnTo>
                  <a:lnTo>
                    <a:pt x="2585101" y="15096"/>
                  </a:lnTo>
                  <a:lnTo>
                    <a:pt x="2610378" y="11961"/>
                  </a:lnTo>
                  <a:lnTo>
                    <a:pt x="2635174" y="8887"/>
                  </a:lnTo>
                  <a:lnTo>
                    <a:pt x="2659506" y="5870"/>
                  </a:lnTo>
                  <a:lnTo>
                    <a:pt x="2683391" y="2908"/>
                  </a:lnTo>
                  <a:lnTo>
                    <a:pt x="270684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rc298"/>
            <p:cNvSpPr/>
            <p:nvPr/>
          </p:nvSpPr>
          <p:spPr>
            <a:xfrm>
              <a:off x="1503277" y="3480885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503277" y="3480885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 rot="-5400000">
              <a:off x="1272281" y="462142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2" name="tx301"/>
            <p:cNvSpPr/>
            <p:nvPr/>
          </p:nvSpPr>
          <p:spPr>
            <a:xfrm rot="-5400000">
              <a:off x="1272281" y="437143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03" name="tx302"/>
            <p:cNvSpPr/>
            <p:nvPr/>
          </p:nvSpPr>
          <p:spPr>
            <a:xfrm rot="-5400000">
              <a:off x="1272281" y="412145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04" name="tx303"/>
            <p:cNvSpPr/>
            <p:nvPr/>
          </p:nvSpPr>
          <p:spPr>
            <a:xfrm rot="-5400000">
              <a:off x="1272281" y="387146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305" name="tx304"/>
            <p:cNvSpPr/>
            <p:nvPr/>
          </p:nvSpPr>
          <p:spPr>
            <a:xfrm rot="-5400000">
              <a:off x="1272281" y="362148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306" name="pl305"/>
            <p:cNvSpPr/>
            <p:nvPr/>
          </p:nvSpPr>
          <p:spPr>
            <a:xfrm>
              <a:off x="1465319" y="467153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1465319" y="44215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1465319" y="417156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1465319" y="392157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1465319" y="367158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0"/>
            <p:cNvSpPr/>
            <p:nvPr/>
          </p:nvSpPr>
          <p:spPr>
            <a:xfrm>
              <a:off x="1503277" y="4719124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1"/>
            <p:cNvSpPr/>
            <p:nvPr/>
          </p:nvSpPr>
          <p:spPr>
            <a:xfrm>
              <a:off x="1709304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2"/>
            <p:cNvSpPr/>
            <p:nvPr/>
          </p:nvSpPr>
          <p:spPr>
            <a:xfrm>
              <a:off x="2611586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3"/>
            <p:cNvSpPr/>
            <p:nvPr/>
          </p:nvSpPr>
          <p:spPr>
            <a:xfrm>
              <a:off x="3513868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4"/>
            <p:cNvSpPr/>
            <p:nvPr/>
          </p:nvSpPr>
          <p:spPr>
            <a:xfrm>
              <a:off x="4416151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tx315"/>
            <p:cNvSpPr/>
            <p:nvPr/>
          </p:nvSpPr>
          <p:spPr>
            <a:xfrm>
              <a:off x="1670442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7" name="tx316"/>
            <p:cNvSpPr/>
            <p:nvPr/>
          </p:nvSpPr>
          <p:spPr>
            <a:xfrm>
              <a:off x="2572724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8" name="tx317"/>
            <p:cNvSpPr/>
            <p:nvPr/>
          </p:nvSpPr>
          <p:spPr>
            <a:xfrm>
              <a:off x="3475006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9" name="tx318"/>
            <p:cNvSpPr/>
            <p:nvPr/>
          </p:nvSpPr>
          <p:spPr>
            <a:xfrm>
              <a:off x="4377289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20" name="tx319"/>
            <p:cNvSpPr/>
            <p:nvPr/>
          </p:nvSpPr>
          <p:spPr>
            <a:xfrm>
              <a:off x="2696037" y="5000311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321" name="tx320"/>
            <p:cNvSpPr/>
            <p:nvPr/>
          </p:nvSpPr>
          <p:spPr>
            <a:xfrm rot="-5400000">
              <a:off x="1004992" y="4040568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22" name="tx321"/>
            <p:cNvSpPr/>
            <p:nvPr/>
          </p:nvSpPr>
          <p:spPr>
            <a:xfrm>
              <a:off x="1503277" y="3237726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23" name="rc322"/>
            <p:cNvSpPr/>
            <p:nvPr/>
          </p:nvSpPr>
          <p:spPr>
            <a:xfrm>
              <a:off x="4913885" y="3480885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066520" y="422925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042812" y="362383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034621" y="4294572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113507" y="407915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21100" y="433699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23893" y="354233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029056" y="350786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046654" y="383877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34212" y="447026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026385" y="413349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49879" y="437681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036658" y="391902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938229" y="429730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952708" y="451073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925115" y="419426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047325" y="389425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84720" y="458456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985766" y="448540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97492" y="436359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987791" y="457911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928956" y="447567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050478" y="457972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012991" y="432905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030241" y="428087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015285" y="405646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61949" y="409205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011773" y="437695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89937" y="463354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862076" y="436900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917821" y="442782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925078" y="440391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848521" y="445539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851707" y="368078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897364" y="371963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921721" y="421098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943650" y="435874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80411" y="446696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883609" y="417988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28193" y="398917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876229" y="451680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923964" y="384594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858971" y="416409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873613" y="421790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908938" y="445899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919038" y="398787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891344" y="420402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95286" y="396690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913646" y="417719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7839238" y="431816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7753423" y="440318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7818359" y="418966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7793109" y="399782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7817733" y="416845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7735242" y="420512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7812451" y="433287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7836066" y="423964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7805598" y="433283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7736636" y="425630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7862385" y="403402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7737331" y="377554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7743079" y="434681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7861757" y="448844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7755227" y="445901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7747942" y="423527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7842932" y="440208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7811428" y="430032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7805268" y="384567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7819818" y="414703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7820316" y="422659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7823891" y="417743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7732532" y="445366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7745383" y="413514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113134" y="4162344"/>
              <a:ext cx="2713475" cy="149124"/>
            </a:xfrm>
            <a:custGeom>
              <a:avLst/>
              <a:pathLst>
                <a:path w="2713475" h="149124">
                  <a:moveTo>
                    <a:pt x="0" y="0"/>
                  </a:moveTo>
                  <a:lnTo>
                    <a:pt x="174245" y="9576"/>
                  </a:lnTo>
                  <a:lnTo>
                    <a:pt x="327941" y="18022"/>
                  </a:lnTo>
                  <a:lnTo>
                    <a:pt x="465427" y="25578"/>
                  </a:lnTo>
                  <a:lnTo>
                    <a:pt x="589798" y="32413"/>
                  </a:lnTo>
                  <a:lnTo>
                    <a:pt x="703339" y="38653"/>
                  </a:lnTo>
                  <a:lnTo>
                    <a:pt x="807787" y="44393"/>
                  </a:lnTo>
                  <a:lnTo>
                    <a:pt x="904491" y="49708"/>
                  </a:lnTo>
                  <a:lnTo>
                    <a:pt x="994521" y="54655"/>
                  </a:lnTo>
                  <a:lnTo>
                    <a:pt x="1078737" y="59284"/>
                  </a:lnTo>
                  <a:lnTo>
                    <a:pt x="1157847" y="63631"/>
                  </a:lnTo>
                  <a:lnTo>
                    <a:pt x="1232433" y="67730"/>
                  </a:lnTo>
                  <a:lnTo>
                    <a:pt x="1302986" y="71608"/>
                  </a:lnTo>
                  <a:lnTo>
                    <a:pt x="1369919" y="75286"/>
                  </a:lnTo>
                  <a:lnTo>
                    <a:pt x="1433585" y="78785"/>
                  </a:lnTo>
                  <a:lnTo>
                    <a:pt x="1494290" y="82121"/>
                  </a:lnTo>
                  <a:lnTo>
                    <a:pt x="1552295" y="85309"/>
                  </a:lnTo>
                  <a:lnTo>
                    <a:pt x="1607831" y="88361"/>
                  </a:lnTo>
                  <a:lnTo>
                    <a:pt x="1661100" y="91288"/>
                  </a:lnTo>
                  <a:lnTo>
                    <a:pt x="1712279" y="94101"/>
                  </a:lnTo>
                  <a:lnTo>
                    <a:pt x="1761527" y="96808"/>
                  </a:lnTo>
                  <a:lnTo>
                    <a:pt x="1808983" y="99416"/>
                  </a:lnTo>
                  <a:lnTo>
                    <a:pt x="1854774" y="101932"/>
                  </a:lnTo>
                  <a:lnTo>
                    <a:pt x="1899013" y="104363"/>
                  </a:lnTo>
                  <a:lnTo>
                    <a:pt x="1941800" y="106715"/>
                  </a:lnTo>
                  <a:lnTo>
                    <a:pt x="1983229" y="108992"/>
                  </a:lnTo>
                  <a:lnTo>
                    <a:pt x="2023383" y="111198"/>
                  </a:lnTo>
                  <a:lnTo>
                    <a:pt x="2062339" y="113339"/>
                  </a:lnTo>
                  <a:lnTo>
                    <a:pt x="2100165" y="115418"/>
                  </a:lnTo>
                  <a:lnTo>
                    <a:pt x="2136925" y="117438"/>
                  </a:lnTo>
                  <a:lnTo>
                    <a:pt x="2172678" y="119403"/>
                  </a:lnTo>
                  <a:lnTo>
                    <a:pt x="2207478" y="121316"/>
                  </a:lnTo>
                  <a:lnTo>
                    <a:pt x="2241373" y="123178"/>
                  </a:lnTo>
                  <a:lnTo>
                    <a:pt x="2274411" y="124994"/>
                  </a:lnTo>
                  <a:lnTo>
                    <a:pt x="2306632" y="126765"/>
                  </a:lnTo>
                  <a:lnTo>
                    <a:pt x="2338077" y="128493"/>
                  </a:lnTo>
                  <a:lnTo>
                    <a:pt x="2368782" y="130180"/>
                  </a:lnTo>
                  <a:lnTo>
                    <a:pt x="2398781" y="131829"/>
                  </a:lnTo>
                  <a:lnTo>
                    <a:pt x="2428106" y="133441"/>
                  </a:lnTo>
                  <a:lnTo>
                    <a:pt x="2456787" y="135017"/>
                  </a:lnTo>
                  <a:lnTo>
                    <a:pt x="2484850" y="136559"/>
                  </a:lnTo>
                  <a:lnTo>
                    <a:pt x="2512323" y="138069"/>
                  </a:lnTo>
                  <a:lnTo>
                    <a:pt x="2539229" y="139548"/>
                  </a:lnTo>
                  <a:lnTo>
                    <a:pt x="2565592" y="140997"/>
                  </a:lnTo>
                  <a:lnTo>
                    <a:pt x="2591433" y="142417"/>
                  </a:lnTo>
                  <a:lnTo>
                    <a:pt x="2616771" y="143809"/>
                  </a:lnTo>
                  <a:lnTo>
                    <a:pt x="2641627" y="145175"/>
                  </a:lnTo>
                  <a:lnTo>
                    <a:pt x="2666019" y="146516"/>
                  </a:lnTo>
                  <a:lnTo>
                    <a:pt x="2689963" y="147832"/>
                  </a:lnTo>
                  <a:lnTo>
                    <a:pt x="2713475" y="14912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5113134" y="3862936"/>
              <a:ext cx="2713475" cy="459904"/>
            </a:xfrm>
            <a:custGeom>
              <a:avLst/>
              <a:pathLst>
                <a:path w="2713475" h="459904">
                  <a:moveTo>
                    <a:pt x="0" y="0"/>
                  </a:moveTo>
                  <a:lnTo>
                    <a:pt x="174245" y="29532"/>
                  </a:lnTo>
                  <a:lnTo>
                    <a:pt x="327941" y="55582"/>
                  </a:lnTo>
                  <a:lnTo>
                    <a:pt x="465427" y="78884"/>
                  </a:lnTo>
                  <a:lnTo>
                    <a:pt x="589798" y="99964"/>
                  </a:lnTo>
                  <a:lnTo>
                    <a:pt x="703339" y="119208"/>
                  </a:lnTo>
                  <a:lnTo>
                    <a:pt x="807787" y="136911"/>
                  </a:lnTo>
                  <a:lnTo>
                    <a:pt x="904491" y="153301"/>
                  </a:lnTo>
                  <a:lnTo>
                    <a:pt x="994521" y="168560"/>
                  </a:lnTo>
                  <a:lnTo>
                    <a:pt x="1078737" y="182834"/>
                  </a:lnTo>
                  <a:lnTo>
                    <a:pt x="1157847" y="196242"/>
                  </a:lnTo>
                  <a:lnTo>
                    <a:pt x="1232433" y="208883"/>
                  </a:lnTo>
                  <a:lnTo>
                    <a:pt x="1302986" y="220841"/>
                  </a:lnTo>
                  <a:lnTo>
                    <a:pt x="1369919" y="232186"/>
                  </a:lnTo>
                  <a:lnTo>
                    <a:pt x="1433585" y="242976"/>
                  </a:lnTo>
                  <a:lnTo>
                    <a:pt x="1494290" y="253265"/>
                  </a:lnTo>
                  <a:lnTo>
                    <a:pt x="1552295" y="263096"/>
                  </a:lnTo>
                  <a:lnTo>
                    <a:pt x="1607831" y="272509"/>
                  </a:lnTo>
                  <a:lnTo>
                    <a:pt x="1661100" y="281538"/>
                  </a:lnTo>
                  <a:lnTo>
                    <a:pt x="1712279" y="290212"/>
                  </a:lnTo>
                  <a:lnTo>
                    <a:pt x="1761527" y="298559"/>
                  </a:lnTo>
                  <a:lnTo>
                    <a:pt x="1808983" y="306602"/>
                  </a:lnTo>
                  <a:lnTo>
                    <a:pt x="1854774" y="314363"/>
                  </a:lnTo>
                  <a:lnTo>
                    <a:pt x="1899013" y="321861"/>
                  </a:lnTo>
                  <a:lnTo>
                    <a:pt x="1941800" y="329113"/>
                  </a:lnTo>
                  <a:lnTo>
                    <a:pt x="1983229" y="336135"/>
                  </a:lnTo>
                  <a:lnTo>
                    <a:pt x="2023383" y="342941"/>
                  </a:lnTo>
                  <a:lnTo>
                    <a:pt x="2062339" y="349543"/>
                  </a:lnTo>
                  <a:lnTo>
                    <a:pt x="2100165" y="355954"/>
                  </a:lnTo>
                  <a:lnTo>
                    <a:pt x="2136925" y="362185"/>
                  </a:lnTo>
                  <a:lnTo>
                    <a:pt x="2172678" y="368244"/>
                  </a:lnTo>
                  <a:lnTo>
                    <a:pt x="2207478" y="374143"/>
                  </a:lnTo>
                  <a:lnTo>
                    <a:pt x="2241373" y="379887"/>
                  </a:lnTo>
                  <a:lnTo>
                    <a:pt x="2274411" y="385487"/>
                  </a:lnTo>
                  <a:lnTo>
                    <a:pt x="2306632" y="390948"/>
                  </a:lnTo>
                  <a:lnTo>
                    <a:pt x="2338077" y="396278"/>
                  </a:lnTo>
                  <a:lnTo>
                    <a:pt x="2368782" y="401482"/>
                  </a:lnTo>
                  <a:lnTo>
                    <a:pt x="2398781" y="406566"/>
                  </a:lnTo>
                  <a:lnTo>
                    <a:pt x="2428106" y="411537"/>
                  </a:lnTo>
                  <a:lnTo>
                    <a:pt x="2456787" y="416398"/>
                  </a:lnTo>
                  <a:lnTo>
                    <a:pt x="2484850" y="421154"/>
                  </a:lnTo>
                  <a:lnTo>
                    <a:pt x="2512323" y="425810"/>
                  </a:lnTo>
                  <a:lnTo>
                    <a:pt x="2539229" y="430371"/>
                  </a:lnTo>
                  <a:lnTo>
                    <a:pt x="2565592" y="434839"/>
                  </a:lnTo>
                  <a:lnTo>
                    <a:pt x="2591433" y="439219"/>
                  </a:lnTo>
                  <a:lnTo>
                    <a:pt x="2616771" y="443513"/>
                  </a:lnTo>
                  <a:lnTo>
                    <a:pt x="2641627" y="447726"/>
                  </a:lnTo>
                  <a:lnTo>
                    <a:pt x="2666019" y="451860"/>
                  </a:lnTo>
                  <a:lnTo>
                    <a:pt x="2689963" y="455918"/>
                  </a:lnTo>
                  <a:lnTo>
                    <a:pt x="2713475" y="45990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5113134" y="4281547"/>
              <a:ext cx="2713475" cy="71809"/>
            </a:xfrm>
            <a:custGeom>
              <a:avLst/>
              <a:pathLst>
                <a:path w="2713475" h="71809">
                  <a:moveTo>
                    <a:pt x="0" y="71809"/>
                  </a:moveTo>
                  <a:lnTo>
                    <a:pt x="174245" y="67198"/>
                  </a:lnTo>
                  <a:lnTo>
                    <a:pt x="327941" y="63130"/>
                  </a:lnTo>
                  <a:lnTo>
                    <a:pt x="465427" y="59492"/>
                  </a:lnTo>
                  <a:lnTo>
                    <a:pt x="589798" y="56201"/>
                  </a:lnTo>
                  <a:lnTo>
                    <a:pt x="703339" y="53196"/>
                  </a:lnTo>
                  <a:lnTo>
                    <a:pt x="807787" y="50432"/>
                  </a:lnTo>
                  <a:lnTo>
                    <a:pt x="904491" y="47872"/>
                  </a:lnTo>
                  <a:lnTo>
                    <a:pt x="994521" y="45490"/>
                  </a:lnTo>
                  <a:lnTo>
                    <a:pt x="1078737" y="43261"/>
                  </a:lnTo>
                  <a:lnTo>
                    <a:pt x="1157847" y="41168"/>
                  </a:lnTo>
                  <a:lnTo>
                    <a:pt x="1232433" y="39194"/>
                  </a:lnTo>
                  <a:lnTo>
                    <a:pt x="1302986" y="37327"/>
                  </a:lnTo>
                  <a:lnTo>
                    <a:pt x="1369919" y="35555"/>
                  </a:lnTo>
                  <a:lnTo>
                    <a:pt x="1433585" y="33871"/>
                  </a:lnTo>
                  <a:lnTo>
                    <a:pt x="1494290" y="32264"/>
                  </a:lnTo>
                  <a:lnTo>
                    <a:pt x="1552295" y="30729"/>
                  </a:lnTo>
                  <a:lnTo>
                    <a:pt x="1607831" y="29259"/>
                  </a:lnTo>
                  <a:lnTo>
                    <a:pt x="1661100" y="27850"/>
                  </a:lnTo>
                  <a:lnTo>
                    <a:pt x="1712279" y="26495"/>
                  </a:lnTo>
                  <a:lnTo>
                    <a:pt x="1761527" y="25192"/>
                  </a:lnTo>
                  <a:lnTo>
                    <a:pt x="1808983" y="23936"/>
                  </a:lnTo>
                  <a:lnTo>
                    <a:pt x="1854774" y="22724"/>
                  </a:lnTo>
                  <a:lnTo>
                    <a:pt x="1899013" y="21553"/>
                  </a:lnTo>
                  <a:lnTo>
                    <a:pt x="1941800" y="20421"/>
                  </a:lnTo>
                  <a:lnTo>
                    <a:pt x="1983229" y="19325"/>
                  </a:lnTo>
                  <a:lnTo>
                    <a:pt x="2023383" y="18262"/>
                  </a:lnTo>
                  <a:lnTo>
                    <a:pt x="2062339" y="17231"/>
                  </a:lnTo>
                  <a:lnTo>
                    <a:pt x="2100165" y="16230"/>
                  </a:lnTo>
                  <a:lnTo>
                    <a:pt x="2136925" y="15257"/>
                  </a:lnTo>
                  <a:lnTo>
                    <a:pt x="2172678" y="14311"/>
                  </a:lnTo>
                  <a:lnTo>
                    <a:pt x="2207478" y="13390"/>
                  </a:lnTo>
                  <a:lnTo>
                    <a:pt x="2241373" y="12493"/>
                  </a:lnTo>
                  <a:lnTo>
                    <a:pt x="2274411" y="11619"/>
                  </a:lnTo>
                  <a:lnTo>
                    <a:pt x="2306632" y="10766"/>
                  </a:lnTo>
                  <a:lnTo>
                    <a:pt x="2338077" y="9934"/>
                  </a:lnTo>
                  <a:lnTo>
                    <a:pt x="2368782" y="9121"/>
                  </a:lnTo>
                  <a:lnTo>
                    <a:pt x="2398781" y="8328"/>
                  </a:lnTo>
                  <a:lnTo>
                    <a:pt x="2428106" y="7552"/>
                  </a:lnTo>
                  <a:lnTo>
                    <a:pt x="2456787" y="6793"/>
                  </a:lnTo>
                  <a:lnTo>
                    <a:pt x="2484850" y="6050"/>
                  </a:lnTo>
                  <a:lnTo>
                    <a:pt x="2512323" y="5323"/>
                  </a:lnTo>
                  <a:lnTo>
                    <a:pt x="2539229" y="4611"/>
                  </a:lnTo>
                  <a:lnTo>
                    <a:pt x="2565592" y="3913"/>
                  </a:lnTo>
                  <a:lnTo>
                    <a:pt x="2591433" y="3229"/>
                  </a:lnTo>
                  <a:lnTo>
                    <a:pt x="2616771" y="2559"/>
                  </a:lnTo>
                  <a:lnTo>
                    <a:pt x="2641627" y="1901"/>
                  </a:lnTo>
                  <a:lnTo>
                    <a:pt x="2666019" y="1255"/>
                  </a:lnTo>
                  <a:lnTo>
                    <a:pt x="2689963" y="622"/>
                  </a:lnTo>
                  <a:lnTo>
                    <a:pt x="271347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113134" y="3939479"/>
              <a:ext cx="2713475" cy="325727"/>
            </a:xfrm>
            <a:custGeom>
              <a:avLst/>
              <a:pathLst>
                <a:path w="2713475" h="325727">
                  <a:moveTo>
                    <a:pt x="0" y="325727"/>
                  </a:moveTo>
                  <a:lnTo>
                    <a:pt x="174245" y="304810"/>
                  </a:lnTo>
                  <a:lnTo>
                    <a:pt x="327941" y="286361"/>
                  </a:lnTo>
                  <a:lnTo>
                    <a:pt x="465427" y="269857"/>
                  </a:lnTo>
                  <a:lnTo>
                    <a:pt x="589798" y="254927"/>
                  </a:lnTo>
                  <a:lnTo>
                    <a:pt x="703339" y="241298"/>
                  </a:lnTo>
                  <a:lnTo>
                    <a:pt x="807787" y="228760"/>
                  </a:lnTo>
                  <a:lnTo>
                    <a:pt x="904491" y="217151"/>
                  </a:lnTo>
                  <a:lnTo>
                    <a:pt x="994521" y="206344"/>
                  </a:lnTo>
                  <a:lnTo>
                    <a:pt x="1078737" y="196235"/>
                  </a:lnTo>
                  <a:lnTo>
                    <a:pt x="1157847" y="186738"/>
                  </a:lnTo>
                  <a:lnTo>
                    <a:pt x="1232433" y="177785"/>
                  </a:lnTo>
                  <a:lnTo>
                    <a:pt x="1302986" y="169316"/>
                  </a:lnTo>
                  <a:lnTo>
                    <a:pt x="1369919" y="161281"/>
                  </a:lnTo>
                  <a:lnTo>
                    <a:pt x="1433585" y="153638"/>
                  </a:lnTo>
                  <a:lnTo>
                    <a:pt x="1494290" y="146351"/>
                  </a:lnTo>
                  <a:lnTo>
                    <a:pt x="1552295" y="139388"/>
                  </a:lnTo>
                  <a:lnTo>
                    <a:pt x="1607831" y="132722"/>
                  </a:lnTo>
                  <a:lnTo>
                    <a:pt x="1661100" y="126327"/>
                  </a:lnTo>
                  <a:lnTo>
                    <a:pt x="1712279" y="120184"/>
                  </a:lnTo>
                  <a:lnTo>
                    <a:pt x="1761527" y="114272"/>
                  </a:lnTo>
                  <a:lnTo>
                    <a:pt x="1808983" y="108575"/>
                  </a:lnTo>
                  <a:lnTo>
                    <a:pt x="1854774" y="103079"/>
                  </a:lnTo>
                  <a:lnTo>
                    <a:pt x="1899013" y="97768"/>
                  </a:lnTo>
                  <a:lnTo>
                    <a:pt x="1941800" y="92632"/>
                  </a:lnTo>
                  <a:lnTo>
                    <a:pt x="1983229" y="87659"/>
                  </a:lnTo>
                  <a:lnTo>
                    <a:pt x="2023383" y="82839"/>
                  </a:lnTo>
                  <a:lnTo>
                    <a:pt x="2062339" y="78162"/>
                  </a:lnTo>
                  <a:lnTo>
                    <a:pt x="2100165" y="73622"/>
                  </a:lnTo>
                  <a:lnTo>
                    <a:pt x="2136925" y="69209"/>
                  </a:lnTo>
                  <a:lnTo>
                    <a:pt x="2172678" y="64917"/>
                  </a:lnTo>
                  <a:lnTo>
                    <a:pt x="2207478" y="60740"/>
                  </a:lnTo>
                  <a:lnTo>
                    <a:pt x="2241373" y="56671"/>
                  </a:lnTo>
                  <a:lnTo>
                    <a:pt x="2274411" y="52705"/>
                  </a:lnTo>
                  <a:lnTo>
                    <a:pt x="2306632" y="48837"/>
                  </a:lnTo>
                  <a:lnTo>
                    <a:pt x="2338077" y="45063"/>
                  </a:lnTo>
                  <a:lnTo>
                    <a:pt x="2368782" y="41377"/>
                  </a:lnTo>
                  <a:lnTo>
                    <a:pt x="2398781" y="37776"/>
                  </a:lnTo>
                  <a:lnTo>
                    <a:pt x="2428106" y="34255"/>
                  </a:lnTo>
                  <a:lnTo>
                    <a:pt x="2456787" y="30813"/>
                  </a:lnTo>
                  <a:lnTo>
                    <a:pt x="2484850" y="27444"/>
                  </a:lnTo>
                  <a:lnTo>
                    <a:pt x="2512323" y="24146"/>
                  </a:lnTo>
                  <a:lnTo>
                    <a:pt x="2539229" y="20916"/>
                  </a:lnTo>
                  <a:lnTo>
                    <a:pt x="2565592" y="17752"/>
                  </a:lnTo>
                  <a:lnTo>
                    <a:pt x="2591433" y="14650"/>
                  </a:lnTo>
                  <a:lnTo>
                    <a:pt x="2616771" y="11608"/>
                  </a:lnTo>
                  <a:lnTo>
                    <a:pt x="2641627" y="8624"/>
                  </a:lnTo>
                  <a:lnTo>
                    <a:pt x="2666019" y="5696"/>
                  </a:lnTo>
                  <a:lnTo>
                    <a:pt x="2689963" y="2822"/>
                  </a:lnTo>
                  <a:lnTo>
                    <a:pt x="271347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113134" y="4054570"/>
              <a:ext cx="2713475" cy="327161"/>
            </a:xfrm>
            <a:custGeom>
              <a:avLst/>
              <a:pathLst>
                <a:path w="2713475" h="327161">
                  <a:moveTo>
                    <a:pt x="0" y="327161"/>
                  </a:moveTo>
                  <a:lnTo>
                    <a:pt x="174245" y="306152"/>
                  </a:lnTo>
                  <a:lnTo>
                    <a:pt x="327941" y="287621"/>
                  </a:lnTo>
                  <a:lnTo>
                    <a:pt x="465427" y="271045"/>
                  </a:lnTo>
                  <a:lnTo>
                    <a:pt x="589798" y="256050"/>
                  </a:lnTo>
                  <a:lnTo>
                    <a:pt x="703339" y="242360"/>
                  </a:lnTo>
                  <a:lnTo>
                    <a:pt x="807787" y="229767"/>
                  </a:lnTo>
                  <a:lnTo>
                    <a:pt x="904491" y="218107"/>
                  </a:lnTo>
                  <a:lnTo>
                    <a:pt x="994521" y="207252"/>
                  </a:lnTo>
                  <a:lnTo>
                    <a:pt x="1078737" y="197099"/>
                  </a:lnTo>
                  <a:lnTo>
                    <a:pt x="1157847" y="187560"/>
                  </a:lnTo>
                  <a:lnTo>
                    <a:pt x="1232433" y="178568"/>
                  </a:lnTo>
                  <a:lnTo>
                    <a:pt x="1302986" y="170061"/>
                  </a:lnTo>
                  <a:lnTo>
                    <a:pt x="1369919" y="161991"/>
                  </a:lnTo>
                  <a:lnTo>
                    <a:pt x="1433585" y="154315"/>
                  </a:lnTo>
                  <a:lnTo>
                    <a:pt x="1494290" y="146996"/>
                  </a:lnTo>
                  <a:lnTo>
                    <a:pt x="1552295" y="140002"/>
                  </a:lnTo>
                  <a:lnTo>
                    <a:pt x="1607831" y="133306"/>
                  </a:lnTo>
                  <a:lnTo>
                    <a:pt x="1661100" y="126884"/>
                  </a:lnTo>
                  <a:lnTo>
                    <a:pt x="1712279" y="120713"/>
                  </a:lnTo>
                  <a:lnTo>
                    <a:pt x="1761527" y="114775"/>
                  </a:lnTo>
                  <a:lnTo>
                    <a:pt x="1808983" y="109053"/>
                  </a:lnTo>
                  <a:lnTo>
                    <a:pt x="1854774" y="103532"/>
                  </a:lnTo>
                  <a:lnTo>
                    <a:pt x="1899013" y="98199"/>
                  </a:lnTo>
                  <a:lnTo>
                    <a:pt x="1941800" y="93040"/>
                  </a:lnTo>
                  <a:lnTo>
                    <a:pt x="1983229" y="88045"/>
                  </a:lnTo>
                  <a:lnTo>
                    <a:pt x="2023383" y="83203"/>
                  </a:lnTo>
                  <a:lnTo>
                    <a:pt x="2062339" y="78507"/>
                  </a:lnTo>
                  <a:lnTo>
                    <a:pt x="2100165" y="73946"/>
                  </a:lnTo>
                  <a:lnTo>
                    <a:pt x="2136925" y="69514"/>
                  </a:lnTo>
                  <a:lnTo>
                    <a:pt x="2172678" y="65203"/>
                  </a:lnTo>
                  <a:lnTo>
                    <a:pt x="2207478" y="61007"/>
                  </a:lnTo>
                  <a:lnTo>
                    <a:pt x="2241373" y="56920"/>
                  </a:lnTo>
                  <a:lnTo>
                    <a:pt x="2274411" y="52937"/>
                  </a:lnTo>
                  <a:lnTo>
                    <a:pt x="2306632" y="49052"/>
                  </a:lnTo>
                  <a:lnTo>
                    <a:pt x="2338077" y="45261"/>
                  </a:lnTo>
                  <a:lnTo>
                    <a:pt x="2368782" y="41559"/>
                  </a:lnTo>
                  <a:lnTo>
                    <a:pt x="2398781" y="37942"/>
                  </a:lnTo>
                  <a:lnTo>
                    <a:pt x="2428106" y="34406"/>
                  </a:lnTo>
                  <a:lnTo>
                    <a:pt x="2456787" y="30948"/>
                  </a:lnTo>
                  <a:lnTo>
                    <a:pt x="2484850" y="27565"/>
                  </a:lnTo>
                  <a:lnTo>
                    <a:pt x="2512323" y="24252"/>
                  </a:lnTo>
                  <a:lnTo>
                    <a:pt x="2539229" y="21008"/>
                  </a:lnTo>
                  <a:lnTo>
                    <a:pt x="2565592" y="17830"/>
                  </a:lnTo>
                  <a:lnTo>
                    <a:pt x="2591433" y="14714"/>
                  </a:lnTo>
                  <a:lnTo>
                    <a:pt x="2616771" y="11659"/>
                  </a:lnTo>
                  <a:lnTo>
                    <a:pt x="2641627" y="8662"/>
                  </a:lnTo>
                  <a:lnTo>
                    <a:pt x="2666019" y="5721"/>
                  </a:lnTo>
                  <a:lnTo>
                    <a:pt x="2689963" y="2834"/>
                  </a:lnTo>
                  <a:lnTo>
                    <a:pt x="271347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5113134" y="3873909"/>
              <a:ext cx="2713475" cy="269764"/>
            </a:xfrm>
            <a:custGeom>
              <a:avLst/>
              <a:pathLst>
                <a:path w="2713475" h="269764">
                  <a:moveTo>
                    <a:pt x="0" y="0"/>
                  </a:moveTo>
                  <a:lnTo>
                    <a:pt x="174245" y="17322"/>
                  </a:lnTo>
                  <a:lnTo>
                    <a:pt x="327941" y="32602"/>
                  </a:lnTo>
                  <a:lnTo>
                    <a:pt x="465427" y="46271"/>
                  </a:lnTo>
                  <a:lnTo>
                    <a:pt x="589798" y="58635"/>
                  </a:lnTo>
                  <a:lnTo>
                    <a:pt x="703339" y="69923"/>
                  </a:lnTo>
                  <a:lnTo>
                    <a:pt x="807787" y="80307"/>
                  </a:lnTo>
                  <a:lnTo>
                    <a:pt x="904491" y="89921"/>
                  </a:lnTo>
                  <a:lnTo>
                    <a:pt x="994521" y="98871"/>
                  </a:lnTo>
                  <a:lnTo>
                    <a:pt x="1078737" y="107244"/>
                  </a:lnTo>
                  <a:lnTo>
                    <a:pt x="1157847" y="115109"/>
                  </a:lnTo>
                  <a:lnTo>
                    <a:pt x="1232433" y="122524"/>
                  </a:lnTo>
                  <a:lnTo>
                    <a:pt x="1302986" y="129538"/>
                  </a:lnTo>
                  <a:lnTo>
                    <a:pt x="1369919" y="136192"/>
                  </a:lnTo>
                  <a:lnTo>
                    <a:pt x="1433585" y="142521"/>
                  </a:lnTo>
                  <a:lnTo>
                    <a:pt x="1494290" y="148556"/>
                  </a:lnTo>
                  <a:lnTo>
                    <a:pt x="1552295" y="154323"/>
                  </a:lnTo>
                  <a:lnTo>
                    <a:pt x="1607831" y="159844"/>
                  </a:lnTo>
                  <a:lnTo>
                    <a:pt x="1661100" y="165140"/>
                  </a:lnTo>
                  <a:lnTo>
                    <a:pt x="1712279" y="170228"/>
                  </a:lnTo>
                  <a:lnTo>
                    <a:pt x="1761527" y="175124"/>
                  </a:lnTo>
                  <a:lnTo>
                    <a:pt x="1808983" y="179842"/>
                  </a:lnTo>
                  <a:lnTo>
                    <a:pt x="1854774" y="184395"/>
                  </a:lnTo>
                  <a:lnTo>
                    <a:pt x="1899013" y="188793"/>
                  </a:lnTo>
                  <a:lnTo>
                    <a:pt x="1941800" y="193046"/>
                  </a:lnTo>
                  <a:lnTo>
                    <a:pt x="1983229" y="197165"/>
                  </a:lnTo>
                  <a:lnTo>
                    <a:pt x="2023383" y="201157"/>
                  </a:lnTo>
                  <a:lnTo>
                    <a:pt x="2062339" y="205030"/>
                  </a:lnTo>
                  <a:lnTo>
                    <a:pt x="2100165" y="208790"/>
                  </a:lnTo>
                  <a:lnTo>
                    <a:pt x="2136925" y="212445"/>
                  </a:lnTo>
                  <a:lnTo>
                    <a:pt x="2172678" y="215999"/>
                  </a:lnTo>
                  <a:lnTo>
                    <a:pt x="2207478" y="219459"/>
                  </a:lnTo>
                  <a:lnTo>
                    <a:pt x="2241373" y="222829"/>
                  </a:lnTo>
                  <a:lnTo>
                    <a:pt x="2274411" y="226113"/>
                  </a:lnTo>
                  <a:lnTo>
                    <a:pt x="2306632" y="229317"/>
                  </a:lnTo>
                  <a:lnTo>
                    <a:pt x="2338077" y="232443"/>
                  </a:lnTo>
                  <a:lnTo>
                    <a:pt x="2368782" y="235495"/>
                  </a:lnTo>
                  <a:lnTo>
                    <a:pt x="2398781" y="238478"/>
                  </a:lnTo>
                  <a:lnTo>
                    <a:pt x="2428106" y="241393"/>
                  </a:lnTo>
                  <a:lnTo>
                    <a:pt x="2456787" y="244245"/>
                  </a:lnTo>
                  <a:lnTo>
                    <a:pt x="2484850" y="247035"/>
                  </a:lnTo>
                  <a:lnTo>
                    <a:pt x="2512323" y="249766"/>
                  </a:lnTo>
                  <a:lnTo>
                    <a:pt x="2539229" y="252441"/>
                  </a:lnTo>
                  <a:lnTo>
                    <a:pt x="2565592" y="255062"/>
                  </a:lnTo>
                  <a:lnTo>
                    <a:pt x="2591433" y="257631"/>
                  </a:lnTo>
                  <a:lnTo>
                    <a:pt x="2616771" y="260150"/>
                  </a:lnTo>
                  <a:lnTo>
                    <a:pt x="2641627" y="262621"/>
                  </a:lnTo>
                  <a:lnTo>
                    <a:pt x="2666019" y="265046"/>
                  </a:lnTo>
                  <a:lnTo>
                    <a:pt x="2689963" y="267426"/>
                  </a:lnTo>
                  <a:lnTo>
                    <a:pt x="2713475" y="269764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5113134" y="3933726"/>
              <a:ext cx="2713475" cy="446199"/>
            </a:xfrm>
            <a:custGeom>
              <a:avLst/>
              <a:pathLst>
                <a:path w="2713475" h="446199">
                  <a:moveTo>
                    <a:pt x="0" y="0"/>
                  </a:moveTo>
                  <a:lnTo>
                    <a:pt x="174245" y="28652"/>
                  </a:lnTo>
                  <a:lnTo>
                    <a:pt x="327941" y="53926"/>
                  </a:lnTo>
                  <a:lnTo>
                    <a:pt x="465427" y="76534"/>
                  </a:lnTo>
                  <a:lnTo>
                    <a:pt x="589798" y="96985"/>
                  </a:lnTo>
                  <a:lnTo>
                    <a:pt x="703339" y="115656"/>
                  </a:lnTo>
                  <a:lnTo>
                    <a:pt x="807787" y="132831"/>
                  </a:lnTo>
                  <a:lnTo>
                    <a:pt x="904491" y="148733"/>
                  </a:lnTo>
                  <a:lnTo>
                    <a:pt x="994521" y="163537"/>
                  </a:lnTo>
                  <a:lnTo>
                    <a:pt x="1078737" y="177386"/>
                  </a:lnTo>
                  <a:lnTo>
                    <a:pt x="1157847" y="190394"/>
                  </a:lnTo>
                  <a:lnTo>
                    <a:pt x="1232433" y="202659"/>
                  </a:lnTo>
                  <a:lnTo>
                    <a:pt x="1302986" y="214261"/>
                  </a:lnTo>
                  <a:lnTo>
                    <a:pt x="1369919" y="225267"/>
                  </a:lnTo>
                  <a:lnTo>
                    <a:pt x="1433585" y="235736"/>
                  </a:lnTo>
                  <a:lnTo>
                    <a:pt x="1494290" y="245718"/>
                  </a:lnTo>
                  <a:lnTo>
                    <a:pt x="1552295" y="255257"/>
                  </a:lnTo>
                  <a:lnTo>
                    <a:pt x="1607831" y="264389"/>
                  </a:lnTo>
                  <a:lnTo>
                    <a:pt x="1661100" y="273148"/>
                  </a:lnTo>
                  <a:lnTo>
                    <a:pt x="1712279" y="281564"/>
                  </a:lnTo>
                  <a:lnTo>
                    <a:pt x="1761527" y="289662"/>
                  </a:lnTo>
                  <a:lnTo>
                    <a:pt x="1808983" y="297466"/>
                  </a:lnTo>
                  <a:lnTo>
                    <a:pt x="1854774" y="304996"/>
                  </a:lnTo>
                  <a:lnTo>
                    <a:pt x="1899013" y="312270"/>
                  </a:lnTo>
                  <a:lnTo>
                    <a:pt x="1941800" y="319306"/>
                  </a:lnTo>
                  <a:lnTo>
                    <a:pt x="1983229" y="326119"/>
                  </a:lnTo>
                  <a:lnTo>
                    <a:pt x="2023383" y="332722"/>
                  </a:lnTo>
                  <a:lnTo>
                    <a:pt x="2062339" y="339127"/>
                  </a:lnTo>
                  <a:lnTo>
                    <a:pt x="2100165" y="345348"/>
                  </a:lnTo>
                  <a:lnTo>
                    <a:pt x="2136925" y="351392"/>
                  </a:lnTo>
                  <a:lnTo>
                    <a:pt x="2172678" y="357272"/>
                  </a:lnTo>
                  <a:lnTo>
                    <a:pt x="2207478" y="362994"/>
                  </a:lnTo>
                  <a:lnTo>
                    <a:pt x="2241373" y="368568"/>
                  </a:lnTo>
                  <a:lnTo>
                    <a:pt x="2274411" y="374000"/>
                  </a:lnTo>
                  <a:lnTo>
                    <a:pt x="2306632" y="379299"/>
                  </a:lnTo>
                  <a:lnTo>
                    <a:pt x="2338077" y="384469"/>
                  </a:lnTo>
                  <a:lnTo>
                    <a:pt x="2368782" y="389519"/>
                  </a:lnTo>
                  <a:lnTo>
                    <a:pt x="2398781" y="394452"/>
                  </a:lnTo>
                  <a:lnTo>
                    <a:pt x="2428106" y="399274"/>
                  </a:lnTo>
                  <a:lnTo>
                    <a:pt x="2456787" y="403990"/>
                  </a:lnTo>
                  <a:lnTo>
                    <a:pt x="2484850" y="408605"/>
                  </a:lnTo>
                  <a:lnTo>
                    <a:pt x="2512323" y="413122"/>
                  </a:lnTo>
                  <a:lnTo>
                    <a:pt x="2539229" y="417547"/>
                  </a:lnTo>
                  <a:lnTo>
                    <a:pt x="2565592" y="421882"/>
                  </a:lnTo>
                  <a:lnTo>
                    <a:pt x="2591433" y="426131"/>
                  </a:lnTo>
                  <a:lnTo>
                    <a:pt x="2616771" y="430298"/>
                  </a:lnTo>
                  <a:lnTo>
                    <a:pt x="2641627" y="434385"/>
                  </a:lnTo>
                  <a:lnTo>
                    <a:pt x="2666019" y="438396"/>
                  </a:lnTo>
                  <a:lnTo>
                    <a:pt x="2689963" y="442333"/>
                  </a:lnTo>
                  <a:lnTo>
                    <a:pt x="2713475" y="446199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2"/>
            <p:cNvSpPr/>
            <p:nvPr/>
          </p:nvSpPr>
          <p:spPr>
            <a:xfrm>
              <a:off x="5113134" y="4329548"/>
              <a:ext cx="2713475" cy="202406"/>
            </a:xfrm>
            <a:custGeom>
              <a:avLst/>
              <a:pathLst>
                <a:path w="2713475" h="202406">
                  <a:moveTo>
                    <a:pt x="0" y="0"/>
                  </a:moveTo>
                  <a:lnTo>
                    <a:pt x="174245" y="12997"/>
                  </a:lnTo>
                  <a:lnTo>
                    <a:pt x="327941" y="24462"/>
                  </a:lnTo>
                  <a:lnTo>
                    <a:pt x="465427" y="34717"/>
                  </a:lnTo>
                  <a:lnTo>
                    <a:pt x="589798" y="43994"/>
                  </a:lnTo>
                  <a:lnTo>
                    <a:pt x="703339" y="52464"/>
                  </a:lnTo>
                  <a:lnTo>
                    <a:pt x="807787" y="60255"/>
                  </a:lnTo>
                  <a:lnTo>
                    <a:pt x="904491" y="67468"/>
                  </a:lnTo>
                  <a:lnTo>
                    <a:pt x="994521" y="74184"/>
                  </a:lnTo>
                  <a:lnTo>
                    <a:pt x="1078737" y="80466"/>
                  </a:lnTo>
                  <a:lnTo>
                    <a:pt x="1157847" y="86367"/>
                  </a:lnTo>
                  <a:lnTo>
                    <a:pt x="1232433" y="91931"/>
                  </a:lnTo>
                  <a:lnTo>
                    <a:pt x="1302986" y="97193"/>
                  </a:lnTo>
                  <a:lnTo>
                    <a:pt x="1369919" y="102186"/>
                  </a:lnTo>
                  <a:lnTo>
                    <a:pt x="1433585" y="106935"/>
                  </a:lnTo>
                  <a:lnTo>
                    <a:pt x="1494290" y="111463"/>
                  </a:lnTo>
                  <a:lnTo>
                    <a:pt x="1552295" y="115790"/>
                  </a:lnTo>
                  <a:lnTo>
                    <a:pt x="1607831" y="119933"/>
                  </a:lnTo>
                  <a:lnTo>
                    <a:pt x="1661100" y="123906"/>
                  </a:lnTo>
                  <a:lnTo>
                    <a:pt x="1712279" y="127724"/>
                  </a:lnTo>
                  <a:lnTo>
                    <a:pt x="1761527" y="131397"/>
                  </a:lnTo>
                  <a:lnTo>
                    <a:pt x="1808983" y="134937"/>
                  </a:lnTo>
                  <a:lnTo>
                    <a:pt x="1854774" y="138353"/>
                  </a:lnTo>
                  <a:lnTo>
                    <a:pt x="1899013" y="141653"/>
                  </a:lnTo>
                  <a:lnTo>
                    <a:pt x="1941800" y="144845"/>
                  </a:lnTo>
                  <a:lnTo>
                    <a:pt x="1983229" y="147935"/>
                  </a:lnTo>
                  <a:lnTo>
                    <a:pt x="2023383" y="150930"/>
                  </a:lnTo>
                  <a:lnTo>
                    <a:pt x="2062339" y="153836"/>
                  </a:lnTo>
                  <a:lnTo>
                    <a:pt x="2100165" y="156658"/>
                  </a:lnTo>
                  <a:lnTo>
                    <a:pt x="2136925" y="159400"/>
                  </a:lnTo>
                  <a:lnTo>
                    <a:pt x="2172678" y="162067"/>
                  </a:lnTo>
                  <a:lnTo>
                    <a:pt x="2207478" y="164662"/>
                  </a:lnTo>
                  <a:lnTo>
                    <a:pt x="2241373" y="167191"/>
                  </a:lnTo>
                  <a:lnTo>
                    <a:pt x="2274411" y="169655"/>
                  </a:lnTo>
                  <a:lnTo>
                    <a:pt x="2306632" y="172059"/>
                  </a:lnTo>
                  <a:lnTo>
                    <a:pt x="2338077" y="174404"/>
                  </a:lnTo>
                  <a:lnTo>
                    <a:pt x="2368782" y="176695"/>
                  </a:lnTo>
                  <a:lnTo>
                    <a:pt x="2398781" y="178932"/>
                  </a:lnTo>
                  <a:lnTo>
                    <a:pt x="2428106" y="181120"/>
                  </a:lnTo>
                  <a:lnTo>
                    <a:pt x="2456787" y="183259"/>
                  </a:lnTo>
                  <a:lnTo>
                    <a:pt x="2484850" y="185352"/>
                  </a:lnTo>
                  <a:lnTo>
                    <a:pt x="2512323" y="187402"/>
                  </a:lnTo>
                  <a:lnTo>
                    <a:pt x="2539229" y="189409"/>
                  </a:lnTo>
                  <a:lnTo>
                    <a:pt x="2565592" y="191375"/>
                  </a:lnTo>
                  <a:lnTo>
                    <a:pt x="2591433" y="193303"/>
                  </a:lnTo>
                  <a:lnTo>
                    <a:pt x="2616771" y="195193"/>
                  </a:lnTo>
                  <a:lnTo>
                    <a:pt x="2641627" y="197047"/>
                  </a:lnTo>
                  <a:lnTo>
                    <a:pt x="2666019" y="198866"/>
                  </a:lnTo>
                  <a:lnTo>
                    <a:pt x="2689963" y="200652"/>
                  </a:lnTo>
                  <a:lnTo>
                    <a:pt x="2713475" y="20240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4" name="pl403"/>
            <p:cNvSpPr/>
            <p:nvPr/>
          </p:nvSpPr>
          <p:spPr>
            <a:xfrm>
              <a:off x="5113134" y="4299270"/>
              <a:ext cx="2713475" cy="63868"/>
            </a:xfrm>
            <a:custGeom>
              <a:avLst/>
              <a:pathLst>
                <a:path w="2713475" h="63868">
                  <a:moveTo>
                    <a:pt x="0" y="0"/>
                  </a:moveTo>
                  <a:lnTo>
                    <a:pt x="174245" y="4101"/>
                  </a:lnTo>
                  <a:lnTo>
                    <a:pt x="327941" y="7718"/>
                  </a:lnTo>
                  <a:lnTo>
                    <a:pt x="465427" y="10954"/>
                  </a:lnTo>
                  <a:lnTo>
                    <a:pt x="589798" y="13882"/>
                  </a:lnTo>
                  <a:lnTo>
                    <a:pt x="703339" y="16554"/>
                  </a:lnTo>
                  <a:lnTo>
                    <a:pt x="807787" y="19013"/>
                  </a:lnTo>
                  <a:lnTo>
                    <a:pt x="904491" y="21289"/>
                  </a:lnTo>
                  <a:lnTo>
                    <a:pt x="994521" y="23408"/>
                  </a:lnTo>
                  <a:lnTo>
                    <a:pt x="1078737" y="25390"/>
                  </a:lnTo>
                  <a:lnTo>
                    <a:pt x="1157847" y="27252"/>
                  </a:lnTo>
                  <a:lnTo>
                    <a:pt x="1232433" y="29008"/>
                  </a:lnTo>
                  <a:lnTo>
                    <a:pt x="1302986" y="30668"/>
                  </a:lnTo>
                  <a:lnTo>
                    <a:pt x="1369919" y="32244"/>
                  </a:lnTo>
                  <a:lnTo>
                    <a:pt x="1433585" y="33742"/>
                  </a:lnTo>
                  <a:lnTo>
                    <a:pt x="1494290" y="35171"/>
                  </a:lnTo>
                  <a:lnTo>
                    <a:pt x="1552295" y="36536"/>
                  </a:lnTo>
                  <a:lnTo>
                    <a:pt x="1607831" y="37844"/>
                  </a:lnTo>
                  <a:lnTo>
                    <a:pt x="1661100" y="39097"/>
                  </a:lnTo>
                  <a:lnTo>
                    <a:pt x="1712279" y="40302"/>
                  </a:lnTo>
                  <a:lnTo>
                    <a:pt x="1761527" y="41461"/>
                  </a:lnTo>
                  <a:lnTo>
                    <a:pt x="1808983" y="42578"/>
                  </a:lnTo>
                  <a:lnTo>
                    <a:pt x="1854774" y="43656"/>
                  </a:lnTo>
                  <a:lnTo>
                    <a:pt x="1899013" y="44697"/>
                  </a:lnTo>
                  <a:lnTo>
                    <a:pt x="1941800" y="45704"/>
                  </a:lnTo>
                  <a:lnTo>
                    <a:pt x="1983229" y="46680"/>
                  </a:lnTo>
                  <a:lnTo>
                    <a:pt x="2023383" y="47625"/>
                  </a:lnTo>
                  <a:lnTo>
                    <a:pt x="2062339" y="48542"/>
                  </a:lnTo>
                  <a:lnTo>
                    <a:pt x="2100165" y="49432"/>
                  </a:lnTo>
                  <a:lnTo>
                    <a:pt x="2136925" y="50297"/>
                  </a:lnTo>
                  <a:lnTo>
                    <a:pt x="2172678" y="51139"/>
                  </a:lnTo>
                  <a:lnTo>
                    <a:pt x="2207478" y="51958"/>
                  </a:lnTo>
                  <a:lnTo>
                    <a:pt x="2241373" y="52756"/>
                  </a:lnTo>
                  <a:lnTo>
                    <a:pt x="2274411" y="53533"/>
                  </a:lnTo>
                  <a:lnTo>
                    <a:pt x="2306632" y="54292"/>
                  </a:lnTo>
                  <a:lnTo>
                    <a:pt x="2338077" y="55032"/>
                  </a:lnTo>
                  <a:lnTo>
                    <a:pt x="2368782" y="55754"/>
                  </a:lnTo>
                  <a:lnTo>
                    <a:pt x="2398781" y="56461"/>
                  </a:lnTo>
                  <a:lnTo>
                    <a:pt x="2428106" y="57151"/>
                  </a:lnTo>
                  <a:lnTo>
                    <a:pt x="2456787" y="57826"/>
                  </a:lnTo>
                  <a:lnTo>
                    <a:pt x="2484850" y="58486"/>
                  </a:lnTo>
                  <a:lnTo>
                    <a:pt x="2512323" y="59133"/>
                  </a:lnTo>
                  <a:lnTo>
                    <a:pt x="2539229" y="59766"/>
                  </a:lnTo>
                  <a:lnTo>
                    <a:pt x="2565592" y="60387"/>
                  </a:lnTo>
                  <a:lnTo>
                    <a:pt x="2591433" y="60995"/>
                  </a:lnTo>
                  <a:lnTo>
                    <a:pt x="2616771" y="61591"/>
                  </a:lnTo>
                  <a:lnTo>
                    <a:pt x="2641627" y="62177"/>
                  </a:lnTo>
                  <a:lnTo>
                    <a:pt x="2666019" y="62751"/>
                  </a:lnTo>
                  <a:lnTo>
                    <a:pt x="2689963" y="63314"/>
                  </a:lnTo>
                  <a:lnTo>
                    <a:pt x="2713475" y="63868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5" name="pl404"/>
            <p:cNvSpPr/>
            <p:nvPr/>
          </p:nvSpPr>
          <p:spPr>
            <a:xfrm>
              <a:off x="5113134" y="4236489"/>
              <a:ext cx="2713475" cy="60929"/>
            </a:xfrm>
            <a:custGeom>
              <a:avLst/>
              <a:pathLst>
                <a:path w="2713475" h="60929">
                  <a:moveTo>
                    <a:pt x="0" y="60929"/>
                  </a:moveTo>
                  <a:lnTo>
                    <a:pt x="174245" y="57016"/>
                  </a:lnTo>
                  <a:lnTo>
                    <a:pt x="327941" y="53565"/>
                  </a:lnTo>
                  <a:lnTo>
                    <a:pt x="465427" y="50478"/>
                  </a:lnTo>
                  <a:lnTo>
                    <a:pt x="589798" y="47685"/>
                  </a:lnTo>
                  <a:lnTo>
                    <a:pt x="703339" y="45136"/>
                  </a:lnTo>
                  <a:lnTo>
                    <a:pt x="807787" y="42790"/>
                  </a:lnTo>
                  <a:lnTo>
                    <a:pt x="904491" y="40619"/>
                  </a:lnTo>
                  <a:lnTo>
                    <a:pt x="994521" y="38597"/>
                  </a:lnTo>
                  <a:lnTo>
                    <a:pt x="1078737" y="36706"/>
                  </a:lnTo>
                  <a:lnTo>
                    <a:pt x="1157847" y="34930"/>
                  </a:lnTo>
                  <a:lnTo>
                    <a:pt x="1232433" y="33255"/>
                  </a:lnTo>
                  <a:lnTo>
                    <a:pt x="1302986" y="31671"/>
                  </a:lnTo>
                  <a:lnTo>
                    <a:pt x="1369919" y="30168"/>
                  </a:lnTo>
                  <a:lnTo>
                    <a:pt x="1433585" y="28739"/>
                  </a:lnTo>
                  <a:lnTo>
                    <a:pt x="1494290" y="27375"/>
                  </a:lnTo>
                  <a:lnTo>
                    <a:pt x="1552295" y="26073"/>
                  </a:lnTo>
                  <a:lnTo>
                    <a:pt x="1607831" y="24826"/>
                  </a:lnTo>
                  <a:lnTo>
                    <a:pt x="1661100" y="23630"/>
                  </a:lnTo>
                  <a:lnTo>
                    <a:pt x="1712279" y="22481"/>
                  </a:lnTo>
                  <a:lnTo>
                    <a:pt x="1761527" y="21375"/>
                  </a:lnTo>
                  <a:lnTo>
                    <a:pt x="1808983" y="20309"/>
                  </a:lnTo>
                  <a:lnTo>
                    <a:pt x="1854774" y="19281"/>
                  </a:lnTo>
                  <a:lnTo>
                    <a:pt x="1899013" y="18288"/>
                  </a:lnTo>
                  <a:lnTo>
                    <a:pt x="1941800" y="17327"/>
                  </a:lnTo>
                  <a:lnTo>
                    <a:pt x="1983229" y="16397"/>
                  </a:lnTo>
                  <a:lnTo>
                    <a:pt x="2023383" y="15495"/>
                  </a:lnTo>
                  <a:lnTo>
                    <a:pt x="2062339" y="14620"/>
                  </a:lnTo>
                  <a:lnTo>
                    <a:pt x="2100165" y="13771"/>
                  </a:lnTo>
                  <a:lnTo>
                    <a:pt x="2136925" y="12946"/>
                  </a:lnTo>
                  <a:lnTo>
                    <a:pt x="2172678" y="12143"/>
                  </a:lnTo>
                  <a:lnTo>
                    <a:pt x="2207478" y="11361"/>
                  </a:lnTo>
                  <a:lnTo>
                    <a:pt x="2241373" y="10600"/>
                  </a:lnTo>
                  <a:lnTo>
                    <a:pt x="2274411" y="9858"/>
                  </a:lnTo>
                  <a:lnTo>
                    <a:pt x="2306632" y="9135"/>
                  </a:lnTo>
                  <a:lnTo>
                    <a:pt x="2338077" y="8429"/>
                  </a:lnTo>
                  <a:lnTo>
                    <a:pt x="2368782" y="7739"/>
                  </a:lnTo>
                  <a:lnTo>
                    <a:pt x="2398781" y="7066"/>
                  </a:lnTo>
                  <a:lnTo>
                    <a:pt x="2428106" y="6407"/>
                  </a:lnTo>
                  <a:lnTo>
                    <a:pt x="2456787" y="5763"/>
                  </a:lnTo>
                  <a:lnTo>
                    <a:pt x="2484850" y="5133"/>
                  </a:lnTo>
                  <a:lnTo>
                    <a:pt x="2512323" y="4516"/>
                  </a:lnTo>
                  <a:lnTo>
                    <a:pt x="2539229" y="3912"/>
                  </a:lnTo>
                  <a:lnTo>
                    <a:pt x="2565592" y="3320"/>
                  </a:lnTo>
                  <a:lnTo>
                    <a:pt x="2591433" y="2740"/>
                  </a:lnTo>
                  <a:lnTo>
                    <a:pt x="2616771" y="2171"/>
                  </a:lnTo>
                  <a:lnTo>
                    <a:pt x="2641627" y="1613"/>
                  </a:lnTo>
                  <a:lnTo>
                    <a:pt x="2666019" y="1065"/>
                  </a:lnTo>
                  <a:lnTo>
                    <a:pt x="2689963" y="527"/>
                  </a:lnTo>
                  <a:lnTo>
                    <a:pt x="271347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6" name="rc405"/>
            <p:cNvSpPr/>
            <p:nvPr/>
          </p:nvSpPr>
          <p:spPr>
            <a:xfrm>
              <a:off x="4913885" y="3480885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07" name="pl406"/>
            <p:cNvSpPr/>
            <p:nvPr/>
          </p:nvSpPr>
          <p:spPr>
            <a:xfrm>
              <a:off x="4913885" y="3480885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7"/>
            <p:cNvSpPr/>
            <p:nvPr/>
          </p:nvSpPr>
          <p:spPr>
            <a:xfrm>
              <a:off x="4875928" y="45548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8"/>
            <p:cNvSpPr/>
            <p:nvPr/>
          </p:nvSpPr>
          <p:spPr>
            <a:xfrm>
              <a:off x="4875928" y="432480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09"/>
            <p:cNvSpPr/>
            <p:nvPr/>
          </p:nvSpPr>
          <p:spPr>
            <a:xfrm>
              <a:off x="4875928" y="409475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0"/>
            <p:cNvSpPr/>
            <p:nvPr/>
          </p:nvSpPr>
          <p:spPr>
            <a:xfrm>
              <a:off x="4875928" y="386470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1"/>
            <p:cNvSpPr/>
            <p:nvPr/>
          </p:nvSpPr>
          <p:spPr>
            <a:xfrm>
              <a:off x="4875928" y="363465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2"/>
            <p:cNvSpPr/>
            <p:nvPr/>
          </p:nvSpPr>
          <p:spPr>
            <a:xfrm>
              <a:off x="4913885" y="4719124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3"/>
            <p:cNvSpPr/>
            <p:nvPr/>
          </p:nvSpPr>
          <p:spPr>
            <a:xfrm>
              <a:off x="5113134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4"/>
            <p:cNvSpPr/>
            <p:nvPr/>
          </p:nvSpPr>
          <p:spPr>
            <a:xfrm>
              <a:off x="6017626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5"/>
            <p:cNvSpPr/>
            <p:nvPr/>
          </p:nvSpPr>
          <p:spPr>
            <a:xfrm>
              <a:off x="6922117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6"/>
            <p:cNvSpPr/>
            <p:nvPr/>
          </p:nvSpPr>
          <p:spPr>
            <a:xfrm>
              <a:off x="7826609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tx417"/>
            <p:cNvSpPr/>
            <p:nvPr/>
          </p:nvSpPr>
          <p:spPr>
            <a:xfrm>
              <a:off x="5074272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9" name="tx418"/>
            <p:cNvSpPr/>
            <p:nvPr/>
          </p:nvSpPr>
          <p:spPr>
            <a:xfrm>
              <a:off x="5978764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0" name="tx419"/>
            <p:cNvSpPr/>
            <p:nvPr/>
          </p:nvSpPr>
          <p:spPr>
            <a:xfrm>
              <a:off x="6883255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1" name="tx420"/>
            <p:cNvSpPr/>
            <p:nvPr/>
          </p:nvSpPr>
          <p:spPr>
            <a:xfrm>
              <a:off x="7787747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22" name="tx421"/>
            <p:cNvSpPr/>
            <p:nvPr/>
          </p:nvSpPr>
          <p:spPr>
            <a:xfrm>
              <a:off x="6106645" y="5000311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423" name="tx422"/>
            <p:cNvSpPr/>
            <p:nvPr/>
          </p:nvSpPr>
          <p:spPr>
            <a:xfrm>
              <a:off x="4913885" y="3237726"/>
              <a:ext cx="1244315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24" name="rc423"/>
            <p:cNvSpPr/>
            <p:nvPr/>
          </p:nvSpPr>
          <p:spPr>
            <a:xfrm>
              <a:off x="1503277" y="5608097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645997" y="638014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652294" y="626232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661029" y="6333603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696337" y="649802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632969" y="663749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1633482" y="635619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1653741" y="646794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690405" y="650068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1631372" y="658874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615777" y="631669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591771" y="648144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584857" y="583157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549733" y="596606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585146" y="617801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536485" y="630201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556267" y="676075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605196" y="651740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529233" y="613660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577188" y="571047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549252" y="563508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640995" y="637716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521271" y="611995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637202" y="593988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618695" y="606403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557341" y="651501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588911" y="646318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588204" y="598323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573751" y="602476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489501" y="6551391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534423" y="627995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546779" y="63843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469186" y="661211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467965" y="625796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544320" y="651361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474082" y="576575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446217" y="644682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424864" y="616689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463677" y="599714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442122" y="568564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467074" y="588612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519514" y="646651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440428" y="610332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485162" y="622990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484041" y="606367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508848" y="644199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537306" y="610155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426025" y="640773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463946" y="637027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4345810" y="642176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385358" y="637443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4440310" y="653793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4441346" y="614625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4393825" y="619934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389180" y="571593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4343172" y="617920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411128" y="636992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4380983" y="619336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428855" y="608925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4451776" y="603473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408428" y="590951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4422014" y="633061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330708" y="581716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4441729" y="659562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439033" y="646759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4448071" y="630719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361344" y="639397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4421670" y="627166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410410" y="643562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4413081" y="624591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363471" y="617671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4351608" y="618430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430927" y="624190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708289" y="6301852"/>
              <a:ext cx="2711050" cy="51663"/>
            </a:xfrm>
            <a:custGeom>
              <a:avLst/>
              <a:pathLst>
                <a:path w="2711050" h="51663">
                  <a:moveTo>
                    <a:pt x="0" y="51663"/>
                  </a:moveTo>
                  <a:lnTo>
                    <a:pt x="174090" y="48346"/>
                  </a:lnTo>
                  <a:lnTo>
                    <a:pt x="327648" y="45419"/>
                  </a:lnTo>
                  <a:lnTo>
                    <a:pt x="465011" y="42802"/>
                  </a:lnTo>
                  <a:lnTo>
                    <a:pt x="589270" y="40434"/>
                  </a:lnTo>
                  <a:lnTo>
                    <a:pt x="702711" y="38272"/>
                  </a:lnTo>
                  <a:lnTo>
                    <a:pt x="807065" y="36283"/>
                  </a:lnTo>
                  <a:lnTo>
                    <a:pt x="903683" y="34442"/>
                  </a:lnTo>
                  <a:lnTo>
                    <a:pt x="993632" y="32728"/>
                  </a:lnTo>
                  <a:lnTo>
                    <a:pt x="1077773" y="31124"/>
                  </a:lnTo>
                  <a:lnTo>
                    <a:pt x="1156812" y="29618"/>
                  </a:lnTo>
                  <a:lnTo>
                    <a:pt x="1231331" y="28198"/>
                  </a:lnTo>
                  <a:lnTo>
                    <a:pt x="1301821" y="26855"/>
                  </a:lnTo>
                  <a:lnTo>
                    <a:pt x="1368694" y="25580"/>
                  </a:lnTo>
                  <a:lnTo>
                    <a:pt x="1432304" y="24368"/>
                  </a:lnTo>
                  <a:lnTo>
                    <a:pt x="1492954" y="23212"/>
                  </a:lnTo>
                  <a:lnTo>
                    <a:pt x="1550907" y="22108"/>
                  </a:lnTo>
                  <a:lnTo>
                    <a:pt x="1606394" y="21051"/>
                  </a:lnTo>
                  <a:lnTo>
                    <a:pt x="1659615" y="20036"/>
                  </a:lnTo>
                  <a:lnTo>
                    <a:pt x="1710749" y="19062"/>
                  </a:lnTo>
                  <a:lnTo>
                    <a:pt x="1759952" y="18124"/>
                  </a:lnTo>
                  <a:lnTo>
                    <a:pt x="1807366" y="17221"/>
                  </a:lnTo>
                  <a:lnTo>
                    <a:pt x="1853116" y="16349"/>
                  </a:lnTo>
                  <a:lnTo>
                    <a:pt x="1897315" y="15507"/>
                  </a:lnTo>
                  <a:lnTo>
                    <a:pt x="1940064" y="14692"/>
                  </a:lnTo>
                  <a:lnTo>
                    <a:pt x="1981456" y="13903"/>
                  </a:lnTo>
                  <a:lnTo>
                    <a:pt x="2021575" y="13139"/>
                  </a:lnTo>
                  <a:lnTo>
                    <a:pt x="2060495" y="12397"/>
                  </a:lnTo>
                  <a:lnTo>
                    <a:pt x="2098287" y="11677"/>
                  </a:lnTo>
                  <a:lnTo>
                    <a:pt x="2135015" y="10977"/>
                  </a:lnTo>
                  <a:lnTo>
                    <a:pt x="2170736" y="10296"/>
                  </a:lnTo>
                  <a:lnTo>
                    <a:pt x="2205504" y="9634"/>
                  </a:lnTo>
                  <a:lnTo>
                    <a:pt x="2239370" y="8988"/>
                  </a:lnTo>
                  <a:lnTo>
                    <a:pt x="2272378" y="8359"/>
                  </a:lnTo>
                  <a:lnTo>
                    <a:pt x="2304570" y="7746"/>
                  </a:lnTo>
                  <a:lnTo>
                    <a:pt x="2335987" y="7147"/>
                  </a:lnTo>
                  <a:lnTo>
                    <a:pt x="2366665" y="6562"/>
                  </a:lnTo>
                  <a:lnTo>
                    <a:pt x="2396637" y="5991"/>
                  </a:lnTo>
                  <a:lnTo>
                    <a:pt x="2425936" y="5433"/>
                  </a:lnTo>
                  <a:lnTo>
                    <a:pt x="2454591" y="4887"/>
                  </a:lnTo>
                  <a:lnTo>
                    <a:pt x="2482629" y="4352"/>
                  </a:lnTo>
                  <a:lnTo>
                    <a:pt x="2510077" y="3829"/>
                  </a:lnTo>
                  <a:lnTo>
                    <a:pt x="2536960" y="3317"/>
                  </a:lnTo>
                  <a:lnTo>
                    <a:pt x="2563299" y="2815"/>
                  </a:lnTo>
                  <a:lnTo>
                    <a:pt x="2589116" y="2323"/>
                  </a:lnTo>
                  <a:lnTo>
                    <a:pt x="2614432" y="1841"/>
                  </a:lnTo>
                  <a:lnTo>
                    <a:pt x="2639266" y="1367"/>
                  </a:lnTo>
                  <a:lnTo>
                    <a:pt x="2663636" y="903"/>
                  </a:lnTo>
                  <a:lnTo>
                    <a:pt x="2687558" y="447"/>
                  </a:lnTo>
                  <a:lnTo>
                    <a:pt x="271105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1708289" y="6318343"/>
              <a:ext cx="2711050" cy="197570"/>
            </a:xfrm>
            <a:custGeom>
              <a:avLst/>
              <a:pathLst>
                <a:path w="2711050" h="197570">
                  <a:moveTo>
                    <a:pt x="0" y="197570"/>
                  </a:moveTo>
                  <a:lnTo>
                    <a:pt x="174090" y="184883"/>
                  </a:lnTo>
                  <a:lnTo>
                    <a:pt x="327648" y="173693"/>
                  </a:lnTo>
                  <a:lnTo>
                    <a:pt x="465011" y="163682"/>
                  </a:lnTo>
                  <a:lnTo>
                    <a:pt x="589270" y="154626"/>
                  </a:lnTo>
                  <a:lnTo>
                    <a:pt x="702711" y="146359"/>
                  </a:lnTo>
                  <a:lnTo>
                    <a:pt x="807065" y="138754"/>
                  </a:lnTo>
                  <a:lnTo>
                    <a:pt x="903683" y="131713"/>
                  </a:lnTo>
                  <a:lnTo>
                    <a:pt x="993632" y="125158"/>
                  </a:lnTo>
                  <a:lnTo>
                    <a:pt x="1077773" y="119026"/>
                  </a:lnTo>
                  <a:lnTo>
                    <a:pt x="1156812" y="113266"/>
                  </a:lnTo>
                  <a:lnTo>
                    <a:pt x="1231331" y="107836"/>
                  </a:lnTo>
                  <a:lnTo>
                    <a:pt x="1301821" y="102699"/>
                  </a:lnTo>
                  <a:lnTo>
                    <a:pt x="1368694" y="97825"/>
                  </a:lnTo>
                  <a:lnTo>
                    <a:pt x="1432304" y="93190"/>
                  </a:lnTo>
                  <a:lnTo>
                    <a:pt x="1492954" y="88770"/>
                  </a:lnTo>
                  <a:lnTo>
                    <a:pt x="1550907" y="84546"/>
                  </a:lnTo>
                  <a:lnTo>
                    <a:pt x="1606394" y="80502"/>
                  </a:lnTo>
                  <a:lnTo>
                    <a:pt x="1659615" y="76624"/>
                  </a:lnTo>
                  <a:lnTo>
                    <a:pt x="1710749" y="72898"/>
                  </a:lnTo>
                  <a:lnTo>
                    <a:pt x="1759952" y="69312"/>
                  </a:lnTo>
                  <a:lnTo>
                    <a:pt x="1807366" y="65856"/>
                  </a:lnTo>
                  <a:lnTo>
                    <a:pt x="1853116" y="62522"/>
                  </a:lnTo>
                  <a:lnTo>
                    <a:pt x="1897315" y="59301"/>
                  </a:lnTo>
                  <a:lnTo>
                    <a:pt x="1940064" y="56186"/>
                  </a:lnTo>
                  <a:lnTo>
                    <a:pt x="1981456" y="53169"/>
                  </a:lnTo>
                  <a:lnTo>
                    <a:pt x="2021575" y="50246"/>
                  </a:lnTo>
                  <a:lnTo>
                    <a:pt x="2060495" y="47409"/>
                  </a:lnTo>
                  <a:lnTo>
                    <a:pt x="2098287" y="44655"/>
                  </a:lnTo>
                  <a:lnTo>
                    <a:pt x="2135015" y="41979"/>
                  </a:lnTo>
                  <a:lnTo>
                    <a:pt x="2170736" y="39375"/>
                  </a:lnTo>
                  <a:lnTo>
                    <a:pt x="2205504" y="36842"/>
                  </a:lnTo>
                  <a:lnTo>
                    <a:pt x="2239370" y="34374"/>
                  </a:lnTo>
                  <a:lnTo>
                    <a:pt x="2272378" y="31968"/>
                  </a:lnTo>
                  <a:lnTo>
                    <a:pt x="2304570" y="29622"/>
                  </a:lnTo>
                  <a:lnTo>
                    <a:pt x="2335987" y="27333"/>
                  </a:lnTo>
                  <a:lnTo>
                    <a:pt x="2366665" y="25097"/>
                  </a:lnTo>
                  <a:lnTo>
                    <a:pt x="2396637" y="22913"/>
                  </a:lnTo>
                  <a:lnTo>
                    <a:pt x="2425936" y="20777"/>
                  </a:lnTo>
                  <a:lnTo>
                    <a:pt x="2454591" y="18689"/>
                  </a:lnTo>
                  <a:lnTo>
                    <a:pt x="2482629" y="16646"/>
                  </a:lnTo>
                  <a:lnTo>
                    <a:pt x="2510077" y="14646"/>
                  </a:lnTo>
                  <a:lnTo>
                    <a:pt x="2536960" y="12687"/>
                  </a:lnTo>
                  <a:lnTo>
                    <a:pt x="2563299" y="10767"/>
                  </a:lnTo>
                  <a:lnTo>
                    <a:pt x="2589116" y="8886"/>
                  </a:lnTo>
                  <a:lnTo>
                    <a:pt x="2614432" y="7041"/>
                  </a:lnTo>
                  <a:lnTo>
                    <a:pt x="2639266" y="5231"/>
                  </a:lnTo>
                  <a:lnTo>
                    <a:pt x="2663636" y="3455"/>
                  </a:lnTo>
                  <a:lnTo>
                    <a:pt x="2687558" y="1711"/>
                  </a:lnTo>
                  <a:lnTo>
                    <a:pt x="271105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1708289" y="6380503"/>
              <a:ext cx="2711050" cy="221863"/>
            </a:xfrm>
            <a:custGeom>
              <a:avLst/>
              <a:pathLst>
                <a:path w="2711050" h="221863">
                  <a:moveTo>
                    <a:pt x="0" y="0"/>
                  </a:moveTo>
                  <a:lnTo>
                    <a:pt x="174090" y="14246"/>
                  </a:lnTo>
                  <a:lnTo>
                    <a:pt x="327648" y="26813"/>
                  </a:lnTo>
                  <a:lnTo>
                    <a:pt x="465011" y="38055"/>
                  </a:lnTo>
                  <a:lnTo>
                    <a:pt x="589270" y="48224"/>
                  </a:lnTo>
                  <a:lnTo>
                    <a:pt x="702711" y="57507"/>
                  </a:lnTo>
                  <a:lnTo>
                    <a:pt x="807065" y="66047"/>
                  </a:lnTo>
                  <a:lnTo>
                    <a:pt x="903683" y="73954"/>
                  </a:lnTo>
                  <a:lnTo>
                    <a:pt x="993632" y="81315"/>
                  </a:lnTo>
                  <a:lnTo>
                    <a:pt x="1077773" y="88201"/>
                  </a:lnTo>
                  <a:lnTo>
                    <a:pt x="1156812" y="94669"/>
                  </a:lnTo>
                  <a:lnTo>
                    <a:pt x="1231331" y="100768"/>
                  </a:lnTo>
                  <a:lnTo>
                    <a:pt x="1301821" y="106537"/>
                  </a:lnTo>
                  <a:lnTo>
                    <a:pt x="1368694" y="112009"/>
                  </a:lnTo>
                  <a:lnTo>
                    <a:pt x="1432304" y="117215"/>
                  </a:lnTo>
                  <a:lnTo>
                    <a:pt x="1492954" y="122178"/>
                  </a:lnTo>
                  <a:lnTo>
                    <a:pt x="1550907" y="126921"/>
                  </a:lnTo>
                  <a:lnTo>
                    <a:pt x="1606394" y="131462"/>
                  </a:lnTo>
                  <a:lnTo>
                    <a:pt x="1659615" y="135817"/>
                  </a:lnTo>
                  <a:lnTo>
                    <a:pt x="1710749" y="140002"/>
                  </a:lnTo>
                  <a:lnTo>
                    <a:pt x="1759952" y="144029"/>
                  </a:lnTo>
                  <a:lnTo>
                    <a:pt x="1807366" y="147909"/>
                  </a:lnTo>
                  <a:lnTo>
                    <a:pt x="1853116" y="151653"/>
                  </a:lnTo>
                  <a:lnTo>
                    <a:pt x="1897315" y="155270"/>
                  </a:lnTo>
                  <a:lnTo>
                    <a:pt x="1940064" y="158768"/>
                  </a:lnTo>
                  <a:lnTo>
                    <a:pt x="1981456" y="162156"/>
                  </a:lnTo>
                  <a:lnTo>
                    <a:pt x="2021575" y="165439"/>
                  </a:lnTo>
                  <a:lnTo>
                    <a:pt x="2060495" y="168624"/>
                  </a:lnTo>
                  <a:lnTo>
                    <a:pt x="2098287" y="171717"/>
                  </a:lnTo>
                  <a:lnTo>
                    <a:pt x="2135015" y="174722"/>
                  </a:lnTo>
                  <a:lnTo>
                    <a:pt x="2170736" y="177646"/>
                  </a:lnTo>
                  <a:lnTo>
                    <a:pt x="2205504" y="180491"/>
                  </a:lnTo>
                  <a:lnTo>
                    <a:pt x="2239370" y="183263"/>
                  </a:lnTo>
                  <a:lnTo>
                    <a:pt x="2272378" y="185964"/>
                  </a:lnTo>
                  <a:lnTo>
                    <a:pt x="2304570" y="188598"/>
                  </a:lnTo>
                  <a:lnTo>
                    <a:pt x="2335987" y="191169"/>
                  </a:lnTo>
                  <a:lnTo>
                    <a:pt x="2366665" y="193680"/>
                  </a:lnTo>
                  <a:lnTo>
                    <a:pt x="2396637" y="196133"/>
                  </a:lnTo>
                  <a:lnTo>
                    <a:pt x="2425936" y="198531"/>
                  </a:lnTo>
                  <a:lnTo>
                    <a:pt x="2454591" y="200876"/>
                  </a:lnTo>
                  <a:lnTo>
                    <a:pt x="2482629" y="203170"/>
                  </a:lnTo>
                  <a:lnTo>
                    <a:pt x="2510077" y="205416"/>
                  </a:lnTo>
                  <a:lnTo>
                    <a:pt x="2536960" y="207616"/>
                  </a:lnTo>
                  <a:lnTo>
                    <a:pt x="2563299" y="209772"/>
                  </a:lnTo>
                  <a:lnTo>
                    <a:pt x="2589116" y="211885"/>
                  </a:lnTo>
                  <a:lnTo>
                    <a:pt x="2614432" y="213957"/>
                  </a:lnTo>
                  <a:lnTo>
                    <a:pt x="2639266" y="215989"/>
                  </a:lnTo>
                  <a:lnTo>
                    <a:pt x="2663636" y="217983"/>
                  </a:lnTo>
                  <a:lnTo>
                    <a:pt x="2687558" y="219941"/>
                  </a:lnTo>
                  <a:lnTo>
                    <a:pt x="2711050" y="22186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1708289" y="6295157"/>
              <a:ext cx="2711050" cy="65127"/>
            </a:xfrm>
            <a:custGeom>
              <a:avLst/>
              <a:pathLst>
                <a:path w="2711050" h="65127">
                  <a:moveTo>
                    <a:pt x="0" y="65127"/>
                  </a:moveTo>
                  <a:lnTo>
                    <a:pt x="174090" y="60945"/>
                  </a:lnTo>
                  <a:lnTo>
                    <a:pt x="327648" y="57256"/>
                  </a:lnTo>
                  <a:lnTo>
                    <a:pt x="465011" y="53956"/>
                  </a:lnTo>
                  <a:lnTo>
                    <a:pt x="589270" y="50971"/>
                  </a:lnTo>
                  <a:lnTo>
                    <a:pt x="702711" y="48246"/>
                  </a:lnTo>
                  <a:lnTo>
                    <a:pt x="807065" y="45739"/>
                  </a:lnTo>
                  <a:lnTo>
                    <a:pt x="903683" y="43418"/>
                  </a:lnTo>
                  <a:lnTo>
                    <a:pt x="993632" y="41257"/>
                  </a:lnTo>
                  <a:lnTo>
                    <a:pt x="1077773" y="39236"/>
                  </a:lnTo>
                  <a:lnTo>
                    <a:pt x="1156812" y="37337"/>
                  </a:lnTo>
                  <a:lnTo>
                    <a:pt x="1231331" y="35547"/>
                  </a:lnTo>
                  <a:lnTo>
                    <a:pt x="1301821" y="33854"/>
                  </a:lnTo>
                  <a:lnTo>
                    <a:pt x="1368694" y="32247"/>
                  </a:lnTo>
                  <a:lnTo>
                    <a:pt x="1432304" y="30719"/>
                  </a:lnTo>
                  <a:lnTo>
                    <a:pt x="1492954" y="29262"/>
                  </a:lnTo>
                  <a:lnTo>
                    <a:pt x="1550907" y="27870"/>
                  </a:lnTo>
                  <a:lnTo>
                    <a:pt x="1606394" y="26537"/>
                  </a:lnTo>
                  <a:lnTo>
                    <a:pt x="1659615" y="25258"/>
                  </a:lnTo>
                  <a:lnTo>
                    <a:pt x="1710749" y="24030"/>
                  </a:lnTo>
                  <a:lnTo>
                    <a:pt x="1759952" y="22848"/>
                  </a:lnTo>
                  <a:lnTo>
                    <a:pt x="1807366" y="21709"/>
                  </a:lnTo>
                  <a:lnTo>
                    <a:pt x="1853116" y="20610"/>
                  </a:lnTo>
                  <a:lnTo>
                    <a:pt x="1897315" y="19548"/>
                  </a:lnTo>
                  <a:lnTo>
                    <a:pt x="1940064" y="18521"/>
                  </a:lnTo>
                  <a:lnTo>
                    <a:pt x="1981456" y="17527"/>
                  </a:lnTo>
                  <a:lnTo>
                    <a:pt x="2021575" y="16563"/>
                  </a:lnTo>
                  <a:lnTo>
                    <a:pt x="2060495" y="15628"/>
                  </a:lnTo>
                  <a:lnTo>
                    <a:pt x="2098287" y="14720"/>
                  </a:lnTo>
                  <a:lnTo>
                    <a:pt x="2135015" y="13838"/>
                  </a:lnTo>
                  <a:lnTo>
                    <a:pt x="2170736" y="12980"/>
                  </a:lnTo>
                  <a:lnTo>
                    <a:pt x="2205504" y="12144"/>
                  </a:lnTo>
                  <a:lnTo>
                    <a:pt x="2239370" y="11331"/>
                  </a:lnTo>
                  <a:lnTo>
                    <a:pt x="2272378" y="10538"/>
                  </a:lnTo>
                  <a:lnTo>
                    <a:pt x="2304570" y="9764"/>
                  </a:lnTo>
                  <a:lnTo>
                    <a:pt x="2335987" y="9010"/>
                  </a:lnTo>
                  <a:lnTo>
                    <a:pt x="2366665" y="8273"/>
                  </a:lnTo>
                  <a:lnTo>
                    <a:pt x="2396637" y="7553"/>
                  </a:lnTo>
                  <a:lnTo>
                    <a:pt x="2425936" y="6849"/>
                  </a:lnTo>
                  <a:lnTo>
                    <a:pt x="2454591" y="6160"/>
                  </a:lnTo>
                  <a:lnTo>
                    <a:pt x="2482629" y="5487"/>
                  </a:lnTo>
                  <a:lnTo>
                    <a:pt x="2510077" y="4827"/>
                  </a:lnTo>
                  <a:lnTo>
                    <a:pt x="2536960" y="4182"/>
                  </a:lnTo>
                  <a:lnTo>
                    <a:pt x="2563299" y="3549"/>
                  </a:lnTo>
                  <a:lnTo>
                    <a:pt x="2589116" y="2929"/>
                  </a:lnTo>
                  <a:lnTo>
                    <a:pt x="2614432" y="2321"/>
                  </a:lnTo>
                  <a:lnTo>
                    <a:pt x="2639266" y="1724"/>
                  </a:lnTo>
                  <a:lnTo>
                    <a:pt x="2663636" y="1139"/>
                  </a:lnTo>
                  <a:lnTo>
                    <a:pt x="2687558" y="564"/>
                  </a:lnTo>
                  <a:lnTo>
                    <a:pt x="271105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1708289" y="6207961"/>
              <a:ext cx="2711050" cy="284278"/>
            </a:xfrm>
            <a:custGeom>
              <a:avLst/>
              <a:pathLst>
                <a:path w="2711050" h="284278">
                  <a:moveTo>
                    <a:pt x="0" y="284278"/>
                  </a:moveTo>
                  <a:lnTo>
                    <a:pt x="174090" y="266023"/>
                  </a:lnTo>
                  <a:lnTo>
                    <a:pt x="327648" y="249921"/>
                  </a:lnTo>
                  <a:lnTo>
                    <a:pt x="465011" y="235517"/>
                  </a:lnTo>
                  <a:lnTo>
                    <a:pt x="589270" y="222488"/>
                  </a:lnTo>
                  <a:lnTo>
                    <a:pt x="702711" y="210592"/>
                  </a:lnTo>
                  <a:lnTo>
                    <a:pt x="807065" y="199650"/>
                  </a:lnTo>
                  <a:lnTo>
                    <a:pt x="903683" y="189519"/>
                  </a:lnTo>
                  <a:lnTo>
                    <a:pt x="993632" y="180087"/>
                  </a:lnTo>
                  <a:lnTo>
                    <a:pt x="1077773" y="171264"/>
                  </a:lnTo>
                  <a:lnTo>
                    <a:pt x="1156812" y="162976"/>
                  </a:lnTo>
                  <a:lnTo>
                    <a:pt x="1231331" y="155162"/>
                  </a:lnTo>
                  <a:lnTo>
                    <a:pt x="1301821" y="147770"/>
                  </a:lnTo>
                  <a:lnTo>
                    <a:pt x="1368694" y="140758"/>
                  </a:lnTo>
                  <a:lnTo>
                    <a:pt x="1432304" y="134088"/>
                  </a:lnTo>
                  <a:lnTo>
                    <a:pt x="1492954" y="127728"/>
                  </a:lnTo>
                  <a:lnTo>
                    <a:pt x="1550907" y="121651"/>
                  </a:lnTo>
                  <a:lnTo>
                    <a:pt x="1606394" y="115833"/>
                  </a:lnTo>
                  <a:lnTo>
                    <a:pt x="1659615" y="110252"/>
                  </a:lnTo>
                  <a:lnTo>
                    <a:pt x="1710749" y="104890"/>
                  </a:lnTo>
                  <a:lnTo>
                    <a:pt x="1759952" y="99731"/>
                  </a:lnTo>
                  <a:lnTo>
                    <a:pt x="1807366" y="94759"/>
                  </a:lnTo>
                  <a:lnTo>
                    <a:pt x="1853116" y="89962"/>
                  </a:lnTo>
                  <a:lnTo>
                    <a:pt x="1897315" y="85327"/>
                  </a:lnTo>
                  <a:lnTo>
                    <a:pt x="1940064" y="80844"/>
                  </a:lnTo>
                  <a:lnTo>
                    <a:pt x="1981456" y="76504"/>
                  </a:lnTo>
                  <a:lnTo>
                    <a:pt x="2021575" y="72297"/>
                  </a:lnTo>
                  <a:lnTo>
                    <a:pt x="2060495" y="68216"/>
                  </a:lnTo>
                  <a:lnTo>
                    <a:pt x="2098287" y="64253"/>
                  </a:lnTo>
                  <a:lnTo>
                    <a:pt x="2135015" y="60402"/>
                  </a:lnTo>
                  <a:lnTo>
                    <a:pt x="2170736" y="56656"/>
                  </a:lnTo>
                  <a:lnTo>
                    <a:pt x="2205504" y="53011"/>
                  </a:lnTo>
                  <a:lnTo>
                    <a:pt x="2239370" y="49460"/>
                  </a:lnTo>
                  <a:lnTo>
                    <a:pt x="2272378" y="45998"/>
                  </a:lnTo>
                  <a:lnTo>
                    <a:pt x="2304570" y="42623"/>
                  </a:lnTo>
                  <a:lnTo>
                    <a:pt x="2335987" y="39328"/>
                  </a:lnTo>
                  <a:lnTo>
                    <a:pt x="2366665" y="36111"/>
                  </a:lnTo>
                  <a:lnTo>
                    <a:pt x="2396637" y="32969"/>
                  </a:lnTo>
                  <a:lnTo>
                    <a:pt x="2425936" y="29896"/>
                  </a:lnTo>
                  <a:lnTo>
                    <a:pt x="2454591" y="26892"/>
                  </a:lnTo>
                  <a:lnTo>
                    <a:pt x="2482629" y="23952"/>
                  </a:lnTo>
                  <a:lnTo>
                    <a:pt x="2510077" y="21073"/>
                  </a:lnTo>
                  <a:lnTo>
                    <a:pt x="2536960" y="18254"/>
                  </a:lnTo>
                  <a:lnTo>
                    <a:pt x="2563299" y="15493"/>
                  </a:lnTo>
                  <a:lnTo>
                    <a:pt x="2589116" y="12785"/>
                  </a:lnTo>
                  <a:lnTo>
                    <a:pt x="2614432" y="10131"/>
                  </a:lnTo>
                  <a:lnTo>
                    <a:pt x="2639266" y="7527"/>
                  </a:lnTo>
                  <a:lnTo>
                    <a:pt x="2663636" y="4971"/>
                  </a:lnTo>
                  <a:lnTo>
                    <a:pt x="2687558" y="2463"/>
                  </a:lnTo>
                  <a:lnTo>
                    <a:pt x="271105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2" name="pl501"/>
            <p:cNvSpPr/>
            <p:nvPr/>
          </p:nvSpPr>
          <p:spPr>
            <a:xfrm>
              <a:off x="1708289" y="6098626"/>
              <a:ext cx="2711050" cy="25049"/>
            </a:xfrm>
            <a:custGeom>
              <a:avLst/>
              <a:pathLst>
                <a:path w="2711050" h="25049">
                  <a:moveTo>
                    <a:pt x="0" y="25049"/>
                  </a:moveTo>
                  <a:lnTo>
                    <a:pt x="174090" y="23440"/>
                  </a:lnTo>
                  <a:lnTo>
                    <a:pt x="327648" y="22021"/>
                  </a:lnTo>
                  <a:lnTo>
                    <a:pt x="465011" y="20752"/>
                  </a:lnTo>
                  <a:lnTo>
                    <a:pt x="589270" y="19604"/>
                  </a:lnTo>
                  <a:lnTo>
                    <a:pt x="702711" y="18556"/>
                  </a:lnTo>
                  <a:lnTo>
                    <a:pt x="807065" y="17592"/>
                  </a:lnTo>
                  <a:lnTo>
                    <a:pt x="903683" y="16699"/>
                  </a:lnTo>
                  <a:lnTo>
                    <a:pt x="993632" y="15868"/>
                  </a:lnTo>
                  <a:lnTo>
                    <a:pt x="1077773" y="15090"/>
                  </a:lnTo>
                  <a:lnTo>
                    <a:pt x="1156812" y="14360"/>
                  </a:lnTo>
                  <a:lnTo>
                    <a:pt x="1231331" y="13672"/>
                  </a:lnTo>
                  <a:lnTo>
                    <a:pt x="1301821" y="13020"/>
                  </a:lnTo>
                  <a:lnTo>
                    <a:pt x="1368694" y="12402"/>
                  </a:lnTo>
                  <a:lnTo>
                    <a:pt x="1432304" y="11815"/>
                  </a:lnTo>
                  <a:lnTo>
                    <a:pt x="1492954" y="11254"/>
                  </a:lnTo>
                  <a:lnTo>
                    <a:pt x="1550907" y="10719"/>
                  </a:lnTo>
                  <a:lnTo>
                    <a:pt x="1606394" y="10206"/>
                  </a:lnTo>
                  <a:lnTo>
                    <a:pt x="1659615" y="9714"/>
                  </a:lnTo>
                  <a:lnTo>
                    <a:pt x="1710749" y="9242"/>
                  </a:lnTo>
                  <a:lnTo>
                    <a:pt x="1759952" y="8787"/>
                  </a:lnTo>
                  <a:lnTo>
                    <a:pt x="1807366" y="8349"/>
                  </a:lnTo>
                  <a:lnTo>
                    <a:pt x="1853116" y="7927"/>
                  </a:lnTo>
                  <a:lnTo>
                    <a:pt x="1897315" y="7518"/>
                  </a:lnTo>
                  <a:lnTo>
                    <a:pt x="1940064" y="7123"/>
                  </a:lnTo>
                  <a:lnTo>
                    <a:pt x="1981456" y="6741"/>
                  </a:lnTo>
                  <a:lnTo>
                    <a:pt x="2021575" y="6370"/>
                  </a:lnTo>
                  <a:lnTo>
                    <a:pt x="2060495" y="6010"/>
                  </a:lnTo>
                  <a:lnTo>
                    <a:pt x="2098287" y="5661"/>
                  </a:lnTo>
                  <a:lnTo>
                    <a:pt x="2135015" y="5322"/>
                  </a:lnTo>
                  <a:lnTo>
                    <a:pt x="2170736" y="4992"/>
                  </a:lnTo>
                  <a:lnTo>
                    <a:pt x="2205504" y="4671"/>
                  </a:lnTo>
                  <a:lnTo>
                    <a:pt x="2239370" y="4358"/>
                  </a:lnTo>
                  <a:lnTo>
                    <a:pt x="2272378" y="4053"/>
                  </a:lnTo>
                  <a:lnTo>
                    <a:pt x="2304570" y="3755"/>
                  </a:lnTo>
                  <a:lnTo>
                    <a:pt x="2335987" y="3465"/>
                  </a:lnTo>
                  <a:lnTo>
                    <a:pt x="2366665" y="3181"/>
                  </a:lnTo>
                  <a:lnTo>
                    <a:pt x="2396637" y="2905"/>
                  </a:lnTo>
                  <a:lnTo>
                    <a:pt x="2425936" y="2634"/>
                  </a:lnTo>
                  <a:lnTo>
                    <a:pt x="2454591" y="2369"/>
                  </a:lnTo>
                  <a:lnTo>
                    <a:pt x="2482629" y="2110"/>
                  </a:lnTo>
                  <a:lnTo>
                    <a:pt x="2510077" y="1856"/>
                  </a:lnTo>
                  <a:lnTo>
                    <a:pt x="2536960" y="1608"/>
                  </a:lnTo>
                  <a:lnTo>
                    <a:pt x="2563299" y="1365"/>
                  </a:lnTo>
                  <a:lnTo>
                    <a:pt x="2589116" y="1126"/>
                  </a:lnTo>
                  <a:lnTo>
                    <a:pt x="2614432" y="892"/>
                  </a:lnTo>
                  <a:lnTo>
                    <a:pt x="2639266" y="663"/>
                  </a:lnTo>
                  <a:lnTo>
                    <a:pt x="2663636" y="438"/>
                  </a:lnTo>
                  <a:lnTo>
                    <a:pt x="2687558" y="217"/>
                  </a:lnTo>
                  <a:lnTo>
                    <a:pt x="271105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3" name="pl502"/>
            <p:cNvSpPr/>
            <p:nvPr/>
          </p:nvSpPr>
          <p:spPr>
            <a:xfrm>
              <a:off x="1708289" y="6060530"/>
              <a:ext cx="2711050" cy="213543"/>
            </a:xfrm>
            <a:custGeom>
              <a:avLst/>
              <a:pathLst>
                <a:path w="2711050" h="213543">
                  <a:moveTo>
                    <a:pt x="0" y="213543"/>
                  </a:moveTo>
                  <a:lnTo>
                    <a:pt x="174090" y="199831"/>
                  </a:lnTo>
                  <a:lnTo>
                    <a:pt x="327648" y="187735"/>
                  </a:lnTo>
                  <a:lnTo>
                    <a:pt x="465011" y="176915"/>
                  </a:lnTo>
                  <a:lnTo>
                    <a:pt x="589270" y="167128"/>
                  </a:lnTo>
                  <a:lnTo>
                    <a:pt x="702711" y="158192"/>
                  </a:lnTo>
                  <a:lnTo>
                    <a:pt x="807065" y="149973"/>
                  </a:lnTo>
                  <a:lnTo>
                    <a:pt x="903683" y="142362"/>
                  </a:lnTo>
                  <a:lnTo>
                    <a:pt x="993632" y="135277"/>
                  </a:lnTo>
                  <a:lnTo>
                    <a:pt x="1077773" y="128649"/>
                  </a:lnTo>
                  <a:lnTo>
                    <a:pt x="1156812" y="122424"/>
                  </a:lnTo>
                  <a:lnTo>
                    <a:pt x="1231331" y="116554"/>
                  </a:lnTo>
                  <a:lnTo>
                    <a:pt x="1301821" y="111002"/>
                  </a:lnTo>
                  <a:lnTo>
                    <a:pt x="1368694" y="105734"/>
                  </a:lnTo>
                  <a:lnTo>
                    <a:pt x="1432304" y="100724"/>
                  </a:lnTo>
                  <a:lnTo>
                    <a:pt x="1492954" y="95946"/>
                  </a:lnTo>
                  <a:lnTo>
                    <a:pt x="1550907" y="91382"/>
                  </a:lnTo>
                  <a:lnTo>
                    <a:pt x="1606394" y="87011"/>
                  </a:lnTo>
                  <a:lnTo>
                    <a:pt x="1659615" y="82819"/>
                  </a:lnTo>
                  <a:lnTo>
                    <a:pt x="1710749" y="78791"/>
                  </a:lnTo>
                  <a:lnTo>
                    <a:pt x="1759952" y="74916"/>
                  </a:lnTo>
                  <a:lnTo>
                    <a:pt x="1807366" y="71181"/>
                  </a:lnTo>
                  <a:lnTo>
                    <a:pt x="1853116" y="67577"/>
                  </a:lnTo>
                  <a:lnTo>
                    <a:pt x="1897315" y="64096"/>
                  </a:lnTo>
                  <a:lnTo>
                    <a:pt x="1940064" y="60728"/>
                  </a:lnTo>
                  <a:lnTo>
                    <a:pt x="1981456" y="57468"/>
                  </a:lnTo>
                  <a:lnTo>
                    <a:pt x="2021575" y="54308"/>
                  </a:lnTo>
                  <a:lnTo>
                    <a:pt x="2060495" y="51242"/>
                  </a:lnTo>
                  <a:lnTo>
                    <a:pt x="2098287" y="48266"/>
                  </a:lnTo>
                  <a:lnTo>
                    <a:pt x="2135015" y="45373"/>
                  </a:lnTo>
                  <a:lnTo>
                    <a:pt x="2170736" y="42559"/>
                  </a:lnTo>
                  <a:lnTo>
                    <a:pt x="2205504" y="39820"/>
                  </a:lnTo>
                  <a:lnTo>
                    <a:pt x="2239370" y="37153"/>
                  </a:lnTo>
                  <a:lnTo>
                    <a:pt x="2272378" y="34553"/>
                  </a:lnTo>
                  <a:lnTo>
                    <a:pt x="2304570" y="32017"/>
                  </a:lnTo>
                  <a:lnTo>
                    <a:pt x="2335987" y="29542"/>
                  </a:lnTo>
                  <a:lnTo>
                    <a:pt x="2366665" y="27126"/>
                  </a:lnTo>
                  <a:lnTo>
                    <a:pt x="2396637" y="24765"/>
                  </a:lnTo>
                  <a:lnTo>
                    <a:pt x="2425936" y="22457"/>
                  </a:lnTo>
                  <a:lnTo>
                    <a:pt x="2454591" y="20200"/>
                  </a:lnTo>
                  <a:lnTo>
                    <a:pt x="2482629" y="17992"/>
                  </a:lnTo>
                  <a:lnTo>
                    <a:pt x="2510077" y="15830"/>
                  </a:lnTo>
                  <a:lnTo>
                    <a:pt x="2536960" y="13712"/>
                  </a:lnTo>
                  <a:lnTo>
                    <a:pt x="2563299" y="11638"/>
                  </a:lnTo>
                  <a:lnTo>
                    <a:pt x="2589116" y="9604"/>
                  </a:lnTo>
                  <a:lnTo>
                    <a:pt x="2614432" y="7610"/>
                  </a:lnTo>
                  <a:lnTo>
                    <a:pt x="2639266" y="5654"/>
                  </a:lnTo>
                  <a:lnTo>
                    <a:pt x="2663636" y="3734"/>
                  </a:lnTo>
                  <a:lnTo>
                    <a:pt x="2687558" y="1850"/>
                  </a:lnTo>
                  <a:lnTo>
                    <a:pt x="271105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4" name="pl503"/>
            <p:cNvSpPr/>
            <p:nvPr/>
          </p:nvSpPr>
          <p:spPr>
            <a:xfrm>
              <a:off x="1708289" y="6092379"/>
              <a:ext cx="2711050" cy="210949"/>
            </a:xfrm>
            <a:custGeom>
              <a:avLst/>
              <a:pathLst>
                <a:path w="2711050" h="210949">
                  <a:moveTo>
                    <a:pt x="0" y="210949"/>
                  </a:moveTo>
                  <a:lnTo>
                    <a:pt x="174090" y="197403"/>
                  </a:lnTo>
                  <a:lnTo>
                    <a:pt x="327648" y="185454"/>
                  </a:lnTo>
                  <a:lnTo>
                    <a:pt x="465011" y="174766"/>
                  </a:lnTo>
                  <a:lnTo>
                    <a:pt x="589270" y="165097"/>
                  </a:lnTo>
                  <a:lnTo>
                    <a:pt x="702711" y="156270"/>
                  </a:lnTo>
                  <a:lnTo>
                    <a:pt x="807065" y="148150"/>
                  </a:lnTo>
                  <a:lnTo>
                    <a:pt x="903683" y="140633"/>
                  </a:lnTo>
                  <a:lnTo>
                    <a:pt x="993632" y="133634"/>
                  </a:lnTo>
                  <a:lnTo>
                    <a:pt x="1077773" y="127086"/>
                  </a:lnTo>
                  <a:lnTo>
                    <a:pt x="1156812" y="120936"/>
                  </a:lnTo>
                  <a:lnTo>
                    <a:pt x="1231331" y="115138"/>
                  </a:lnTo>
                  <a:lnTo>
                    <a:pt x="1301821" y="109653"/>
                  </a:lnTo>
                  <a:lnTo>
                    <a:pt x="1368694" y="104450"/>
                  </a:lnTo>
                  <a:lnTo>
                    <a:pt x="1432304" y="99500"/>
                  </a:lnTo>
                  <a:lnTo>
                    <a:pt x="1492954" y="94781"/>
                  </a:lnTo>
                  <a:lnTo>
                    <a:pt x="1550907" y="90271"/>
                  </a:lnTo>
                  <a:lnTo>
                    <a:pt x="1606394" y="85954"/>
                  </a:lnTo>
                  <a:lnTo>
                    <a:pt x="1659615" y="81813"/>
                  </a:lnTo>
                  <a:lnTo>
                    <a:pt x="1710749" y="77834"/>
                  </a:lnTo>
                  <a:lnTo>
                    <a:pt x="1759952" y="74005"/>
                  </a:lnTo>
                  <a:lnTo>
                    <a:pt x="1807366" y="70316"/>
                  </a:lnTo>
                  <a:lnTo>
                    <a:pt x="1853116" y="66756"/>
                  </a:lnTo>
                  <a:lnTo>
                    <a:pt x="1897315" y="63317"/>
                  </a:lnTo>
                  <a:lnTo>
                    <a:pt x="1940064" y="59991"/>
                  </a:lnTo>
                  <a:lnTo>
                    <a:pt x="1981456" y="56770"/>
                  </a:lnTo>
                  <a:lnTo>
                    <a:pt x="2021575" y="53648"/>
                  </a:lnTo>
                  <a:lnTo>
                    <a:pt x="2060495" y="50620"/>
                  </a:lnTo>
                  <a:lnTo>
                    <a:pt x="2098287" y="47679"/>
                  </a:lnTo>
                  <a:lnTo>
                    <a:pt x="2135015" y="44821"/>
                  </a:lnTo>
                  <a:lnTo>
                    <a:pt x="2170736" y="42042"/>
                  </a:lnTo>
                  <a:lnTo>
                    <a:pt x="2205504" y="39336"/>
                  </a:lnTo>
                  <a:lnTo>
                    <a:pt x="2239370" y="36701"/>
                  </a:lnTo>
                  <a:lnTo>
                    <a:pt x="2272378" y="34133"/>
                  </a:lnTo>
                  <a:lnTo>
                    <a:pt x="2304570" y="31628"/>
                  </a:lnTo>
                  <a:lnTo>
                    <a:pt x="2335987" y="29184"/>
                  </a:lnTo>
                  <a:lnTo>
                    <a:pt x="2366665" y="26796"/>
                  </a:lnTo>
                  <a:lnTo>
                    <a:pt x="2396637" y="24464"/>
                  </a:lnTo>
                  <a:lnTo>
                    <a:pt x="2425936" y="22184"/>
                  </a:lnTo>
                  <a:lnTo>
                    <a:pt x="2454591" y="19955"/>
                  </a:lnTo>
                  <a:lnTo>
                    <a:pt x="2482629" y="17773"/>
                  </a:lnTo>
                  <a:lnTo>
                    <a:pt x="2510077" y="15637"/>
                  </a:lnTo>
                  <a:lnTo>
                    <a:pt x="2536960" y="13546"/>
                  </a:lnTo>
                  <a:lnTo>
                    <a:pt x="2563299" y="11496"/>
                  </a:lnTo>
                  <a:lnTo>
                    <a:pt x="2589116" y="9487"/>
                  </a:lnTo>
                  <a:lnTo>
                    <a:pt x="2614432" y="7517"/>
                  </a:lnTo>
                  <a:lnTo>
                    <a:pt x="2639266" y="5585"/>
                  </a:lnTo>
                  <a:lnTo>
                    <a:pt x="2663636" y="3689"/>
                  </a:lnTo>
                  <a:lnTo>
                    <a:pt x="2687558" y="1827"/>
                  </a:lnTo>
                  <a:lnTo>
                    <a:pt x="271105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5" name="pl504"/>
            <p:cNvSpPr/>
            <p:nvPr/>
          </p:nvSpPr>
          <p:spPr>
            <a:xfrm>
              <a:off x="1708289" y="6334966"/>
              <a:ext cx="2711050" cy="158399"/>
            </a:xfrm>
            <a:custGeom>
              <a:avLst/>
              <a:pathLst>
                <a:path w="2711050" h="158399">
                  <a:moveTo>
                    <a:pt x="0" y="0"/>
                  </a:moveTo>
                  <a:lnTo>
                    <a:pt x="174090" y="10171"/>
                  </a:lnTo>
                  <a:lnTo>
                    <a:pt x="327648" y="19143"/>
                  </a:lnTo>
                  <a:lnTo>
                    <a:pt x="465011" y="27169"/>
                  </a:lnTo>
                  <a:lnTo>
                    <a:pt x="589270" y="34429"/>
                  </a:lnTo>
                  <a:lnTo>
                    <a:pt x="702711" y="41057"/>
                  </a:lnTo>
                  <a:lnTo>
                    <a:pt x="807065" y="47154"/>
                  </a:lnTo>
                  <a:lnTo>
                    <a:pt x="903683" y="52799"/>
                  </a:lnTo>
                  <a:lnTo>
                    <a:pt x="993632" y="58055"/>
                  </a:lnTo>
                  <a:lnTo>
                    <a:pt x="1077773" y="62971"/>
                  </a:lnTo>
                  <a:lnTo>
                    <a:pt x="1156812" y="67589"/>
                  </a:lnTo>
                  <a:lnTo>
                    <a:pt x="1231331" y="71943"/>
                  </a:lnTo>
                  <a:lnTo>
                    <a:pt x="1301821" y="76061"/>
                  </a:lnTo>
                  <a:lnTo>
                    <a:pt x="1368694" y="79968"/>
                  </a:lnTo>
                  <a:lnTo>
                    <a:pt x="1432304" y="83685"/>
                  </a:lnTo>
                  <a:lnTo>
                    <a:pt x="1492954" y="87229"/>
                  </a:lnTo>
                  <a:lnTo>
                    <a:pt x="1550907" y="90615"/>
                  </a:lnTo>
                  <a:lnTo>
                    <a:pt x="1606394" y="93857"/>
                  </a:lnTo>
                  <a:lnTo>
                    <a:pt x="1659615" y="96966"/>
                  </a:lnTo>
                  <a:lnTo>
                    <a:pt x="1710749" y="99954"/>
                  </a:lnTo>
                  <a:lnTo>
                    <a:pt x="1759952" y="102829"/>
                  </a:lnTo>
                  <a:lnTo>
                    <a:pt x="1807366" y="105599"/>
                  </a:lnTo>
                  <a:lnTo>
                    <a:pt x="1853116" y="108272"/>
                  </a:lnTo>
                  <a:lnTo>
                    <a:pt x="1897315" y="110854"/>
                  </a:lnTo>
                  <a:lnTo>
                    <a:pt x="1940064" y="113352"/>
                  </a:lnTo>
                  <a:lnTo>
                    <a:pt x="1981456" y="115770"/>
                  </a:lnTo>
                  <a:lnTo>
                    <a:pt x="2021575" y="118114"/>
                  </a:lnTo>
                  <a:lnTo>
                    <a:pt x="2060495" y="120388"/>
                  </a:lnTo>
                  <a:lnTo>
                    <a:pt x="2098287" y="122597"/>
                  </a:lnTo>
                  <a:lnTo>
                    <a:pt x="2135015" y="124742"/>
                  </a:lnTo>
                  <a:lnTo>
                    <a:pt x="2170736" y="126830"/>
                  </a:lnTo>
                  <a:lnTo>
                    <a:pt x="2205504" y="128861"/>
                  </a:lnTo>
                  <a:lnTo>
                    <a:pt x="2239370" y="130840"/>
                  </a:lnTo>
                  <a:lnTo>
                    <a:pt x="2272378" y="132768"/>
                  </a:lnTo>
                  <a:lnTo>
                    <a:pt x="2304570" y="134649"/>
                  </a:lnTo>
                  <a:lnTo>
                    <a:pt x="2335987" y="136485"/>
                  </a:lnTo>
                  <a:lnTo>
                    <a:pt x="2366665" y="138277"/>
                  </a:lnTo>
                  <a:lnTo>
                    <a:pt x="2396637" y="140028"/>
                  </a:lnTo>
                  <a:lnTo>
                    <a:pt x="2425936" y="141740"/>
                  </a:lnTo>
                  <a:lnTo>
                    <a:pt x="2454591" y="143414"/>
                  </a:lnTo>
                  <a:lnTo>
                    <a:pt x="2482629" y="145053"/>
                  </a:lnTo>
                  <a:lnTo>
                    <a:pt x="2510077" y="146656"/>
                  </a:lnTo>
                  <a:lnTo>
                    <a:pt x="2536960" y="148227"/>
                  </a:lnTo>
                  <a:lnTo>
                    <a:pt x="2563299" y="149766"/>
                  </a:lnTo>
                  <a:lnTo>
                    <a:pt x="2589116" y="151274"/>
                  </a:lnTo>
                  <a:lnTo>
                    <a:pt x="2614432" y="152753"/>
                  </a:lnTo>
                  <a:lnTo>
                    <a:pt x="2639266" y="154204"/>
                  </a:lnTo>
                  <a:lnTo>
                    <a:pt x="2663636" y="155628"/>
                  </a:lnTo>
                  <a:lnTo>
                    <a:pt x="2687558" y="157026"/>
                  </a:lnTo>
                  <a:lnTo>
                    <a:pt x="2711050" y="158399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6" name="pl505"/>
            <p:cNvSpPr/>
            <p:nvPr/>
          </p:nvSpPr>
          <p:spPr>
            <a:xfrm>
              <a:off x="1708289" y="6294702"/>
              <a:ext cx="2711050" cy="88241"/>
            </a:xfrm>
            <a:custGeom>
              <a:avLst/>
              <a:pathLst>
                <a:path w="2711050" h="88241">
                  <a:moveTo>
                    <a:pt x="0" y="0"/>
                  </a:moveTo>
                  <a:lnTo>
                    <a:pt x="174090" y="5666"/>
                  </a:lnTo>
                  <a:lnTo>
                    <a:pt x="327648" y="10664"/>
                  </a:lnTo>
                  <a:lnTo>
                    <a:pt x="465011" y="15135"/>
                  </a:lnTo>
                  <a:lnTo>
                    <a:pt x="589270" y="19180"/>
                  </a:lnTo>
                  <a:lnTo>
                    <a:pt x="702711" y="22872"/>
                  </a:lnTo>
                  <a:lnTo>
                    <a:pt x="807065" y="26268"/>
                  </a:lnTo>
                  <a:lnTo>
                    <a:pt x="903683" y="29413"/>
                  </a:lnTo>
                  <a:lnTo>
                    <a:pt x="993632" y="32341"/>
                  </a:lnTo>
                  <a:lnTo>
                    <a:pt x="1077773" y="35080"/>
                  </a:lnTo>
                  <a:lnTo>
                    <a:pt x="1156812" y="37652"/>
                  </a:lnTo>
                  <a:lnTo>
                    <a:pt x="1231331" y="40078"/>
                  </a:lnTo>
                  <a:lnTo>
                    <a:pt x="1301821" y="42372"/>
                  </a:lnTo>
                  <a:lnTo>
                    <a:pt x="1368694" y="44549"/>
                  </a:lnTo>
                  <a:lnTo>
                    <a:pt x="1432304" y="46619"/>
                  </a:lnTo>
                  <a:lnTo>
                    <a:pt x="1492954" y="48593"/>
                  </a:lnTo>
                  <a:lnTo>
                    <a:pt x="1550907" y="50480"/>
                  </a:lnTo>
                  <a:lnTo>
                    <a:pt x="1606394" y="52286"/>
                  </a:lnTo>
                  <a:lnTo>
                    <a:pt x="1659615" y="54018"/>
                  </a:lnTo>
                  <a:lnTo>
                    <a:pt x="1710749" y="55682"/>
                  </a:lnTo>
                  <a:lnTo>
                    <a:pt x="1759952" y="57284"/>
                  </a:lnTo>
                  <a:lnTo>
                    <a:pt x="1807366" y="58827"/>
                  </a:lnTo>
                  <a:lnTo>
                    <a:pt x="1853116" y="60316"/>
                  </a:lnTo>
                  <a:lnTo>
                    <a:pt x="1897315" y="61755"/>
                  </a:lnTo>
                  <a:lnTo>
                    <a:pt x="1940064" y="63146"/>
                  </a:lnTo>
                  <a:lnTo>
                    <a:pt x="1981456" y="64493"/>
                  </a:lnTo>
                  <a:lnTo>
                    <a:pt x="2021575" y="65799"/>
                  </a:lnTo>
                  <a:lnTo>
                    <a:pt x="2060495" y="67066"/>
                  </a:lnTo>
                  <a:lnTo>
                    <a:pt x="2098287" y="68296"/>
                  </a:lnTo>
                  <a:lnTo>
                    <a:pt x="2135015" y="69492"/>
                  </a:lnTo>
                  <a:lnTo>
                    <a:pt x="2170736" y="70654"/>
                  </a:lnTo>
                  <a:lnTo>
                    <a:pt x="2205504" y="71786"/>
                  </a:lnTo>
                  <a:lnTo>
                    <a:pt x="2239370" y="72888"/>
                  </a:lnTo>
                  <a:lnTo>
                    <a:pt x="2272378" y="73963"/>
                  </a:lnTo>
                  <a:lnTo>
                    <a:pt x="2304570" y="75010"/>
                  </a:lnTo>
                  <a:lnTo>
                    <a:pt x="2335987" y="76033"/>
                  </a:lnTo>
                  <a:lnTo>
                    <a:pt x="2366665" y="77032"/>
                  </a:lnTo>
                  <a:lnTo>
                    <a:pt x="2396637" y="78007"/>
                  </a:lnTo>
                  <a:lnTo>
                    <a:pt x="2425936" y="78961"/>
                  </a:lnTo>
                  <a:lnTo>
                    <a:pt x="2454591" y="79893"/>
                  </a:lnTo>
                  <a:lnTo>
                    <a:pt x="2482629" y="80806"/>
                  </a:lnTo>
                  <a:lnTo>
                    <a:pt x="2510077" y="81699"/>
                  </a:lnTo>
                  <a:lnTo>
                    <a:pt x="2536960" y="82574"/>
                  </a:lnTo>
                  <a:lnTo>
                    <a:pt x="2563299" y="83432"/>
                  </a:lnTo>
                  <a:lnTo>
                    <a:pt x="2589116" y="84272"/>
                  </a:lnTo>
                  <a:lnTo>
                    <a:pt x="2614432" y="85096"/>
                  </a:lnTo>
                  <a:lnTo>
                    <a:pt x="2639266" y="85904"/>
                  </a:lnTo>
                  <a:lnTo>
                    <a:pt x="2663636" y="86698"/>
                  </a:lnTo>
                  <a:lnTo>
                    <a:pt x="2687558" y="87476"/>
                  </a:lnTo>
                  <a:lnTo>
                    <a:pt x="2711050" y="8824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7" name="rc506"/>
            <p:cNvSpPr/>
            <p:nvPr/>
          </p:nvSpPr>
          <p:spPr>
            <a:xfrm>
              <a:off x="1503277" y="5608097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8" name="pl507"/>
            <p:cNvSpPr/>
            <p:nvPr/>
          </p:nvSpPr>
          <p:spPr>
            <a:xfrm>
              <a:off x="1503277" y="5608097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tx508"/>
            <p:cNvSpPr/>
            <p:nvPr/>
          </p:nvSpPr>
          <p:spPr>
            <a:xfrm rot="-5400000">
              <a:off x="1272281" y="671068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10" name="tx509"/>
            <p:cNvSpPr/>
            <p:nvPr/>
          </p:nvSpPr>
          <p:spPr>
            <a:xfrm rot="-5400000">
              <a:off x="1272281" y="636675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511" name="tx510"/>
            <p:cNvSpPr/>
            <p:nvPr/>
          </p:nvSpPr>
          <p:spPr>
            <a:xfrm rot="-5400000">
              <a:off x="1272281" y="6022817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512" name="tx511"/>
            <p:cNvSpPr/>
            <p:nvPr/>
          </p:nvSpPr>
          <p:spPr>
            <a:xfrm rot="-5400000">
              <a:off x="1272281" y="567888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513" name="pl512"/>
            <p:cNvSpPr/>
            <p:nvPr/>
          </p:nvSpPr>
          <p:spPr>
            <a:xfrm>
              <a:off x="1465319" y="676079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3"/>
            <p:cNvSpPr/>
            <p:nvPr/>
          </p:nvSpPr>
          <p:spPr>
            <a:xfrm>
              <a:off x="1465319" y="641686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4"/>
            <p:cNvSpPr/>
            <p:nvPr/>
          </p:nvSpPr>
          <p:spPr>
            <a:xfrm>
              <a:off x="1465319" y="60729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5"/>
            <p:cNvSpPr/>
            <p:nvPr/>
          </p:nvSpPr>
          <p:spPr>
            <a:xfrm>
              <a:off x="1465319" y="572899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6"/>
            <p:cNvSpPr/>
            <p:nvPr/>
          </p:nvSpPr>
          <p:spPr>
            <a:xfrm>
              <a:off x="1503277" y="6846335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7"/>
            <p:cNvSpPr/>
            <p:nvPr/>
          </p:nvSpPr>
          <p:spPr>
            <a:xfrm>
              <a:off x="1708289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8"/>
            <p:cNvSpPr/>
            <p:nvPr/>
          </p:nvSpPr>
          <p:spPr>
            <a:xfrm>
              <a:off x="2611973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19"/>
            <p:cNvSpPr/>
            <p:nvPr/>
          </p:nvSpPr>
          <p:spPr>
            <a:xfrm>
              <a:off x="3515656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0"/>
            <p:cNvSpPr/>
            <p:nvPr/>
          </p:nvSpPr>
          <p:spPr>
            <a:xfrm>
              <a:off x="4419340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tx521"/>
            <p:cNvSpPr/>
            <p:nvPr/>
          </p:nvSpPr>
          <p:spPr>
            <a:xfrm>
              <a:off x="1669427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23" name="tx522"/>
            <p:cNvSpPr/>
            <p:nvPr/>
          </p:nvSpPr>
          <p:spPr>
            <a:xfrm>
              <a:off x="2573111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4" name="tx523"/>
            <p:cNvSpPr/>
            <p:nvPr/>
          </p:nvSpPr>
          <p:spPr>
            <a:xfrm>
              <a:off x="3476794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25" name="tx524"/>
            <p:cNvSpPr/>
            <p:nvPr/>
          </p:nvSpPr>
          <p:spPr>
            <a:xfrm>
              <a:off x="4380478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26" name="tx525"/>
            <p:cNvSpPr/>
            <p:nvPr/>
          </p:nvSpPr>
          <p:spPr>
            <a:xfrm>
              <a:off x="2696037" y="71275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27" name="tx526"/>
            <p:cNvSpPr/>
            <p:nvPr/>
          </p:nvSpPr>
          <p:spPr>
            <a:xfrm rot="-5400000">
              <a:off x="1004992" y="6167780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28" name="tx527"/>
            <p:cNvSpPr/>
            <p:nvPr/>
          </p:nvSpPr>
          <p:spPr>
            <a:xfrm>
              <a:off x="1503277" y="5364938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29" name="rc528"/>
            <p:cNvSpPr/>
            <p:nvPr/>
          </p:nvSpPr>
          <p:spPr>
            <a:xfrm>
              <a:off x="4913885" y="5608097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026385" y="630731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51252" y="624132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046489" y="629297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075529" y="656280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18339" y="652966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137938" y="649029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131547" y="608675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136449" y="632521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078717" y="651167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125929" y="621967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6035635" y="676075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6012785" y="643208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935377" y="624907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6047082" y="664121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6004095" y="636383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64929" y="602722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83196" y="639397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6007157" y="645371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19305" y="623035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6040465" y="653229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981318" y="618168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55725" y="649831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6000863" y="615595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6045349" y="585283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64044" y="608891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042075" y="613129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985837" y="623511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918276" y="647926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829415" y="628479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831928" y="633433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838515" y="651383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895415" y="613097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878602" y="633674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871868" y="614872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872587" y="575691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907404" y="638553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844896" y="623183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858923" y="563508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831590" y="623679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899541" y="633684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949126" y="613014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836385" y="606937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878102" y="595150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918393" y="642137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851493" y="644908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921557" y="662300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949235" y="627623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834523" y="620479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7785812" y="624577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7827565" y="635662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7738551" y="642187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7765201" y="645280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7833312" y="628186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7806058" y="622618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7793551" y="641979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7829575" y="616683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7798352" y="648501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7862385" y="635169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7847948" y="628654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7800206" y="635995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7743683" y="632523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7809455" y="658802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7828786" y="634225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7841069" y="635861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7833824" y="625810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7824047" y="628200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7799215" y="660194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7849323" y="625270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7827570" y="615440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7786572" y="617951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7739034" y="644349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7838006" y="650445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l601"/>
            <p:cNvSpPr/>
            <p:nvPr/>
          </p:nvSpPr>
          <p:spPr>
            <a:xfrm>
              <a:off x="5101939" y="6344578"/>
              <a:ext cx="2727608" cy="4214"/>
            </a:xfrm>
            <a:custGeom>
              <a:avLst/>
              <a:pathLst>
                <a:path w="2727608" h="4214">
                  <a:moveTo>
                    <a:pt x="0" y="0"/>
                  </a:moveTo>
                  <a:lnTo>
                    <a:pt x="175153" y="270"/>
                  </a:lnTo>
                  <a:lnTo>
                    <a:pt x="329649" y="509"/>
                  </a:lnTo>
                  <a:lnTo>
                    <a:pt x="467851" y="722"/>
                  </a:lnTo>
                  <a:lnTo>
                    <a:pt x="592870" y="916"/>
                  </a:lnTo>
                  <a:lnTo>
                    <a:pt x="707003" y="1092"/>
                  </a:lnTo>
                  <a:lnTo>
                    <a:pt x="811995" y="1254"/>
                  </a:lnTo>
                  <a:lnTo>
                    <a:pt x="909202" y="1404"/>
                  </a:lnTo>
                  <a:lnTo>
                    <a:pt x="999701" y="1544"/>
                  </a:lnTo>
                  <a:lnTo>
                    <a:pt x="1084356" y="1675"/>
                  </a:lnTo>
                  <a:lnTo>
                    <a:pt x="1163877" y="1798"/>
                  </a:lnTo>
                  <a:lnTo>
                    <a:pt x="1238852" y="1914"/>
                  </a:lnTo>
                  <a:lnTo>
                    <a:pt x="1309772" y="2023"/>
                  </a:lnTo>
                  <a:lnTo>
                    <a:pt x="1377054" y="2127"/>
                  </a:lnTo>
                  <a:lnTo>
                    <a:pt x="1441052" y="2226"/>
                  </a:lnTo>
                  <a:lnTo>
                    <a:pt x="1502072" y="2321"/>
                  </a:lnTo>
                  <a:lnTo>
                    <a:pt x="1560380" y="2411"/>
                  </a:lnTo>
                  <a:lnTo>
                    <a:pt x="1616205" y="2497"/>
                  </a:lnTo>
                  <a:lnTo>
                    <a:pt x="1669752" y="2580"/>
                  </a:lnTo>
                  <a:lnTo>
                    <a:pt x="1721198" y="2659"/>
                  </a:lnTo>
                  <a:lnTo>
                    <a:pt x="1770702" y="2736"/>
                  </a:lnTo>
                  <a:lnTo>
                    <a:pt x="1818405" y="2809"/>
                  </a:lnTo>
                  <a:lnTo>
                    <a:pt x="1864435" y="2881"/>
                  </a:lnTo>
                  <a:lnTo>
                    <a:pt x="1908903" y="2949"/>
                  </a:lnTo>
                  <a:lnTo>
                    <a:pt x="1951914" y="3016"/>
                  </a:lnTo>
                  <a:lnTo>
                    <a:pt x="1993559" y="3080"/>
                  </a:lnTo>
                  <a:lnTo>
                    <a:pt x="2033922" y="3142"/>
                  </a:lnTo>
                  <a:lnTo>
                    <a:pt x="2073080" y="3203"/>
                  </a:lnTo>
                  <a:lnTo>
                    <a:pt x="2111103" y="3262"/>
                  </a:lnTo>
                  <a:lnTo>
                    <a:pt x="2148055" y="3319"/>
                  </a:lnTo>
                  <a:lnTo>
                    <a:pt x="2183994" y="3374"/>
                  </a:lnTo>
                  <a:lnTo>
                    <a:pt x="2218975" y="3428"/>
                  </a:lnTo>
                  <a:lnTo>
                    <a:pt x="2253047" y="3481"/>
                  </a:lnTo>
                  <a:lnTo>
                    <a:pt x="2286257" y="3532"/>
                  </a:lnTo>
                  <a:lnTo>
                    <a:pt x="2318646" y="3582"/>
                  </a:lnTo>
                  <a:lnTo>
                    <a:pt x="2350255" y="3631"/>
                  </a:lnTo>
                  <a:lnTo>
                    <a:pt x="2381120" y="3679"/>
                  </a:lnTo>
                  <a:lnTo>
                    <a:pt x="2411275" y="3726"/>
                  </a:lnTo>
                  <a:lnTo>
                    <a:pt x="2440753" y="3771"/>
                  </a:lnTo>
                  <a:lnTo>
                    <a:pt x="2469583" y="3816"/>
                  </a:lnTo>
                  <a:lnTo>
                    <a:pt x="2497793" y="3859"/>
                  </a:lnTo>
                  <a:lnTo>
                    <a:pt x="2525408" y="3902"/>
                  </a:lnTo>
                  <a:lnTo>
                    <a:pt x="2552455" y="3944"/>
                  </a:lnTo>
                  <a:lnTo>
                    <a:pt x="2578955" y="3985"/>
                  </a:lnTo>
                  <a:lnTo>
                    <a:pt x="2604930" y="4025"/>
                  </a:lnTo>
                  <a:lnTo>
                    <a:pt x="2630401" y="4064"/>
                  </a:lnTo>
                  <a:lnTo>
                    <a:pt x="2655386" y="4103"/>
                  </a:lnTo>
                  <a:lnTo>
                    <a:pt x="2679905" y="4141"/>
                  </a:lnTo>
                  <a:lnTo>
                    <a:pt x="2703973" y="4178"/>
                  </a:lnTo>
                  <a:lnTo>
                    <a:pt x="2727608" y="421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3" name="pl602"/>
            <p:cNvSpPr/>
            <p:nvPr/>
          </p:nvSpPr>
          <p:spPr>
            <a:xfrm>
              <a:off x="5101939" y="6153336"/>
              <a:ext cx="2727608" cy="89284"/>
            </a:xfrm>
            <a:custGeom>
              <a:avLst/>
              <a:pathLst>
                <a:path w="2727608" h="89284">
                  <a:moveTo>
                    <a:pt x="0" y="0"/>
                  </a:moveTo>
                  <a:lnTo>
                    <a:pt x="175153" y="5733"/>
                  </a:lnTo>
                  <a:lnTo>
                    <a:pt x="329649" y="10790"/>
                  </a:lnTo>
                  <a:lnTo>
                    <a:pt x="467851" y="15314"/>
                  </a:lnTo>
                  <a:lnTo>
                    <a:pt x="592870" y="19406"/>
                  </a:lnTo>
                  <a:lnTo>
                    <a:pt x="707003" y="23142"/>
                  </a:lnTo>
                  <a:lnTo>
                    <a:pt x="811995" y="26579"/>
                  </a:lnTo>
                  <a:lnTo>
                    <a:pt x="909202" y="29761"/>
                  </a:lnTo>
                  <a:lnTo>
                    <a:pt x="999701" y="32723"/>
                  </a:lnTo>
                  <a:lnTo>
                    <a:pt x="1084356" y="35495"/>
                  </a:lnTo>
                  <a:lnTo>
                    <a:pt x="1163877" y="38098"/>
                  </a:lnTo>
                  <a:lnTo>
                    <a:pt x="1238852" y="40552"/>
                  </a:lnTo>
                  <a:lnTo>
                    <a:pt x="1309772" y="42873"/>
                  </a:lnTo>
                  <a:lnTo>
                    <a:pt x="1377054" y="45076"/>
                  </a:lnTo>
                  <a:lnTo>
                    <a:pt x="1441052" y="47170"/>
                  </a:lnTo>
                  <a:lnTo>
                    <a:pt x="1502072" y="49168"/>
                  </a:lnTo>
                  <a:lnTo>
                    <a:pt x="1560380" y="51077"/>
                  </a:lnTo>
                  <a:lnTo>
                    <a:pt x="1616205" y="52904"/>
                  </a:lnTo>
                  <a:lnTo>
                    <a:pt x="1669752" y="54657"/>
                  </a:lnTo>
                  <a:lnTo>
                    <a:pt x="1721198" y="56341"/>
                  </a:lnTo>
                  <a:lnTo>
                    <a:pt x="1770702" y="57961"/>
                  </a:lnTo>
                  <a:lnTo>
                    <a:pt x="1818405" y="59523"/>
                  </a:lnTo>
                  <a:lnTo>
                    <a:pt x="1864435" y="61029"/>
                  </a:lnTo>
                  <a:lnTo>
                    <a:pt x="1908903" y="62485"/>
                  </a:lnTo>
                  <a:lnTo>
                    <a:pt x="1951914" y="63893"/>
                  </a:lnTo>
                  <a:lnTo>
                    <a:pt x="1993559" y="65256"/>
                  </a:lnTo>
                  <a:lnTo>
                    <a:pt x="2033922" y="66577"/>
                  </a:lnTo>
                  <a:lnTo>
                    <a:pt x="2073080" y="67859"/>
                  </a:lnTo>
                  <a:lnTo>
                    <a:pt x="2111103" y="69104"/>
                  </a:lnTo>
                  <a:lnTo>
                    <a:pt x="2148055" y="70313"/>
                  </a:lnTo>
                  <a:lnTo>
                    <a:pt x="2183994" y="71490"/>
                  </a:lnTo>
                  <a:lnTo>
                    <a:pt x="2218975" y="72635"/>
                  </a:lnTo>
                  <a:lnTo>
                    <a:pt x="2253047" y="73750"/>
                  </a:lnTo>
                  <a:lnTo>
                    <a:pt x="2286257" y="74837"/>
                  </a:lnTo>
                  <a:lnTo>
                    <a:pt x="2318646" y="75897"/>
                  </a:lnTo>
                  <a:lnTo>
                    <a:pt x="2350255" y="76932"/>
                  </a:lnTo>
                  <a:lnTo>
                    <a:pt x="2381120" y="77942"/>
                  </a:lnTo>
                  <a:lnTo>
                    <a:pt x="2411275" y="78930"/>
                  </a:lnTo>
                  <a:lnTo>
                    <a:pt x="2440753" y="79894"/>
                  </a:lnTo>
                  <a:lnTo>
                    <a:pt x="2469583" y="80838"/>
                  </a:lnTo>
                  <a:lnTo>
                    <a:pt x="2497793" y="81762"/>
                  </a:lnTo>
                  <a:lnTo>
                    <a:pt x="2525408" y="82666"/>
                  </a:lnTo>
                  <a:lnTo>
                    <a:pt x="2552455" y="83551"/>
                  </a:lnTo>
                  <a:lnTo>
                    <a:pt x="2578955" y="84418"/>
                  </a:lnTo>
                  <a:lnTo>
                    <a:pt x="2604930" y="85269"/>
                  </a:lnTo>
                  <a:lnTo>
                    <a:pt x="2630401" y="86102"/>
                  </a:lnTo>
                  <a:lnTo>
                    <a:pt x="2655386" y="86920"/>
                  </a:lnTo>
                  <a:lnTo>
                    <a:pt x="2679905" y="87723"/>
                  </a:lnTo>
                  <a:lnTo>
                    <a:pt x="2703973" y="88511"/>
                  </a:lnTo>
                  <a:lnTo>
                    <a:pt x="2727608" y="8928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4" name="pl603"/>
            <p:cNvSpPr/>
            <p:nvPr/>
          </p:nvSpPr>
          <p:spPr>
            <a:xfrm>
              <a:off x="5101939" y="6302429"/>
              <a:ext cx="2727608" cy="107901"/>
            </a:xfrm>
            <a:custGeom>
              <a:avLst/>
              <a:pathLst>
                <a:path w="2727608" h="107901">
                  <a:moveTo>
                    <a:pt x="0" y="0"/>
                  </a:moveTo>
                  <a:lnTo>
                    <a:pt x="175153" y="6928"/>
                  </a:lnTo>
                  <a:lnTo>
                    <a:pt x="329649" y="13040"/>
                  </a:lnTo>
                  <a:lnTo>
                    <a:pt x="467851" y="18507"/>
                  </a:lnTo>
                  <a:lnTo>
                    <a:pt x="592870" y="23453"/>
                  </a:lnTo>
                  <a:lnTo>
                    <a:pt x="707003" y="27968"/>
                  </a:lnTo>
                  <a:lnTo>
                    <a:pt x="811995" y="32121"/>
                  </a:lnTo>
                  <a:lnTo>
                    <a:pt x="909202" y="35967"/>
                  </a:lnTo>
                  <a:lnTo>
                    <a:pt x="999701" y="39547"/>
                  </a:lnTo>
                  <a:lnTo>
                    <a:pt x="1084356" y="42896"/>
                  </a:lnTo>
                  <a:lnTo>
                    <a:pt x="1163877" y="46041"/>
                  </a:lnTo>
                  <a:lnTo>
                    <a:pt x="1238852" y="49007"/>
                  </a:lnTo>
                  <a:lnTo>
                    <a:pt x="1309772" y="51813"/>
                  </a:lnTo>
                  <a:lnTo>
                    <a:pt x="1377054" y="54474"/>
                  </a:lnTo>
                  <a:lnTo>
                    <a:pt x="1441052" y="57006"/>
                  </a:lnTo>
                  <a:lnTo>
                    <a:pt x="1502072" y="59420"/>
                  </a:lnTo>
                  <a:lnTo>
                    <a:pt x="1560380" y="61727"/>
                  </a:lnTo>
                  <a:lnTo>
                    <a:pt x="1616205" y="63935"/>
                  </a:lnTo>
                  <a:lnTo>
                    <a:pt x="1669752" y="66053"/>
                  </a:lnTo>
                  <a:lnTo>
                    <a:pt x="1721198" y="68088"/>
                  </a:lnTo>
                  <a:lnTo>
                    <a:pt x="1770702" y="70047"/>
                  </a:lnTo>
                  <a:lnTo>
                    <a:pt x="1818405" y="71934"/>
                  </a:lnTo>
                  <a:lnTo>
                    <a:pt x="1864435" y="73755"/>
                  </a:lnTo>
                  <a:lnTo>
                    <a:pt x="1908903" y="75514"/>
                  </a:lnTo>
                  <a:lnTo>
                    <a:pt x="1951914" y="77215"/>
                  </a:lnTo>
                  <a:lnTo>
                    <a:pt x="1993559" y="78863"/>
                  </a:lnTo>
                  <a:lnTo>
                    <a:pt x="2033922" y="80460"/>
                  </a:lnTo>
                  <a:lnTo>
                    <a:pt x="2073080" y="82009"/>
                  </a:lnTo>
                  <a:lnTo>
                    <a:pt x="2111103" y="83513"/>
                  </a:lnTo>
                  <a:lnTo>
                    <a:pt x="2148055" y="84975"/>
                  </a:lnTo>
                  <a:lnTo>
                    <a:pt x="2183994" y="86396"/>
                  </a:lnTo>
                  <a:lnTo>
                    <a:pt x="2218975" y="87780"/>
                  </a:lnTo>
                  <a:lnTo>
                    <a:pt x="2253047" y="89128"/>
                  </a:lnTo>
                  <a:lnTo>
                    <a:pt x="2286257" y="90442"/>
                  </a:lnTo>
                  <a:lnTo>
                    <a:pt x="2318646" y="91723"/>
                  </a:lnTo>
                  <a:lnTo>
                    <a:pt x="2350255" y="92973"/>
                  </a:lnTo>
                  <a:lnTo>
                    <a:pt x="2381120" y="94194"/>
                  </a:lnTo>
                  <a:lnTo>
                    <a:pt x="2411275" y="95387"/>
                  </a:lnTo>
                  <a:lnTo>
                    <a:pt x="2440753" y="96553"/>
                  </a:lnTo>
                  <a:lnTo>
                    <a:pt x="2469583" y="97694"/>
                  </a:lnTo>
                  <a:lnTo>
                    <a:pt x="2497793" y="98810"/>
                  </a:lnTo>
                  <a:lnTo>
                    <a:pt x="2525408" y="99902"/>
                  </a:lnTo>
                  <a:lnTo>
                    <a:pt x="2552455" y="100972"/>
                  </a:lnTo>
                  <a:lnTo>
                    <a:pt x="2578955" y="102020"/>
                  </a:lnTo>
                  <a:lnTo>
                    <a:pt x="2604930" y="103048"/>
                  </a:lnTo>
                  <a:lnTo>
                    <a:pt x="2630401" y="104056"/>
                  </a:lnTo>
                  <a:lnTo>
                    <a:pt x="2655386" y="105044"/>
                  </a:lnTo>
                  <a:lnTo>
                    <a:pt x="2679905" y="106014"/>
                  </a:lnTo>
                  <a:lnTo>
                    <a:pt x="2703973" y="106966"/>
                  </a:lnTo>
                  <a:lnTo>
                    <a:pt x="2727608" y="107901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5" name="pl604"/>
            <p:cNvSpPr/>
            <p:nvPr/>
          </p:nvSpPr>
          <p:spPr>
            <a:xfrm>
              <a:off x="5101939" y="6442026"/>
              <a:ext cx="2727608" cy="98460"/>
            </a:xfrm>
            <a:custGeom>
              <a:avLst/>
              <a:pathLst>
                <a:path w="2727608" h="98460">
                  <a:moveTo>
                    <a:pt x="0" y="0"/>
                  </a:moveTo>
                  <a:lnTo>
                    <a:pt x="175153" y="6322"/>
                  </a:lnTo>
                  <a:lnTo>
                    <a:pt x="329649" y="11899"/>
                  </a:lnTo>
                  <a:lnTo>
                    <a:pt x="467851" y="16888"/>
                  </a:lnTo>
                  <a:lnTo>
                    <a:pt x="592870" y="21401"/>
                  </a:lnTo>
                  <a:lnTo>
                    <a:pt x="707003" y="25521"/>
                  </a:lnTo>
                  <a:lnTo>
                    <a:pt x="811995" y="29311"/>
                  </a:lnTo>
                  <a:lnTo>
                    <a:pt x="909202" y="32820"/>
                  </a:lnTo>
                  <a:lnTo>
                    <a:pt x="999701" y="36086"/>
                  </a:lnTo>
                  <a:lnTo>
                    <a:pt x="1084356" y="39142"/>
                  </a:lnTo>
                  <a:lnTo>
                    <a:pt x="1163877" y="42013"/>
                  </a:lnTo>
                  <a:lnTo>
                    <a:pt x="1238852" y="44719"/>
                  </a:lnTo>
                  <a:lnTo>
                    <a:pt x="1309772" y="47279"/>
                  </a:lnTo>
                  <a:lnTo>
                    <a:pt x="1377054" y="49708"/>
                  </a:lnTo>
                  <a:lnTo>
                    <a:pt x="1441052" y="52018"/>
                  </a:lnTo>
                  <a:lnTo>
                    <a:pt x="1502072" y="54221"/>
                  </a:lnTo>
                  <a:lnTo>
                    <a:pt x="1560380" y="56326"/>
                  </a:lnTo>
                  <a:lnTo>
                    <a:pt x="1616205" y="58341"/>
                  </a:lnTo>
                  <a:lnTo>
                    <a:pt x="1669752" y="60274"/>
                  </a:lnTo>
                  <a:lnTo>
                    <a:pt x="1721198" y="62131"/>
                  </a:lnTo>
                  <a:lnTo>
                    <a:pt x="1770702" y="63918"/>
                  </a:lnTo>
                  <a:lnTo>
                    <a:pt x="1818405" y="65640"/>
                  </a:lnTo>
                  <a:lnTo>
                    <a:pt x="1864435" y="67301"/>
                  </a:lnTo>
                  <a:lnTo>
                    <a:pt x="1908903" y="68906"/>
                  </a:lnTo>
                  <a:lnTo>
                    <a:pt x="1951914" y="70459"/>
                  </a:lnTo>
                  <a:lnTo>
                    <a:pt x="1993559" y="71962"/>
                  </a:lnTo>
                  <a:lnTo>
                    <a:pt x="2033922" y="73419"/>
                  </a:lnTo>
                  <a:lnTo>
                    <a:pt x="2073080" y="74833"/>
                  </a:lnTo>
                  <a:lnTo>
                    <a:pt x="2111103" y="76205"/>
                  </a:lnTo>
                  <a:lnTo>
                    <a:pt x="2148055" y="77539"/>
                  </a:lnTo>
                  <a:lnTo>
                    <a:pt x="2183994" y="78837"/>
                  </a:lnTo>
                  <a:lnTo>
                    <a:pt x="2218975" y="80099"/>
                  </a:lnTo>
                  <a:lnTo>
                    <a:pt x="2253047" y="81329"/>
                  </a:lnTo>
                  <a:lnTo>
                    <a:pt x="2286257" y="82528"/>
                  </a:lnTo>
                  <a:lnTo>
                    <a:pt x="2318646" y="83697"/>
                  </a:lnTo>
                  <a:lnTo>
                    <a:pt x="2350255" y="84838"/>
                  </a:lnTo>
                  <a:lnTo>
                    <a:pt x="2381120" y="85952"/>
                  </a:lnTo>
                  <a:lnTo>
                    <a:pt x="2411275" y="87041"/>
                  </a:lnTo>
                  <a:lnTo>
                    <a:pt x="2440753" y="88105"/>
                  </a:lnTo>
                  <a:lnTo>
                    <a:pt x="2469583" y="89146"/>
                  </a:lnTo>
                  <a:lnTo>
                    <a:pt x="2497793" y="90164"/>
                  </a:lnTo>
                  <a:lnTo>
                    <a:pt x="2525408" y="91161"/>
                  </a:lnTo>
                  <a:lnTo>
                    <a:pt x="2552455" y="92137"/>
                  </a:lnTo>
                  <a:lnTo>
                    <a:pt x="2578955" y="93094"/>
                  </a:lnTo>
                  <a:lnTo>
                    <a:pt x="2604930" y="94031"/>
                  </a:lnTo>
                  <a:lnTo>
                    <a:pt x="2630401" y="94951"/>
                  </a:lnTo>
                  <a:lnTo>
                    <a:pt x="2655386" y="95853"/>
                  </a:lnTo>
                  <a:lnTo>
                    <a:pt x="2679905" y="96738"/>
                  </a:lnTo>
                  <a:lnTo>
                    <a:pt x="2703973" y="97607"/>
                  </a:lnTo>
                  <a:lnTo>
                    <a:pt x="2727608" y="9846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6" name="pl605"/>
            <p:cNvSpPr/>
            <p:nvPr/>
          </p:nvSpPr>
          <p:spPr>
            <a:xfrm>
              <a:off x="5101939" y="6309329"/>
              <a:ext cx="2727608" cy="33876"/>
            </a:xfrm>
            <a:custGeom>
              <a:avLst/>
              <a:pathLst>
                <a:path w="2727608" h="33876">
                  <a:moveTo>
                    <a:pt x="0" y="0"/>
                  </a:moveTo>
                  <a:lnTo>
                    <a:pt x="175153" y="2175"/>
                  </a:lnTo>
                  <a:lnTo>
                    <a:pt x="329649" y="4094"/>
                  </a:lnTo>
                  <a:lnTo>
                    <a:pt x="467851" y="5810"/>
                  </a:lnTo>
                  <a:lnTo>
                    <a:pt x="592870" y="7363"/>
                  </a:lnTo>
                  <a:lnTo>
                    <a:pt x="707003" y="8780"/>
                  </a:lnTo>
                  <a:lnTo>
                    <a:pt x="811995" y="10084"/>
                  </a:lnTo>
                  <a:lnTo>
                    <a:pt x="909202" y="11292"/>
                  </a:lnTo>
                  <a:lnTo>
                    <a:pt x="999701" y="12415"/>
                  </a:lnTo>
                  <a:lnTo>
                    <a:pt x="1084356" y="13467"/>
                  </a:lnTo>
                  <a:lnTo>
                    <a:pt x="1163877" y="14455"/>
                  </a:lnTo>
                  <a:lnTo>
                    <a:pt x="1238852" y="15386"/>
                  </a:lnTo>
                  <a:lnTo>
                    <a:pt x="1309772" y="16266"/>
                  </a:lnTo>
                  <a:lnTo>
                    <a:pt x="1377054" y="17102"/>
                  </a:lnTo>
                  <a:lnTo>
                    <a:pt x="1441052" y="17897"/>
                  </a:lnTo>
                  <a:lnTo>
                    <a:pt x="1502072" y="18655"/>
                  </a:lnTo>
                  <a:lnTo>
                    <a:pt x="1560380" y="19379"/>
                  </a:lnTo>
                  <a:lnTo>
                    <a:pt x="1616205" y="20072"/>
                  </a:lnTo>
                  <a:lnTo>
                    <a:pt x="1669752" y="20737"/>
                  </a:lnTo>
                  <a:lnTo>
                    <a:pt x="1721198" y="21376"/>
                  </a:lnTo>
                  <a:lnTo>
                    <a:pt x="1770702" y="21991"/>
                  </a:lnTo>
                  <a:lnTo>
                    <a:pt x="1818405" y="22584"/>
                  </a:lnTo>
                  <a:lnTo>
                    <a:pt x="1864435" y="23155"/>
                  </a:lnTo>
                  <a:lnTo>
                    <a:pt x="1908903" y="23708"/>
                  </a:lnTo>
                  <a:lnTo>
                    <a:pt x="1951914" y="24242"/>
                  </a:lnTo>
                  <a:lnTo>
                    <a:pt x="1993559" y="24759"/>
                  </a:lnTo>
                  <a:lnTo>
                    <a:pt x="2033922" y="25260"/>
                  </a:lnTo>
                  <a:lnTo>
                    <a:pt x="2073080" y="25747"/>
                  </a:lnTo>
                  <a:lnTo>
                    <a:pt x="2111103" y="26219"/>
                  </a:lnTo>
                  <a:lnTo>
                    <a:pt x="2148055" y="26678"/>
                  </a:lnTo>
                  <a:lnTo>
                    <a:pt x="2183994" y="27124"/>
                  </a:lnTo>
                  <a:lnTo>
                    <a:pt x="2218975" y="27559"/>
                  </a:lnTo>
                  <a:lnTo>
                    <a:pt x="2253047" y="27982"/>
                  </a:lnTo>
                  <a:lnTo>
                    <a:pt x="2286257" y="28394"/>
                  </a:lnTo>
                  <a:lnTo>
                    <a:pt x="2318646" y="28796"/>
                  </a:lnTo>
                  <a:lnTo>
                    <a:pt x="2350255" y="29189"/>
                  </a:lnTo>
                  <a:lnTo>
                    <a:pt x="2381120" y="29572"/>
                  </a:lnTo>
                  <a:lnTo>
                    <a:pt x="2411275" y="29947"/>
                  </a:lnTo>
                  <a:lnTo>
                    <a:pt x="2440753" y="30313"/>
                  </a:lnTo>
                  <a:lnTo>
                    <a:pt x="2469583" y="30671"/>
                  </a:lnTo>
                  <a:lnTo>
                    <a:pt x="2497793" y="31021"/>
                  </a:lnTo>
                  <a:lnTo>
                    <a:pt x="2525408" y="31364"/>
                  </a:lnTo>
                  <a:lnTo>
                    <a:pt x="2552455" y="31700"/>
                  </a:lnTo>
                  <a:lnTo>
                    <a:pt x="2578955" y="32029"/>
                  </a:lnTo>
                  <a:lnTo>
                    <a:pt x="2604930" y="32352"/>
                  </a:lnTo>
                  <a:lnTo>
                    <a:pt x="2630401" y="32668"/>
                  </a:lnTo>
                  <a:lnTo>
                    <a:pt x="2655386" y="32979"/>
                  </a:lnTo>
                  <a:lnTo>
                    <a:pt x="2679905" y="33283"/>
                  </a:lnTo>
                  <a:lnTo>
                    <a:pt x="2703973" y="33582"/>
                  </a:lnTo>
                  <a:lnTo>
                    <a:pt x="2727608" y="33876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7" name="pl606"/>
            <p:cNvSpPr/>
            <p:nvPr/>
          </p:nvSpPr>
          <p:spPr>
            <a:xfrm>
              <a:off x="5101939" y="6239767"/>
              <a:ext cx="2727608" cy="155951"/>
            </a:xfrm>
            <a:custGeom>
              <a:avLst/>
              <a:pathLst>
                <a:path w="2727608" h="155951">
                  <a:moveTo>
                    <a:pt x="0" y="155951"/>
                  </a:moveTo>
                  <a:lnTo>
                    <a:pt x="175153" y="145937"/>
                  </a:lnTo>
                  <a:lnTo>
                    <a:pt x="329649" y="137103"/>
                  </a:lnTo>
                  <a:lnTo>
                    <a:pt x="467851" y="129202"/>
                  </a:lnTo>
                  <a:lnTo>
                    <a:pt x="592870" y="122054"/>
                  </a:lnTo>
                  <a:lnTo>
                    <a:pt x="707003" y="115528"/>
                  </a:lnTo>
                  <a:lnTo>
                    <a:pt x="811995" y="109525"/>
                  </a:lnTo>
                  <a:lnTo>
                    <a:pt x="909202" y="103967"/>
                  </a:lnTo>
                  <a:lnTo>
                    <a:pt x="999701" y="98793"/>
                  </a:lnTo>
                  <a:lnTo>
                    <a:pt x="1084356" y="93953"/>
                  </a:lnTo>
                  <a:lnTo>
                    <a:pt x="1163877" y="89406"/>
                  </a:lnTo>
                  <a:lnTo>
                    <a:pt x="1238852" y="85119"/>
                  </a:lnTo>
                  <a:lnTo>
                    <a:pt x="1309772" y="81065"/>
                  </a:lnTo>
                  <a:lnTo>
                    <a:pt x="1377054" y="77218"/>
                  </a:lnTo>
                  <a:lnTo>
                    <a:pt x="1441052" y="73559"/>
                  </a:lnTo>
                  <a:lnTo>
                    <a:pt x="1502072" y="70070"/>
                  </a:lnTo>
                  <a:lnTo>
                    <a:pt x="1560380" y="66736"/>
                  </a:lnTo>
                  <a:lnTo>
                    <a:pt x="1616205" y="63544"/>
                  </a:lnTo>
                  <a:lnTo>
                    <a:pt x="1669752" y="60483"/>
                  </a:lnTo>
                  <a:lnTo>
                    <a:pt x="1721198" y="57541"/>
                  </a:lnTo>
                  <a:lnTo>
                    <a:pt x="1770702" y="54711"/>
                  </a:lnTo>
                  <a:lnTo>
                    <a:pt x="1818405" y="51983"/>
                  </a:lnTo>
                  <a:lnTo>
                    <a:pt x="1864435" y="49352"/>
                  </a:lnTo>
                  <a:lnTo>
                    <a:pt x="1908903" y="46809"/>
                  </a:lnTo>
                  <a:lnTo>
                    <a:pt x="1951914" y="44350"/>
                  </a:lnTo>
                  <a:lnTo>
                    <a:pt x="1993559" y="41969"/>
                  </a:lnTo>
                  <a:lnTo>
                    <a:pt x="2033922" y="39661"/>
                  </a:lnTo>
                  <a:lnTo>
                    <a:pt x="2073080" y="37422"/>
                  </a:lnTo>
                  <a:lnTo>
                    <a:pt x="2111103" y="35248"/>
                  </a:lnTo>
                  <a:lnTo>
                    <a:pt x="2148055" y="33136"/>
                  </a:lnTo>
                  <a:lnTo>
                    <a:pt x="2183994" y="31081"/>
                  </a:lnTo>
                  <a:lnTo>
                    <a:pt x="2218975" y="29081"/>
                  </a:lnTo>
                  <a:lnTo>
                    <a:pt x="2253047" y="27133"/>
                  </a:lnTo>
                  <a:lnTo>
                    <a:pt x="2286257" y="25234"/>
                  </a:lnTo>
                  <a:lnTo>
                    <a:pt x="2318646" y="23382"/>
                  </a:lnTo>
                  <a:lnTo>
                    <a:pt x="2350255" y="21575"/>
                  </a:lnTo>
                  <a:lnTo>
                    <a:pt x="2381120" y="19810"/>
                  </a:lnTo>
                  <a:lnTo>
                    <a:pt x="2411275" y="18086"/>
                  </a:lnTo>
                  <a:lnTo>
                    <a:pt x="2440753" y="16400"/>
                  </a:lnTo>
                  <a:lnTo>
                    <a:pt x="2469583" y="14752"/>
                  </a:lnTo>
                  <a:lnTo>
                    <a:pt x="2497793" y="13139"/>
                  </a:lnTo>
                  <a:lnTo>
                    <a:pt x="2525408" y="11560"/>
                  </a:lnTo>
                  <a:lnTo>
                    <a:pt x="2552455" y="10014"/>
                  </a:lnTo>
                  <a:lnTo>
                    <a:pt x="2578955" y="8499"/>
                  </a:lnTo>
                  <a:lnTo>
                    <a:pt x="2604930" y="7014"/>
                  </a:lnTo>
                  <a:lnTo>
                    <a:pt x="2630401" y="5557"/>
                  </a:lnTo>
                  <a:lnTo>
                    <a:pt x="2655386" y="4129"/>
                  </a:lnTo>
                  <a:lnTo>
                    <a:pt x="2679905" y="2727"/>
                  </a:lnTo>
                  <a:lnTo>
                    <a:pt x="2703973" y="1351"/>
                  </a:lnTo>
                  <a:lnTo>
                    <a:pt x="272760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8" name="pl607"/>
            <p:cNvSpPr/>
            <p:nvPr/>
          </p:nvSpPr>
          <p:spPr>
            <a:xfrm>
              <a:off x="5101939" y="6016461"/>
              <a:ext cx="2727608" cy="189586"/>
            </a:xfrm>
            <a:custGeom>
              <a:avLst/>
              <a:pathLst>
                <a:path w="2727608" h="189586">
                  <a:moveTo>
                    <a:pt x="0" y="0"/>
                  </a:moveTo>
                  <a:lnTo>
                    <a:pt x="175153" y="12174"/>
                  </a:lnTo>
                  <a:lnTo>
                    <a:pt x="329649" y="22912"/>
                  </a:lnTo>
                  <a:lnTo>
                    <a:pt x="467851" y="32518"/>
                  </a:lnTo>
                  <a:lnTo>
                    <a:pt x="592870" y="41208"/>
                  </a:lnTo>
                  <a:lnTo>
                    <a:pt x="707003" y="49141"/>
                  </a:lnTo>
                  <a:lnTo>
                    <a:pt x="811995" y="56438"/>
                  </a:lnTo>
                  <a:lnTo>
                    <a:pt x="909202" y="63195"/>
                  </a:lnTo>
                  <a:lnTo>
                    <a:pt x="999701" y="69485"/>
                  </a:lnTo>
                  <a:lnTo>
                    <a:pt x="1084356" y="75369"/>
                  </a:lnTo>
                  <a:lnTo>
                    <a:pt x="1163877" y="80897"/>
                  </a:lnTo>
                  <a:lnTo>
                    <a:pt x="1238852" y="86108"/>
                  </a:lnTo>
                  <a:lnTo>
                    <a:pt x="1309772" y="91037"/>
                  </a:lnTo>
                  <a:lnTo>
                    <a:pt x="1377054" y="95714"/>
                  </a:lnTo>
                  <a:lnTo>
                    <a:pt x="1441052" y="100162"/>
                  </a:lnTo>
                  <a:lnTo>
                    <a:pt x="1502072" y="104403"/>
                  </a:lnTo>
                  <a:lnTo>
                    <a:pt x="1560380" y="108456"/>
                  </a:lnTo>
                  <a:lnTo>
                    <a:pt x="1616205" y="112336"/>
                  </a:lnTo>
                  <a:lnTo>
                    <a:pt x="1669752" y="116058"/>
                  </a:lnTo>
                  <a:lnTo>
                    <a:pt x="1721198" y="119634"/>
                  </a:lnTo>
                  <a:lnTo>
                    <a:pt x="1770702" y="123075"/>
                  </a:lnTo>
                  <a:lnTo>
                    <a:pt x="1818405" y="126390"/>
                  </a:lnTo>
                  <a:lnTo>
                    <a:pt x="1864435" y="129590"/>
                  </a:lnTo>
                  <a:lnTo>
                    <a:pt x="1908903" y="132681"/>
                  </a:lnTo>
                  <a:lnTo>
                    <a:pt x="1951914" y="135670"/>
                  </a:lnTo>
                  <a:lnTo>
                    <a:pt x="1993559" y="138565"/>
                  </a:lnTo>
                  <a:lnTo>
                    <a:pt x="2033922" y="141370"/>
                  </a:lnTo>
                  <a:lnTo>
                    <a:pt x="2073080" y="144092"/>
                  </a:lnTo>
                  <a:lnTo>
                    <a:pt x="2111103" y="146735"/>
                  </a:lnTo>
                  <a:lnTo>
                    <a:pt x="2148055" y="149303"/>
                  </a:lnTo>
                  <a:lnTo>
                    <a:pt x="2183994" y="151801"/>
                  </a:lnTo>
                  <a:lnTo>
                    <a:pt x="2218975" y="154233"/>
                  </a:lnTo>
                  <a:lnTo>
                    <a:pt x="2253047" y="156601"/>
                  </a:lnTo>
                  <a:lnTo>
                    <a:pt x="2286257" y="158909"/>
                  </a:lnTo>
                  <a:lnTo>
                    <a:pt x="2318646" y="161160"/>
                  </a:lnTo>
                  <a:lnTo>
                    <a:pt x="2350255" y="163357"/>
                  </a:lnTo>
                  <a:lnTo>
                    <a:pt x="2381120" y="165503"/>
                  </a:lnTo>
                  <a:lnTo>
                    <a:pt x="2411275" y="167599"/>
                  </a:lnTo>
                  <a:lnTo>
                    <a:pt x="2440753" y="169648"/>
                  </a:lnTo>
                  <a:lnTo>
                    <a:pt x="2469583" y="171652"/>
                  </a:lnTo>
                  <a:lnTo>
                    <a:pt x="2497793" y="173612"/>
                  </a:lnTo>
                  <a:lnTo>
                    <a:pt x="2525408" y="175532"/>
                  </a:lnTo>
                  <a:lnTo>
                    <a:pt x="2552455" y="177412"/>
                  </a:lnTo>
                  <a:lnTo>
                    <a:pt x="2578955" y="179254"/>
                  </a:lnTo>
                  <a:lnTo>
                    <a:pt x="2604930" y="181059"/>
                  </a:lnTo>
                  <a:lnTo>
                    <a:pt x="2630401" y="182829"/>
                  </a:lnTo>
                  <a:lnTo>
                    <a:pt x="2655386" y="184566"/>
                  </a:lnTo>
                  <a:lnTo>
                    <a:pt x="2679905" y="186270"/>
                  </a:lnTo>
                  <a:lnTo>
                    <a:pt x="2703973" y="187943"/>
                  </a:lnTo>
                  <a:lnTo>
                    <a:pt x="2727608" y="18958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9" name="pl608"/>
            <p:cNvSpPr/>
            <p:nvPr/>
          </p:nvSpPr>
          <p:spPr>
            <a:xfrm>
              <a:off x="5101939" y="6498305"/>
              <a:ext cx="2727608" cy="38969"/>
            </a:xfrm>
            <a:custGeom>
              <a:avLst/>
              <a:pathLst>
                <a:path w="2727608" h="38969">
                  <a:moveTo>
                    <a:pt x="0" y="38969"/>
                  </a:moveTo>
                  <a:lnTo>
                    <a:pt x="175153" y="36467"/>
                  </a:lnTo>
                  <a:lnTo>
                    <a:pt x="329649" y="34260"/>
                  </a:lnTo>
                  <a:lnTo>
                    <a:pt x="467851" y="32285"/>
                  </a:lnTo>
                  <a:lnTo>
                    <a:pt x="592870" y="30499"/>
                  </a:lnTo>
                  <a:lnTo>
                    <a:pt x="707003" y="28868"/>
                  </a:lnTo>
                  <a:lnTo>
                    <a:pt x="811995" y="27368"/>
                  </a:lnTo>
                  <a:lnTo>
                    <a:pt x="909202" y="25979"/>
                  </a:lnTo>
                  <a:lnTo>
                    <a:pt x="999701" y="24686"/>
                  </a:lnTo>
                  <a:lnTo>
                    <a:pt x="1084356" y="23477"/>
                  </a:lnTo>
                  <a:lnTo>
                    <a:pt x="1163877" y="22341"/>
                  </a:lnTo>
                  <a:lnTo>
                    <a:pt x="1238852" y="21270"/>
                  </a:lnTo>
                  <a:lnTo>
                    <a:pt x="1309772" y="20256"/>
                  </a:lnTo>
                  <a:lnTo>
                    <a:pt x="1377054" y="19295"/>
                  </a:lnTo>
                  <a:lnTo>
                    <a:pt x="1441052" y="18381"/>
                  </a:lnTo>
                  <a:lnTo>
                    <a:pt x="1502072" y="17509"/>
                  </a:lnTo>
                  <a:lnTo>
                    <a:pt x="1560380" y="16676"/>
                  </a:lnTo>
                  <a:lnTo>
                    <a:pt x="1616205" y="15878"/>
                  </a:lnTo>
                  <a:lnTo>
                    <a:pt x="1669752" y="15113"/>
                  </a:lnTo>
                  <a:lnTo>
                    <a:pt x="1721198" y="14378"/>
                  </a:lnTo>
                  <a:lnTo>
                    <a:pt x="1770702" y="13671"/>
                  </a:lnTo>
                  <a:lnTo>
                    <a:pt x="1818405" y="12989"/>
                  </a:lnTo>
                  <a:lnTo>
                    <a:pt x="1864435" y="12332"/>
                  </a:lnTo>
                  <a:lnTo>
                    <a:pt x="1908903" y="11696"/>
                  </a:lnTo>
                  <a:lnTo>
                    <a:pt x="1951914" y="11082"/>
                  </a:lnTo>
                  <a:lnTo>
                    <a:pt x="1993559" y="10487"/>
                  </a:lnTo>
                  <a:lnTo>
                    <a:pt x="2033922" y="9910"/>
                  </a:lnTo>
                  <a:lnTo>
                    <a:pt x="2073080" y="9351"/>
                  </a:lnTo>
                  <a:lnTo>
                    <a:pt x="2111103" y="8808"/>
                  </a:lnTo>
                  <a:lnTo>
                    <a:pt x="2148055" y="8280"/>
                  </a:lnTo>
                  <a:lnTo>
                    <a:pt x="2183994" y="7766"/>
                  </a:lnTo>
                  <a:lnTo>
                    <a:pt x="2218975" y="7266"/>
                  </a:lnTo>
                  <a:lnTo>
                    <a:pt x="2253047" y="6780"/>
                  </a:lnTo>
                  <a:lnTo>
                    <a:pt x="2286257" y="6305"/>
                  </a:lnTo>
                  <a:lnTo>
                    <a:pt x="2318646" y="5842"/>
                  </a:lnTo>
                  <a:lnTo>
                    <a:pt x="2350255" y="5391"/>
                  </a:lnTo>
                  <a:lnTo>
                    <a:pt x="2381120" y="4950"/>
                  </a:lnTo>
                  <a:lnTo>
                    <a:pt x="2411275" y="4519"/>
                  </a:lnTo>
                  <a:lnTo>
                    <a:pt x="2440753" y="4098"/>
                  </a:lnTo>
                  <a:lnTo>
                    <a:pt x="2469583" y="3686"/>
                  </a:lnTo>
                  <a:lnTo>
                    <a:pt x="2497793" y="3283"/>
                  </a:lnTo>
                  <a:lnTo>
                    <a:pt x="2525408" y="2888"/>
                  </a:lnTo>
                  <a:lnTo>
                    <a:pt x="2552455" y="2502"/>
                  </a:lnTo>
                  <a:lnTo>
                    <a:pt x="2578955" y="2123"/>
                  </a:lnTo>
                  <a:lnTo>
                    <a:pt x="2604930" y="1752"/>
                  </a:lnTo>
                  <a:lnTo>
                    <a:pt x="2630401" y="1388"/>
                  </a:lnTo>
                  <a:lnTo>
                    <a:pt x="2655386" y="1031"/>
                  </a:lnTo>
                  <a:lnTo>
                    <a:pt x="2679905" y="681"/>
                  </a:lnTo>
                  <a:lnTo>
                    <a:pt x="2703973" y="337"/>
                  </a:lnTo>
                  <a:lnTo>
                    <a:pt x="272760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0" name="pl609"/>
            <p:cNvSpPr/>
            <p:nvPr/>
          </p:nvSpPr>
          <p:spPr>
            <a:xfrm>
              <a:off x="5101939" y="6235651"/>
              <a:ext cx="2727608" cy="277092"/>
            </a:xfrm>
            <a:custGeom>
              <a:avLst/>
              <a:pathLst>
                <a:path w="2727608" h="277092">
                  <a:moveTo>
                    <a:pt x="0" y="277092"/>
                  </a:moveTo>
                  <a:lnTo>
                    <a:pt x="175153" y="259299"/>
                  </a:lnTo>
                  <a:lnTo>
                    <a:pt x="329649" y="243604"/>
                  </a:lnTo>
                  <a:lnTo>
                    <a:pt x="467851" y="229564"/>
                  </a:lnTo>
                  <a:lnTo>
                    <a:pt x="592870" y="216864"/>
                  </a:lnTo>
                  <a:lnTo>
                    <a:pt x="707003" y="205269"/>
                  </a:lnTo>
                  <a:lnTo>
                    <a:pt x="811995" y="194603"/>
                  </a:lnTo>
                  <a:lnTo>
                    <a:pt x="909202" y="184728"/>
                  </a:lnTo>
                  <a:lnTo>
                    <a:pt x="999701" y="175535"/>
                  </a:lnTo>
                  <a:lnTo>
                    <a:pt x="1084356" y="166935"/>
                  </a:lnTo>
                  <a:lnTo>
                    <a:pt x="1163877" y="158856"/>
                  </a:lnTo>
                  <a:lnTo>
                    <a:pt x="1238852" y="151240"/>
                  </a:lnTo>
                  <a:lnTo>
                    <a:pt x="1309772" y="144035"/>
                  </a:lnTo>
                  <a:lnTo>
                    <a:pt x="1377054" y="137200"/>
                  </a:lnTo>
                  <a:lnTo>
                    <a:pt x="1441052" y="130698"/>
                  </a:lnTo>
                  <a:lnTo>
                    <a:pt x="1502072" y="124499"/>
                  </a:lnTo>
                  <a:lnTo>
                    <a:pt x="1560380" y="118576"/>
                  </a:lnTo>
                  <a:lnTo>
                    <a:pt x="1616205" y="112905"/>
                  </a:lnTo>
                  <a:lnTo>
                    <a:pt x="1669752" y="107465"/>
                  </a:lnTo>
                  <a:lnTo>
                    <a:pt x="1721198" y="102239"/>
                  </a:lnTo>
                  <a:lnTo>
                    <a:pt x="1770702" y="97210"/>
                  </a:lnTo>
                  <a:lnTo>
                    <a:pt x="1818405" y="92364"/>
                  </a:lnTo>
                  <a:lnTo>
                    <a:pt x="1864435" y="87688"/>
                  </a:lnTo>
                  <a:lnTo>
                    <a:pt x="1908903" y="83170"/>
                  </a:lnTo>
                  <a:lnTo>
                    <a:pt x="1951914" y="78801"/>
                  </a:lnTo>
                  <a:lnTo>
                    <a:pt x="1993559" y="74570"/>
                  </a:lnTo>
                  <a:lnTo>
                    <a:pt x="2033922" y="70470"/>
                  </a:lnTo>
                  <a:lnTo>
                    <a:pt x="2073080" y="66492"/>
                  </a:lnTo>
                  <a:lnTo>
                    <a:pt x="2111103" y="62629"/>
                  </a:lnTo>
                  <a:lnTo>
                    <a:pt x="2148055" y="58875"/>
                  </a:lnTo>
                  <a:lnTo>
                    <a:pt x="2183994" y="55224"/>
                  </a:lnTo>
                  <a:lnTo>
                    <a:pt x="2218975" y="51671"/>
                  </a:lnTo>
                  <a:lnTo>
                    <a:pt x="2253047" y="48209"/>
                  </a:lnTo>
                  <a:lnTo>
                    <a:pt x="2286257" y="44836"/>
                  </a:lnTo>
                  <a:lnTo>
                    <a:pt x="2318646" y="41545"/>
                  </a:lnTo>
                  <a:lnTo>
                    <a:pt x="2350255" y="38334"/>
                  </a:lnTo>
                  <a:lnTo>
                    <a:pt x="2381120" y="35199"/>
                  </a:lnTo>
                  <a:lnTo>
                    <a:pt x="2411275" y="32135"/>
                  </a:lnTo>
                  <a:lnTo>
                    <a:pt x="2440753" y="29141"/>
                  </a:lnTo>
                  <a:lnTo>
                    <a:pt x="2469583" y="26212"/>
                  </a:lnTo>
                  <a:lnTo>
                    <a:pt x="2497793" y="23346"/>
                  </a:lnTo>
                  <a:lnTo>
                    <a:pt x="2525408" y="20541"/>
                  </a:lnTo>
                  <a:lnTo>
                    <a:pt x="2552455" y="17793"/>
                  </a:lnTo>
                  <a:lnTo>
                    <a:pt x="2578955" y="15101"/>
                  </a:lnTo>
                  <a:lnTo>
                    <a:pt x="2604930" y="12462"/>
                  </a:lnTo>
                  <a:lnTo>
                    <a:pt x="2630401" y="9875"/>
                  </a:lnTo>
                  <a:lnTo>
                    <a:pt x="2655386" y="7336"/>
                  </a:lnTo>
                  <a:lnTo>
                    <a:pt x="2679905" y="4846"/>
                  </a:lnTo>
                  <a:lnTo>
                    <a:pt x="2703973" y="2401"/>
                  </a:lnTo>
                  <a:lnTo>
                    <a:pt x="272760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1" name="pl610"/>
            <p:cNvSpPr/>
            <p:nvPr/>
          </p:nvSpPr>
          <p:spPr>
            <a:xfrm>
              <a:off x="5101939" y="6244391"/>
              <a:ext cx="2727608" cy="182696"/>
            </a:xfrm>
            <a:custGeom>
              <a:avLst/>
              <a:pathLst>
                <a:path w="2727608" h="182696">
                  <a:moveTo>
                    <a:pt x="0" y="0"/>
                  </a:moveTo>
                  <a:lnTo>
                    <a:pt x="175153" y="11731"/>
                  </a:lnTo>
                  <a:lnTo>
                    <a:pt x="329649" y="22080"/>
                  </a:lnTo>
                  <a:lnTo>
                    <a:pt x="467851" y="31336"/>
                  </a:lnTo>
                  <a:lnTo>
                    <a:pt x="592870" y="39710"/>
                  </a:lnTo>
                  <a:lnTo>
                    <a:pt x="707003" y="47355"/>
                  </a:lnTo>
                  <a:lnTo>
                    <a:pt x="811995" y="54387"/>
                  </a:lnTo>
                  <a:lnTo>
                    <a:pt x="909202" y="60898"/>
                  </a:lnTo>
                  <a:lnTo>
                    <a:pt x="999701" y="66960"/>
                  </a:lnTo>
                  <a:lnTo>
                    <a:pt x="1084356" y="72630"/>
                  </a:lnTo>
                  <a:lnTo>
                    <a:pt x="1163877" y="77957"/>
                  </a:lnTo>
                  <a:lnTo>
                    <a:pt x="1238852" y="82979"/>
                  </a:lnTo>
                  <a:lnTo>
                    <a:pt x="1309772" y="87729"/>
                  </a:lnTo>
                  <a:lnTo>
                    <a:pt x="1377054" y="92235"/>
                  </a:lnTo>
                  <a:lnTo>
                    <a:pt x="1441052" y="96522"/>
                  </a:lnTo>
                  <a:lnTo>
                    <a:pt x="1502072" y="100609"/>
                  </a:lnTo>
                  <a:lnTo>
                    <a:pt x="1560380" y="104515"/>
                  </a:lnTo>
                  <a:lnTo>
                    <a:pt x="1616205" y="108254"/>
                  </a:lnTo>
                  <a:lnTo>
                    <a:pt x="1669752" y="111841"/>
                  </a:lnTo>
                  <a:lnTo>
                    <a:pt x="1721198" y="115286"/>
                  </a:lnTo>
                  <a:lnTo>
                    <a:pt x="1770702" y="118602"/>
                  </a:lnTo>
                  <a:lnTo>
                    <a:pt x="1818405" y="121797"/>
                  </a:lnTo>
                  <a:lnTo>
                    <a:pt x="1864435" y="124881"/>
                  </a:lnTo>
                  <a:lnTo>
                    <a:pt x="1908903" y="127859"/>
                  </a:lnTo>
                  <a:lnTo>
                    <a:pt x="1951914" y="130740"/>
                  </a:lnTo>
                  <a:lnTo>
                    <a:pt x="1993559" y="133529"/>
                  </a:lnTo>
                  <a:lnTo>
                    <a:pt x="2033922" y="136233"/>
                  </a:lnTo>
                  <a:lnTo>
                    <a:pt x="2073080" y="138856"/>
                  </a:lnTo>
                  <a:lnTo>
                    <a:pt x="2111103" y="141403"/>
                  </a:lnTo>
                  <a:lnTo>
                    <a:pt x="2148055" y="143878"/>
                  </a:lnTo>
                  <a:lnTo>
                    <a:pt x="2183994" y="146285"/>
                  </a:lnTo>
                  <a:lnTo>
                    <a:pt x="2218975" y="148628"/>
                  </a:lnTo>
                  <a:lnTo>
                    <a:pt x="2253047" y="150910"/>
                  </a:lnTo>
                  <a:lnTo>
                    <a:pt x="2286257" y="153134"/>
                  </a:lnTo>
                  <a:lnTo>
                    <a:pt x="2318646" y="155304"/>
                  </a:lnTo>
                  <a:lnTo>
                    <a:pt x="2350255" y="157421"/>
                  </a:lnTo>
                  <a:lnTo>
                    <a:pt x="2381120" y="159488"/>
                  </a:lnTo>
                  <a:lnTo>
                    <a:pt x="2411275" y="161508"/>
                  </a:lnTo>
                  <a:lnTo>
                    <a:pt x="2440753" y="163483"/>
                  </a:lnTo>
                  <a:lnTo>
                    <a:pt x="2469583" y="165414"/>
                  </a:lnTo>
                  <a:lnTo>
                    <a:pt x="2497793" y="167303"/>
                  </a:lnTo>
                  <a:lnTo>
                    <a:pt x="2525408" y="169153"/>
                  </a:lnTo>
                  <a:lnTo>
                    <a:pt x="2552455" y="170965"/>
                  </a:lnTo>
                  <a:lnTo>
                    <a:pt x="2578955" y="172740"/>
                  </a:lnTo>
                  <a:lnTo>
                    <a:pt x="2604930" y="174479"/>
                  </a:lnTo>
                  <a:lnTo>
                    <a:pt x="2630401" y="176185"/>
                  </a:lnTo>
                  <a:lnTo>
                    <a:pt x="2655386" y="177859"/>
                  </a:lnTo>
                  <a:lnTo>
                    <a:pt x="2679905" y="179501"/>
                  </a:lnTo>
                  <a:lnTo>
                    <a:pt x="2703973" y="181113"/>
                  </a:lnTo>
                  <a:lnTo>
                    <a:pt x="2727608" y="18269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4913885" y="5608097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13" name="pl612"/>
            <p:cNvSpPr/>
            <p:nvPr/>
          </p:nvSpPr>
          <p:spPr>
            <a:xfrm>
              <a:off x="4913885" y="5608097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3"/>
            <p:cNvSpPr/>
            <p:nvPr/>
          </p:nvSpPr>
          <p:spPr>
            <a:xfrm>
              <a:off x="4875928" y="677140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4"/>
            <p:cNvSpPr/>
            <p:nvPr/>
          </p:nvSpPr>
          <p:spPr>
            <a:xfrm>
              <a:off x="4875928" y="652483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5"/>
            <p:cNvSpPr/>
            <p:nvPr/>
          </p:nvSpPr>
          <p:spPr>
            <a:xfrm>
              <a:off x="4875928" y="62782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6"/>
            <p:cNvSpPr/>
            <p:nvPr/>
          </p:nvSpPr>
          <p:spPr>
            <a:xfrm>
              <a:off x="4875928" y="603168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7"/>
            <p:cNvSpPr/>
            <p:nvPr/>
          </p:nvSpPr>
          <p:spPr>
            <a:xfrm>
              <a:off x="4875928" y="578511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8"/>
            <p:cNvSpPr/>
            <p:nvPr/>
          </p:nvSpPr>
          <p:spPr>
            <a:xfrm>
              <a:off x="4913885" y="6846335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19"/>
            <p:cNvSpPr/>
            <p:nvPr/>
          </p:nvSpPr>
          <p:spPr>
            <a:xfrm>
              <a:off x="5101939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0"/>
            <p:cNvSpPr/>
            <p:nvPr/>
          </p:nvSpPr>
          <p:spPr>
            <a:xfrm>
              <a:off x="6011142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1"/>
            <p:cNvSpPr/>
            <p:nvPr/>
          </p:nvSpPr>
          <p:spPr>
            <a:xfrm>
              <a:off x="6920344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2"/>
            <p:cNvSpPr/>
            <p:nvPr/>
          </p:nvSpPr>
          <p:spPr>
            <a:xfrm>
              <a:off x="7829547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tx623"/>
            <p:cNvSpPr/>
            <p:nvPr/>
          </p:nvSpPr>
          <p:spPr>
            <a:xfrm>
              <a:off x="5063077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25" name="tx624"/>
            <p:cNvSpPr/>
            <p:nvPr/>
          </p:nvSpPr>
          <p:spPr>
            <a:xfrm>
              <a:off x="5972280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26" name="tx625"/>
            <p:cNvSpPr/>
            <p:nvPr/>
          </p:nvSpPr>
          <p:spPr>
            <a:xfrm>
              <a:off x="6881482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7790685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6106645" y="71275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4913885" y="5364938"/>
              <a:ext cx="119493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30" name="rc629"/>
            <p:cNvSpPr/>
            <p:nvPr/>
          </p:nvSpPr>
          <p:spPr>
            <a:xfrm>
              <a:off x="3460720" y="7378276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tx630"/>
            <p:cNvSpPr/>
            <p:nvPr/>
          </p:nvSpPr>
          <p:spPr>
            <a:xfrm>
              <a:off x="4480299" y="7395101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2" name="rc631"/>
            <p:cNvSpPr/>
            <p:nvPr/>
          </p:nvSpPr>
          <p:spPr>
            <a:xfrm>
              <a:off x="3460720" y="7597570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3521420" y="765826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l633"/>
            <p:cNvSpPr/>
            <p:nvPr/>
          </p:nvSpPr>
          <p:spPr>
            <a:xfrm>
              <a:off x="3478720" y="7687570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rc634"/>
            <p:cNvSpPr/>
            <p:nvPr/>
          </p:nvSpPr>
          <p:spPr>
            <a:xfrm>
              <a:off x="3460720" y="78534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3521420" y="791418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l636"/>
            <p:cNvSpPr/>
            <p:nvPr/>
          </p:nvSpPr>
          <p:spPr>
            <a:xfrm>
              <a:off x="3478720" y="79434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4009812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070512" y="765826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l639"/>
            <p:cNvSpPr/>
            <p:nvPr/>
          </p:nvSpPr>
          <p:spPr>
            <a:xfrm>
              <a:off x="4027812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rc640"/>
            <p:cNvSpPr/>
            <p:nvPr/>
          </p:nvSpPr>
          <p:spPr>
            <a:xfrm>
              <a:off x="4009812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070512" y="791418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4027812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4551132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611832" y="765826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569132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rc646"/>
            <p:cNvSpPr/>
            <p:nvPr/>
          </p:nvSpPr>
          <p:spPr>
            <a:xfrm>
              <a:off x="4551132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4611832" y="791418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4569132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5076998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137698" y="765826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5094998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rc652"/>
            <p:cNvSpPr/>
            <p:nvPr/>
          </p:nvSpPr>
          <p:spPr>
            <a:xfrm>
              <a:off x="5076998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137698" y="791418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l654"/>
            <p:cNvSpPr/>
            <p:nvPr/>
          </p:nvSpPr>
          <p:spPr>
            <a:xfrm>
              <a:off x="5094998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rc655"/>
            <p:cNvSpPr/>
            <p:nvPr/>
          </p:nvSpPr>
          <p:spPr>
            <a:xfrm>
              <a:off x="5618318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679018" y="765826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l657"/>
            <p:cNvSpPr/>
            <p:nvPr/>
          </p:nvSpPr>
          <p:spPr>
            <a:xfrm>
              <a:off x="5636318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rc658"/>
            <p:cNvSpPr/>
            <p:nvPr/>
          </p:nvSpPr>
          <p:spPr>
            <a:xfrm>
              <a:off x="5618318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679018" y="791418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l660"/>
            <p:cNvSpPr/>
            <p:nvPr/>
          </p:nvSpPr>
          <p:spPr>
            <a:xfrm>
              <a:off x="5636318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tx661"/>
            <p:cNvSpPr/>
            <p:nvPr/>
          </p:nvSpPr>
          <p:spPr>
            <a:xfrm>
              <a:off x="3716636" y="763746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3716636" y="7893376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64" name="tx663"/>
            <p:cNvSpPr/>
            <p:nvPr/>
          </p:nvSpPr>
          <p:spPr>
            <a:xfrm>
              <a:off x="4265728" y="76374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65" name="tx664"/>
            <p:cNvSpPr/>
            <p:nvPr/>
          </p:nvSpPr>
          <p:spPr>
            <a:xfrm>
              <a:off x="4265728" y="78933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66" name="tx665"/>
            <p:cNvSpPr/>
            <p:nvPr/>
          </p:nvSpPr>
          <p:spPr>
            <a:xfrm>
              <a:off x="4807047" y="76374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67" name="tx666"/>
            <p:cNvSpPr/>
            <p:nvPr/>
          </p:nvSpPr>
          <p:spPr>
            <a:xfrm>
              <a:off x="4807047" y="7893376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8" name="tx667"/>
            <p:cNvSpPr/>
            <p:nvPr/>
          </p:nvSpPr>
          <p:spPr>
            <a:xfrm>
              <a:off x="5332914" y="7637460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9" name="tx668"/>
            <p:cNvSpPr/>
            <p:nvPr/>
          </p:nvSpPr>
          <p:spPr>
            <a:xfrm>
              <a:off x="5332914" y="78933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70" name="tx669"/>
            <p:cNvSpPr/>
            <p:nvPr/>
          </p:nvSpPr>
          <p:spPr>
            <a:xfrm>
              <a:off x="5874233" y="7637460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71" name="tx670"/>
            <p:cNvSpPr/>
            <p:nvPr/>
          </p:nvSpPr>
          <p:spPr>
            <a:xfrm>
              <a:off x="5874233" y="7893376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2026-07-20T00:55:21Z</dcterms:modified>
  <cp:category/>
</cp:coreProperties>
</file>