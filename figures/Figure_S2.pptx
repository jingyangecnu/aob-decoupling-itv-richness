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3123382" cy="1664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371" y="983989"/>
              <a:ext cx="2857438" cy="1664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83989" y="2648723"/>
              <a:ext cx="3123382" cy="1664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371" y="2648723"/>
              <a:ext cx="2857438" cy="1664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4313457"/>
              <a:ext cx="3123382" cy="2651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371" y="4313457"/>
              <a:ext cx="2857438" cy="2651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404926" y="1287054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585188" y="227546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49303" y="221572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511973" y="230581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57488" y="230324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06486" y="23254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42508" y="21991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93941" y="21289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596434" y="22894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30899" y="235074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93649" y="218185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89770" y="23578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87897" y="230383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52398" y="179073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87070" y="22353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81012" y="22986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64760" y="23531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337614" y="23751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316269" y="22283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97154" y="16840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307039" y="18428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328179" y="236701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70044" y="21944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41859" y="214673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301682" y="21551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54582" y="22927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306816" y="224171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80773" y="18359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64972" y="195205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09280" y="232335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18974" y="21385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46282" y="23340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07653" y="24108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989881" y="219451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992844" y="231447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30463" y="15372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10214" y="23531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80360" y="20616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35979" y="17784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035616" y="131383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70060" y="19765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993289" y="211731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04072" y="199836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67114" y="209532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43517" y="22244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092261" y="215058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995531" y="213826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87161" y="222333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56447" y="221434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751165" y="222909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743466" y="222714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772160" y="219036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791223" y="23070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771332" y="19926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769457" y="20078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780300" y="21922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800879" y="212816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782867" y="205268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834491" y="186222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10285" y="19185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63992" y="180289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733892" y="19991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814622" y="19438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738637" y="228023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835686" y="21423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791635" y="206441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25894" y="211580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764645" y="189835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761641" y="20914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763479" y="197823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735304" y="18848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761655" y="20251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812412" y="199976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573217" y="2133198"/>
              <a:ext cx="2242141" cy="188806"/>
            </a:xfrm>
            <a:custGeom>
              <a:avLst/>
              <a:pathLst>
                <a:path w="2242141" h="188806">
                  <a:moveTo>
                    <a:pt x="0" y="188806"/>
                  </a:moveTo>
                  <a:lnTo>
                    <a:pt x="143979" y="176682"/>
                  </a:lnTo>
                  <a:lnTo>
                    <a:pt x="270977" y="165987"/>
                  </a:lnTo>
                  <a:lnTo>
                    <a:pt x="384581" y="156421"/>
                  </a:lnTo>
                  <a:lnTo>
                    <a:pt x="487349" y="147767"/>
                  </a:lnTo>
                  <a:lnTo>
                    <a:pt x="581168" y="139867"/>
                  </a:lnTo>
                  <a:lnTo>
                    <a:pt x="667474" y="132599"/>
                  </a:lnTo>
                  <a:lnTo>
                    <a:pt x="747380" y="125870"/>
                  </a:lnTo>
                  <a:lnTo>
                    <a:pt x="821771" y="119606"/>
                  </a:lnTo>
                  <a:lnTo>
                    <a:pt x="891359" y="113746"/>
                  </a:lnTo>
                  <a:lnTo>
                    <a:pt x="956727" y="108242"/>
                  </a:lnTo>
                  <a:lnTo>
                    <a:pt x="1018358" y="103052"/>
                  </a:lnTo>
                  <a:lnTo>
                    <a:pt x="1076655" y="98143"/>
                  </a:lnTo>
                  <a:lnTo>
                    <a:pt x="1131962" y="93486"/>
                  </a:lnTo>
                  <a:lnTo>
                    <a:pt x="1184569" y="89056"/>
                  </a:lnTo>
                  <a:lnTo>
                    <a:pt x="1234729" y="84832"/>
                  </a:lnTo>
                  <a:lnTo>
                    <a:pt x="1282659" y="80796"/>
                  </a:lnTo>
                  <a:lnTo>
                    <a:pt x="1328549" y="76931"/>
                  </a:lnTo>
                  <a:lnTo>
                    <a:pt x="1372565" y="73225"/>
                  </a:lnTo>
                  <a:lnTo>
                    <a:pt x="1414854" y="69664"/>
                  </a:lnTo>
                  <a:lnTo>
                    <a:pt x="1455547" y="66237"/>
                  </a:lnTo>
                  <a:lnTo>
                    <a:pt x="1494760" y="62935"/>
                  </a:lnTo>
                  <a:lnTo>
                    <a:pt x="1532597" y="59749"/>
                  </a:lnTo>
                  <a:lnTo>
                    <a:pt x="1569151" y="56671"/>
                  </a:lnTo>
                  <a:lnTo>
                    <a:pt x="1604507" y="53693"/>
                  </a:lnTo>
                  <a:lnTo>
                    <a:pt x="1638739" y="50811"/>
                  </a:lnTo>
                  <a:lnTo>
                    <a:pt x="1671919" y="48017"/>
                  </a:lnTo>
                  <a:lnTo>
                    <a:pt x="1704108" y="45306"/>
                  </a:lnTo>
                  <a:lnTo>
                    <a:pt x="1735363" y="42674"/>
                  </a:lnTo>
                  <a:lnTo>
                    <a:pt x="1765738" y="40116"/>
                  </a:lnTo>
                  <a:lnTo>
                    <a:pt x="1795281" y="37629"/>
                  </a:lnTo>
                  <a:lnTo>
                    <a:pt x="1824036" y="35207"/>
                  </a:lnTo>
                  <a:lnTo>
                    <a:pt x="1852044" y="32849"/>
                  </a:lnTo>
                  <a:lnTo>
                    <a:pt x="1879342" y="30550"/>
                  </a:lnTo>
                  <a:lnTo>
                    <a:pt x="1905967" y="28308"/>
                  </a:lnTo>
                  <a:lnTo>
                    <a:pt x="1931950" y="26120"/>
                  </a:lnTo>
                  <a:lnTo>
                    <a:pt x="1957321" y="23984"/>
                  </a:lnTo>
                  <a:lnTo>
                    <a:pt x="1982110" y="21896"/>
                  </a:lnTo>
                  <a:lnTo>
                    <a:pt x="2006341" y="19856"/>
                  </a:lnTo>
                  <a:lnTo>
                    <a:pt x="2030039" y="17860"/>
                  </a:lnTo>
                  <a:lnTo>
                    <a:pt x="2053228" y="15907"/>
                  </a:lnTo>
                  <a:lnTo>
                    <a:pt x="2075929" y="13996"/>
                  </a:lnTo>
                  <a:lnTo>
                    <a:pt x="2098162" y="12124"/>
                  </a:lnTo>
                  <a:lnTo>
                    <a:pt x="2119945" y="10289"/>
                  </a:lnTo>
                  <a:lnTo>
                    <a:pt x="2141297" y="8491"/>
                  </a:lnTo>
                  <a:lnTo>
                    <a:pt x="2162234" y="6728"/>
                  </a:lnTo>
                  <a:lnTo>
                    <a:pt x="2182773" y="4999"/>
                  </a:lnTo>
                  <a:lnTo>
                    <a:pt x="2202928" y="3302"/>
                  </a:lnTo>
                  <a:lnTo>
                    <a:pt x="2222712" y="1636"/>
                  </a:lnTo>
                  <a:lnTo>
                    <a:pt x="2242141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73217" y="2082047"/>
              <a:ext cx="2242141" cy="270123"/>
            </a:xfrm>
            <a:custGeom>
              <a:avLst/>
              <a:pathLst>
                <a:path w="2242141" h="270123">
                  <a:moveTo>
                    <a:pt x="0" y="270123"/>
                  </a:moveTo>
                  <a:lnTo>
                    <a:pt x="143979" y="252777"/>
                  </a:lnTo>
                  <a:lnTo>
                    <a:pt x="270977" y="237477"/>
                  </a:lnTo>
                  <a:lnTo>
                    <a:pt x="384581" y="223790"/>
                  </a:lnTo>
                  <a:lnTo>
                    <a:pt x="487349" y="211409"/>
                  </a:lnTo>
                  <a:lnTo>
                    <a:pt x="581168" y="200106"/>
                  </a:lnTo>
                  <a:lnTo>
                    <a:pt x="667474" y="189709"/>
                  </a:lnTo>
                  <a:lnTo>
                    <a:pt x="747380" y="180082"/>
                  </a:lnTo>
                  <a:lnTo>
                    <a:pt x="821771" y="171119"/>
                  </a:lnTo>
                  <a:lnTo>
                    <a:pt x="891359" y="162736"/>
                  </a:lnTo>
                  <a:lnTo>
                    <a:pt x="956727" y="154861"/>
                  </a:lnTo>
                  <a:lnTo>
                    <a:pt x="1018358" y="147436"/>
                  </a:lnTo>
                  <a:lnTo>
                    <a:pt x="1076655" y="140412"/>
                  </a:lnTo>
                  <a:lnTo>
                    <a:pt x="1131962" y="133749"/>
                  </a:lnTo>
                  <a:lnTo>
                    <a:pt x="1184569" y="127411"/>
                  </a:lnTo>
                  <a:lnTo>
                    <a:pt x="1234729" y="121368"/>
                  </a:lnTo>
                  <a:lnTo>
                    <a:pt x="1282659" y="115594"/>
                  </a:lnTo>
                  <a:lnTo>
                    <a:pt x="1328549" y="110065"/>
                  </a:lnTo>
                  <a:lnTo>
                    <a:pt x="1372565" y="104762"/>
                  </a:lnTo>
                  <a:lnTo>
                    <a:pt x="1414854" y="99667"/>
                  </a:lnTo>
                  <a:lnTo>
                    <a:pt x="1455547" y="94765"/>
                  </a:lnTo>
                  <a:lnTo>
                    <a:pt x="1494760" y="90041"/>
                  </a:lnTo>
                  <a:lnTo>
                    <a:pt x="1532597" y="85482"/>
                  </a:lnTo>
                  <a:lnTo>
                    <a:pt x="1569151" y="81078"/>
                  </a:lnTo>
                  <a:lnTo>
                    <a:pt x="1604507" y="76819"/>
                  </a:lnTo>
                  <a:lnTo>
                    <a:pt x="1638739" y="72695"/>
                  </a:lnTo>
                  <a:lnTo>
                    <a:pt x="1671919" y="68697"/>
                  </a:lnTo>
                  <a:lnTo>
                    <a:pt x="1704108" y="64819"/>
                  </a:lnTo>
                  <a:lnTo>
                    <a:pt x="1735363" y="61054"/>
                  </a:lnTo>
                  <a:lnTo>
                    <a:pt x="1765738" y="57394"/>
                  </a:lnTo>
                  <a:lnTo>
                    <a:pt x="1795281" y="53835"/>
                  </a:lnTo>
                  <a:lnTo>
                    <a:pt x="1824036" y="50371"/>
                  </a:lnTo>
                  <a:lnTo>
                    <a:pt x="1852044" y="46997"/>
                  </a:lnTo>
                  <a:lnTo>
                    <a:pt x="1879342" y="43708"/>
                  </a:lnTo>
                  <a:lnTo>
                    <a:pt x="1905967" y="40500"/>
                  </a:lnTo>
                  <a:lnTo>
                    <a:pt x="1931950" y="37370"/>
                  </a:lnTo>
                  <a:lnTo>
                    <a:pt x="1957321" y="34313"/>
                  </a:lnTo>
                  <a:lnTo>
                    <a:pt x="1982110" y="31327"/>
                  </a:lnTo>
                  <a:lnTo>
                    <a:pt x="2006341" y="28408"/>
                  </a:lnTo>
                  <a:lnTo>
                    <a:pt x="2030039" y="25553"/>
                  </a:lnTo>
                  <a:lnTo>
                    <a:pt x="2053228" y="22759"/>
                  </a:lnTo>
                  <a:lnTo>
                    <a:pt x="2075929" y="20024"/>
                  </a:lnTo>
                  <a:lnTo>
                    <a:pt x="2098162" y="17345"/>
                  </a:lnTo>
                  <a:lnTo>
                    <a:pt x="2119945" y="14721"/>
                  </a:lnTo>
                  <a:lnTo>
                    <a:pt x="2141297" y="12149"/>
                  </a:lnTo>
                  <a:lnTo>
                    <a:pt x="2162234" y="9626"/>
                  </a:lnTo>
                  <a:lnTo>
                    <a:pt x="2182773" y="7152"/>
                  </a:lnTo>
                  <a:lnTo>
                    <a:pt x="2202928" y="4724"/>
                  </a:lnTo>
                  <a:lnTo>
                    <a:pt x="2222712" y="2340"/>
                  </a:lnTo>
                  <a:lnTo>
                    <a:pt x="2242141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73217" y="2258907"/>
              <a:ext cx="2242141" cy="95243"/>
            </a:xfrm>
            <a:custGeom>
              <a:avLst/>
              <a:pathLst>
                <a:path w="2242141" h="95243">
                  <a:moveTo>
                    <a:pt x="0" y="95243"/>
                  </a:moveTo>
                  <a:lnTo>
                    <a:pt x="143979" y="89127"/>
                  </a:lnTo>
                  <a:lnTo>
                    <a:pt x="270977" y="83732"/>
                  </a:lnTo>
                  <a:lnTo>
                    <a:pt x="384581" y="78906"/>
                  </a:lnTo>
                  <a:lnTo>
                    <a:pt x="487349" y="74541"/>
                  </a:lnTo>
                  <a:lnTo>
                    <a:pt x="581168" y="70556"/>
                  </a:lnTo>
                  <a:lnTo>
                    <a:pt x="667474" y="66889"/>
                  </a:lnTo>
                  <a:lnTo>
                    <a:pt x="747380" y="63495"/>
                  </a:lnTo>
                  <a:lnTo>
                    <a:pt x="821771" y="60335"/>
                  </a:lnTo>
                  <a:lnTo>
                    <a:pt x="891359" y="57379"/>
                  </a:lnTo>
                  <a:lnTo>
                    <a:pt x="956727" y="54602"/>
                  </a:lnTo>
                  <a:lnTo>
                    <a:pt x="1018358" y="51984"/>
                  </a:lnTo>
                  <a:lnTo>
                    <a:pt x="1076655" y="49508"/>
                  </a:lnTo>
                  <a:lnTo>
                    <a:pt x="1131962" y="47159"/>
                  </a:lnTo>
                  <a:lnTo>
                    <a:pt x="1184569" y="44924"/>
                  </a:lnTo>
                  <a:lnTo>
                    <a:pt x="1234729" y="42793"/>
                  </a:lnTo>
                  <a:lnTo>
                    <a:pt x="1282659" y="40757"/>
                  </a:lnTo>
                  <a:lnTo>
                    <a:pt x="1328549" y="38808"/>
                  </a:lnTo>
                  <a:lnTo>
                    <a:pt x="1372565" y="36938"/>
                  </a:lnTo>
                  <a:lnTo>
                    <a:pt x="1414854" y="35142"/>
                  </a:lnTo>
                  <a:lnTo>
                    <a:pt x="1455547" y="33413"/>
                  </a:lnTo>
                  <a:lnTo>
                    <a:pt x="1494760" y="31747"/>
                  </a:lnTo>
                  <a:lnTo>
                    <a:pt x="1532597" y="30140"/>
                  </a:lnTo>
                  <a:lnTo>
                    <a:pt x="1569151" y="28587"/>
                  </a:lnTo>
                  <a:lnTo>
                    <a:pt x="1604507" y="27085"/>
                  </a:lnTo>
                  <a:lnTo>
                    <a:pt x="1638739" y="25631"/>
                  </a:lnTo>
                  <a:lnTo>
                    <a:pt x="1671919" y="24222"/>
                  </a:lnTo>
                  <a:lnTo>
                    <a:pt x="1704108" y="22854"/>
                  </a:lnTo>
                  <a:lnTo>
                    <a:pt x="1735363" y="21527"/>
                  </a:lnTo>
                  <a:lnTo>
                    <a:pt x="1765738" y="20236"/>
                  </a:lnTo>
                  <a:lnTo>
                    <a:pt x="1795281" y="18982"/>
                  </a:lnTo>
                  <a:lnTo>
                    <a:pt x="1824036" y="17760"/>
                  </a:lnTo>
                  <a:lnTo>
                    <a:pt x="1852044" y="16570"/>
                  </a:lnTo>
                  <a:lnTo>
                    <a:pt x="1879342" y="15411"/>
                  </a:lnTo>
                  <a:lnTo>
                    <a:pt x="1905967" y="14280"/>
                  </a:lnTo>
                  <a:lnTo>
                    <a:pt x="1931950" y="13176"/>
                  </a:lnTo>
                  <a:lnTo>
                    <a:pt x="1957321" y="12098"/>
                  </a:lnTo>
                  <a:lnTo>
                    <a:pt x="1982110" y="11045"/>
                  </a:lnTo>
                  <a:lnTo>
                    <a:pt x="2006341" y="10016"/>
                  </a:lnTo>
                  <a:lnTo>
                    <a:pt x="2030039" y="9009"/>
                  </a:lnTo>
                  <a:lnTo>
                    <a:pt x="2053228" y="8024"/>
                  </a:lnTo>
                  <a:lnTo>
                    <a:pt x="2075929" y="7060"/>
                  </a:lnTo>
                  <a:lnTo>
                    <a:pt x="2098162" y="6116"/>
                  </a:lnTo>
                  <a:lnTo>
                    <a:pt x="2119945" y="5190"/>
                  </a:lnTo>
                  <a:lnTo>
                    <a:pt x="2141297" y="4283"/>
                  </a:lnTo>
                  <a:lnTo>
                    <a:pt x="2162234" y="3394"/>
                  </a:lnTo>
                  <a:lnTo>
                    <a:pt x="2182773" y="2521"/>
                  </a:lnTo>
                  <a:lnTo>
                    <a:pt x="2202928" y="1665"/>
                  </a:lnTo>
                  <a:lnTo>
                    <a:pt x="2222712" y="825"/>
                  </a:lnTo>
                  <a:lnTo>
                    <a:pt x="2242141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73217" y="1940112"/>
              <a:ext cx="2242141" cy="270026"/>
            </a:xfrm>
            <a:custGeom>
              <a:avLst/>
              <a:pathLst>
                <a:path w="2242141" h="270026">
                  <a:moveTo>
                    <a:pt x="0" y="270026"/>
                  </a:moveTo>
                  <a:lnTo>
                    <a:pt x="143979" y="252686"/>
                  </a:lnTo>
                  <a:lnTo>
                    <a:pt x="270977" y="237391"/>
                  </a:lnTo>
                  <a:lnTo>
                    <a:pt x="384581" y="223710"/>
                  </a:lnTo>
                  <a:lnTo>
                    <a:pt x="487349" y="211333"/>
                  </a:lnTo>
                  <a:lnTo>
                    <a:pt x="581168" y="200034"/>
                  </a:lnTo>
                  <a:lnTo>
                    <a:pt x="667474" y="189640"/>
                  </a:lnTo>
                  <a:lnTo>
                    <a:pt x="747380" y="180017"/>
                  </a:lnTo>
                  <a:lnTo>
                    <a:pt x="821771" y="171058"/>
                  </a:lnTo>
                  <a:lnTo>
                    <a:pt x="891359" y="162677"/>
                  </a:lnTo>
                  <a:lnTo>
                    <a:pt x="956727" y="154805"/>
                  </a:lnTo>
                  <a:lnTo>
                    <a:pt x="1018358" y="147382"/>
                  </a:lnTo>
                  <a:lnTo>
                    <a:pt x="1076655" y="140362"/>
                  </a:lnTo>
                  <a:lnTo>
                    <a:pt x="1131962" y="133701"/>
                  </a:lnTo>
                  <a:lnTo>
                    <a:pt x="1184569" y="127365"/>
                  </a:lnTo>
                  <a:lnTo>
                    <a:pt x="1234729" y="121324"/>
                  </a:lnTo>
                  <a:lnTo>
                    <a:pt x="1282659" y="115552"/>
                  </a:lnTo>
                  <a:lnTo>
                    <a:pt x="1328549" y="110025"/>
                  </a:lnTo>
                  <a:lnTo>
                    <a:pt x="1372565" y="104725"/>
                  </a:lnTo>
                  <a:lnTo>
                    <a:pt x="1414854" y="99631"/>
                  </a:lnTo>
                  <a:lnTo>
                    <a:pt x="1455547" y="94731"/>
                  </a:lnTo>
                  <a:lnTo>
                    <a:pt x="1494760" y="90008"/>
                  </a:lnTo>
                  <a:lnTo>
                    <a:pt x="1532597" y="85451"/>
                  </a:lnTo>
                  <a:lnTo>
                    <a:pt x="1569151" y="81049"/>
                  </a:lnTo>
                  <a:lnTo>
                    <a:pt x="1604507" y="76791"/>
                  </a:lnTo>
                  <a:lnTo>
                    <a:pt x="1638739" y="72668"/>
                  </a:lnTo>
                  <a:lnTo>
                    <a:pt x="1671919" y="68673"/>
                  </a:lnTo>
                  <a:lnTo>
                    <a:pt x="1704108" y="64796"/>
                  </a:lnTo>
                  <a:lnTo>
                    <a:pt x="1735363" y="61032"/>
                  </a:lnTo>
                  <a:lnTo>
                    <a:pt x="1765738" y="57374"/>
                  </a:lnTo>
                  <a:lnTo>
                    <a:pt x="1795281" y="53816"/>
                  </a:lnTo>
                  <a:lnTo>
                    <a:pt x="1824036" y="50353"/>
                  </a:lnTo>
                  <a:lnTo>
                    <a:pt x="1852044" y="46980"/>
                  </a:lnTo>
                  <a:lnTo>
                    <a:pt x="1879342" y="43692"/>
                  </a:lnTo>
                  <a:lnTo>
                    <a:pt x="1905967" y="40486"/>
                  </a:lnTo>
                  <a:lnTo>
                    <a:pt x="1931950" y="37356"/>
                  </a:lnTo>
                  <a:lnTo>
                    <a:pt x="1957321" y="34301"/>
                  </a:lnTo>
                  <a:lnTo>
                    <a:pt x="1982110" y="31316"/>
                  </a:lnTo>
                  <a:lnTo>
                    <a:pt x="2006341" y="28397"/>
                  </a:lnTo>
                  <a:lnTo>
                    <a:pt x="2030039" y="25543"/>
                  </a:lnTo>
                  <a:lnTo>
                    <a:pt x="2053228" y="22751"/>
                  </a:lnTo>
                  <a:lnTo>
                    <a:pt x="2075929" y="20017"/>
                  </a:lnTo>
                  <a:lnTo>
                    <a:pt x="2098162" y="17339"/>
                  </a:lnTo>
                  <a:lnTo>
                    <a:pt x="2119945" y="14716"/>
                  </a:lnTo>
                  <a:lnTo>
                    <a:pt x="2141297" y="12144"/>
                  </a:lnTo>
                  <a:lnTo>
                    <a:pt x="2162234" y="9623"/>
                  </a:lnTo>
                  <a:lnTo>
                    <a:pt x="2182773" y="7149"/>
                  </a:lnTo>
                  <a:lnTo>
                    <a:pt x="2202928" y="4722"/>
                  </a:lnTo>
                  <a:lnTo>
                    <a:pt x="2222712" y="2339"/>
                  </a:lnTo>
                  <a:lnTo>
                    <a:pt x="2242141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573217" y="2120069"/>
              <a:ext cx="2242141" cy="239099"/>
            </a:xfrm>
            <a:custGeom>
              <a:avLst/>
              <a:pathLst>
                <a:path w="2242141" h="239099">
                  <a:moveTo>
                    <a:pt x="0" y="239099"/>
                  </a:moveTo>
                  <a:lnTo>
                    <a:pt x="143979" y="223745"/>
                  </a:lnTo>
                  <a:lnTo>
                    <a:pt x="270977" y="210202"/>
                  </a:lnTo>
                  <a:lnTo>
                    <a:pt x="384581" y="198088"/>
                  </a:lnTo>
                  <a:lnTo>
                    <a:pt x="487349" y="187129"/>
                  </a:lnTo>
                  <a:lnTo>
                    <a:pt x="581168" y="177124"/>
                  </a:lnTo>
                  <a:lnTo>
                    <a:pt x="667474" y="167920"/>
                  </a:lnTo>
                  <a:lnTo>
                    <a:pt x="747380" y="159399"/>
                  </a:lnTo>
                  <a:lnTo>
                    <a:pt x="821771" y="151466"/>
                  </a:lnTo>
                  <a:lnTo>
                    <a:pt x="891359" y="144045"/>
                  </a:lnTo>
                  <a:lnTo>
                    <a:pt x="956727" y="137075"/>
                  </a:lnTo>
                  <a:lnTo>
                    <a:pt x="1018358" y="130502"/>
                  </a:lnTo>
                  <a:lnTo>
                    <a:pt x="1076655" y="124286"/>
                  </a:lnTo>
                  <a:lnTo>
                    <a:pt x="1131962" y="118388"/>
                  </a:lnTo>
                  <a:lnTo>
                    <a:pt x="1184569" y="112778"/>
                  </a:lnTo>
                  <a:lnTo>
                    <a:pt x="1234729" y="107429"/>
                  </a:lnTo>
                  <a:lnTo>
                    <a:pt x="1282659" y="102318"/>
                  </a:lnTo>
                  <a:lnTo>
                    <a:pt x="1328549" y="97424"/>
                  </a:lnTo>
                  <a:lnTo>
                    <a:pt x="1372565" y="92730"/>
                  </a:lnTo>
                  <a:lnTo>
                    <a:pt x="1414854" y="88220"/>
                  </a:lnTo>
                  <a:lnTo>
                    <a:pt x="1455547" y="83881"/>
                  </a:lnTo>
                  <a:lnTo>
                    <a:pt x="1494760" y="79699"/>
                  </a:lnTo>
                  <a:lnTo>
                    <a:pt x="1532597" y="75664"/>
                  </a:lnTo>
                  <a:lnTo>
                    <a:pt x="1569151" y="71766"/>
                  </a:lnTo>
                  <a:lnTo>
                    <a:pt x="1604507" y="67996"/>
                  </a:lnTo>
                  <a:lnTo>
                    <a:pt x="1638739" y="64346"/>
                  </a:lnTo>
                  <a:lnTo>
                    <a:pt x="1671919" y="60807"/>
                  </a:lnTo>
                  <a:lnTo>
                    <a:pt x="1704108" y="57375"/>
                  </a:lnTo>
                  <a:lnTo>
                    <a:pt x="1735363" y="54042"/>
                  </a:lnTo>
                  <a:lnTo>
                    <a:pt x="1765738" y="50803"/>
                  </a:lnTo>
                  <a:lnTo>
                    <a:pt x="1795281" y="47652"/>
                  </a:lnTo>
                  <a:lnTo>
                    <a:pt x="1824036" y="44586"/>
                  </a:lnTo>
                  <a:lnTo>
                    <a:pt x="1852044" y="41599"/>
                  </a:lnTo>
                  <a:lnTo>
                    <a:pt x="1879342" y="38688"/>
                  </a:lnTo>
                  <a:lnTo>
                    <a:pt x="1905967" y="35849"/>
                  </a:lnTo>
                  <a:lnTo>
                    <a:pt x="1931950" y="33078"/>
                  </a:lnTo>
                  <a:lnTo>
                    <a:pt x="1957321" y="30372"/>
                  </a:lnTo>
                  <a:lnTo>
                    <a:pt x="1982110" y="27729"/>
                  </a:lnTo>
                  <a:lnTo>
                    <a:pt x="2006341" y="25145"/>
                  </a:lnTo>
                  <a:lnTo>
                    <a:pt x="2030039" y="22618"/>
                  </a:lnTo>
                  <a:lnTo>
                    <a:pt x="2053228" y="20145"/>
                  </a:lnTo>
                  <a:lnTo>
                    <a:pt x="2075929" y="17724"/>
                  </a:lnTo>
                  <a:lnTo>
                    <a:pt x="2098162" y="15353"/>
                  </a:lnTo>
                  <a:lnTo>
                    <a:pt x="2119945" y="13030"/>
                  </a:lnTo>
                  <a:lnTo>
                    <a:pt x="2141297" y="10753"/>
                  </a:lnTo>
                  <a:lnTo>
                    <a:pt x="2162234" y="8521"/>
                  </a:lnTo>
                  <a:lnTo>
                    <a:pt x="2182773" y="6330"/>
                  </a:lnTo>
                  <a:lnTo>
                    <a:pt x="2202928" y="4181"/>
                  </a:lnTo>
                  <a:lnTo>
                    <a:pt x="2222712" y="2071"/>
                  </a:lnTo>
                  <a:lnTo>
                    <a:pt x="2242141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573217" y="1888548"/>
              <a:ext cx="2242141" cy="115781"/>
            </a:xfrm>
            <a:custGeom>
              <a:avLst/>
              <a:pathLst>
                <a:path w="2242141" h="115781">
                  <a:moveTo>
                    <a:pt x="0" y="115781"/>
                  </a:moveTo>
                  <a:lnTo>
                    <a:pt x="143979" y="108346"/>
                  </a:lnTo>
                  <a:lnTo>
                    <a:pt x="270977" y="101788"/>
                  </a:lnTo>
                  <a:lnTo>
                    <a:pt x="384581" y="95921"/>
                  </a:lnTo>
                  <a:lnTo>
                    <a:pt x="487349" y="90615"/>
                  </a:lnTo>
                  <a:lnTo>
                    <a:pt x="581168" y="85770"/>
                  </a:lnTo>
                  <a:lnTo>
                    <a:pt x="667474" y="81313"/>
                  </a:lnTo>
                  <a:lnTo>
                    <a:pt x="747380" y="77187"/>
                  </a:lnTo>
                  <a:lnTo>
                    <a:pt x="821771" y="73346"/>
                  </a:lnTo>
                  <a:lnTo>
                    <a:pt x="891359" y="69752"/>
                  </a:lnTo>
                  <a:lnTo>
                    <a:pt x="956727" y="66377"/>
                  </a:lnTo>
                  <a:lnTo>
                    <a:pt x="1018358" y="63194"/>
                  </a:lnTo>
                  <a:lnTo>
                    <a:pt x="1076655" y="60184"/>
                  </a:lnTo>
                  <a:lnTo>
                    <a:pt x="1131962" y="57328"/>
                  </a:lnTo>
                  <a:lnTo>
                    <a:pt x="1184569" y="54611"/>
                  </a:lnTo>
                  <a:lnTo>
                    <a:pt x="1234729" y="52021"/>
                  </a:lnTo>
                  <a:lnTo>
                    <a:pt x="1282659" y="49546"/>
                  </a:lnTo>
                  <a:lnTo>
                    <a:pt x="1328549" y="47176"/>
                  </a:lnTo>
                  <a:lnTo>
                    <a:pt x="1372565" y="44903"/>
                  </a:lnTo>
                  <a:lnTo>
                    <a:pt x="1414854" y="42719"/>
                  </a:lnTo>
                  <a:lnTo>
                    <a:pt x="1455547" y="40618"/>
                  </a:lnTo>
                  <a:lnTo>
                    <a:pt x="1494760" y="38593"/>
                  </a:lnTo>
                  <a:lnTo>
                    <a:pt x="1532597" y="36639"/>
                  </a:lnTo>
                  <a:lnTo>
                    <a:pt x="1569151" y="34752"/>
                  </a:lnTo>
                  <a:lnTo>
                    <a:pt x="1604507" y="32926"/>
                  </a:lnTo>
                  <a:lnTo>
                    <a:pt x="1638739" y="31158"/>
                  </a:lnTo>
                  <a:lnTo>
                    <a:pt x="1671919" y="29445"/>
                  </a:lnTo>
                  <a:lnTo>
                    <a:pt x="1704108" y="27783"/>
                  </a:lnTo>
                  <a:lnTo>
                    <a:pt x="1735363" y="26169"/>
                  </a:lnTo>
                  <a:lnTo>
                    <a:pt x="1765738" y="24600"/>
                  </a:lnTo>
                  <a:lnTo>
                    <a:pt x="1795281" y="23075"/>
                  </a:lnTo>
                  <a:lnTo>
                    <a:pt x="1824036" y="21590"/>
                  </a:lnTo>
                  <a:lnTo>
                    <a:pt x="1852044" y="20144"/>
                  </a:lnTo>
                  <a:lnTo>
                    <a:pt x="1879342" y="18734"/>
                  </a:lnTo>
                  <a:lnTo>
                    <a:pt x="1905967" y="17359"/>
                  </a:lnTo>
                  <a:lnTo>
                    <a:pt x="1931950" y="16017"/>
                  </a:lnTo>
                  <a:lnTo>
                    <a:pt x="1957321" y="14707"/>
                  </a:lnTo>
                  <a:lnTo>
                    <a:pt x="1982110" y="13427"/>
                  </a:lnTo>
                  <a:lnTo>
                    <a:pt x="2006341" y="12176"/>
                  </a:lnTo>
                  <a:lnTo>
                    <a:pt x="2030039" y="10952"/>
                  </a:lnTo>
                  <a:lnTo>
                    <a:pt x="2053228" y="9755"/>
                  </a:lnTo>
                  <a:lnTo>
                    <a:pt x="2075929" y="8582"/>
                  </a:lnTo>
                  <a:lnTo>
                    <a:pt x="2098162" y="7434"/>
                  </a:lnTo>
                  <a:lnTo>
                    <a:pt x="2119945" y="6310"/>
                  </a:lnTo>
                  <a:lnTo>
                    <a:pt x="2141297" y="5207"/>
                  </a:lnTo>
                  <a:lnTo>
                    <a:pt x="2162234" y="4126"/>
                  </a:lnTo>
                  <a:lnTo>
                    <a:pt x="2182773" y="3065"/>
                  </a:lnTo>
                  <a:lnTo>
                    <a:pt x="2202928" y="2024"/>
                  </a:lnTo>
                  <a:lnTo>
                    <a:pt x="2222712" y="1003"/>
                  </a:lnTo>
                  <a:lnTo>
                    <a:pt x="2242141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573217" y="1956334"/>
              <a:ext cx="2242141" cy="115050"/>
            </a:xfrm>
            <a:custGeom>
              <a:avLst/>
              <a:pathLst>
                <a:path w="2242141" h="115050">
                  <a:moveTo>
                    <a:pt x="0" y="115050"/>
                  </a:moveTo>
                  <a:lnTo>
                    <a:pt x="143979" y="107662"/>
                  </a:lnTo>
                  <a:lnTo>
                    <a:pt x="270977" y="101146"/>
                  </a:lnTo>
                  <a:lnTo>
                    <a:pt x="384581" y="95316"/>
                  </a:lnTo>
                  <a:lnTo>
                    <a:pt x="487349" y="90043"/>
                  </a:lnTo>
                  <a:lnTo>
                    <a:pt x="581168" y="85229"/>
                  </a:lnTo>
                  <a:lnTo>
                    <a:pt x="667474" y="80800"/>
                  </a:lnTo>
                  <a:lnTo>
                    <a:pt x="747380" y="76700"/>
                  </a:lnTo>
                  <a:lnTo>
                    <a:pt x="821771" y="72883"/>
                  </a:lnTo>
                  <a:lnTo>
                    <a:pt x="891359" y="69312"/>
                  </a:lnTo>
                  <a:lnTo>
                    <a:pt x="956727" y="65958"/>
                  </a:lnTo>
                  <a:lnTo>
                    <a:pt x="1018358" y="62795"/>
                  </a:lnTo>
                  <a:lnTo>
                    <a:pt x="1076655" y="59804"/>
                  </a:lnTo>
                  <a:lnTo>
                    <a:pt x="1131962" y="56966"/>
                  </a:lnTo>
                  <a:lnTo>
                    <a:pt x="1184569" y="54267"/>
                  </a:lnTo>
                  <a:lnTo>
                    <a:pt x="1234729" y="51693"/>
                  </a:lnTo>
                  <a:lnTo>
                    <a:pt x="1282659" y="49233"/>
                  </a:lnTo>
                  <a:lnTo>
                    <a:pt x="1328549" y="46879"/>
                  </a:lnTo>
                  <a:lnTo>
                    <a:pt x="1372565" y="44620"/>
                  </a:lnTo>
                  <a:lnTo>
                    <a:pt x="1414854" y="42450"/>
                  </a:lnTo>
                  <a:lnTo>
                    <a:pt x="1455547" y="40362"/>
                  </a:lnTo>
                  <a:lnTo>
                    <a:pt x="1494760" y="38350"/>
                  </a:lnTo>
                  <a:lnTo>
                    <a:pt x="1532597" y="36408"/>
                  </a:lnTo>
                  <a:lnTo>
                    <a:pt x="1569151" y="34533"/>
                  </a:lnTo>
                  <a:lnTo>
                    <a:pt x="1604507" y="32718"/>
                  </a:lnTo>
                  <a:lnTo>
                    <a:pt x="1638739" y="30962"/>
                  </a:lnTo>
                  <a:lnTo>
                    <a:pt x="1671919" y="29259"/>
                  </a:lnTo>
                  <a:lnTo>
                    <a:pt x="1704108" y="27608"/>
                  </a:lnTo>
                  <a:lnTo>
                    <a:pt x="1735363" y="26004"/>
                  </a:lnTo>
                  <a:lnTo>
                    <a:pt x="1765738" y="24445"/>
                  </a:lnTo>
                  <a:lnTo>
                    <a:pt x="1795281" y="22929"/>
                  </a:lnTo>
                  <a:lnTo>
                    <a:pt x="1824036" y="21454"/>
                  </a:lnTo>
                  <a:lnTo>
                    <a:pt x="1852044" y="20017"/>
                  </a:lnTo>
                  <a:lnTo>
                    <a:pt x="1879342" y="18616"/>
                  </a:lnTo>
                  <a:lnTo>
                    <a:pt x="1905967" y="17250"/>
                  </a:lnTo>
                  <a:lnTo>
                    <a:pt x="1931950" y="15916"/>
                  </a:lnTo>
                  <a:lnTo>
                    <a:pt x="1957321" y="14614"/>
                  </a:lnTo>
                  <a:lnTo>
                    <a:pt x="1982110" y="13342"/>
                  </a:lnTo>
                  <a:lnTo>
                    <a:pt x="2006341" y="12099"/>
                  </a:lnTo>
                  <a:lnTo>
                    <a:pt x="2030039" y="10883"/>
                  </a:lnTo>
                  <a:lnTo>
                    <a:pt x="2053228" y="9693"/>
                  </a:lnTo>
                  <a:lnTo>
                    <a:pt x="2075929" y="8528"/>
                  </a:lnTo>
                  <a:lnTo>
                    <a:pt x="2098162" y="7388"/>
                  </a:lnTo>
                  <a:lnTo>
                    <a:pt x="2119945" y="6270"/>
                  </a:lnTo>
                  <a:lnTo>
                    <a:pt x="2141297" y="5174"/>
                  </a:lnTo>
                  <a:lnTo>
                    <a:pt x="2162234" y="4100"/>
                  </a:lnTo>
                  <a:lnTo>
                    <a:pt x="2182773" y="3046"/>
                  </a:lnTo>
                  <a:lnTo>
                    <a:pt x="2202928" y="2012"/>
                  </a:lnTo>
                  <a:lnTo>
                    <a:pt x="2222712" y="996"/>
                  </a:lnTo>
                  <a:lnTo>
                    <a:pt x="2242141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573217" y="2124260"/>
              <a:ext cx="2242141" cy="167201"/>
            </a:xfrm>
            <a:custGeom>
              <a:avLst/>
              <a:pathLst>
                <a:path w="2242141" h="167201">
                  <a:moveTo>
                    <a:pt x="0" y="167201"/>
                  </a:moveTo>
                  <a:lnTo>
                    <a:pt x="143979" y="156464"/>
                  </a:lnTo>
                  <a:lnTo>
                    <a:pt x="270977" y="146994"/>
                  </a:lnTo>
                  <a:lnTo>
                    <a:pt x="384581" y="138522"/>
                  </a:lnTo>
                  <a:lnTo>
                    <a:pt x="487349" y="130858"/>
                  </a:lnTo>
                  <a:lnTo>
                    <a:pt x="581168" y="123862"/>
                  </a:lnTo>
                  <a:lnTo>
                    <a:pt x="667474" y="117426"/>
                  </a:lnTo>
                  <a:lnTo>
                    <a:pt x="747380" y="111467"/>
                  </a:lnTo>
                  <a:lnTo>
                    <a:pt x="821771" y="105920"/>
                  </a:lnTo>
                  <a:lnTo>
                    <a:pt x="891359" y="100730"/>
                  </a:lnTo>
                  <a:lnTo>
                    <a:pt x="956727" y="95856"/>
                  </a:lnTo>
                  <a:lnTo>
                    <a:pt x="1018358" y="91260"/>
                  </a:lnTo>
                  <a:lnTo>
                    <a:pt x="1076655" y="86912"/>
                  </a:lnTo>
                  <a:lnTo>
                    <a:pt x="1131962" y="82788"/>
                  </a:lnTo>
                  <a:lnTo>
                    <a:pt x="1184569" y="78865"/>
                  </a:lnTo>
                  <a:lnTo>
                    <a:pt x="1234729" y="75124"/>
                  </a:lnTo>
                  <a:lnTo>
                    <a:pt x="1282659" y="71550"/>
                  </a:lnTo>
                  <a:lnTo>
                    <a:pt x="1328549" y="68128"/>
                  </a:lnTo>
                  <a:lnTo>
                    <a:pt x="1372565" y="64846"/>
                  </a:lnTo>
                  <a:lnTo>
                    <a:pt x="1414854" y="61692"/>
                  </a:lnTo>
                  <a:lnTo>
                    <a:pt x="1455547" y="58658"/>
                  </a:lnTo>
                  <a:lnTo>
                    <a:pt x="1494760" y="55733"/>
                  </a:lnTo>
                  <a:lnTo>
                    <a:pt x="1532597" y="52912"/>
                  </a:lnTo>
                  <a:lnTo>
                    <a:pt x="1569151" y="50186"/>
                  </a:lnTo>
                  <a:lnTo>
                    <a:pt x="1604507" y="47549"/>
                  </a:lnTo>
                  <a:lnTo>
                    <a:pt x="1638739" y="44996"/>
                  </a:lnTo>
                  <a:lnTo>
                    <a:pt x="1671919" y="42522"/>
                  </a:lnTo>
                  <a:lnTo>
                    <a:pt x="1704108" y="40122"/>
                  </a:lnTo>
                  <a:lnTo>
                    <a:pt x="1735363" y="37791"/>
                  </a:lnTo>
                  <a:lnTo>
                    <a:pt x="1765738" y="35526"/>
                  </a:lnTo>
                  <a:lnTo>
                    <a:pt x="1795281" y="33323"/>
                  </a:lnTo>
                  <a:lnTo>
                    <a:pt x="1824036" y="31179"/>
                  </a:lnTo>
                  <a:lnTo>
                    <a:pt x="1852044" y="29090"/>
                  </a:lnTo>
                  <a:lnTo>
                    <a:pt x="1879342" y="27054"/>
                  </a:lnTo>
                  <a:lnTo>
                    <a:pt x="1905967" y="25069"/>
                  </a:lnTo>
                  <a:lnTo>
                    <a:pt x="1931950" y="23131"/>
                  </a:lnTo>
                  <a:lnTo>
                    <a:pt x="1957321" y="21239"/>
                  </a:lnTo>
                  <a:lnTo>
                    <a:pt x="1982110" y="19391"/>
                  </a:lnTo>
                  <a:lnTo>
                    <a:pt x="2006341" y="17584"/>
                  </a:lnTo>
                  <a:lnTo>
                    <a:pt x="2030039" y="15816"/>
                  </a:lnTo>
                  <a:lnTo>
                    <a:pt x="2053228" y="14087"/>
                  </a:lnTo>
                  <a:lnTo>
                    <a:pt x="2075929" y="12394"/>
                  </a:lnTo>
                  <a:lnTo>
                    <a:pt x="2098162" y="10736"/>
                  </a:lnTo>
                  <a:lnTo>
                    <a:pt x="2119945" y="9112"/>
                  </a:lnTo>
                  <a:lnTo>
                    <a:pt x="2141297" y="7520"/>
                  </a:lnTo>
                  <a:lnTo>
                    <a:pt x="2162234" y="5958"/>
                  </a:lnTo>
                  <a:lnTo>
                    <a:pt x="2182773" y="4427"/>
                  </a:lnTo>
                  <a:lnTo>
                    <a:pt x="2202928" y="2924"/>
                  </a:lnTo>
                  <a:lnTo>
                    <a:pt x="2222712" y="1448"/>
                  </a:lnTo>
                  <a:lnTo>
                    <a:pt x="2242141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573217" y="2269516"/>
              <a:ext cx="2242141" cy="133288"/>
            </a:xfrm>
            <a:custGeom>
              <a:avLst/>
              <a:pathLst>
                <a:path w="2242141" h="133288">
                  <a:moveTo>
                    <a:pt x="0" y="133288"/>
                  </a:moveTo>
                  <a:lnTo>
                    <a:pt x="143979" y="124729"/>
                  </a:lnTo>
                  <a:lnTo>
                    <a:pt x="270977" y="117179"/>
                  </a:lnTo>
                  <a:lnTo>
                    <a:pt x="384581" y="110426"/>
                  </a:lnTo>
                  <a:lnTo>
                    <a:pt x="487349" y="104316"/>
                  </a:lnTo>
                  <a:lnTo>
                    <a:pt x="581168" y="98739"/>
                  </a:lnTo>
                  <a:lnTo>
                    <a:pt x="667474" y="93609"/>
                  </a:lnTo>
                  <a:lnTo>
                    <a:pt x="747380" y="88858"/>
                  </a:lnTo>
                  <a:lnTo>
                    <a:pt x="821771" y="84436"/>
                  </a:lnTo>
                  <a:lnTo>
                    <a:pt x="891359" y="80299"/>
                  </a:lnTo>
                  <a:lnTo>
                    <a:pt x="956727" y="76413"/>
                  </a:lnTo>
                  <a:lnTo>
                    <a:pt x="1018358" y="72750"/>
                  </a:lnTo>
                  <a:lnTo>
                    <a:pt x="1076655" y="69284"/>
                  </a:lnTo>
                  <a:lnTo>
                    <a:pt x="1131962" y="65996"/>
                  </a:lnTo>
                  <a:lnTo>
                    <a:pt x="1184569" y="62869"/>
                  </a:lnTo>
                  <a:lnTo>
                    <a:pt x="1234729" y="59887"/>
                  </a:lnTo>
                  <a:lnTo>
                    <a:pt x="1282659" y="57038"/>
                  </a:lnTo>
                  <a:lnTo>
                    <a:pt x="1328549" y="54310"/>
                  </a:lnTo>
                  <a:lnTo>
                    <a:pt x="1372565" y="51693"/>
                  </a:lnTo>
                  <a:lnTo>
                    <a:pt x="1414854" y="49179"/>
                  </a:lnTo>
                  <a:lnTo>
                    <a:pt x="1455547" y="46760"/>
                  </a:lnTo>
                  <a:lnTo>
                    <a:pt x="1494760" y="44429"/>
                  </a:lnTo>
                  <a:lnTo>
                    <a:pt x="1532597" y="42180"/>
                  </a:lnTo>
                  <a:lnTo>
                    <a:pt x="1569151" y="40007"/>
                  </a:lnTo>
                  <a:lnTo>
                    <a:pt x="1604507" y="37905"/>
                  </a:lnTo>
                  <a:lnTo>
                    <a:pt x="1638739" y="35870"/>
                  </a:lnTo>
                  <a:lnTo>
                    <a:pt x="1671919" y="33897"/>
                  </a:lnTo>
                  <a:lnTo>
                    <a:pt x="1704108" y="31984"/>
                  </a:lnTo>
                  <a:lnTo>
                    <a:pt x="1735363" y="30126"/>
                  </a:lnTo>
                  <a:lnTo>
                    <a:pt x="1765738" y="28320"/>
                  </a:lnTo>
                  <a:lnTo>
                    <a:pt x="1795281" y="26564"/>
                  </a:lnTo>
                  <a:lnTo>
                    <a:pt x="1824036" y="24855"/>
                  </a:lnTo>
                  <a:lnTo>
                    <a:pt x="1852044" y="23190"/>
                  </a:lnTo>
                  <a:lnTo>
                    <a:pt x="1879342" y="21567"/>
                  </a:lnTo>
                  <a:lnTo>
                    <a:pt x="1905967" y="19984"/>
                  </a:lnTo>
                  <a:lnTo>
                    <a:pt x="1931950" y="18439"/>
                  </a:lnTo>
                  <a:lnTo>
                    <a:pt x="1957321" y="16931"/>
                  </a:lnTo>
                  <a:lnTo>
                    <a:pt x="1982110" y="15458"/>
                  </a:lnTo>
                  <a:lnTo>
                    <a:pt x="2006341" y="14017"/>
                  </a:lnTo>
                  <a:lnTo>
                    <a:pt x="2030039" y="12608"/>
                  </a:lnTo>
                  <a:lnTo>
                    <a:pt x="2053228" y="11230"/>
                  </a:lnTo>
                  <a:lnTo>
                    <a:pt x="2075929" y="9880"/>
                  </a:lnTo>
                  <a:lnTo>
                    <a:pt x="2098162" y="8559"/>
                  </a:lnTo>
                  <a:lnTo>
                    <a:pt x="2119945" y="7264"/>
                  </a:lnTo>
                  <a:lnTo>
                    <a:pt x="2141297" y="5994"/>
                  </a:lnTo>
                  <a:lnTo>
                    <a:pt x="2162234" y="4750"/>
                  </a:lnTo>
                  <a:lnTo>
                    <a:pt x="2182773" y="3529"/>
                  </a:lnTo>
                  <a:lnTo>
                    <a:pt x="2202928" y="2331"/>
                  </a:lnTo>
                  <a:lnTo>
                    <a:pt x="2222712" y="1154"/>
                  </a:lnTo>
                  <a:lnTo>
                    <a:pt x="2242141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573217" y="2118981"/>
              <a:ext cx="2242141" cy="70035"/>
            </a:xfrm>
            <a:custGeom>
              <a:avLst/>
              <a:pathLst>
                <a:path w="2242141" h="70035">
                  <a:moveTo>
                    <a:pt x="0" y="70035"/>
                  </a:moveTo>
                  <a:lnTo>
                    <a:pt x="143979" y="65537"/>
                  </a:lnTo>
                  <a:lnTo>
                    <a:pt x="270977" y="61571"/>
                  </a:lnTo>
                  <a:lnTo>
                    <a:pt x="384581" y="58022"/>
                  </a:lnTo>
                  <a:lnTo>
                    <a:pt x="487349" y="54812"/>
                  </a:lnTo>
                  <a:lnTo>
                    <a:pt x="581168" y="51881"/>
                  </a:lnTo>
                  <a:lnTo>
                    <a:pt x="667474" y="49186"/>
                  </a:lnTo>
                  <a:lnTo>
                    <a:pt x="747380" y="46690"/>
                  </a:lnTo>
                  <a:lnTo>
                    <a:pt x="821771" y="44366"/>
                  </a:lnTo>
                  <a:lnTo>
                    <a:pt x="891359" y="42192"/>
                  </a:lnTo>
                  <a:lnTo>
                    <a:pt x="956727" y="40151"/>
                  </a:lnTo>
                  <a:lnTo>
                    <a:pt x="1018358" y="38225"/>
                  </a:lnTo>
                  <a:lnTo>
                    <a:pt x="1076655" y="36404"/>
                  </a:lnTo>
                  <a:lnTo>
                    <a:pt x="1131962" y="34677"/>
                  </a:lnTo>
                  <a:lnTo>
                    <a:pt x="1184569" y="33034"/>
                  </a:lnTo>
                  <a:lnTo>
                    <a:pt x="1234729" y="31467"/>
                  </a:lnTo>
                  <a:lnTo>
                    <a:pt x="1282659" y="29970"/>
                  </a:lnTo>
                  <a:lnTo>
                    <a:pt x="1328549" y="28536"/>
                  </a:lnTo>
                  <a:lnTo>
                    <a:pt x="1372565" y="27161"/>
                  </a:lnTo>
                  <a:lnTo>
                    <a:pt x="1414854" y="25841"/>
                  </a:lnTo>
                  <a:lnTo>
                    <a:pt x="1455547" y="24569"/>
                  </a:lnTo>
                  <a:lnTo>
                    <a:pt x="1494760" y="23345"/>
                  </a:lnTo>
                  <a:lnTo>
                    <a:pt x="1532597" y="22163"/>
                  </a:lnTo>
                  <a:lnTo>
                    <a:pt x="1569151" y="21021"/>
                  </a:lnTo>
                  <a:lnTo>
                    <a:pt x="1604507" y="19917"/>
                  </a:lnTo>
                  <a:lnTo>
                    <a:pt x="1638739" y="18847"/>
                  </a:lnTo>
                  <a:lnTo>
                    <a:pt x="1671919" y="17811"/>
                  </a:lnTo>
                  <a:lnTo>
                    <a:pt x="1704108" y="16805"/>
                  </a:lnTo>
                  <a:lnTo>
                    <a:pt x="1735363" y="15829"/>
                  </a:lnTo>
                  <a:lnTo>
                    <a:pt x="1765738" y="14880"/>
                  </a:lnTo>
                  <a:lnTo>
                    <a:pt x="1795281" y="13958"/>
                  </a:lnTo>
                  <a:lnTo>
                    <a:pt x="1824036" y="13059"/>
                  </a:lnTo>
                  <a:lnTo>
                    <a:pt x="1852044" y="12185"/>
                  </a:lnTo>
                  <a:lnTo>
                    <a:pt x="1879342" y="11332"/>
                  </a:lnTo>
                  <a:lnTo>
                    <a:pt x="1905967" y="10500"/>
                  </a:lnTo>
                  <a:lnTo>
                    <a:pt x="1931950" y="9689"/>
                  </a:lnTo>
                  <a:lnTo>
                    <a:pt x="1957321" y="8896"/>
                  </a:lnTo>
                  <a:lnTo>
                    <a:pt x="1982110" y="8122"/>
                  </a:lnTo>
                  <a:lnTo>
                    <a:pt x="2006341" y="7365"/>
                  </a:lnTo>
                  <a:lnTo>
                    <a:pt x="2030039" y="6625"/>
                  </a:lnTo>
                  <a:lnTo>
                    <a:pt x="2053228" y="5900"/>
                  </a:lnTo>
                  <a:lnTo>
                    <a:pt x="2075929" y="5191"/>
                  </a:lnTo>
                  <a:lnTo>
                    <a:pt x="2098162" y="4497"/>
                  </a:lnTo>
                  <a:lnTo>
                    <a:pt x="2119945" y="3816"/>
                  </a:lnTo>
                  <a:lnTo>
                    <a:pt x="2141297" y="3149"/>
                  </a:lnTo>
                  <a:lnTo>
                    <a:pt x="2162234" y="2495"/>
                  </a:lnTo>
                  <a:lnTo>
                    <a:pt x="2182773" y="1854"/>
                  </a:lnTo>
                  <a:lnTo>
                    <a:pt x="2202928" y="1224"/>
                  </a:lnTo>
                  <a:lnTo>
                    <a:pt x="2222712" y="606"/>
                  </a:lnTo>
                  <a:lnTo>
                    <a:pt x="2242141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404926" y="1287054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04926" y="1287054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35360" y="223390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35360" y="190619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35360" y="157849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07105" y="1250792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376458" y="22703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376458" y="19426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376458" y="16149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76458" y="128723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404926" y="2493729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573217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320598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067978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815358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 rot="-5400000">
              <a:off x="1029178" y="1844809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404926" y="1110514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2" name="rc111"/>
            <p:cNvSpPr/>
            <p:nvPr/>
          </p:nvSpPr>
          <p:spPr>
            <a:xfrm>
              <a:off x="4262365" y="1287054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436954" y="21596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404751" y="149808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425250" y="215350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430488" y="207565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80799" y="22189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442351" y="16984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407797" y="13611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429059" y="19717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72912" y="23797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4351380" y="194093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06745" y="239607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102473" y="16985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49394" y="20872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88697" y="24108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72594" y="184091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56279" y="13138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05682" y="238516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21721" y="23399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59189" y="210562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130916" y="239052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82728" y="223008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03332" y="23878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81300" y="201719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57688" y="191471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111191" y="19604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14522" y="180973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57335" y="220490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187011" y="238231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940757" y="218838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938019" y="22607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893613" y="23386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928274" y="215242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10237" y="174884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21421" y="147939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842412" y="166149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894213" y="22126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894074" y="216752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851889" y="171932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927683" y="18795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33221" y="23191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914803" y="168015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891452" y="183256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930172" y="198145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884937" y="22965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874481" y="197448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869551" y="22754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861813" y="18165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5917723" y="198553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693125" y="207114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630016" y="218503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612429" y="222941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620746" y="205740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619222" y="196260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678508" y="20035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08259" y="21836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632906" y="202226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668748" y="221240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628015" y="212185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614420" y="19900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614919" y="174388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640685" y="220245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608468" y="23647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670656" y="225336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592465" y="207753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663190" y="217868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610888" y="205818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618886" y="203992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641342" y="19046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594885" y="19393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691523" y="199284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606795" y="22830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6599933" y="205199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425216" y="2006798"/>
              <a:ext cx="2245886" cy="113219"/>
            </a:xfrm>
            <a:custGeom>
              <a:avLst/>
              <a:pathLst>
                <a:path w="2245886" h="113219">
                  <a:moveTo>
                    <a:pt x="0" y="0"/>
                  </a:moveTo>
                  <a:lnTo>
                    <a:pt x="144219" y="7270"/>
                  </a:lnTo>
                  <a:lnTo>
                    <a:pt x="271430" y="13683"/>
                  </a:lnTo>
                  <a:lnTo>
                    <a:pt x="385224" y="19419"/>
                  </a:lnTo>
                  <a:lnTo>
                    <a:pt x="488163" y="24609"/>
                  </a:lnTo>
                  <a:lnTo>
                    <a:pt x="582139" y="29346"/>
                  </a:lnTo>
                  <a:lnTo>
                    <a:pt x="668588" y="33704"/>
                  </a:lnTo>
                  <a:lnTo>
                    <a:pt x="748628" y="37739"/>
                  </a:lnTo>
                  <a:lnTo>
                    <a:pt x="823143" y="41496"/>
                  </a:lnTo>
                  <a:lnTo>
                    <a:pt x="892848" y="45010"/>
                  </a:lnTo>
                  <a:lnTo>
                    <a:pt x="958325" y="48310"/>
                  </a:lnTo>
                  <a:lnTo>
                    <a:pt x="1020059" y="51423"/>
                  </a:lnTo>
                  <a:lnTo>
                    <a:pt x="1078453" y="54366"/>
                  </a:lnTo>
                  <a:lnTo>
                    <a:pt x="1133852" y="57159"/>
                  </a:lnTo>
                  <a:lnTo>
                    <a:pt x="1186548" y="59816"/>
                  </a:lnTo>
                  <a:lnTo>
                    <a:pt x="1236792" y="62348"/>
                  </a:lnTo>
                  <a:lnTo>
                    <a:pt x="1284801" y="64769"/>
                  </a:lnTo>
                  <a:lnTo>
                    <a:pt x="1330768" y="67086"/>
                  </a:lnTo>
                  <a:lnTo>
                    <a:pt x="1374857" y="69309"/>
                  </a:lnTo>
                  <a:lnTo>
                    <a:pt x="1417217" y="71444"/>
                  </a:lnTo>
                  <a:lnTo>
                    <a:pt x="1457978" y="73499"/>
                  </a:lnTo>
                  <a:lnTo>
                    <a:pt x="1497257" y="75479"/>
                  </a:lnTo>
                  <a:lnTo>
                    <a:pt x="1535157" y="77390"/>
                  </a:lnTo>
                  <a:lnTo>
                    <a:pt x="1571772" y="79235"/>
                  </a:lnTo>
                  <a:lnTo>
                    <a:pt x="1607187" y="81021"/>
                  </a:lnTo>
                  <a:lnTo>
                    <a:pt x="1641477" y="82749"/>
                  </a:lnTo>
                  <a:lnTo>
                    <a:pt x="1674711" y="84425"/>
                  </a:lnTo>
                  <a:lnTo>
                    <a:pt x="1706954" y="86050"/>
                  </a:lnTo>
                  <a:lnTo>
                    <a:pt x="1738261" y="87628"/>
                  </a:lnTo>
                  <a:lnTo>
                    <a:pt x="1768687" y="89162"/>
                  </a:lnTo>
                  <a:lnTo>
                    <a:pt x="1798279" y="90654"/>
                  </a:lnTo>
                  <a:lnTo>
                    <a:pt x="1827082" y="92106"/>
                  </a:lnTo>
                  <a:lnTo>
                    <a:pt x="1855137" y="93520"/>
                  </a:lnTo>
                  <a:lnTo>
                    <a:pt x="1882481" y="94899"/>
                  </a:lnTo>
                  <a:lnTo>
                    <a:pt x="1909150" y="96243"/>
                  </a:lnTo>
                  <a:lnTo>
                    <a:pt x="1935177" y="97555"/>
                  </a:lnTo>
                  <a:lnTo>
                    <a:pt x="1960591" y="98836"/>
                  </a:lnTo>
                  <a:lnTo>
                    <a:pt x="1985420" y="100088"/>
                  </a:lnTo>
                  <a:lnTo>
                    <a:pt x="2009692" y="101312"/>
                  </a:lnTo>
                  <a:lnTo>
                    <a:pt x="2033430" y="102508"/>
                  </a:lnTo>
                  <a:lnTo>
                    <a:pt x="2056658" y="103679"/>
                  </a:lnTo>
                  <a:lnTo>
                    <a:pt x="2079396" y="104826"/>
                  </a:lnTo>
                  <a:lnTo>
                    <a:pt x="2101666" y="105948"/>
                  </a:lnTo>
                  <a:lnTo>
                    <a:pt x="2123486" y="107048"/>
                  </a:lnTo>
                  <a:lnTo>
                    <a:pt x="2144873" y="108126"/>
                  </a:lnTo>
                  <a:lnTo>
                    <a:pt x="2165846" y="109184"/>
                  </a:lnTo>
                  <a:lnTo>
                    <a:pt x="2186419" y="110221"/>
                  </a:lnTo>
                  <a:lnTo>
                    <a:pt x="2206607" y="111239"/>
                  </a:lnTo>
                  <a:lnTo>
                    <a:pt x="2226425" y="112238"/>
                  </a:lnTo>
                  <a:lnTo>
                    <a:pt x="2245886" y="113219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425216" y="1553197"/>
              <a:ext cx="2245886" cy="512042"/>
            </a:xfrm>
            <a:custGeom>
              <a:avLst/>
              <a:pathLst>
                <a:path w="2245886" h="512042">
                  <a:moveTo>
                    <a:pt x="0" y="0"/>
                  </a:moveTo>
                  <a:lnTo>
                    <a:pt x="144219" y="32880"/>
                  </a:lnTo>
                  <a:lnTo>
                    <a:pt x="271430" y="61883"/>
                  </a:lnTo>
                  <a:lnTo>
                    <a:pt x="385224" y="87827"/>
                  </a:lnTo>
                  <a:lnTo>
                    <a:pt x="488163" y="111297"/>
                  </a:lnTo>
                  <a:lnTo>
                    <a:pt x="582139" y="132722"/>
                  </a:lnTo>
                  <a:lnTo>
                    <a:pt x="668588" y="152432"/>
                  </a:lnTo>
                  <a:lnTo>
                    <a:pt x="748628" y="170680"/>
                  </a:lnTo>
                  <a:lnTo>
                    <a:pt x="823143" y="187669"/>
                  </a:lnTo>
                  <a:lnTo>
                    <a:pt x="892848" y="203561"/>
                  </a:lnTo>
                  <a:lnTo>
                    <a:pt x="958325" y="218489"/>
                  </a:lnTo>
                  <a:lnTo>
                    <a:pt x="1020059" y="232564"/>
                  </a:lnTo>
                  <a:lnTo>
                    <a:pt x="1078453" y="245878"/>
                  </a:lnTo>
                  <a:lnTo>
                    <a:pt x="1133852" y="258508"/>
                  </a:lnTo>
                  <a:lnTo>
                    <a:pt x="1186548" y="270522"/>
                  </a:lnTo>
                  <a:lnTo>
                    <a:pt x="1236792" y="281977"/>
                  </a:lnTo>
                  <a:lnTo>
                    <a:pt x="1284801" y="292923"/>
                  </a:lnTo>
                  <a:lnTo>
                    <a:pt x="1330768" y="303403"/>
                  </a:lnTo>
                  <a:lnTo>
                    <a:pt x="1374857" y="313455"/>
                  </a:lnTo>
                  <a:lnTo>
                    <a:pt x="1417217" y="323113"/>
                  </a:lnTo>
                  <a:lnTo>
                    <a:pt x="1457978" y="332406"/>
                  </a:lnTo>
                  <a:lnTo>
                    <a:pt x="1497257" y="341361"/>
                  </a:lnTo>
                  <a:lnTo>
                    <a:pt x="1535157" y="350002"/>
                  </a:lnTo>
                  <a:lnTo>
                    <a:pt x="1571772" y="358350"/>
                  </a:lnTo>
                  <a:lnTo>
                    <a:pt x="1607187" y="366424"/>
                  </a:lnTo>
                  <a:lnTo>
                    <a:pt x="1641477" y="374242"/>
                  </a:lnTo>
                  <a:lnTo>
                    <a:pt x="1674711" y="381819"/>
                  </a:lnTo>
                  <a:lnTo>
                    <a:pt x="1706954" y="389170"/>
                  </a:lnTo>
                  <a:lnTo>
                    <a:pt x="1738261" y="396308"/>
                  </a:lnTo>
                  <a:lnTo>
                    <a:pt x="1768687" y="403245"/>
                  </a:lnTo>
                  <a:lnTo>
                    <a:pt x="1798279" y="409992"/>
                  </a:lnTo>
                  <a:lnTo>
                    <a:pt x="1827082" y="416559"/>
                  </a:lnTo>
                  <a:lnTo>
                    <a:pt x="1855137" y="422955"/>
                  </a:lnTo>
                  <a:lnTo>
                    <a:pt x="1882481" y="429189"/>
                  </a:lnTo>
                  <a:lnTo>
                    <a:pt x="1909150" y="435269"/>
                  </a:lnTo>
                  <a:lnTo>
                    <a:pt x="1935177" y="441203"/>
                  </a:lnTo>
                  <a:lnTo>
                    <a:pt x="1960591" y="446997"/>
                  </a:lnTo>
                  <a:lnTo>
                    <a:pt x="1985420" y="452658"/>
                  </a:lnTo>
                  <a:lnTo>
                    <a:pt x="2009692" y="458192"/>
                  </a:lnTo>
                  <a:lnTo>
                    <a:pt x="2033430" y="463604"/>
                  </a:lnTo>
                  <a:lnTo>
                    <a:pt x="2056658" y="468900"/>
                  </a:lnTo>
                  <a:lnTo>
                    <a:pt x="2079396" y="474084"/>
                  </a:lnTo>
                  <a:lnTo>
                    <a:pt x="2101666" y="479161"/>
                  </a:lnTo>
                  <a:lnTo>
                    <a:pt x="2123486" y="484136"/>
                  </a:lnTo>
                  <a:lnTo>
                    <a:pt x="2144873" y="489012"/>
                  </a:lnTo>
                  <a:lnTo>
                    <a:pt x="2165846" y="493794"/>
                  </a:lnTo>
                  <a:lnTo>
                    <a:pt x="2186419" y="498484"/>
                  </a:lnTo>
                  <a:lnTo>
                    <a:pt x="2206607" y="503087"/>
                  </a:lnTo>
                  <a:lnTo>
                    <a:pt x="2226425" y="507605"/>
                  </a:lnTo>
                  <a:lnTo>
                    <a:pt x="2245886" y="512042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25216" y="2178159"/>
              <a:ext cx="2245886" cy="72626"/>
            </a:xfrm>
            <a:custGeom>
              <a:avLst/>
              <a:pathLst>
                <a:path w="2245886" h="72626">
                  <a:moveTo>
                    <a:pt x="0" y="0"/>
                  </a:moveTo>
                  <a:lnTo>
                    <a:pt x="144219" y="4663"/>
                  </a:lnTo>
                  <a:lnTo>
                    <a:pt x="271430" y="8777"/>
                  </a:lnTo>
                  <a:lnTo>
                    <a:pt x="385224" y="12457"/>
                  </a:lnTo>
                  <a:lnTo>
                    <a:pt x="488163" y="15786"/>
                  </a:lnTo>
                  <a:lnTo>
                    <a:pt x="582139" y="18824"/>
                  </a:lnTo>
                  <a:lnTo>
                    <a:pt x="668588" y="21620"/>
                  </a:lnTo>
                  <a:lnTo>
                    <a:pt x="748628" y="24208"/>
                  </a:lnTo>
                  <a:lnTo>
                    <a:pt x="823143" y="26618"/>
                  </a:lnTo>
                  <a:lnTo>
                    <a:pt x="892848" y="28872"/>
                  </a:lnTo>
                  <a:lnTo>
                    <a:pt x="958325" y="30989"/>
                  </a:lnTo>
                  <a:lnTo>
                    <a:pt x="1020059" y="32986"/>
                  </a:lnTo>
                  <a:lnTo>
                    <a:pt x="1078453" y="34874"/>
                  </a:lnTo>
                  <a:lnTo>
                    <a:pt x="1133852" y="36666"/>
                  </a:lnTo>
                  <a:lnTo>
                    <a:pt x="1186548" y="38370"/>
                  </a:lnTo>
                  <a:lnTo>
                    <a:pt x="1236792" y="39994"/>
                  </a:lnTo>
                  <a:lnTo>
                    <a:pt x="1284801" y="41547"/>
                  </a:lnTo>
                  <a:lnTo>
                    <a:pt x="1330768" y="43033"/>
                  </a:lnTo>
                  <a:lnTo>
                    <a:pt x="1374857" y="44459"/>
                  </a:lnTo>
                  <a:lnTo>
                    <a:pt x="1417217" y="45829"/>
                  </a:lnTo>
                  <a:lnTo>
                    <a:pt x="1457978" y="47147"/>
                  </a:lnTo>
                  <a:lnTo>
                    <a:pt x="1497257" y="48417"/>
                  </a:lnTo>
                  <a:lnTo>
                    <a:pt x="1535157" y="49643"/>
                  </a:lnTo>
                  <a:lnTo>
                    <a:pt x="1571772" y="50827"/>
                  </a:lnTo>
                  <a:lnTo>
                    <a:pt x="1607187" y="51972"/>
                  </a:lnTo>
                  <a:lnTo>
                    <a:pt x="1641477" y="53081"/>
                  </a:lnTo>
                  <a:lnTo>
                    <a:pt x="1674711" y="54156"/>
                  </a:lnTo>
                  <a:lnTo>
                    <a:pt x="1706954" y="55198"/>
                  </a:lnTo>
                  <a:lnTo>
                    <a:pt x="1738261" y="56211"/>
                  </a:lnTo>
                  <a:lnTo>
                    <a:pt x="1768687" y="57195"/>
                  </a:lnTo>
                  <a:lnTo>
                    <a:pt x="1798279" y="58151"/>
                  </a:lnTo>
                  <a:lnTo>
                    <a:pt x="1827082" y="59083"/>
                  </a:lnTo>
                  <a:lnTo>
                    <a:pt x="1855137" y="59990"/>
                  </a:lnTo>
                  <a:lnTo>
                    <a:pt x="1882481" y="60874"/>
                  </a:lnTo>
                  <a:lnTo>
                    <a:pt x="1909150" y="61737"/>
                  </a:lnTo>
                  <a:lnTo>
                    <a:pt x="1935177" y="62578"/>
                  </a:lnTo>
                  <a:lnTo>
                    <a:pt x="1960591" y="63400"/>
                  </a:lnTo>
                  <a:lnTo>
                    <a:pt x="1985420" y="64203"/>
                  </a:lnTo>
                  <a:lnTo>
                    <a:pt x="2009692" y="64988"/>
                  </a:lnTo>
                  <a:lnTo>
                    <a:pt x="2033430" y="65756"/>
                  </a:lnTo>
                  <a:lnTo>
                    <a:pt x="2056658" y="66507"/>
                  </a:lnTo>
                  <a:lnTo>
                    <a:pt x="2079396" y="67242"/>
                  </a:lnTo>
                  <a:lnTo>
                    <a:pt x="2101666" y="67962"/>
                  </a:lnTo>
                  <a:lnTo>
                    <a:pt x="2123486" y="68668"/>
                  </a:lnTo>
                  <a:lnTo>
                    <a:pt x="2144873" y="69359"/>
                  </a:lnTo>
                  <a:lnTo>
                    <a:pt x="2165846" y="70038"/>
                  </a:lnTo>
                  <a:lnTo>
                    <a:pt x="2186419" y="70703"/>
                  </a:lnTo>
                  <a:lnTo>
                    <a:pt x="2206607" y="71356"/>
                  </a:lnTo>
                  <a:lnTo>
                    <a:pt x="2226425" y="71997"/>
                  </a:lnTo>
                  <a:lnTo>
                    <a:pt x="2245886" y="72626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425216" y="2051145"/>
              <a:ext cx="2245886" cy="101303"/>
            </a:xfrm>
            <a:custGeom>
              <a:avLst/>
              <a:pathLst>
                <a:path w="2245886" h="101303">
                  <a:moveTo>
                    <a:pt x="0" y="101303"/>
                  </a:moveTo>
                  <a:lnTo>
                    <a:pt x="144219" y="94798"/>
                  </a:lnTo>
                  <a:lnTo>
                    <a:pt x="271430" y="89060"/>
                  </a:lnTo>
                  <a:lnTo>
                    <a:pt x="385224" y="83927"/>
                  </a:lnTo>
                  <a:lnTo>
                    <a:pt x="488163" y="79284"/>
                  </a:lnTo>
                  <a:lnTo>
                    <a:pt x="582139" y="75045"/>
                  </a:lnTo>
                  <a:lnTo>
                    <a:pt x="668588" y="71145"/>
                  </a:lnTo>
                  <a:lnTo>
                    <a:pt x="748628" y="67535"/>
                  </a:lnTo>
                  <a:lnTo>
                    <a:pt x="823143" y="64174"/>
                  </a:lnTo>
                  <a:lnTo>
                    <a:pt x="892848" y="61030"/>
                  </a:lnTo>
                  <a:lnTo>
                    <a:pt x="958325" y="58077"/>
                  </a:lnTo>
                  <a:lnTo>
                    <a:pt x="1020059" y="55292"/>
                  </a:lnTo>
                  <a:lnTo>
                    <a:pt x="1078453" y="52658"/>
                  </a:lnTo>
                  <a:lnTo>
                    <a:pt x="1133852" y="50159"/>
                  </a:lnTo>
                  <a:lnTo>
                    <a:pt x="1186548" y="47782"/>
                  </a:lnTo>
                  <a:lnTo>
                    <a:pt x="1236792" y="45516"/>
                  </a:lnTo>
                  <a:lnTo>
                    <a:pt x="1284801" y="43350"/>
                  </a:lnTo>
                  <a:lnTo>
                    <a:pt x="1330768" y="41277"/>
                  </a:lnTo>
                  <a:lnTo>
                    <a:pt x="1374857" y="39288"/>
                  </a:lnTo>
                  <a:lnTo>
                    <a:pt x="1417217" y="37378"/>
                  </a:lnTo>
                  <a:lnTo>
                    <a:pt x="1457978" y="35539"/>
                  </a:lnTo>
                  <a:lnTo>
                    <a:pt x="1497257" y="33767"/>
                  </a:lnTo>
                  <a:lnTo>
                    <a:pt x="1535157" y="32058"/>
                  </a:lnTo>
                  <a:lnTo>
                    <a:pt x="1571772" y="30406"/>
                  </a:lnTo>
                  <a:lnTo>
                    <a:pt x="1607187" y="28809"/>
                  </a:lnTo>
                  <a:lnTo>
                    <a:pt x="1641477" y="27262"/>
                  </a:lnTo>
                  <a:lnTo>
                    <a:pt x="1674711" y="25763"/>
                  </a:lnTo>
                  <a:lnTo>
                    <a:pt x="1706954" y="24309"/>
                  </a:lnTo>
                  <a:lnTo>
                    <a:pt x="1738261" y="22897"/>
                  </a:lnTo>
                  <a:lnTo>
                    <a:pt x="1768687" y="21524"/>
                  </a:lnTo>
                  <a:lnTo>
                    <a:pt x="1798279" y="20189"/>
                  </a:lnTo>
                  <a:lnTo>
                    <a:pt x="1827082" y="18890"/>
                  </a:lnTo>
                  <a:lnTo>
                    <a:pt x="1855137" y="17625"/>
                  </a:lnTo>
                  <a:lnTo>
                    <a:pt x="1882481" y="16391"/>
                  </a:lnTo>
                  <a:lnTo>
                    <a:pt x="1909150" y="15188"/>
                  </a:lnTo>
                  <a:lnTo>
                    <a:pt x="1935177" y="14014"/>
                  </a:lnTo>
                  <a:lnTo>
                    <a:pt x="1960591" y="12868"/>
                  </a:lnTo>
                  <a:lnTo>
                    <a:pt x="1985420" y="11748"/>
                  </a:lnTo>
                  <a:lnTo>
                    <a:pt x="2009692" y="10653"/>
                  </a:lnTo>
                  <a:lnTo>
                    <a:pt x="2033430" y="9583"/>
                  </a:lnTo>
                  <a:lnTo>
                    <a:pt x="2056658" y="8535"/>
                  </a:lnTo>
                  <a:lnTo>
                    <a:pt x="2079396" y="7509"/>
                  </a:lnTo>
                  <a:lnTo>
                    <a:pt x="2101666" y="6505"/>
                  </a:lnTo>
                  <a:lnTo>
                    <a:pt x="2123486" y="5520"/>
                  </a:lnTo>
                  <a:lnTo>
                    <a:pt x="2144873" y="4556"/>
                  </a:lnTo>
                  <a:lnTo>
                    <a:pt x="2165846" y="3610"/>
                  </a:lnTo>
                  <a:lnTo>
                    <a:pt x="2186419" y="2682"/>
                  </a:lnTo>
                  <a:lnTo>
                    <a:pt x="2206607" y="1771"/>
                  </a:lnTo>
                  <a:lnTo>
                    <a:pt x="2226425" y="877"/>
                  </a:lnTo>
                  <a:lnTo>
                    <a:pt x="224588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425216" y="1986011"/>
              <a:ext cx="2245886" cy="194485"/>
            </a:xfrm>
            <a:custGeom>
              <a:avLst/>
              <a:pathLst>
                <a:path w="2245886" h="194485">
                  <a:moveTo>
                    <a:pt x="0" y="194485"/>
                  </a:moveTo>
                  <a:lnTo>
                    <a:pt x="144219" y="181996"/>
                  </a:lnTo>
                  <a:lnTo>
                    <a:pt x="271430" y="170980"/>
                  </a:lnTo>
                  <a:lnTo>
                    <a:pt x="385224" y="161126"/>
                  </a:lnTo>
                  <a:lnTo>
                    <a:pt x="488163" y="152212"/>
                  </a:lnTo>
                  <a:lnTo>
                    <a:pt x="582139" y="144074"/>
                  </a:lnTo>
                  <a:lnTo>
                    <a:pt x="668588" y="136588"/>
                  </a:lnTo>
                  <a:lnTo>
                    <a:pt x="748628" y="129656"/>
                  </a:lnTo>
                  <a:lnTo>
                    <a:pt x="823143" y="123204"/>
                  </a:lnTo>
                  <a:lnTo>
                    <a:pt x="892848" y="117168"/>
                  </a:lnTo>
                  <a:lnTo>
                    <a:pt x="958325" y="111497"/>
                  </a:lnTo>
                  <a:lnTo>
                    <a:pt x="1020059" y="106152"/>
                  </a:lnTo>
                  <a:lnTo>
                    <a:pt x="1078453" y="101095"/>
                  </a:lnTo>
                  <a:lnTo>
                    <a:pt x="1133852" y="96297"/>
                  </a:lnTo>
                  <a:lnTo>
                    <a:pt x="1186548" y="91734"/>
                  </a:lnTo>
                  <a:lnTo>
                    <a:pt x="1236792" y="87383"/>
                  </a:lnTo>
                  <a:lnTo>
                    <a:pt x="1284801" y="83226"/>
                  </a:lnTo>
                  <a:lnTo>
                    <a:pt x="1330768" y="79245"/>
                  </a:lnTo>
                  <a:lnTo>
                    <a:pt x="1374857" y="75427"/>
                  </a:lnTo>
                  <a:lnTo>
                    <a:pt x="1417217" y="71759"/>
                  </a:lnTo>
                  <a:lnTo>
                    <a:pt x="1457978" y="68229"/>
                  </a:lnTo>
                  <a:lnTo>
                    <a:pt x="1497257" y="64828"/>
                  </a:lnTo>
                  <a:lnTo>
                    <a:pt x="1535157" y="61546"/>
                  </a:lnTo>
                  <a:lnTo>
                    <a:pt x="1571772" y="58375"/>
                  </a:lnTo>
                  <a:lnTo>
                    <a:pt x="1607187" y="55308"/>
                  </a:lnTo>
                  <a:lnTo>
                    <a:pt x="1641477" y="52339"/>
                  </a:lnTo>
                  <a:lnTo>
                    <a:pt x="1674711" y="49461"/>
                  </a:lnTo>
                  <a:lnTo>
                    <a:pt x="1706954" y="46669"/>
                  </a:lnTo>
                  <a:lnTo>
                    <a:pt x="1738261" y="43958"/>
                  </a:lnTo>
                  <a:lnTo>
                    <a:pt x="1768687" y="41323"/>
                  </a:lnTo>
                  <a:lnTo>
                    <a:pt x="1798279" y="38761"/>
                  </a:lnTo>
                  <a:lnTo>
                    <a:pt x="1827082" y="36266"/>
                  </a:lnTo>
                  <a:lnTo>
                    <a:pt x="1855137" y="33837"/>
                  </a:lnTo>
                  <a:lnTo>
                    <a:pt x="1882481" y="31469"/>
                  </a:lnTo>
                  <a:lnTo>
                    <a:pt x="1909150" y="29160"/>
                  </a:lnTo>
                  <a:lnTo>
                    <a:pt x="1935177" y="26906"/>
                  </a:lnTo>
                  <a:lnTo>
                    <a:pt x="1960591" y="24705"/>
                  </a:lnTo>
                  <a:lnTo>
                    <a:pt x="1985420" y="22555"/>
                  </a:lnTo>
                  <a:lnTo>
                    <a:pt x="2009692" y="20453"/>
                  </a:lnTo>
                  <a:lnTo>
                    <a:pt x="2033430" y="18397"/>
                  </a:lnTo>
                  <a:lnTo>
                    <a:pt x="2056658" y="16386"/>
                  </a:lnTo>
                  <a:lnTo>
                    <a:pt x="2079396" y="14417"/>
                  </a:lnTo>
                  <a:lnTo>
                    <a:pt x="2101666" y="12488"/>
                  </a:lnTo>
                  <a:lnTo>
                    <a:pt x="2123486" y="10599"/>
                  </a:lnTo>
                  <a:lnTo>
                    <a:pt x="2144873" y="8747"/>
                  </a:lnTo>
                  <a:lnTo>
                    <a:pt x="2165846" y="6931"/>
                  </a:lnTo>
                  <a:lnTo>
                    <a:pt x="2186419" y="5149"/>
                  </a:lnTo>
                  <a:lnTo>
                    <a:pt x="2206607" y="3401"/>
                  </a:lnTo>
                  <a:lnTo>
                    <a:pt x="2226425" y="1685"/>
                  </a:lnTo>
                  <a:lnTo>
                    <a:pt x="224588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425216" y="1864528"/>
              <a:ext cx="2245886" cy="53840"/>
            </a:xfrm>
            <a:custGeom>
              <a:avLst/>
              <a:pathLst>
                <a:path w="2245886" h="53840">
                  <a:moveTo>
                    <a:pt x="0" y="0"/>
                  </a:moveTo>
                  <a:lnTo>
                    <a:pt x="144219" y="3457"/>
                  </a:lnTo>
                  <a:lnTo>
                    <a:pt x="271430" y="6507"/>
                  </a:lnTo>
                  <a:lnTo>
                    <a:pt x="385224" y="9235"/>
                  </a:lnTo>
                  <a:lnTo>
                    <a:pt x="488163" y="11702"/>
                  </a:lnTo>
                  <a:lnTo>
                    <a:pt x="582139" y="13955"/>
                  </a:lnTo>
                  <a:lnTo>
                    <a:pt x="668588" y="16028"/>
                  </a:lnTo>
                  <a:lnTo>
                    <a:pt x="748628" y="17946"/>
                  </a:lnTo>
                  <a:lnTo>
                    <a:pt x="823143" y="19733"/>
                  </a:lnTo>
                  <a:lnTo>
                    <a:pt x="892848" y="21404"/>
                  </a:lnTo>
                  <a:lnTo>
                    <a:pt x="958325" y="22974"/>
                  </a:lnTo>
                  <a:lnTo>
                    <a:pt x="1020059" y="24453"/>
                  </a:lnTo>
                  <a:lnTo>
                    <a:pt x="1078453" y="25853"/>
                  </a:lnTo>
                  <a:lnTo>
                    <a:pt x="1133852" y="27181"/>
                  </a:lnTo>
                  <a:lnTo>
                    <a:pt x="1186548" y="28445"/>
                  </a:lnTo>
                  <a:lnTo>
                    <a:pt x="1236792" y="29649"/>
                  </a:lnTo>
                  <a:lnTo>
                    <a:pt x="1284801" y="30800"/>
                  </a:lnTo>
                  <a:lnTo>
                    <a:pt x="1330768" y="31902"/>
                  </a:lnTo>
                  <a:lnTo>
                    <a:pt x="1374857" y="32959"/>
                  </a:lnTo>
                  <a:lnTo>
                    <a:pt x="1417217" y="33975"/>
                  </a:lnTo>
                  <a:lnTo>
                    <a:pt x="1457978" y="34952"/>
                  </a:lnTo>
                  <a:lnTo>
                    <a:pt x="1497257" y="35893"/>
                  </a:lnTo>
                  <a:lnTo>
                    <a:pt x="1535157" y="36802"/>
                  </a:lnTo>
                  <a:lnTo>
                    <a:pt x="1571772" y="37680"/>
                  </a:lnTo>
                  <a:lnTo>
                    <a:pt x="1607187" y="38529"/>
                  </a:lnTo>
                  <a:lnTo>
                    <a:pt x="1641477" y="39351"/>
                  </a:lnTo>
                  <a:lnTo>
                    <a:pt x="1674711" y="40148"/>
                  </a:lnTo>
                  <a:lnTo>
                    <a:pt x="1706954" y="40920"/>
                  </a:lnTo>
                  <a:lnTo>
                    <a:pt x="1738261" y="41671"/>
                  </a:lnTo>
                  <a:lnTo>
                    <a:pt x="1768687" y="42400"/>
                  </a:lnTo>
                  <a:lnTo>
                    <a:pt x="1798279" y="43110"/>
                  </a:lnTo>
                  <a:lnTo>
                    <a:pt x="1827082" y="43800"/>
                  </a:lnTo>
                  <a:lnTo>
                    <a:pt x="1855137" y="44473"/>
                  </a:lnTo>
                  <a:lnTo>
                    <a:pt x="1882481" y="45128"/>
                  </a:lnTo>
                  <a:lnTo>
                    <a:pt x="1909150" y="45768"/>
                  </a:lnTo>
                  <a:lnTo>
                    <a:pt x="1935177" y="46392"/>
                  </a:lnTo>
                  <a:lnTo>
                    <a:pt x="1960591" y="47001"/>
                  </a:lnTo>
                  <a:lnTo>
                    <a:pt x="1985420" y="47596"/>
                  </a:lnTo>
                  <a:lnTo>
                    <a:pt x="2009692" y="48178"/>
                  </a:lnTo>
                  <a:lnTo>
                    <a:pt x="2033430" y="48747"/>
                  </a:lnTo>
                  <a:lnTo>
                    <a:pt x="2056658" y="49304"/>
                  </a:lnTo>
                  <a:lnTo>
                    <a:pt x="2079396" y="49849"/>
                  </a:lnTo>
                  <a:lnTo>
                    <a:pt x="2101666" y="50383"/>
                  </a:lnTo>
                  <a:lnTo>
                    <a:pt x="2123486" y="50906"/>
                  </a:lnTo>
                  <a:lnTo>
                    <a:pt x="2144873" y="51419"/>
                  </a:lnTo>
                  <a:lnTo>
                    <a:pt x="2165846" y="51922"/>
                  </a:lnTo>
                  <a:lnTo>
                    <a:pt x="2186419" y="52415"/>
                  </a:lnTo>
                  <a:lnTo>
                    <a:pt x="2206607" y="52899"/>
                  </a:lnTo>
                  <a:lnTo>
                    <a:pt x="2226425" y="53374"/>
                  </a:lnTo>
                  <a:lnTo>
                    <a:pt x="2245886" y="5384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425216" y="1667883"/>
              <a:ext cx="2245886" cy="477702"/>
            </a:xfrm>
            <a:custGeom>
              <a:avLst/>
              <a:pathLst>
                <a:path w="2245886" h="477702">
                  <a:moveTo>
                    <a:pt x="0" y="0"/>
                  </a:moveTo>
                  <a:lnTo>
                    <a:pt x="144219" y="30675"/>
                  </a:lnTo>
                  <a:lnTo>
                    <a:pt x="271430" y="57733"/>
                  </a:lnTo>
                  <a:lnTo>
                    <a:pt x="385224" y="81937"/>
                  </a:lnTo>
                  <a:lnTo>
                    <a:pt x="488163" y="103832"/>
                  </a:lnTo>
                  <a:lnTo>
                    <a:pt x="582139" y="123821"/>
                  </a:lnTo>
                  <a:lnTo>
                    <a:pt x="668588" y="142209"/>
                  </a:lnTo>
                  <a:lnTo>
                    <a:pt x="748628" y="159234"/>
                  </a:lnTo>
                  <a:lnTo>
                    <a:pt x="823143" y="175083"/>
                  </a:lnTo>
                  <a:lnTo>
                    <a:pt x="892848" y="189909"/>
                  </a:lnTo>
                  <a:lnTo>
                    <a:pt x="958325" y="203836"/>
                  </a:lnTo>
                  <a:lnTo>
                    <a:pt x="1020059" y="216967"/>
                  </a:lnTo>
                  <a:lnTo>
                    <a:pt x="1078453" y="229388"/>
                  </a:lnTo>
                  <a:lnTo>
                    <a:pt x="1133852" y="241171"/>
                  </a:lnTo>
                  <a:lnTo>
                    <a:pt x="1186548" y="252379"/>
                  </a:lnTo>
                  <a:lnTo>
                    <a:pt x="1236792" y="263066"/>
                  </a:lnTo>
                  <a:lnTo>
                    <a:pt x="1284801" y="273278"/>
                  </a:lnTo>
                  <a:lnTo>
                    <a:pt x="1330768" y="283055"/>
                  </a:lnTo>
                  <a:lnTo>
                    <a:pt x="1374857" y="292433"/>
                  </a:lnTo>
                  <a:lnTo>
                    <a:pt x="1417217" y="301443"/>
                  </a:lnTo>
                  <a:lnTo>
                    <a:pt x="1457978" y="310113"/>
                  </a:lnTo>
                  <a:lnTo>
                    <a:pt x="1497257" y="318468"/>
                  </a:lnTo>
                  <a:lnTo>
                    <a:pt x="1535157" y="326529"/>
                  </a:lnTo>
                  <a:lnTo>
                    <a:pt x="1571772" y="334317"/>
                  </a:lnTo>
                  <a:lnTo>
                    <a:pt x="1607187" y="341850"/>
                  </a:lnTo>
                  <a:lnTo>
                    <a:pt x="1641477" y="349143"/>
                  </a:lnTo>
                  <a:lnTo>
                    <a:pt x="1674711" y="356212"/>
                  </a:lnTo>
                  <a:lnTo>
                    <a:pt x="1706954" y="363070"/>
                  </a:lnTo>
                  <a:lnTo>
                    <a:pt x="1738261" y="369729"/>
                  </a:lnTo>
                  <a:lnTo>
                    <a:pt x="1768687" y="376201"/>
                  </a:lnTo>
                  <a:lnTo>
                    <a:pt x="1798279" y="382495"/>
                  </a:lnTo>
                  <a:lnTo>
                    <a:pt x="1827082" y="388622"/>
                  </a:lnTo>
                  <a:lnTo>
                    <a:pt x="1855137" y="394589"/>
                  </a:lnTo>
                  <a:lnTo>
                    <a:pt x="1882481" y="400405"/>
                  </a:lnTo>
                  <a:lnTo>
                    <a:pt x="1909150" y="406078"/>
                  </a:lnTo>
                  <a:lnTo>
                    <a:pt x="1935177" y="411614"/>
                  </a:lnTo>
                  <a:lnTo>
                    <a:pt x="1960591" y="417019"/>
                  </a:lnTo>
                  <a:lnTo>
                    <a:pt x="1985420" y="422300"/>
                  </a:lnTo>
                  <a:lnTo>
                    <a:pt x="2009692" y="427463"/>
                  </a:lnTo>
                  <a:lnTo>
                    <a:pt x="2033430" y="432512"/>
                  </a:lnTo>
                  <a:lnTo>
                    <a:pt x="2056658" y="437453"/>
                  </a:lnTo>
                  <a:lnTo>
                    <a:pt x="2079396" y="442289"/>
                  </a:lnTo>
                  <a:lnTo>
                    <a:pt x="2101666" y="447026"/>
                  </a:lnTo>
                  <a:lnTo>
                    <a:pt x="2123486" y="451667"/>
                  </a:lnTo>
                  <a:lnTo>
                    <a:pt x="2144873" y="456216"/>
                  </a:lnTo>
                  <a:lnTo>
                    <a:pt x="2165846" y="460677"/>
                  </a:lnTo>
                  <a:lnTo>
                    <a:pt x="2186419" y="465053"/>
                  </a:lnTo>
                  <a:lnTo>
                    <a:pt x="2206607" y="469347"/>
                  </a:lnTo>
                  <a:lnTo>
                    <a:pt x="2226425" y="473562"/>
                  </a:lnTo>
                  <a:lnTo>
                    <a:pt x="2245886" y="47770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425216" y="2302327"/>
              <a:ext cx="2245886" cy="45036"/>
            </a:xfrm>
            <a:custGeom>
              <a:avLst/>
              <a:pathLst>
                <a:path w="2245886" h="45036">
                  <a:moveTo>
                    <a:pt x="0" y="0"/>
                  </a:moveTo>
                  <a:lnTo>
                    <a:pt x="144219" y="2891"/>
                  </a:lnTo>
                  <a:lnTo>
                    <a:pt x="271430" y="5442"/>
                  </a:lnTo>
                  <a:lnTo>
                    <a:pt x="385224" y="7724"/>
                  </a:lnTo>
                  <a:lnTo>
                    <a:pt x="488163" y="9788"/>
                  </a:lnTo>
                  <a:lnTo>
                    <a:pt x="582139" y="11673"/>
                  </a:lnTo>
                  <a:lnTo>
                    <a:pt x="668588" y="13407"/>
                  </a:lnTo>
                  <a:lnTo>
                    <a:pt x="748628" y="15012"/>
                  </a:lnTo>
                  <a:lnTo>
                    <a:pt x="823143" y="16506"/>
                  </a:lnTo>
                  <a:lnTo>
                    <a:pt x="892848" y="17904"/>
                  </a:lnTo>
                  <a:lnTo>
                    <a:pt x="958325" y="19216"/>
                  </a:lnTo>
                  <a:lnTo>
                    <a:pt x="1020059" y="20454"/>
                  </a:lnTo>
                  <a:lnTo>
                    <a:pt x="1078453" y="21625"/>
                  </a:lnTo>
                  <a:lnTo>
                    <a:pt x="1133852" y="22736"/>
                  </a:lnTo>
                  <a:lnTo>
                    <a:pt x="1186548" y="23793"/>
                  </a:lnTo>
                  <a:lnTo>
                    <a:pt x="1236792" y="24800"/>
                  </a:lnTo>
                  <a:lnTo>
                    <a:pt x="1284801" y="25763"/>
                  </a:lnTo>
                  <a:lnTo>
                    <a:pt x="1330768" y="26685"/>
                  </a:lnTo>
                  <a:lnTo>
                    <a:pt x="1374857" y="27569"/>
                  </a:lnTo>
                  <a:lnTo>
                    <a:pt x="1417217" y="28419"/>
                  </a:lnTo>
                  <a:lnTo>
                    <a:pt x="1457978" y="29236"/>
                  </a:lnTo>
                  <a:lnTo>
                    <a:pt x="1497257" y="30024"/>
                  </a:lnTo>
                  <a:lnTo>
                    <a:pt x="1535157" y="30784"/>
                  </a:lnTo>
                  <a:lnTo>
                    <a:pt x="1571772" y="31518"/>
                  </a:lnTo>
                  <a:lnTo>
                    <a:pt x="1607187" y="32228"/>
                  </a:lnTo>
                  <a:lnTo>
                    <a:pt x="1641477" y="32916"/>
                  </a:lnTo>
                  <a:lnTo>
                    <a:pt x="1674711" y="33582"/>
                  </a:lnTo>
                  <a:lnTo>
                    <a:pt x="1706954" y="34229"/>
                  </a:lnTo>
                  <a:lnTo>
                    <a:pt x="1738261" y="34856"/>
                  </a:lnTo>
                  <a:lnTo>
                    <a:pt x="1768687" y="35466"/>
                  </a:lnTo>
                  <a:lnTo>
                    <a:pt x="1798279" y="36060"/>
                  </a:lnTo>
                  <a:lnTo>
                    <a:pt x="1827082" y="36637"/>
                  </a:lnTo>
                  <a:lnTo>
                    <a:pt x="1855137" y="37200"/>
                  </a:lnTo>
                  <a:lnTo>
                    <a:pt x="1882481" y="37748"/>
                  </a:lnTo>
                  <a:lnTo>
                    <a:pt x="1909150" y="38283"/>
                  </a:lnTo>
                  <a:lnTo>
                    <a:pt x="1935177" y="38805"/>
                  </a:lnTo>
                  <a:lnTo>
                    <a:pt x="1960591" y="39315"/>
                  </a:lnTo>
                  <a:lnTo>
                    <a:pt x="1985420" y="39813"/>
                  </a:lnTo>
                  <a:lnTo>
                    <a:pt x="2009692" y="40299"/>
                  </a:lnTo>
                  <a:lnTo>
                    <a:pt x="2033430" y="40775"/>
                  </a:lnTo>
                  <a:lnTo>
                    <a:pt x="2056658" y="41241"/>
                  </a:lnTo>
                  <a:lnTo>
                    <a:pt x="2079396" y="41697"/>
                  </a:lnTo>
                  <a:lnTo>
                    <a:pt x="2101666" y="42144"/>
                  </a:lnTo>
                  <a:lnTo>
                    <a:pt x="2123486" y="42581"/>
                  </a:lnTo>
                  <a:lnTo>
                    <a:pt x="2144873" y="43010"/>
                  </a:lnTo>
                  <a:lnTo>
                    <a:pt x="2165846" y="43431"/>
                  </a:lnTo>
                  <a:lnTo>
                    <a:pt x="2186419" y="43843"/>
                  </a:lnTo>
                  <a:lnTo>
                    <a:pt x="2206607" y="44248"/>
                  </a:lnTo>
                  <a:lnTo>
                    <a:pt x="2226425" y="44645"/>
                  </a:lnTo>
                  <a:lnTo>
                    <a:pt x="2245886" y="4503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425216" y="2114962"/>
              <a:ext cx="2245886" cy="36027"/>
            </a:xfrm>
            <a:custGeom>
              <a:avLst/>
              <a:pathLst>
                <a:path w="2245886" h="36027">
                  <a:moveTo>
                    <a:pt x="0" y="36027"/>
                  </a:moveTo>
                  <a:lnTo>
                    <a:pt x="144219" y="33713"/>
                  </a:lnTo>
                  <a:lnTo>
                    <a:pt x="271430" y="31673"/>
                  </a:lnTo>
                  <a:lnTo>
                    <a:pt x="385224" y="29847"/>
                  </a:lnTo>
                  <a:lnTo>
                    <a:pt x="488163" y="28196"/>
                  </a:lnTo>
                  <a:lnTo>
                    <a:pt x="582139" y="26688"/>
                  </a:lnTo>
                  <a:lnTo>
                    <a:pt x="668588" y="25302"/>
                  </a:lnTo>
                  <a:lnTo>
                    <a:pt x="748628" y="24018"/>
                  </a:lnTo>
                  <a:lnTo>
                    <a:pt x="823143" y="22822"/>
                  </a:lnTo>
                  <a:lnTo>
                    <a:pt x="892848" y="21704"/>
                  </a:lnTo>
                  <a:lnTo>
                    <a:pt x="958325" y="20654"/>
                  </a:lnTo>
                  <a:lnTo>
                    <a:pt x="1020059" y="19664"/>
                  </a:lnTo>
                  <a:lnTo>
                    <a:pt x="1078453" y="18727"/>
                  </a:lnTo>
                  <a:lnTo>
                    <a:pt x="1133852" y="17838"/>
                  </a:lnTo>
                  <a:lnTo>
                    <a:pt x="1186548" y="16993"/>
                  </a:lnTo>
                  <a:lnTo>
                    <a:pt x="1236792" y="16187"/>
                  </a:lnTo>
                  <a:lnTo>
                    <a:pt x="1284801" y="15417"/>
                  </a:lnTo>
                  <a:lnTo>
                    <a:pt x="1330768" y="14679"/>
                  </a:lnTo>
                  <a:lnTo>
                    <a:pt x="1374857" y="13972"/>
                  </a:lnTo>
                  <a:lnTo>
                    <a:pt x="1417217" y="13293"/>
                  </a:lnTo>
                  <a:lnTo>
                    <a:pt x="1457978" y="12639"/>
                  </a:lnTo>
                  <a:lnTo>
                    <a:pt x="1497257" y="12009"/>
                  </a:lnTo>
                  <a:lnTo>
                    <a:pt x="1535157" y="11401"/>
                  </a:lnTo>
                  <a:lnTo>
                    <a:pt x="1571772" y="10813"/>
                  </a:lnTo>
                  <a:lnTo>
                    <a:pt x="1607187" y="10245"/>
                  </a:lnTo>
                  <a:lnTo>
                    <a:pt x="1641477" y="9695"/>
                  </a:lnTo>
                  <a:lnTo>
                    <a:pt x="1674711" y="9162"/>
                  </a:lnTo>
                  <a:lnTo>
                    <a:pt x="1706954" y="8645"/>
                  </a:lnTo>
                  <a:lnTo>
                    <a:pt x="1738261" y="8143"/>
                  </a:lnTo>
                  <a:lnTo>
                    <a:pt x="1768687" y="7654"/>
                  </a:lnTo>
                  <a:lnTo>
                    <a:pt x="1798279" y="7180"/>
                  </a:lnTo>
                  <a:lnTo>
                    <a:pt x="1827082" y="6718"/>
                  </a:lnTo>
                  <a:lnTo>
                    <a:pt x="1855137" y="6268"/>
                  </a:lnTo>
                  <a:lnTo>
                    <a:pt x="1882481" y="5829"/>
                  </a:lnTo>
                  <a:lnTo>
                    <a:pt x="1909150" y="5401"/>
                  </a:lnTo>
                  <a:lnTo>
                    <a:pt x="1935177" y="4984"/>
                  </a:lnTo>
                  <a:lnTo>
                    <a:pt x="1960591" y="4576"/>
                  </a:lnTo>
                  <a:lnTo>
                    <a:pt x="1985420" y="4178"/>
                  </a:lnTo>
                  <a:lnTo>
                    <a:pt x="2009692" y="3788"/>
                  </a:lnTo>
                  <a:lnTo>
                    <a:pt x="2033430" y="3408"/>
                  </a:lnTo>
                  <a:lnTo>
                    <a:pt x="2056658" y="3035"/>
                  </a:lnTo>
                  <a:lnTo>
                    <a:pt x="2079396" y="2670"/>
                  </a:lnTo>
                  <a:lnTo>
                    <a:pt x="2101666" y="2313"/>
                  </a:lnTo>
                  <a:lnTo>
                    <a:pt x="2123486" y="1963"/>
                  </a:lnTo>
                  <a:lnTo>
                    <a:pt x="2144873" y="1620"/>
                  </a:lnTo>
                  <a:lnTo>
                    <a:pt x="2165846" y="1283"/>
                  </a:lnTo>
                  <a:lnTo>
                    <a:pt x="2186419" y="953"/>
                  </a:lnTo>
                  <a:lnTo>
                    <a:pt x="2206607" y="630"/>
                  </a:lnTo>
                  <a:lnTo>
                    <a:pt x="2226425" y="312"/>
                  </a:lnTo>
                  <a:lnTo>
                    <a:pt x="224588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425216" y="2037999"/>
              <a:ext cx="2245886" cy="56551"/>
            </a:xfrm>
            <a:custGeom>
              <a:avLst/>
              <a:pathLst>
                <a:path w="2245886" h="56551">
                  <a:moveTo>
                    <a:pt x="0" y="0"/>
                  </a:moveTo>
                  <a:lnTo>
                    <a:pt x="144219" y="3631"/>
                  </a:lnTo>
                  <a:lnTo>
                    <a:pt x="271430" y="6834"/>
                  </a:lnTo>
                  <a:lnTo>
                    <a:pt x="385224" y="9700"/>
                  </a:lnTo>
                  <a:lnTo>
                    <a:pt x="488163" y="12292"/>
                  </a:lnTo>
                  <a:lnTo>
                    <a:pt x="582139" y="14658"/>
                  </a:lnTo>
                  <a:lnTo>
                    <a:pt x="668588" y="16835"/>
                  </a:lnTo>
                  <a:lnTo>
                    <a:pt x="748628" y="18850"/>
                  </a:lnTo>
                  <a:lnTo>
                    <a:pt x="823143" y="20726"/>
                  </a:lnTo>
                  <a:lnTo>
                    <a:pt x="892848" y="22482"/>
                  </a:lnTo>
                  <a:lnTo>
                    <a:pt x="958325" y="24130"/>
                  </a:lnTo>
                  <a:lnTo>
                    <a:pt x="1020059" y="25685"/>
                  </a:lnTo>
                  <a:lnTo>
                    <a:pt x="1078453" y="27155"/>
                  </a:lnTo>
                  <a:lnTo>
                    <a:pt x="1133852" y="28550"/>
                  </a:lnTo>
                  <a:lnTo>
                    <a:pt x="1186548" y="29877"/>
                  </a:lnTo>
                  <a:lnTo>
                    <a:pt x="1236792" y="31142"/>
                  </a:lnTo>
                  <a:lnTo>
                    <a:pt x="1284801" y="32351"/>
                  </a:lnTo>
                  <a:lnTo>
                    <a:pt x="1330768" y="33509"/>
                  </a:lnTo>
                  <a:lnTo>
                    <a:pt x="1374857" y="34619"/>
                  </a:lnTo>
                  <a:lnTo>
                    <a:pt x="1417217" y="35685"/>
                  </a:lnTo>
                  <a:lnTo>
                    <a:pt x="1457978" y="36712"/>
                  </a:lnTo>
                  <a:lnTo>
                    <a:pt x="1497257" y="37701"/>
                  </a:lnTo>
                  <a:lnTo>
                    <a:pt x="1535157" y="38655"/>
                  </a:lnTo>
                  <a:lnTo>
                    <a:pt x="1571772" y="39577"/>
                  </a:lnTo>
                  <a:lnTo>
                    <a:pt x="1607187" y="40469"/>
                  </a:lnTo>
                  <a:lnTo>
                    <a:pt x="1641477" y="41332"/>
                  </a:lnTo>
                  <a:lnTo>
                    <a:pt x="1674711" y="42169"/>
                  </a:lnTo>
                  <a:lnTo>
                    <a:pt x="1706954" y="42981"/>
                  </a:lnTo>
                  <a:lnTo>
                    <a:pt x="1738261" y="43769"/>
                  </a:lnTo>
                  <a:lnTo>
                    <a:pt x="1768687" y="44535"/>
                  </a:lnTo>
                  <a:lnTo>
                    <a:pt x="1798279" y="45281"/>
                  </a:lnTo>
                  <a:lnTo>
                    <a:pt x="1827082" y="46006"/>
                  </a:lnTo>
                  <a:lnTo>
                    <a:pt x="1855137" y="46712"/>
                  </a:lnTo>
                  <a:lnTo>
                    <a:pt x="1882481" y="47401"/>
                  </a:lnTo>
                  <a:lnTo>
                    <a:pt x="1909150" y="48072"/>
                  </a:lnTo>
                  <a:lnTo>
                    <a:pt x="1935177" y="48728"/>
                  </a:lnTo>
                  <a:lnTo>
                    <a:pt x="1960591" y="49368"/>
                  </a:lnTo>
                  <a:lnTo>
                    <a:pt x="1985420" y="49993"/>
                  </a:lnTo>
                  <a:lnTo>
                    <a:pt x="2009692" y="50604"/>
                  </a:lnTo>
                  <a:lnTo>
                    <a:pt x="2033430" y="51202"/>
                  </a:lnTo>
                  <a:lnTo>
                    <a:pt x="2056658" y="51787"/>
                  </a:lnTo>
                  <a:lnTo>
                    <a:pt x="2079396" y="52359"/>
                  </a:lnTo>
                  <a:lnTo>
                    <a:pt x="2101666" y="52920"/>
                  </a:lnTo>
                  <a:lnTo>
                    <a:pt x="2123486" y="53469"/>
                  </a:lnTo>
                  <a:lnTo>
                    <a:pt x="2144873" y="54008"/>
                  </a:lnTo>
                  <a:lnTo>
                    <a:pt x="2165846" y="54536"/>
                  </a:lnTo>
                  <a:lnTo>
                    <a:pt x="2186419" y="55054"/>
                  </a:lnTo>
                  <a:lnTo>
                    <a:pt x="2206607" y="55562"/>
                  </a:lnTo>
                  <a:lnTo>
                    <a:pt x="2226425" y="56061"/>
                  </a:lnTo>
                  <a:lnTo>
                    <a:pt x="2245886" y="5655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rc194"/>
            <p:cNvSpPr/>
            <p:nvPr/>
          </p:nvSpPr>
          <p:spPr>
            <a:xfrm>
              <a:off x="4262365" y="1287054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262365" y="1287054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233897" y="22590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233897" y="18603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233897" y="14616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4262365" y="2493729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4425216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5173844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5922473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6671102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tx204"/>
            <p:cNvSpPr/>
            <p:nvPr/>
          </p:nvSpPr>
          <p:spPr>
            <a:xfrm>
              <a:off x="4262365" y="1110514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6" name="rc205"/>
            <p:cNvSpPr/>
            <p:nvPr/>
          </p:nvSpPr>
          <p:spPr>
            <a:xfrm>
              <a:off x="1404926" y="2951788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514250" y="39610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512768" y="382969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578307" y="401660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575789" y="390320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573635" y="39278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549867" y="381594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493941" y="353020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576344" y="39030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507546" y="386330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1542125" y="381621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225038" y="40245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274092" y="406831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239809" y="305363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262728" y="39561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295818" y="39777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299102" y="383688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224648" y="397930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283008" y="39807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300539" y="345043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74723" y="35694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277792" y="376188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224402" y="38351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244288" y="37012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319699" y="38834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305395" y="390626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234348" y="37933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301722" y="332587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250144" y="354118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982400" y="378377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072496" y="369059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980595" y="40574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069083" y="405032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083754" y="387286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67393" y="406244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92877" y="323399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042789" y="40755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076416" y="364343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059235" y="307599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025533" y="29785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80845" y="36282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01694" y="351304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981426" y="347290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24635" y="350571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33732" y="39925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37779" y="346289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2985381" y="38306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027212" y="384918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052274" y="367043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813709" y="366072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35686" y="375349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796741" y="368903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779564" y="394535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780816" y="34666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789072" y="37729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750429" y="38781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770877" y="361288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735904" y="355180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08946" y="32966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784614" y="33182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765277" y="329892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04240" y="33939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754240" y="361966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18336" y="364727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29415" y="355483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736395" y="352052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737149" y="350807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22158" y="334322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744628" y="345272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799430" y="349159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746865" y="33170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799305" y="35196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738716" y="336475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552830" y="3623422"/>
              <a:ext cx="2260382" cy="437060"/>
            </a:xfrm>
            <a:custGeom>
              <a:avLst/>
              <a:pathLst>
                <a:path w="2260382" h="437060">
                  <a:moveTo>
                    <a:pt x="0" y="437060"/>
                  </a:moveTo>
                  <a:lnTo>
                    <a:pt x="145150" y="408994"/>
                  </a:lnTo>
                  <a:lnTo>
                    <a:pt x="273182" y="384238"/>
                  </a:lnTo>
                  <a:lnTo>
                    <a:pt x="387710" y="362093"/>
                  </a:lnTo>
                  <a:lnTo>
                    <a:pt x="491314" y="342061"/>
                  </a:lnTo>
                  <a:lnTo>
                    <a:pt x="585896" y="323773"/>
                  </a:lnTo>
                  <a:lnTo>
                    <a:pt x="672904" y="306949"/>
                  </a:lnTo>
                  <a:lnTo>
                    <a:pt x="753460" y="291373"/>
                  </a:lnTo>
                  <a:lnTo>
                    <a:pt x="828456" y="276872"/>
                  </a:lnTo>
                  <a:lnTo>
                    <a:pt x="898611" y="263307"/>
                  </a:lnTo>
                  <a:lnTo>
                    <a:pt x="964511" y="250565"/>
                  </a:lnTo>
                  <a:lnTo>
                    <a:pt x="1026643" y="238551"/>
                  </a:lnTo>
                  <a:lnTo>
                    <a:pt x="1085414" y="227187"/>
                  </a:lnTo>
                  <a:lnTo>
                    <a:pt x="1141171" y="216407"/>
                  </a:lnTo>
                  <a:lnTo>
                    <a:pt x="1194207" y="206152"/>
                  </a:lnTo>
                  <a:lnTo>
                    <a:pt x="1244774" y="196374"/>
                  </a:lnTo>
                  <a:lnTo>
                    <a:pt x="1293094" y="187031"/>
                  </a:lnTo>
                  <a:lnTo>
                    <a:pt x="1339357" y="178086"/>
                  </a:lnTo>
                  <a:lnTo>
                    <a:pt x="1383731" y="169506"/>
                  </a:lnTo>
                  <a:lnTo>
                    <a:pt x="1426365" y="161262"/>
                  </a:lnTo>
                  <a:lnTo>
                    <a:pt x="1467389" y="153330"/>
                  </a:lnTo>
                  <a:lnTo>
                    <a:pt x="1506921" y="145686"/>
                  </a:lnTo>
                  <a:lnTo>
                    <a:pt x="1545066" y="138311"/>
                  </a:lnTo>
                  <a:lnTo>
                    <a:pt x="1581917" y="131185"/>
                  </a:lnTo>
                  <a:lnTo>
                    <a:pt x="1617560" y="124293"/>
                  </a:lnTo>
                  <a:lnTo>
                    <a:pt x="1652072" y="117620"/>
                  </a:lnTo>
                  <a:lnTo>
                    <a:pt x="1685521" y="111153"/>
                  </a:lnTo>
                  <a:lnTo>
                    <a:pt x="1717971" y="104878"/>
                  </a:lnTo>
                  <a:lnTo>
                    <a:pt x="1749481" y="98786"/>
                  </a:lnTo>
                  <a:lnTo>
                    <a:pt x="1780103" y="92865"/>
                  </a:lnTo>
                  <a:lnTo>
                    <a:pt x="1809886" y="87106"/>
                  </a:lnTo>
                  <a:lnTo>
                    <a:pt x="1838875" y="81501"/>
                  </a:lnTo>
                  <a:lnTo>
                    <a:pt x="1867111" y="76041"/>
                  </a:lnTo>
                  <a:lnTo>
                    <a:pt x="1894632" y="70720"/>
                  </a:lnTo>
                  <a:lnTo>
                    <a:pt x="1921473" y="65530"/>
                  </a:lnTo>
                  <a:lnTo>
                    <a:pt x="1947667" y="60465"/>
                  </a:lnTo>
                  <a:lnTo>
                    <a:pt x="1973245" y="55519"/>
                  </a:lnTo>
                  <a:lnTo>
                    <a:pt x="1998235" y="50687"/>
                  </a:lnTo>
                  <a:lnTo>
                    <a:pt x="2022664" y="45964"/>
                  </a:lnTo>
                  <a:lnTo>
                    <a:pt x="2046555" y="41344"/>
                  </a:lnTo>
                  <a:lnTo>
                    <a:pt x="2069932" y="36824"/>
                  </a:lnTo>
                  <a:lnTo>
                    <a:pt x="2092818" y="32399"/>
                  </a:lnTo>
                  <a:lnTo>
                    <a:pt x="2115231" y="28065"/>
                  </a:lnTo>
                  <a:lnTo>
                    <a:pt x="2137192" y="23819"/>
                  </a:lnTo>
                  <a:lnTo>
                    <a:pt x="2158718" y="19657"/>
                  </a:lnTo>
                  <a:lnTo>
                    <a:pt x="2179825" y="15576"/>
                  </a:lnTo>
                  <a:lnTo>
                    <a:pt x="2200531" y="11572"/>
                  </a:lnTo>
                  <a:lnTo>
                    <a:pt x="2220850" y="7643"/>
                  </a:lnTo>
                  <a:lnTo>
                    <a:pt x="2240795" y="3787"/>
                  </a:lnTo>
                  <a:lnTo>
                    <a:pt x="226038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552830" y="3537652"/>
              <a:ext cx="2260382" cy="422023"/>
            </a:xfrm>
            <a:custGeom>
              <a:avLst/>
              <a:pathLst>
                <a:path w="2260382" h="422023">
                  <a:moveTo>
                    <a:pt x="0" y="422023"/>
                  </a:moveTo>
                  <a:lnTo>
                    <a:pt x="145150" y="394923"/>
                  </a:lnTo>
                  <a:lnTo>
                    <a:pt x="273182" y="371019"/>
                  </a:lnTo>
                  <a:lnTo>
                    <a:pt x="387710" y="349636"/>
                  </a:lnTo>
                  <a:lnTo>
                    <a:pt x="491314" y="330292"/>
                  </a:lnTo>
                  <a:lnTo>
                    <a:pt x="585896" y="312633"/>
                  </a:lnTo>
                  <a:lnTo>
                    <a:pt x="672904" y="296389"/>
                  </a:lnTo>
                  <a:lnTo>
                    <a:pt x="753460" y="281349"/>
                  </a:lnTo>
                  <a:lnTo>
                    <a:pt x="828456" y="267346"/>
                  </a:lnTo>
                  <a:lnTo>
                    <a:pt x="898611" y="254248"/>
                  </a:lnTo>
                  <a:lnTo>
                    <a:pt x="964511" y="241944"/>
                  </a:lnTo>
                  <a:lnTo>
                    <a:pt x="1026643" y="230344"/>
                  </a:lnTo>
                  <a:lnTo>
                    <a:pt x="1085414" y="219371"/>
                  </a:lnTo>
                  <a:lnTo>
                    <a:pt x="1141171" y="208961"/>
                  </a:lnTo>
                  <a:lnTo>
                    <a:pt x="1194207" y="199059"/>
                  </a:lnTo>
                  <a:lnTo>
                    <a:pt x="1244774" y="189618"/>
                  </a:lnTo>
                  <a:lnTo>
                    <a:pt x="1293094" y="180596"/>
                  </a:lnTo>
                  <a:lnTo>
                    <a:pt x="1339357" y="171959"/>
                  </a:lnTo>
                  <a:lnTo>
                    <a:pt x="1383731" y="163674"/>
                  </a:lnTo>
                  <a:lnTo>
                    <a:pt x="1426365" y="155714"/>
                  </a:lnTo>
                  <a:lnTo>
                    <a:pt x="1467389" y="148055"/>
                  </a:lnTo>
                  <a:lnTo>
                    <a:pt x="1506921" y="140674"/>
                  </a:lnTo>
                  <a:lnTo>
                    <a:pt x="1545066" y="133552"/>
                  </a:lnTo>
                  <a:lnTo>
                    <a:pt x="1581917" y="126672"/>
                  </a:lnTo>
                  <a:lnTo>
                    <a:pt x="1617560" y="120017"/>
                  </a:lnTo>
                  <a:lnTo>
                    <a:pt x="1652072" y="113574"/>
                  </a:lnTo>
                  <a:lnTo>
                    <a:pt x="1685521" y="107329"/>
                  </a:lnTo>
                  <a:lnTo>
                    <a:pt x="1717971" y="101270"/>
                  </a:lnTo>
                  <a:lnTo>
                    <a:pt x="1749481" y="95387"/>
                  </a:lnTo>
                  <a:lnTo>
                    <a:pt x="1780103" y="89670"/>
                  </a:lnTo>
                  <a:lnTo>
                    <a:pt x="1809886" y="84109"/>
                  </a:lnTo>
                  <a:lnTo>
                    <a:pt x="1838875" y="78697"/>
                  </a:lnTo>
                  <a:lnTo>
                    <a:pt x="1867111" y="73425"/>
                  </a:lnTo>
                  <a:lnTo>
                    <a:pt x="1894632" y="68287"/>
                  </a:lnTo>
                  <a:lnTo>
                    <a:pt x="1921473" y="63275"/>
                  </a:lnTo>
                  <a:lnTo>
                    <a:pt x="1947667" y="58385"/>
                  </a:lnTo>
                  <a:lnTo>
                    <a:pt x="1973245" y="53609"/>
                  </a:lnTo>
                  <a:lnTo>
                    <a:pt x="1998235" y="48943"/>
                  </a:lnTo>
                  <a:lnTo>
                    <a:pt x="2022664" y="44383"/>
                  </a:lnTo>
                  <a:lnTo>
                    <a:pt x="2046555" y="39922"/>
                  </a:lnTo>
                  <a:lnTo>
                    <a:pt x="2069932" y="35557"/>
                  </a:lnTo>
                  <a:lnTo>
                    <a:pt x="2092818" y="31284"/>
                  </a:lnTo>
                  <a:lnTo>
                    <a:pt x="2115231" y="27100"/>
                  </a:lnTo>
                  <a:lnTo>
                    <a:pt x="2137192" y="23000"/>
                  </a:lnTo>
                  <a:lnTo>
                    <a:pt x="2158718" y="18981"/>
                  </a:lnTo>
                  <a:lnTo>
                    <a:pt x="2179825" y="15040"/>
                  </a:lnTo>
                  <a:lnTo>
                    <a:pt x="2200531" y="11174"/>
                  </a:lnTo>
                  <a:lnTo>
                    <a:pt x="2220850" y="7380"/>
                  </a:lnTo>
                  <a:lnTo>
                    <a:pt x="2240795" y="3656"/>
                  </a:lnTo>
                  <a:lnTo>
                    <a:pt x="226038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552830" y="3710860"/>
              <a:ext cx="2260382" cy="331709"/>
            </a:xfrm>
            <a:custGeom>
              <a:avLst/>
              <a:pathLst>
                <a:path w="2260382" h="331709">
                  <a:moveTo>
                    <a:pt x="0" y="331709"/>
                  </a:moveTo>
                  <a:lnTo>
                    <a:pt x="145150" y="310408"/>
                  </a:lnTo>
                  <a:lnTo>
                    <a:pt x="273182" y="291620"/>
                  </a:lnTo>
                  <a:lnTo>
                    <a:pt x="387710" y="274813"/>
                  </a:lnTo>
                  <a:lnTo>
                    <a:pt x="491314" y="259609"/>
                  </a:lnTo>
                  <a:lnTo>
                    <a:pt x="585896" y="245729"/>
                  </a:lnTo>
                  <a:lnTo>
                    <a:pt x="672904" y="232961"/>
                  </a:lnTo>
                  <a:lnTo>
                    <a:pt x="753460" y="221139"/>
                  </a:lnTo>
                  <a:lnTo>
                    <a:pt x="828456" y="210134"/>
                  </a:lnTo>
                  <a:lnTo>
                    <a:pt x="898611" y="199839"/>
                  </a:lnTo>
                  <a:lnTo>
                    <a:pt x="964511" y="190168"/>
                  </a:lnTo>
                  <a:lnTo>
                    <a:pt x="1026643" y="181050"/>
                  </a:lnTo>
                  <a:lnTo>
                    <a:pt x="1085414" y="172425"/>
                  </a:lnTo>
                  <a:lnTo>
                    <a:pt x="1141171" y="164243"/>
                  </a:lnTo>
                  <a:lnTo>
                    <a:pt x="1194207" y="156460"/>
                  </a:lnTo>
                  <a:lnTo>
                    <a:pt x="1244774" y="149039"/>
                  </a:lnTo>
                  <a:lnTo>
                    <a:pt x="1293094" y="141948"/>
                  </a:lnTo>
                  <a:lnTo>
                    <a:pt x="1339357" y="135159"/>
                  </a:lnTo>
                  <a:lnTo>
                    <a:pt x="1383731" y="128647"/>
                  </a:lnTo>
                  <a:lnTo>
                    <a:pt x="1426365" y="122391"/>
                  </a:lnTo>
                  <a:lnTo>
                    <a:pt x="1467389" y="116371"/>
                  </a:lnTo>
                  <a:lnTo>
                    <a:pt x="1506921" y="110569"/>
                  </a:lnTo>
                  <a:lnTo>
                    <a:pt x="1545066" y="104972"/>
                  </a:lnTo>
                  <a:lnTo>
                    <a:pt x="1581917" y="99564"/>
                  </a:lnTo>
                  <a:lnTo>
                    <a:pt x="1617560" y="94333"/>
                  </a:lnTo>
                  <a:lnTo>
                    <a:pt x="1652072" y="89269"/>
                  </a:lnTo>
                  <a:lnTo>
                    <a:pt x="1685521" y="84360"/>
                  </a:lnTo>
                  <a:lnTo>
                    <a:pt x="1717971" y="79598"/>
                  </a:lnTo>
                  <a:lnTo>
                    <a:pt x="1749481" y="74974"/>
                  </a:lnTo>
                  <a:lnTo>
                    <a:pt x="1780103" y="70480"/>
                  </a:lnTo>
                  <a:lnTo>
                    <a:pt x="1809886" y="66109"/>
                  </a:lnTo>
                  <a:lnTo>
                    <a:pt x="1838875" y="61855"/>
                  </a:lnTo>
                  <a:lnTo>
                    <a:pt x="1867111" y="57712"/>
                  </a:lnTo>
                  <a:lnTo>
                    <a:pt x="1894632" y="53673"/>
                  </a:lnTo>
                  <a:lnTo>
                    <a:pt x="1921473" y="49734"/>
                  </a:lnTo>
                  <a:lnTo>
                    <a:pt x="1947667" y="45890"/>
                  </a:lnTo>
                  <a:lnTo>
                    <a:pt x="1973245" y="42137"/>
                  </a:lnTo>
                  <a:lnTo>
                    <a:pt x="1998235" y="38469"/>
                  </a:lnTo>
                  <a:lnTo>
                    <a:pt x="2022664" y="34885"/>
                  </a:lnTo>
                  <a:lnTo>
                    <a:pt x="2046555" y="31378"/>
                  </a:lnTo>
                  <a:lnTo>
                    <a:pt x="2069932" y="27948"/>
                  </a:lnTo>
                  <a:lnTo>
                    <a:pt x="2092818" y="24589"/>
                  </a:lnTo>
                  <a:lnTo>
                    <a:pt x="2115231" y="21300"/>
                  </a:lnTo>
                  <a:lnTo>
                    <a:pt x="2137192" y="18078"/>
                  </a:lnTo>
                  <a:lnTo>
                    <a:pt x="2158718" y="14919"/>
                  </a:lnTo>
                  <a:lnTo>
                    <a:pt x="2179825" y="11821"/>
                  </a:lnTo>
                  <a:lnTo>
                    <a:pt x="2200531" y="8783"/>
                  </a:lnTo>
                  <a:lnTo>
                    <a:pt x="2220850" y="5801"/>
                  </a:lnTo>
                  <a:lnTo>
                    <a:pt x="2240795" y="2874"/>
                  </a:lnTo>
                  <a:lnTo>
                    <a:pt x="226038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552830" y="3305128"/>
              <a:ext cx="2260382" cy="462228"/>
            </a:xfrm>
            <a:custGeom>
              <a:avLst/>
              <a:pathLst>
                <a:path w="2260382" h="462228">
                  <a:moveTo>
                    <a:pt x="0" y="462228"/>
                  </a:moveTo>
                  <a:lnTo>
                    <a:pt x="145150" y="432546"/>
                  </a:lnTo>
                  <a:lnTo>
                    <a:pt x="273182" y="406365"/>
                  </a:lnTo>
                  <a:lnTo>
                    <a:pt x="387710" y="382945"/>
                  </a:lnTo>
                  <a:lnTo>
                    <a:pt x="491314" y="361759"/>
                  </a:lnTo>
                  <a:lnTo>
                    <a:pt x="585896" y="342417"/>
                  </a:lnTo>
                  <a:lnTo>
                    <a:pt x="672904" y="324625"/>
                  </a:lnTo>
                  <a:lnTo>
                    <a:pt x="753460" y="308152"/>
                  </a:lnTo>
                  <a:lnTo>
                    <a:pt x="828456" y="292816"/>
                  </a:lnTo>
                  <a:lnTo>
                    <a:pt x="898611" y="278470"/>
                  </a:lnTo>
                  <a:lnTo>
                    <a:pt x="964511" y="264994"/>
                  </a:lnTo>
                  <a:lnTo>
                    <a:pt x="1026643" y="252288"/>
                  </a:lnTo>
                  <a:lnTo>
                    <a:pt x="1085414" y="240270"/>
                  </a:lnTo>
                  <a:lnTo>
                    <a:pt x="1141171" y="228868"/>
                  </a:lnTo>
                  <a:lnTo>
                    <a:pt x="1194207" y="218023"/>
                  </a:lnTo>
                  <a:lnTo>
                    <a:pt x="1244774" y="207682"/>
                  </a:lnTo>
                  <a:lnTo>
                    <a:pt x="1293094" y="197801"/>
                  </a:lnTo>
                  <a:lnTo>
                    <a:pt x="1339357" y="188341"/>
                  </a:lnTo>
                  <a:lnTo>
                    <a:pt x="1383731" y="179267"/>
                  </a:lnTo>
                  <a:lnTo>
                    <a:pt x="1426365" y="170549"/>
                  </a:lnTo>
                  <a:lnTo>
                    <a:pt x="1467389" y="162160"/>
                  </a:lnTo>
                  <a:lnTo>
                    <a:pt x="1506921" y="154076"/>
                  </a:lnTo>
                  <a:lnTo>
                    <a:pt x="1545066" y="146275"/>
                  </a:lnTo>
                  <a:lnTo>
                    <a:pt x="1581917" y="138740"/>
                  </a:lnTo>
                  <a:lnTo>
                    <a:pt x="1617560" y="131451"/>
                  </a:lnTo>
                  <a:lnTo>
                    <a:pt x="1652072" y="124394"/>
                  </a:lnTo>
                  <a:lnTo>
                    <a:pt x="1685521" y="117554"/>
                  </a:lnTo>
                  <a:lnTo>
                    <a:pt x="1717971" y="110918"/>
                  </a:lnTo>
                  <a:lnTo>
                    <a:pt x="1749481" y="104474"/>
                  </a:lnTo>
                  <a:lnTo>
                    <a:pt x="1780103" y="98212"/>
                  </a:lnTo>
                  <a:lnTo>
                    <a:pt x="1809886" y="92122"/>
                  </a:lnTo>
                  <a:lnTo>
                    <a:pt x="1838875" y="86194"/>
                  </a:lnTo>
                  <a:lnTo>
                    <a:pt x="1867111" y="80420"/>
                  </a:lnTo>
                  <a:lnTo>
                    <a:pt x="1894632" y="74792"/>
                  </a:lnTo>
                  <a:lnTo>
                    <a:pt x="1921473" y="69303"/>
                  </a:lnTo>
                  <a:lnTo>
                    <a:pt x="1947667" y="63947"/>
                  </a:lnTo>
                  <a:lnTo>
                    <a:pt x="1973245" y="58716"/>
                  </a:lnTo>
                  <a:lnTo>
                    <a:pt x="1998235" y="53606"/>
                  </a:lnTo>
                  <a:lnTo>
                    <a:pt x="2022664" y="48611"/>
                  </a:lnTo>
                  <a:lnTo>
                    <a:pt x="2046555" y="43725"/>
                  </a:lnTo>
                  <a:lnTo>
                    <a:pt x="2069932" y="38945"/>
                  </a:lnTo>
                  <a:lnTo>
                    <a:pt x="2092818" y="34265"/>
                  </a:lnTo>
                  <a:lnTo>
                    <a:pt x="2115231" y="29682"/>
                  </a:lnTo>
                  <a:lnTo>
                    <a:pt x="2137192" y="25191"/>
                  </a:lnTo>
                  <a:lnTo>
                    <a:pt x="2158718" y="20789"/>
                  </a:lnTo>
                  <a:lnTo>
                    <a:pt x="2179825" y="16473"/>
                  </a:lnTo>
                  <a:lnTo>
                    <a:pt x="2200531" y="12238"/>
                  </a:lnTo>
                  <a:lnTo>
                    <a:pt x="2220850" y="8083"/>
                  </a:lnTo>
                  <a:lnTo>
                    <a:pt x="2240795" y="4005"/>
                  </a:lnTo>
                  <a:lnTo>
                    <a:pt x="226038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552830" y="3593745"/>
              <a:ext cx="2260382" cy="344260"/>
            </a:xfrm>
            <a:custGeom>
              <a:avLst/>
              <a:pathLst>
                <a:path w="2260382" h="344260">
                  <a:moveTo>
                    <a:pt x="0" y="344260"/>
                  </a:moveTo>
                  <a:lnTo>
                    <a:pt x="145150" y="322154"/>
                  </a:lnTo>
                  <a:lnTo>
                    <a:pt x="273182" y="302654"/>
                  </a:lnTo>
                  <a:lnTo>
                    <a:pt x="387710" y="285211"/>
                  </a:lnTo>
                  <a:lnTo>
                    <a:pt x="491314" y="269432"/>
                  </a:lnTo>
                  <a:lnTo>
                    <a:pt x="585896" y="255027"/>
                  </a:lnTo>
                  <a:lnTo>
                    <a:pt x="672904" y="241776"/>
                  </a:lnTo>
                  <a:lnTo>
                    <a:pt x="753460" y="229507"/>
                  </a:lnTo>
                  <a:lnTo>
                    <a:pt x="828456" y="218085"/>
                  </a:lnTo>
                  <a:lnTo>
                    <a:pt x="898611" y="207400"/>
                  </a:lnTo>
                  <a:lnTo>
                    <a:pt x="964511" y="197363"/>
                  </a:lnTo>
                  <a:lnTo>
                    <a:pt x="1026643" y="187901"/>
                  </a:lnTo>
                  <a:lnTo>
                    <a:pt x="1085414" y="178949"/>
                  </a:lnTo>
                  <a:lnTo>
                    <a:pt x="1141171" y="170458"/>
                  </a:lnTo>
                  <a:lnTo>
                    <a:pt x="1194207" y="162380"/>
                  </a:lnTo>
                  <a:lnTo>
                    <a:pt x="1244774" y="154679"/>
                  </a:lnTo>
                  <a:lnTo>
                    <a:pt x="1293094" y="147319"/>
                  </a:lnTo>
                  <a:lnTo>
                    <a:pt x="1339357" y="140274"/>
                  </a:lnTo>
                  <a:lnTo>
                    <a:pt x="1383731" y="133515"/>
                  </a:lnTo>
                  <a:lnTo>
                    <a:pt x="1426365" y="127022"/>
                  </a:lnTo>
                  <a:lnTo>
                    <a:pt x="1467389" y="120774"/>
                  </a:lnTo>
                  <a:lnTo>
                    <a:pt x="1506921" y="114753"/>
                  </a:lnTo>
                  <a:lnTo>
                    <a:pt x="1545066" y="108944"/>
                  </a:lnTo>
                  <a:lnTo>
                    <a:pt x="1581917" y="103331"/>
                  </a:lnTo>
                  <a:lnTo>
                    <a:pt x="1617560" y="97903"/>
                  </a:lnTo>
                  <a:lnTo>
                    <a:pt x="1652072" y="92646"/>
                  </a:lnTo>
                  <a:lnTo>
                    <a:pt x="1685521" y="87552"/>
                  </a:lnTo>
                  <a:lnTo>
                    <a:pt x="1717971" y="82610"/>
                  </a:lnTo>
                  <a:lnTo>
                    <a:pt x="1749481" y="77811"/>
                  </a:lnTo>
                  <a:lnTo>
                    <a:pt x="1780103" y="73147"/>
                  </a:lnTo>
                  <a:lnTo>
                    <a:pt x="1809886" y="68611"/>
                  </a:lnTo>
                  <a:lnTo>
                    <a:pt x="1838875" y="64196"/>
                  </a:lnTo>
                  <a:lnTo>
                    <a:pt x="1867111" y="59895"/>
                  </a:lnTo>
                  <a:lnTo>
                    <a:pt x="1894632" y="55704"/>
                  </a:lnTo>
                  <a:lnTo>
                    <a:pt x="1921473" y="51616"/>
                  </a:lnTo>
                  <a:lnTo>
                    <a:pt x="1947667" y="47627"/>
                  </a:lnTo>
                  <a:lnTo>
                    <a:pt x="1973245" y="43731"/>
                  </a:lnTo>
                  <a:lnTo>
                    <a:pt x="1998235" y="39925"/>
                  </a:lnTo>
                  <a:lnTo>
                    <a:pt x="2022664" y="36204"/>
                  </a:lnTo>
                  <a:lnTo>
                    <a:pt x="2046555" y="32566"/>
                  </a:lnTo>
                  <a:lnTo>
                    <a:pt x="2069932" y="29005"/>
                  </a:lnTo>
                  <a:lnTo>
                    <a:pt x="2092818" y="25520"/>
                  </a:lnTo>
                  <a:lnTo>
                    <a:pt x="2115231" y="22106"/>
                  </a:lnTo>
                  <a:lnTo>
                    <a:pt x="2137192" y="18762"/>
                  </a:lnTo>
                  <a:lnTo>
                    <a:pt x="2158718" y="15483"/>
                  </a:lnTo>
                  <a:lnTo>
                    <a:pt x="2179825" y="12268"/>
                  </a:lnTo>
                  <a:lnTo>
                    <a:pt x="2200531" y="9115"/>
                  </a:lnTo>
                  <a:lnTo>
                    <a:pt x="2220850" y="6020"/>
                  </a:lnTo>
                  <a:lnTo>
                    <a:pt x="2240795" y="2983"/>
                  </a:lnTo>
                  <a:lnTo>
                    <a:pt x="226038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552830" y="3402733"/>
              <a:ext cx="2260382" cy="309866"/>
            </a:xfrm>
            <a:custGeom>
              <a:avLst/>
              <a:pathLst>
                <a:path w="2260382" h="309866">
                  <a:moveTo>
                    <a:pt x="0" y="309866"/>
                  </a:moveTo>
                  <a:lnTo>
                    <a:pt x="145150" y="289968"/>
                  </a:lnTo>
                  <a:lnTo>
                    <a:pt x="273182" y="272416"/>
                  </a:lnTo>
                  <a:lnTo>
                    <a:pt x="387710" y="256716"/>
                  </a:lnTo>
                  <a:lnTo>
                    <a:pt x="491314" y="242514"/>
                  </a:lnTo>
                  <a:lnTo>
                    <a:pt x="585896" y="229548"/>
                  </a:lnTo>
                  <a:lnTo>
                    <a:pt x="672904" y="217620"/>
                  </a:lnTo>
                  <a:lnTo>
                    <a:pt x="753460" y="206577"/>
                  </a:lnTo>
                  <a:lnTo>
                    <a:pt x="828456" y="196296"/>
                  </a:lnTo>
                  <a:lnTo>
                    <a:pt x="898611" y="186679"/>
                  </a:lnTo>
                  <a:lnTo>
                    <a:pt x="964511" y="177645"/>
                  </a:lnTo>
                  <a:lnTo>
                    <a:pt x="1026643" y="169128"/>
                  </a:lnTo>
                  <a:lnTo>
                    <a:pt x="1085414" y="161071"/>
                  </a:lnTo>
                  <a:lnTo>
                    <a:pt x="1141171" y="153427"/>
                  </a:lnTo>
                  <a:lnTo>
                    <a:pt x="1194207" y="146157"/>
                  </a:lnTo>
                  <a:lnTo>
                    <a:pt x="1244774" y="139225"/>
                  </a:lnTo>
                  <a:lnTo>
                    <a:pt x="1293094" y="132601"/>
                  </a:lnTo>
                  <a:lnTo>
                    <a:pt x="1339357" y="126259"/>
                  </a:lnTo>
                  <a:lnTo>
                    <a:pt x="1383731" y="120176"/>
                  </a:lnTo>
                  <a:lnTo>
                    <a:pt x="1426365" y="114331"/>
                  </a:lnTo>
                  <a:lnTo>
                    <a:pt x="1467389" y="108708"/>
                  </a:lnTo>
                  <a:lnTo>
                    <a:pt x="1506921" y="103288"/>
                  </a:lnTo>
                  <a:lnTo>
                    <a:pt x="1545066" y="98059"/>
                  </a:lnTo>
                  <a:lnTo>
                    <a:pt x="1581917" y="93007"/>
                  </a:lnTo>
                  <a:lnTo>
                    <a:pt x="1617560" y="88121"/>
                  </a:lnTo>
                  <a:lnTo>
                    <a:pt x="1652072" y="83390"/>
                  </a:lnTo>
                  <a:lnTo>
                    <a:pt x="1685521" y="78805"/>
                  </a:lnTo>
                  <a:lnTo>
                    <a:pt x="1717971" y="74356"/>
                  </a:lnTo>
                  <a:lnTo>
                    <a:pt x="1749481" y="70037"/>
                  </a:lnTo>
                  <a:lnTo>
                    <a:pt x="1780103" y="65839"/>
                  </a:lnTo>
                  <a:lnTo>
                    <a:pt x="1809886" y="61756"/>
                  </a:lnTo>
                  <a:lnTo>
                    <a:pt x="1838875" y="57782"/>
                  </a:lnTo>
                  <a:lnTo>
                    <a:pt x="1867111" y="53911"/>
                  </a:lnTo>
                  <a:lnTo>
                    <a:pt x="1894632" y="50139"/>
                  </a:lnTo>
                  <a:lnTo>
                    <a:pt x="1921473" y="46459"/>
                  </a:lnTo>
                  <a:lnTo>
                    <a:pt x="1947667" y="42868"/>
                  </a:lnTo>
                  <a:lnTo>
                    <a:pt x="1973245" y="39362"/>
                  </a:lnTo>
                  <a:lnTo>
                    <a:pt x="1998235" y="35936"/>
                  </a:lnTo>
                  <a:lnTo>
                    <a:pt x="2022664" y="32587"/>
                  </a:lnTo>
                  <a:lnTo>
                    <a:pt x="2046555" y="29312"/>
                  </a:lnTo>
                  <a:lnTo>
                    <a:pt x="2069932" y="26107"/>
                  </a:lnTo>
                  <a:lnTo>
                    <a:pt x="2092818" y="22970"/>
                  </a:lnTo>
                  <a:lnTo>
                    <a:pt x="2115231" y="19898"/>
                  </a:lnTo>
                  <a:lnTo>
                    <a:pt x="2137192" y="16887"/>
                  </a:lnTo>
                  <a:lnTo>
                    <a:pt x="2158718" y="13936"/>
                  </a:lnTo>
                  <a:lnTo>
                    <a:pt x="2179825" y="11043"/>
                  </a:lnTo>
                  <a:lnTo>
                    <a:pt x="2200531" y="8204"/>
                  </a:lnTo>
                  <a:lnTo>
                    <a:pt x="2220850" y="5419"/>
                  </a:lnTo>
                  <a:lnTo>
                    <a:pt x="2240795" y="2685"/>
                  </a:lnTo>
                  <a:lnTo>
                    <a:pt x="226038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552830" y="3511435"/>
              <a:ext cx="2260382" cy="9877"/>
            </a:xfrm>
            <a:custGeom>
              <a:avLst/>
              <a:pathLst>
                <a:path w="2260382" h="9877">
                  <a:moveTo>
                    <a:pt x="0" y="9877"/>
                  </a:moveTo>
                  <a:lnTo>
                    <a:pt x="145150" y="9243"/>
                  </a:lnTo>
                  <a:lnTo>
                    <a:pt x="273182" y="8684"/>
                  </a:lnTo>
                  <a:lnTo>
                    <a:pt x="387710" y="8183"/>
                  </a:lnTo>
                  <a:lnTo>
                    <a:pt x="491314" y="7730"/>
                  </a:lnTo>
                  <a:lnTo>
                    <a:pt x="585896" y="7317"/>
                  </a:lnTo>
                  <a:lnTo>
                    <a:pt x="672904" y="6937"/>
                  </a:lnTo>
                  <a:lnTo>
                    <a:pt x="753460" y="6585"/>
                  </a:lnTo>
                  <a:lnTo>
                    <a:pt x="828456" y="6257"/>
                  </a:lnTo>
                  <a:lnTo>
                    <a:pt x="898611" y="5950"/>
                  </a:lnTo>
                  <a:lnTo>
                    <a:pt x="964511" y="5662"/>
                  </a:lnTo>
                  <a:lnTo>
                    <a:pt x="1026643" y="5391"/>
                  </a:lnTo>
                  <a:lnTo>
                    <a:pt x="1085414" y="5134"/>
                  </a:lnTo>
                  <a:lnTo>
                    <a:pt x="1141171" y="4890"/>
                  </a:lnTo>
                  <a:lnTo>
                    <a:pt x="1194207" y="4659"/>
                  </a:lnTo>
                  <a:lnTo>
                    <a:pt x="1244774" y="4438"/>
                  </a:lnTo>
                  <a:lnTo>
                    <a:pt x="1293094" y="4227"/>
                  </a:lnTo>
                  <a:lnTo>
                    <a:pt x="1339357" y="4024"/>
                  </a:lnTo>
                  <a:lnTo>
                    <a:pt x="1383731" y="3830"/>
                  </a:lnTo>
                  <a:lnTo>
                    <a:pt x="1426365" y="3644"/>
                  </a:lnTo>
                  <a:lnTo>
                    <a:pt x="1467389" y="3465"/>
                  </a:lnTo>
                  <a:lnTo>
                    <a:pt x="1506921" y="3292"/>
                  </a:lnTo>
                  <a:lnTo>
                    <a:pt x="1545066" y="3125"/>
                  </a:lnTo>
                  <a:lnTo>
                    <a:pt x="1581917" y="2964"/>
                  </a:lnTo>
                  <a:lnTo>
                    <a:pt x="1617560" y="2809"/>
                  </a:lnTo>
                  <a:lnTo>
                    <a:pt x="1652072" y="2658"/>
                  </a:lnTo>
                  <a:lnTo>
                    <a:pt x="1685521" y="2512"/>
                  </a:lnTo>
                  <a:lnTo>
                    <a:pt x="1717971" y="2370"/>
                  </a:lnTo>
                  <a:lnTo>
                    <a:pt x="1749481" y="2232"/>
                  </a:lnTo>
                  <a:lnTo>
                    <a:pt x="1780103" y="2098"/>
                  </a:lnTo>
                  <a:lnTo>
                    <a:pt x="1809886" y="1968"/>
                  </a:lnTo>
                  <a:lnTo>
                    <a:pt x="1838875" y="1841"/>
                  </a:lnTo>
                  <a:lnTo>
                    <a:pt x="1867111" y="1718"/>
                  </a:lnTo>
                  <a:lnTo>
                    <a:pt x="1894632" y="1598"/>
                  </a:lnTo>
                  <a:lnTo>
                    <a:pt x="1921473" y="1481"/>
                  </a:lnTo>
                  <a:lnTo>
                    <a:pt x="1947667" y="1366"/>
                  </a:lnTo>
                  <a:lnTo>
                    <a:pt x="1973245" y="1254"/>
                  </a:lnTo>
                  <a:lnTo>
                    <a:pt x="1998235" y="1145"/>
                  </a:lnTo>
                  <a:lnTo>
                    <a:pt x="2022664" y="1038"/>
                  </a:lnTo>
                  <a:lnTo>
                    <a:pt x="2046555" y="934"/>
                  </a:lnTo>
                  <a:lnTo>
                    <a:pt x="2069932" y="832"/>
                  </a:lnTo>
                  <a:lnTo>
                    <a:pt x="2092818" y="732"/>
                  </a:lnTo>
                  <a:lnTo>
                    <a:pt x="2115231" y="634"/>
                  </a:lnTo>
                  <a:lnTo>
                    <a:pt x="2137192" y="538"/>
                  </a:lnTo>
                  <a:lnTo>
                    <a:pt x="2158718" y="444"/>
                  </a:lnTo>
                  <a:lnTo>
                    <a:pt x="2179825" y="352"/>
                  </a:lnTo>
                  <a:lnTo>
                    <a:pt x="2200531" y="261"/>
                  </a:lnTo>
                  <a:lnTo>
                    <a:pt x="2220850" y="172"/>
                  </a:lnTo>
                  <a:lnTo>
                    <a:pt x="2240795" y="85"/>
                  </a:lnTo>
                  <a:lnTo>
                    <a:pt x="2260382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552830" y="3785527"/>
              <a:ext cx="2260382" cy="210856"/>
            </a:xfrm>
            <a:custGeom>
              <a:avLst/>
              <a:pathLst>
                <a:path w="2260382" h="210856">
                  <a:moveTo>
                    <a:pt x="0" y="210856"/>
                  </a:moveTo>
                  <a:lnTo>
                    <a:pt x="145150" y="197315"/>
                  </a:lnTo>
                  <a:lnTo>
                    <a:pt x="273182" y="185372"/>
                  </a:lnTo>
                  <a:lnTo>
                    <a:pt x="387710" y="174689"/>
                  </a:lnTo>
                  <a:lnTo>
                    <a:pt x="491314" y="165024"/>
                  </a:lnTo>
                  <a:lnTo>
                    <a:pt x="585896" y="156201"/>
                  </a:lnTo>
                  <a:lnTo>
                    <a:pt x="672904" y="148085"/>
                  </a:lnTo>
                  <a:lnTo>
                    <a:pt x="753460" y="140570"/>
                  </a:lnTo>
                  <a:lnTo>
                    <a:pt x="828456" y="133574"/>
                  </a:lnTo>
                  <a:lnTo>
                    <a:pt x="898611" y="127030"/>
                  </a:lnTo>
                  <a:lnTo>
                    <a:pt x="964511" y="120883"/>
                  </a:lnTo>
                  <a:lnTo>
                    <a:pt x="1026643" y="115087"/>
                  </a:lnTo>
                  <a:lnTo>
                    <a:pt x="1085414" y="109604"/>
                  </a:lnTo>
                  <a:lnTo>
                    <a:pt x="1141171" y="104403"/>
                  </a:lnTo>
                  <a:lnTo>
                    <a:pt x="1194207" y="99456"/>
                  </a:lnTo>
                  <a:lnTo>
                    <a:pt x="1244774" y="94739"/>
                  </a:lnTo>
                  <a:lnTo>
                    <a:pt x="1293094" y="90231"/>
                  </a:lnTo>
                  <a:lnTo>
                    <a:pt x="1339357" y="85916"/>
                  </a:lnTo>
                  <a:lnTo>
                    <a:pt x="1383731" y="81776"/>
                  </a:lnTo>
                  <a:lnTo>
                    <a:pt x="1426365" y="77799"/>
                  </a:lnTo>
                  <a:lnTo>
                    <a:pt x="1467389" y="73973"/>
                  </a:lnTo>
                  <a:lnTo>
                    <a:pt x="1506921" y="70285"/>
                  </a:lnTo>
                  <a:lnTo>
                    <a:pt x="1545066" y="66727"/>
                  </a:lnTo>
                  <a:lnTo>
                    <a:pt x="1581917" y="63289"/>
                  </a:lnTo>
                  <a:lnTo>
                    <a:pt x="1617560" y="59964"/>
                  </a:lnTo>
                  <a:lnTo>
                    <a:pt x="1652072" y="56745"/>
                  </a:lnTo>
                  <a:lnTo>
                    <a:pt x="1685521" y="53624"/>
                  </a:lnTo>
                  <a:lnTo>
                    <a:pt x="1717971" y="50597"/>
                  </a:lnTo>
                  <a:lnTo>
                    <a:pt x="1749481" y="47658"/>
                  </a:lnTo>
                  <a:lnTo>
                    <a:pt x="1780103" y="44801"/>
                  </a:lnTo>
                  <a:lnTo>
                    <a:pt x="1809886" y="42023"/>
                  </a:lnTo>
                  <a:lnTo>
                    <a:pt x="1838875" y="39319"/>
                  </a:lnTo>
                  <a:lnTo>
                    <a:pt x="1867111" y="36685"/>
                  </a:lnTo>
                  <a:lnTo>
                    <a:pt x="1894632" y="34118"/>
                  </a:lnTo>
                  <a:lnTo>
                    <a:pt x="1921473" y="31614"/>
                  </a:lnTo>
                  <a:lnTo>
                    <a:pt x="1947667" y="29171"/>
                  </a:lnTo>
                  <a:lnTo>
                    <a:pt x="1973245" y="26785"/>
                  </a:lnTo>
                  <a:lnTo>
                    <a:pt x="1998235" y="24453"/>
                  </a:lnTo>
                  <a:lnTo>
                    <a:pt x="2022664" y="22175"/>
                  </a:lnTo>
                  <a:lnTo>
                    <a:pt x="2046555" y="19946"/>
                  </a:lnTo>
                  <a:lnTo>
                    <a:pt x="2069932" y="17765"/>
                  </a:lnTo>
                  <a:lnTo>
                    <a:pt x="2092818" y="15630"/>
                  </a:lnTo>
                  <a:lnTo>
                    <a:pt x="2115231" y="13540"/>
                  </a:lnTo>
                  <a:lnTo>
                    <a:pt x="2137192" y="11491"/>
                  </a:lnTo>
                  <a:lnTo>
                    <a:pt x="2158718" y="9483"/>
                  </a:lnTo>
                  <a:lnTo>
                    <a:pt x="2179825" y="7514"/>
                  </a:lnTo>
                  <a:lnTo>
                    <a:pt x="2200531" y="5583"/>
                  </a:lnTo>
                  <a:lnTo>
                    <a:pt x="2220850" y="3687"/>
                  </a:lnTo>
                  <a:lnTo>
                    <a:pt x="2240795" y="1827"/>
                  </a:lnTo>
                  <a:lnTo>
                    <a:pt x="226038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1552830" y="3755343"/>
              <a:ext cx="2260382" cy="302463"/>
            </a:xfrm>
            <a:custGeom>
              <a:avLst/>
              <a:pathLst>
                <a:path w="2260382" h="302463">
                  <a:moveTo>
                    <a:pt x="0" y="302463"/>
                  </a:moveTo>
                  <a:lnTo>
                    <a:pt x="145150" y="283041"/>
                  </a:lnTo>
                  <a:lnTo>
                    <a:pt x="273182" y="265909"/>
                  </a:lnTo>
                  <a:lnTo>
                    <a:pt x="387710" y="250583"/>
                  </a:lnTo>
                  <a:lnTo>
                    <a:pt x="491314" y="236720"/>
                  </a:lnTo>
                  <a:lnTo>
                    <a:pt x="585896" y="224064"/>
                  </a:lnTo>
                  <a:lnTo>
                    <a:pt x="672904" y="212421"/>
                  </a:lnTo>
                  <a:lnTo>
                    <a:pt x="753460" y="201642"/>
                  </a:lnTo>
                  <a:lnTo>
                    <a:pt x="828456" y="191607"/>
                  </a:lnTo>
                  <a:lnTo>
                    <a:pt x="898611" y="182219"/>
                  </a:lnTo>
                  <a:lnTo>
                    <a:pt x="964511" y="173401"/>
                  </a:lnTo>
                  <a:lnTo>
                    <a:pt x="1026643" y="165087"/>
                  </a:lnTo>
                  <a:lnTo>
                    <a:pt x="1085414" y="157223"/>
                  </a:lnTo>
                  <a:lnTo>
                    <a:pt x="1141171" y="149762"/>
                  </a:lnTo>
                  <a:lnTo>
                    <a:pt x="1194207" y="142665"/>
                  </a:lnTo>
                  <a:lnTo>
                    <a:pt x="1244774" y="135899"/>
                  </a:lnTo>
                  <a:lnTo>
                    <a:pt x="1293094" y="129433"/>
                  </a:lnTo>
                  <a:lnTo>
                    <a:pt x="1339357" y="123243"/>
                  </a:lnTo>
                  <a:lnTo>
                    <a:pt x="1383731" y="117305"/>
                  </a:lnTo>
                  <a:lnTo>
                    <a:pt x="1426365" y="111600"/>
                  </a:lnTo>
                  <a:lnTo>
                    <a:pt x="1467389" y="106111"/>
                  </a:lnTo>
                  <a:lnTo>
                    <a:pt x="1506921" y="100821"/>
                  </a:lnTo>
                  <a:lnTo>
                    <a:pt x="1545066" y="95717"/>
                  </a:lnTo>
                  <a:lnTo>
                    <a:pt x="1581917" y="90785"/>
                  </a:lnTo>
                  <a:lnTo>
                    <a:pt x="1617560" y="86016"/>
                  </a:lnTo>
                  <a:lnTo>
                    <a:pt x="1652072" y="81398"/>
                  </a:lnTo>
                  <a:lnTo>
                    <a:pt x="1685521" y="76922"/>
                  </a:lnTo>
                  <a:lnTo>
                    <a:pt x="1717971" y="72580"/>
                  </a:lnTo>
                  <a:lnTo>
                    <a:pt x="1749481" y="68364"/>
                  </a:lnTo>
                  <a:lnTo>
                    <a:pt x="1780103" y="64266"/>
                  </a:lnTo>
                  <a:lnTo>
                    <a:pt x="1809886" y="60281"/>
                  </a:lnTo>
                  <a:lnTo>
                    <a:pt x="1838875" y="56402"/>
                  </a:lnTo>
                  <a:lnTo>
                    <a:pt x="1867111" y="52623"/>
                  </a:lnTo>
                  <a:lnTo>
                    <a:pt x="1894632" y="48941"/>
                  </a:lnTo>
                  <a:lnTo>
                    <a:pt x="1921473" y="45349"/>
                  </a:lnTo>
                  <a:lnTo>
                    <a:pt x="1947667" y="41844"/>
                  </a:lnTo>
                  <a:lnTo>
                    <a:pt x="1973245" y="38422"/>
                  </a:lnTo>
                  <a:lnTo>
                    <a:pt x="1998235" y="35078"/>
                  </a:lnTo>
                  <a:lnTo>
                    <a:pt x="2022664" y="31809"/>
                  </a:lnTo>
                  <a:lnTo>
                    <a:pt x="2046555" y="28612"/>
                  </a:lnTo>
                  <a:lnTo>
                    <a:pt x="2069932" y="25484"/>
                  </a:lnTo>
                  <a:lnTo>
                    <a:pt x="2092818" y="22421"/>
                  </a:lnTo>
                  <a:lnTo>
                    <a:pt x="2115231" y="19422"/>
                  </a:lnTo>
                  <a:lnTo>
                    <a:pt x="2137192" y="16484"/>
                  </a:lnTo>
                  <a:lnTo>
                    <a:pt x="2158718" y="13603"/>
                  </a:lnTo>
                  <a:lnTo>
                    <a:pt x="2179825" y="10779"/>
                  </a:lnTo>
                  <a:lnTo>
                    <a:pt x="2200531" y="8008"/>
                  </a:lnTo>
                  <a:lnTo>
                    <a:pt x="2220850" y="5289"/>
                  </a:lnTo>
                  <a:lnTo>
                    <a:pt x="2240795" y="2620"/>
                  </a:lnTo>
                  <a:lnTo>
                    <a:pt x="226038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1552830" y="3506801"/>
              <a:ext cx="2260382" cy="326718"/>
            </a:xfrm>
            <a:custGeom>
              <a:avLst/>
              <a:pathLst>
                <a:path w="2260382" h="326718">
                  <a:moveTo>
                    <a:pt x="0" y="326718"/>
                  </a:moveTo>
                  <a:lnTo>
                    <a:pt x="145150" y="305738"/>
                  </a:lnTo>
                  <a:lnTo>
                    <a:pt x="273182" y="287232"/>
                  </a:lnTo>
                  <a:lnTo>
                    <a:pt x="387710" y="270678"/>
                  </a:lnTo>
                  <a:lnTo>
                    <a:pt x="491314" y="255703"/>
                  </a:lnTo>
                  <a:lnTo>
                    <a:pt x="585896" y="242032"/>
                  </a:lnTo>
                  <a:lnTo>
                    <a:pt x="672904" y="229456"/>
                  </a:lnTo>
                  <a:lnTo>
                    <a:pt x="753460" y="217812"/>
                  </a:lnTo>
                  <a:lnTo>
                    <a:pt x="828456" y="206972"/>
                  </a:lnTo>
                  <a:lnTo>
                    <a:pt x="898611" y="196832"/>
                  </a:lnTo>
                  <a:lnTo>
                    <a:pt x="964511" y="187307"/>
                  </a:lnTo>
                  <a:lnTo>
                    <a:pt x="1026643" y="178326"/>
                  </a:lnTo>
                  <a:lnTo>
                    <a:pt x="1085414" y="169831"/>
                  </a:lnTo>
                  <a:lnTo>
                    <a:pt x="1141171" y="161772"/>
                  </a:lnTo>
                  <a:lnTo>
                    <a:pt x="1194207" y="154106"/>
                  </a:lnTo>
                  <a:lnTo>
                    <a:pt x="1244774" y="146797"/>
                  </a:lnTo>
                  <a:lnTo>
                    <a:pt x="1293094" y="139813"/>
                  </a:lnTo>
                  <a:lnTo>
                    <a:pt x="1339357" y="133126"/>
                  </a:lnTo>
                  <a:lnTo>
                    <a:pt x="1383731" y="126712"/>
                  </a:lnTo>
                  <a:lnTo>
                    <a:pt x="1426365" y="120550"/>
                  </a:lnTo>
                  <a:lnTo>
                    <a:pt x="1467389" y="114620"/>
                  </a:lnTo>
                  <a:lnTo>
                    <a:pt x="1506921" y="108906"/>
                  </a:lnTo>
                  <a:lnTo>
                    <a:pt x="1545066" y="103392"/>
                  </a:lnTo>
                  <a:lnTo>
                    <a:pt x="1581917" y="98066"/>
                  </a:lnTo>
                  <a:lnTo>
                    <a:pt x="1617560" y="92914"/>
                  </a:lnTo>
                  <a:lnTo>
                    <a:pt x="1652072" y="87926"/>
                  </a:lnTo>
                  <a:lnTo>
                    <a:pt x="1685521" y="83091"/>
                  </a:lnTo>
                  <a:lnTo>
                    <a:pt x="1717971" y="78400"/>
                  </a:lnTo>
                  <a:lnTo>
                    <a:pt x="1749481" y="73846"/>
                  </a:lnTo>
                  <a:lnTo>
                    <a:pt x="1780103" y="69420"/>
                  </a:lnTo>
                  <a:lnTo>
                    <a:pt x="1809886" y="65115"/>
                  </a:lnTo>
                  <a:lnTo>
                    <a:pt x="1838875" y="60925"/>
                  </a:lnTo>
                  <a:lnTo>
                    <a:pt x="1867111" y="56843"/>
                  </a:lnTo>
                  <a:lnTo>
                    <a:pt x="1894632" y="52866"/>
                  </a:lnTo>
                  <a:lnTo>
                    <a:pt x="1921473" y="48986"/>
                  </a:lnTo>
                  <a:lnTo>
                    <a:pt x="1947667" y="45200"/>
                  </a:lnTo>
                  <a:lnTo>
                    <a:pt x="1973245" y="41503"/>
                  </a:lnTo>
                  <a:lnTo>
                    <a:pt x="1998235" y="37891"/>
                  </a:lnTo>
                  <a:lnTo>
                    <a:pt x="2022664" y="34360"/>
                  </a:lnTo>
                  <a:lnTo>
                    <a:pt x="2046555" y="30906"/>
                  </a:lnTo>
                  <a:lnTo>
                    <a:pt x="2069932" y="27527"/>
                  </a:lnTo>
                  <a:lnTo>
                    <a:pt x="2092818" y="24219"/>
                  </a:lnTo>
                  <a:lnTo>
                    <a:pt x="2115231" y="20980"/>
                  </a:lnTo>
                  <a:lnTo>
                    <a:pt x="2137192" y="17806"/>
                  </a:lnTo>
                  <a:lnTo>
                    <a:pt x="2158718" y="14694"/>
                  </a:lnTo>
                  <a:lnTo>
                    <a:pt x="2179825" y="11643"/>
                  </a:lnTo>
                  <a:lnTo>
                    <a:pt x="2200531" y="8650"/>
                  </a:lnTo>
                  <a:lnTo>
                    <a:pt x="2220850" y="5714"/>
                  </a:lnTo>
                  <a:lnTo>
                    <a:pt x="2240795" y="2831"/>
                  </a:lnTo>
                  <a:lnTo>
                    <a:pt x="226038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rc288"/>
            <p:cNvSpPr/>
            <p:nvPr/>
          </p:nvSpPr>
          <p:spPr>
            <a:xfrm>
              <a:off x="1404926" y="2951788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1404926" y="2951788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tx290"/>
            <p:cNvSpPr/>
            <p:nvPr/>
          </p:nvSpPr>
          <p:spPr>
            <a:xfrm rot="-5400000">
              <a:off x="1235360" y="407488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2" name="tx291"/>
            <p:cNvSpPr/>
            <p:nvPr/>
          </p:nvSpPr>
          <p:spPr>
            <a:xfrm rot="-5400000">
              <a:off x="1235360" y="383154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93" name="tx292"/>
            <p:cNvSpPr/>
            <p:nvPr/>
          </p:nvSpPr>
          <p:spPr>
            <a:xfrm rot="-5400000">
              <a:off x="1235360" y="358821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94" name="tx293"/>
            <p:cNvSpPr/>
            <p:nvPr/>
          </p:nvSpPr>
          <p:spPr>
            <a:xfrm rot="-5400000">
              <a:off x="1235360" y="334487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5" name="tx294"/>
            <p:cNvSpPr/>
            <p:nvPr/>
          </p:nvSpPr>
          <p:spPr>
            <a:xfrm rot="-5400000">
              <a:off x="1235360" y="310153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6" name="pl295"/>
            <p:cNvSpPr/>
            <p:nvPr/>
          </p:nvSpPr>
          <p:spPr>
            <a:xfrm>
              <a:off x="1376458" y="41113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376458" y="38679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376458" y="36246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376458" y="33813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376458" y="313797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1404926" y="4158463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1552830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2306291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3059751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3813212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5"/>
            <p:cNvSpPr/>
            <p:nvPr/>
          </p:nvSpPr>
          <p:spPr>
            <a:xfrm rot="-5400000">
              <a:off x="1029178" y="3509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07" name="tx306"/>
            <p:cNvSpPr/>
            <p:nvPr/>
          </p:nvSpPr>
          <p:spPr>
            <a:xfrm>
              <a:off x="1404926" y="2775248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8" name="rc307"/>
            <p:cNvSpPr/>
            <p:nvPr/>
          </p:nvSpPr>
          <p:spPr>
            <a:xfrm>
              <a:off x="4262365" y="2951788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431481" y="368265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407182" y="30907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424052" y="374450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354434" y="353622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381743" y="378731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356895" y="301142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351380" y="29785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379761" y="32999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370985" y="391842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4446183" y="358692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160219" y="382567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197907" y="337870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75942" y="374906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163283" y="39563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122015" y="364876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99234" y="33543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095372" y="402560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45820" y="39321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097980" y="381326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16164" y="402382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30427" y="392263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55227" y="40211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163066" y="37802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47617" y="373148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109488" y="351174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18720" y="354895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91957" y="382779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098993" y="407554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918076" y="381816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842631" y="38733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937069" y="38523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866856" y="39003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911699" y="314539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845017" y="318699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886880" y="366562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933712" y="38097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892699" y="391259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851666" y="363439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944970" y="344637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857710" y="39614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938517" y="330893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928895" y="361877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856177" y="36708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898478" y="390581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871138" y="344589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10499" y="365507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908320" y="342546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5891967" y="363056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602806" y="376859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693125" y="385383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684232" y="364393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630654" y="34548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675174" y="362089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660357" y="36570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621465" y="37838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675788" y="36917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614888" y="378399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591562" y="370980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605166" y="34894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656080" y="323820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686083" y="37971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684401" y="39346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619675" y="390414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590902" y="368614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47800" y="384723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627617" y="375416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656694" y="330751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691639" y="36008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654614" y="36774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660411" y="36316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687268" y="39018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649628" y="359286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4429722" y="3615771"/>
              <a:ext cx="2238303" cy="145443"/>
            </a:xfrm>
            <a:custGeom>
              <a:avLst/>
              <a:pathLst>
                <a:path w="2238303" h="145443">
                  <a:moveTo>
                    <a:pt x="0" y="0"/>
                  </a:moveTo>
                  <a:lnTo>
                    <a:pt x="143732" y="9339"/>
                  </a:lnTo>
                  <a:lnTo>
                    <a:pt x="270513" y="17577"/>
                  </a:lnTo>
                  <a:lnTo>
                    <a:pt x="383923" y="24947"/>
                  </a:lnTo>
                  <a:lnTo>
                    <a:pt x="486515" y="31613"/>
                  </a:lnTo>
                  <a:lnTo>
                    <a:pt x="580173" y="37699"/>
                  </a:lnTo>
                  <a:lnTo>
                    <a:pt x="666331" y="43297"/>
                  </a:lnTo>
                  <a:lnTo>
                    <a:pt x="746101" y="48481"/>
                  </a:lnTo>
                  <a:lnTo>
                    <a:pt x="820364" y="53306"/>
                  </a:lnTo>
                  <a:lnTo>
                    <a:pt x="889833" y="57820"/>
                  </a:lnTo>
                  <a:lnTo>
                    <a:pt x="955090" y="62060"/>
                  </a:lnTo>
                  <a:lnTo>
                    <a:pt x="1016615" y="66058"/>
                  </a:lnTo>
                  <a:lnTo>
                    <a:pt x="1074812" y="69840"/>
                  </a:lnTo>
                  <a:lnTo>
                    <a:pt x="1130024" y="73428"/>
                  </a:lnTo>
                  <a:lnTo>
                    <a:pt x="1182542" y="76840"/>
                  </a:lnTo>
                  <a:lnTo>
                    <a:pt x="1232616" y="80094"/>
                  </a:lnTo>
                  <a:lnTo>
                    <a:pt x="1280464" y="83203"/>
                  </a:lnTo>
                  <a:lnTo>
                    <a:pt x="1326275" y="86180"/>
                  </a:lnTo>
                  <a:lnTo>
                    <a:pt x="1370215" y="89035"/>
                  </a:lnTo>
                  <a:lnTo>
                    <a:pt x="1412432" y="91778"/>
                  </a:lnTo>
                  <a:lnTo>
                    <a:pt x="1453056" y="94418"/>
                  </a:lnTo>
                  <a:lnTo>
                    <a:pt x="1492202" y="96962"/>
                  </a:lnTo>
                  <a:lnTo>
                    <a:pt x="1529974" y="99416"/>
                  </a:lnTo>
                  <a:lnTo>
                    <a:pt x="1566466" y="101787"/>
                  </a:lnTo>
                  <a:lnTo>
                    <a:pt x="1601760" y="104081"/>
                  </a:lnTo>
                  <a:lnTo>
                    <a:pt x="1635935" y="106301"/>
                  </a:lnTo>
                  <a:lnTo>
                    <a:pt x="1669057" y="108453"/>
                  </a:lnTo>
                  <a:lnTo>
                    <a:pt x="1701191" y="110542"/>
                  </a:lnTo>
                  <a:lnTo>
                    <a:pt x="1732393" y="112569"/>
                  </a:lnTo>
                  <a:lnTo>
                    <a:pt x="1762716" y="114539"/>
                  </a:lnTo>
                  <a:lnTo>
                    <a:pt x="1792208" y="116456"/>
                  </a:lnTo>
                  <a:lnTo>
                    <a:pt x="1820914" y="118321"/>
                  </a:lnTo>
                  <a:lnTo>
                    <a:pt x="1848874" y="120138"/>
                  </a:lnTo>
                  <a:lnTo>
                    <a:pt x="1876126" y="121909"/>
                  </a:lnTo>
                  <a:lnTo>
                    <a:pt x="1902705" y="123636"/>
                  </a:lnTo>
                  <a:lnTo>
                    <a:pt x="1928643" y="125321"/>
                  </a:lnTo>
                  <a:lnTo>
                    <a:pt x="1953971" y="126967"/>
                  </a:lnTo>
                  <a:lnTo>
                    <a:pt x="1978717" y="128575"/>
                  </a:lnTo>
                  <a:lnTo>
                    <a:pt x="2002907" y="130147"/>
                  </a:lnTo>
                  <a:lnTo>
                    <a:pt x="2026565" y="131684"/>
                  </a:lnTo>
                  <a:lnTo>
                    <a:pt x="2049714" y="133188"/>
                  </a:lnTo>
                  <a:lnTo>
                    <a:pt x="2072376" y="134661"/>
                  </a:lnTo>
                  <a:lnTo>
                    <a:pt x="2094570" y="136103"/>
                  </a:lnTo>
                  <a:lnTo>
                    <a:pt x="2116316" y="137516"/>
                  </a:lnTo>
                  <a:lnTo>
                    <a:pt x="2137632" y="138901"/>
                  </a:lnTo>
                  <a:lnTo>
                    <a:pt x="2158533" y="140259"/>
                  </a:lnTo>
                  <a:lnTo>
                    <a:pt x="2179037" y="141592"/>
                  </a:lnTo>
                  <a:lnTo>
                    <a:pt x="2199157" y="142899"/>
                  </a:lnTo>
                  <a:lnTo>
                    <a:pt x="2218908" y="144182"/>
                  </a:lnTo>
                  <a:lnTo>
                    <a:pt x="2238303" y="145443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4429722" y="3323754"/>
              <a:ext cx="2238303" cy="448551"/>
            </a:xfrm>
            <a:custGeom>
              <a:avLst/>
              <a:pathLst>
                <a:path w="2238303" h="448551">
                  <a:moveTo>
                    <a:pt x="0" y="0"/>
                  </a:moveTo>
                  <a:lnTo>
                    <a:pt x="143732" y="28803"/>
                  </a:lnTo>
                  <a:lnTo>
                    <a:pt x="270513" y="54210"/>
                  </a:lnTo>
                  <a:lnTo>
                    <a:pt x="383923" y="76937"/>
                  </a:lnTo>
                  <a:lnTo>
                    <a:pt x="486515" y="97496"/>
                  </a:lnTo>
                  <a:lnTo>
                    <a:pt x="580173" y="116265"/>
                  </a:lnTo>
                  <a:lnTo>
                    <a:pt x="666331" y="133531"/>
                  </a:lnTo>
                  <a:lnTo>
                    <a:pt x="746101" y="149517"/>
                  </a:lnTo>
                  <a:lnTo>
                    <a:pt x="820364" y="164399"/>
                  </a:lnTo>
                  <a:lnTo>
                    <a:pt x="889833" y="178320"/>
                  </a:lnTo>
                  <a:lnTo>
                    <a:pt x="955090" y="191398"/>
                  </a:lnTo>
                  <a:lnTo>
                    <a:pt x="1016615" y="203727"/>
                  </a:lnTo>
                  <a:lnTo>
                    <a:pt x="1074812" y="215390"/>
                  </a:lnTo>
                  <a:lnTo>
                    <a:pt x="1130024" y="226454"/>
                  </a:lnTo>
                  <a:lnTo>
                    <a:pt x="1182542" y="236979"/>
                  </a:lnTo>
                  <a:lnTo>
                    <a:pt x="1232616" y="247013"/>
                  </a:lnTo>
                  <a:lnTo>
                    <a:pt x="1280464" y="256602"/>
                  </a:lnTo>
                  <a:lnTo>
                    <a:pt x="1326275" y="265782"/>
                  </a:lnTo>
                  <a:lnTo>
                    <a:pt x="1370215" y="274588"/>
                  </a:lnTo>
                  <a:lnTo>
                    <a:pt x="1412432" y="283048"/>
                  </a:lnTo>
                  <a:lnTo>
                    <a:pt x="1453056" y="291189"/>
                  </a:lnTo>
                  <a:lnTo>
                    <a:pt x="1492202" y="299034"/>
                  </a:lnTo>
                  <a:lnTo>
                    <a:pt x="1529974" y="306603"/>
                  </a:lnTo>
                  <a:lnTo>
                    <a:pt x="1566466" y="313916"/>
                  </a:lnTo>
                  <a:lnTo>
                    <a:pt x="1601760" y="320989"/>
                  </a:lnTo>
                  <a:lnTo>
                    <a:pt x="1635935" y="327837"/>
                  </a:lnTo>
                  <a:lnTo>
                    <a:pt x="1669057" y="334475"/>
                  </a:lnTo>
                  <a:lnTo>
                    <a:pt x="1701191" y="340915"/>
                  </a:lnTo>
                  <a:lnTo>
                    <a:pt x="1732393" y="347167"/>
                  </a:lnTo>
                  <a:lnTo>
                    <a:pt x="1762716" y="353244"/>
                  </a:lnTo>
                  <a:lnTo>
                    <a:pt x="1792208" y="359154"/>
                  </a:lnTo>
                  <a:lnTo>
                    <a:pt x="1820914" y="364907"/>
                  </a:lnTo>
                  <a:lnTo>
                    <a:pt x="1848874" y="370510"/>
                  </a:lnTo>
                  <a:lnTo>
                    <a:pt x="1876126" y="375971"/>
                  </a:lnTo>
                  <a:lnTo>
                    <a:pt x="1902705" y="381298"/>
                  </a:lnTo>
                  <a:lnTo>
                    <a:pt x="1928643" y="386496"/>
                  </a:lnTo>
                  <a:lnTo>
                    <a:pt x="1953971" y="391571"/>
                  </a:lnTo>
                  <a:lnTo>
                    <a:pt x="1978717" y="396530"/>
                  </a:lnTo>
                  <a:lnTo>
                    <a:pt x="2002907" y="401378"/>
                  </a:lnTo>
                  <a:lnTo>
                    <a:pt x="2026565" y="406119"/>
                  </a:lnTo>
                  <a:lnTo>
                    <a:pt x="2049714" y="410758"/>
                  </a:lnTo>
                  <a:lnTo>
                    <a:pt x="2072376" y="415299"/>
                  </a:lnTo>
                  <a:lnTo>
                    <a:pt x="2094570" y="419747"/>
                  </a:lnTo>
                  <a:lnTo>
                    <a:pt x="2116316" y="424105"/>
                  </a:lnTo>
                  <a:lnTo>
                    <a:pt x="2137632" y="428377"/>
                  </a:lnTo>
                  <a:lnTo>
                    <a:pt x="2158533" y="432565"/>
                  </a:lnTo>
                  <a:lnTo>
                    <a:pt x="2179037" y="436674"/>
                  </a:lnTo>
                  <a:lnTo>
                    <a:pt x="2199157" y="440706"/>
                  </a:lnTo>
                  <a:lnTo>
                    <a:pt x="2218908" y="444664"/>
                  </a:lnTo>
                  <a:lnTo>
                    <a:pt x="2238303" y="44855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429722" y="3732032"/>
              <a:ext cx="2238303" cy="70036"/>
            </a:xfrm>
            <a:custGeom>
              <a:avLst/>
              <a:pathLst>
                <a:path w="2238303" h="70036">
                  <a:moveTo>
                    <a:pt x="0" y="70036"/>
                  </a:moveTo>
                  <a:lnTo>
                    <a:pt x="143732" y="65539"/>
                  </a:lnTo>
                  <a:lnTo>
                    <a:pt x="270513" y="61572"/>
                  </a:lnTo>
                  <a:lnTo>
                    <a:pt x="383923" y="58023"/>
                  </a:lnTo>
                  <a:lnTo>
                    <a:pt x="486515" y="54813"/>
                  </a:lnTo>
                  <a:lnTo>
                    <a:pt x="580173" y="51883"/>
                  </a:lnTo>
                  <a:lnTo>
                    <a:pt x="666331" y="49187"/>
                  </a:lnTo>
                  <a:lnTo>
                    <a:pt x="746101" y="46691"/>
                  </a:lnTo>
                  <a:lnTo>
                    <a:pt x="820364" y="44367"/>
                  </a:lnTo>
                  <a:lnTo>
                    <a:pt x="889833" y="42193"/>
                  </a:lnTo>
                  <a:lnTo>
                    <a:pt x="955090" y="40151"/>
                  </a:lnTo>
                  <a:lnTo>
                    <a:pt x="1016615" y="38226"/>
                  </a:lnTo>
                  <a:lnTo>
                    <a:pt x="1074812" y="36405"/>
                  </a:lnTo>
                  <a:lnTo>
                    <a:pt x="1130024" y="34678"/>
                  </a:lnTo>
                  <a:lnTo>
                    <a:pt x="1182542" y="33034"/>
                  </a:lnTo>
                  <a:lnTo>
                    <a:pt x="1232616" y="31468"/>
                  </a:lnTo>
                  <a:lnTo>
                    <a:pt x="1280464" y="29970"/>
                  </a:lnTo>
                  <a:lnTo>
                    <a:pt x="1326275" y="28537"/>
                  </a:lnTo>
                  <a:lnTo>
                    <a:pt x="1370215" y="27162"/>
                  </a:lnTo>
                  <a:lnTo>
                    <a:pt x="1412432" y="25841"/>
                  </a:lnTo>
                  <a:lnTo>
                    <a:pt x="1453056" y="24570"/>
                  </a:lnTo>
                  <a:lnTo>
                    <a:pt x="1492202" y="23345"/>
                  </a:lnTo>
                  <a:lnTo>
                    <a:pt x="1529974" y="22163"/>
                  </a:lnTo>
                  <a:lnTo>
                    <a:pt x="1566466" y="21021"/>
                  </a:lnTo>
                  <a:lnTo>
                    <a:pt x="1601760" y="19917"/>
                  </a:lnTo>
                  <a:lnTo>
                    <a:pt x="1635935" y="18848"/>
                  </a:lnTo>
                  <a:lnTo>
                    <a:pt x="1669057" y="17811"/>
                  </a:lnTo>
                  <a:lnTo>
                    <a:pt x="1701191" y="16806"/>
                  </a:lnTo>
                  <a:lnTo>
                    <a:pt x="1732393" y="15830"/>
                  </a:lnTo>
                  <a:lnTo>
                    <a:pt x="1762716" y="14881"/>
                  </a:lnTo>
                  <a:lnTo>
                    <a:pt x="1792208" y="13958"/>
                  </a:lnTo>
                  <a:lnTo>
                    <a:pt x="1820914" y="13060"/>
                  </a:lnTo>
                  <a:lnTo>
                    <a:pt x="1848874" y="12185"/>
                  </a:lnTo>
                  <a:lnTo>
                    <a:pt x="1876126" y="11332"/>
                  </a:lnTo>
                  <a:lnTo>
                    <a:pt x="1902705" y="10500"/>
                  </a:lnTo>
                  <a:lnTo>
                    <a:pt x="1928643" y="9689"/>
                  </a:lnTo>
                  <a:lnTo>
                    <a:pt x="1953971" y="8896"/>
                  </a:lnTo>
                  <a:lnTo>
                    <a:pt x="1978717" y="8122"/>
                  </a:lnTo>
                  <a:lnTo>
                    <a:pt x="2002907" y="7365"/>
                  </a:lnTo>
                  <a:lnTo>
                    <a:pt x="2026565" y="6625"/>
                  </a:lnTo>
                  <a:lnTo>
                    <a:pt x="2049714" y="5900"/>
                  </a:lnTo>
                  <a:lnTo>
                    <a:pt x="2072376" y="5191"/>
                  </a:lnTo>
                  <a:lnTo>
                    <a:pt x="2094570" y="4497"/>
                  </a:lnTo>
                  <a:lnTo>
                    <a:pt x="2116316" y="3816"/>
                  </a:lnTo>
                  <a:lnTo>
                    <a:pt x="2137632" y="3150"/>
                  </a:lnTo>
                  <a:lnTo>
                    <a:pt x="2158533" y="2496"/>
                  </a:lnTo>
                  <a:lnTo>
                    <a:pt x="2179037" y="1854"/>
                  </a:lnTo>
                  <a:lnTo>
                    <a:pt x="2199157" y="1224"/>
                  </a:lnTo>
                  <a:lnTo>
                    <a:pt x="2218908" y="606"/>
                  </a:lnTo>
                  <a:lnTo>
                    <a:pt x="223830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429722" y="3398408"/>
              <a:ext cx="2238303" cy="317687"/>
            </a:xfrm>
            <a:custGeom>
              <a:avLst/>
              <a:pathLst>
                <a:path w="2238303" h="317687">
                  <a:moveTo>
                    <a:pt x="0" y="317687"/>
                  </a:moveTo>
                  <a:lnTo>
                    <a:pt x="143732" y="297286"/>
                  </a:lnTo>
                  <a:lnTo>
                    <a:pt x="270513" y="279292"/>
                  </a:lnTo>
                  <a:lnTo>
                    <a:pt x="383923" y="263195"/>
                  </a:lnTo>
                  <a:lnTo>
                    <a:pt x="486515" y="248634"/>
                  </a:lnTo>
                  <a:lnTo>
                    <a:pt x="580173" y="235341"/>
                  </a:lnTo>
                  <a:lnTo>
                    <a:pt x="666331" y="223113"/>
                  </a:lnTo>
                  <a:lnTo>
                    <a:pt x="746101" y="211791"/>
                  </a:lnTo>
                  <a:lnTo>
                    <a:pt x="820364" y="201250"/>
                  </a:lnTo>
                  <a:lnTo>
                    <a:pt x="889833" y="191391"/>
                  </a:lnTo>
                  <a:lnTo>
                    <a:pt x="955090" y="182129"/>
                  </a:lnTo>
                  <a:lnTo>
                    <a:pt x="1016615" y="173396"/>
                  </a:lnTo>
                  <a:lnTo>
                    <a:pt x="1074812" y="165136"/>
                  </a:lnTo>
                  <a:lnTo>
                    <a:pt x="1130024" y="157300"/>
                  </a:lnTo>
                  <a:lnTo>
                    <a:pt x="1182542" y="149846"/>
                  </a:lnTo>
                  <a:lnTo>
                    <a:pt x="1232616" y="142739"/>
                  </a:lnTo>
                  <a:lnTo>
                    <a:pt x="1280464" y="135948"/>
                  </a:lnTo>
                  <a:lnTo>
                    <a:pt x="1326275" y="129446"/>
                  </a:lnTo>
                  <a:lnTo>
                    <a:pt x="1370215" y="123209"/>
                  </a:lnTo>
                  <a:lnTo>
                    <a:pt x="1412432" y="117217"/>
                  </a:lnTo>
                  <a:lnTo>
                    <a:pt x="1453056" y="111451"/>
                  </a:lnTo>
                  <a:lnTo>
                    <a:pt x="1492202" y="105895"/>
                  </a:lnTo>
                  <a:lnTo>
                    <a:pt x="1529974" y="100534"/>
                  </a:lnTo>
                  <a:lnTo>
                    <a:pt x="1566466" y="95355"/>
                  </a:lnTo>
                  <a:lnTo>
                    <a:pt x="1601760" y="90345"/>
                  </a:lnTo>
                  <a:lnTo>
                    <a:pt x="1635935" y="85495"/>
                  </a:lnTo>
                  <a:lnTo>
                    <a:pt x="1669057" y="80794"/>
                  </a:lnTo>
                  <a:lnTo>
                    <a:pt x="1701191" y="76233"/>
                  </a:lnTo>
                  <a:lnTo>
                    <a:pt x="1732393" y="71804"/>
                  </a:lnTo>
                  <a:lnTo>
                    <a:pt x="1762716" y="67501"/>
                  </a:lnTo>
                  <a:lnTo>
                    <a:pt x="1792208" y="63315"/>
                  </a:lnTo>
                  <a:lnTo>
                    <a:pt x="1820914" y="59240"/>
                  </a:lnTo>
                  <a:lnTo>
                    <a:pt x="1848874" y="55272"/>
                  </a:lnTo>
                  <a:lnTo>
                    <a:pt x="1876126" y="51404"/>
                  </a:lnTo>
                  <a:lnTo>
                    <a:pt x="1902705" y="47632"/>
                  </a:lnTo>
                  <a:lnTo>
                    <a:pt x="1928643" y="43950"/>
                  </a:lnTo>
                  <a:lnTo>
                    <a:pt x="1953971" y="40355"/>
                  </a:lnTo>
                  <a:lnTo>
                    <a:pt x="1978717" y="36843"/>
                  </a:lnTo>
                  <a:lnTo>
                    <a:pt x="2002907" y="33410"/>
                  </a:lnTo>
                  <a:lnTo>
                    <a:pt x="2026565" y="30052"/>
                  </a:lnTo>
                  <a:lnTo>
                    <a:pt x="2049714" y="26766"/>
                  </a:lnTo>
                  <a:lnTo>
                    <a:pt x="2072376" y="23550"/>
                  </a:lnTo>
                  <a:lnTo>
                    <a:pt x="2094570" y="20400"/>
                  </a:lnTo>
                  <a:lnTo>
                    <a:pt x="2116316" y="17313"/>
                  </a:lnTo>
                  <a:lnTo>
                    <a:pt x="2137632" y="14288"/>
                  </a:lnTo>
                  <a:lnTo>
                    <a:pt x="2158533" y="11321"/>
                  </a:lnTo>
                  <a:lnTo>
                    <a:pt x="2179037" y="8411"/>
                  </a:lnTo>
                  <a:lnTo>
                    <a:pt x="2199157" y="5556"/>
                  </a:lnTo>
                  <a:lnTo>
                    <a:pt x="2218908" y="2752"/>
                  </a:lnTo>
                  <a:lnTo>
                    <a:pt x="223830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429722" y="3510658"/>
              <a:ext cx="2238303" cy="319085"/>
            </a:xfrm>
            <a:custGeom>
              <a:avLst/>
              <a:pathLst>
                <a:path w="2238303" h="319085">
                  <a:moveTo>
                    <a:pt x="0" y="319085"/>
                  </a:moveTo>
                  <a:lnTo>
                    <a:pt x="143732" y="298595"/>
                  </a:lnTo>
                  <a:lnTo>
                    <a:pt x="270513" y="280521"/>
                  </a:lnTo>
                  <a:lnTo>
                    <a:pt x="383923" y="264354"/>
                  </a:lnTo>
                  <a:lnTo>
                    <a:pt x="486515" y="249729"/>
                  </a:lnTo>
                  <a:lnTo>
                    <a:pt x="580173" y="236377"/>
                  </a:lnTo>
                  <a:lnTo>
                    <a:pt x="666331" y="224095"/>
                  </a:lnTo>
                  <a:lnTo>
                    <a:pt x="746101" y="212723"/>
                  </a:lnTo>
                  <a:lnTo>
                    <a:pt x="820364" y="202136"/>
                  </a:lnTo>
                  <a:lnTo>
                    <a:pt x="889833" y="192233"/>
                  </a:lnTo>
                  <a:lnTo>
                    <a:pt x="955090" y="182930"/>
                  </a:lnTo>
                  <a:lnTo>
                    <a:pt x="1016615" y="174160"/>
                  </a:lnTo>
                  <a:lnTo>
                    <a:pt x="1074812" y="165863"/>
                  </a:lnTo>
                  <a:lnTo>
                    <a:pt x="1130024" y="157992"/>
                  </a:lnTo>
                  <a:lnTo>
                    <a:pt x="1182542" y="150506"/>
                  </a:lnTo>
                  <a:lnTo>
                    <a:pt x="1232616" y="143367"/>
                  </a:lnTo>
                  <a:lnTo>
                    <a:pt x="1280464" y="136546"/>
                  </a:lnTo>
                  <a:lnTo>
                    <a:pt x="1326275" y="130015"/>
                  </a:lnTo>
                  <a:lnTo>
                    <a:pt x="1370215" y="123751"/>
                  </a:lnTo>
                  <a:lnTo>
                    <a:pt x="1412432" y="117733"/>
                  </a:lnTo>
                  <a:lnTo>
                    <a:pt x="1453056" y="111942"/>
                  </a:lnTo>
                  <a:lnTo>
                    <a:pt x="1492202" y="106361"/>
                  </a:lnTo>
                  <a:lnTo>
                    <a:pt x="1529974" y="100977"/>
                  </a:lnTo>
                  <a:lnTo>
                    <a:pt x="1566466" y="95775"/>
                  </a:lnTo>
                  <a:lnTo>
                    <a:pt x="1601760" y="90743"/>
                  </a:lnTo>
                  <a:lnTo>
                    <a:pt x="1635935" y="85871"/>
                  </a:lnTo>
                  <a:lnTo>
                    <a:pt x="1669057" y="81149"/>
                  </a:lnTo>
                  <a:lnTo>
                    <a:pt x="1701191" y="76569"/>
                  </a:lnTo>
                  <a:lnTo>
                    <a:pt x="1732393" y="72120"/>
                  </a:lnTo>
                  <a:lnTo>
                    <a:pt x="1762716" y="67798"/>
                  </a:lnTo>
                  <a:lnTo>
                    <a:pt x="1792208" y="63593"/>
                  </a:lnTo>
                  <a:lnTo>
                    <a:pt x="1820914" y="59501"/>
                  </a:lnTo>
                  <a:lnTo>
                    <a:pt x="1848874" y="55515"/>
                  </a:lnTo>
                  <a:lnTo>
                    <a:pt x="1876126" y="51630"/>
                  </a:lnTo>
                  <a:lnTo>
                    <a:pt x="1902705" y="47841"/>
                  </a:lnTo>
                  <a:lnTo>
                    <a:pt x="1928643" y="44144"/>
                  </a:lnTo>
                  <a:lnTo>
                    <a:pt x="1953971" y="40533"/>
                  </a:lnTo>
                  <a:lnTo>
                    <a:pt x="1978717" y="37005"/>
                  </a:lnTo>
                  <a:lnTo>
                    <a:pt x="2002907" y="33557"/>
                  </a:lnTo>
                  <a:lnTo>
                    <a:pt x="2026565" y="30184"/>
                  </a:lnTo>
                  <a:lnTo>
                    <a:pt x="2049714" y="26884"/>
                  </a:lnTo>
                  <a:lnTo>
                    <a:pt x="2072376" y="23654"/>
                  </a:lnTo>
                  <a:lnTo>
                    <a:pt x="2094570" y="20490"/>
                  </a:lnTo>
                  <a:lnTo>
                    <a:pt x="2116316" y="17390"/>
                  </a:lnTo>
                  <a:lnTo>
                    <a:pt x="2137632" y="14351"/>
                  </a:lnTo>
                  <a:lnTo>
                    <a:pt x="2158533" y="11371"/>
                  </a:lnTo>
                  <a:lnTo>
                    <a:pt x="2179037" y="8448"/>
                  </a:lnTo>
                  <a:lnTo>
                    <a:pt x="2199157" y="5580"/>
                  </a:lnTo>
                  <a:lnTo>
                    <a:pt x="2218908" y="2764"/>
                  </a:lnTo>
                  <a:lnTo>
                    <a:pt x="223830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429722" y="3334457"/>
              <a:ext cx="2238303" cy="263104"/>
            </a:xfrm>
            <a:custGeom>
              <a:avLst/>
              <a:pathLst>
                <a:path w="2238303" h="263104">
                  <a:moveTo>
                    <a:pt x="0" y="0"/>
                  </a:moveTo>
                  <a:lnTo>
                    <a:pt x="143732" y="16895"/>
                  </a:lnTo>
                  <a:lnTo>
                    <a:pt x="270513" y="31798"/>
                  </a:lnTo>
                  <a:lnTo>
                    <a:pt x="383923" y="45128"/>
                  </a:lnTo>
                  <a:lnTo>
                    <a:pt x="486515" y="57188"/>
                  </a:lnTo>
                  <a:lnTo>
                    <a:pt x="580173" y="68197"/>
                  </a:lnTo>
                  <a:lnTo>
                    <a:pt x="666331" y="78325"/>
                  </a:lnTo>
                  <a:lnTo>
                    <a:pt x="746101" y="87701"/>
                  </a:lnTo>
                  <a:lnTo>
                    <a:pt x="820364" y="96431"/>
                  </a:lnTo>
                  <a:lnTo>
                    <a:pt x="889833" y="104596"/>
                  </a:lnTo>
                  <a:lnTo>
                    <a:pt x="955090" y="112267"/>
                  </a:lnTo>
                  <a:lnTo>
                    <a:pt x="1016615" y="119499"/>
                  </a:lnTo>
                  <a:lnTo>
                    <a:pt x="1074812" y="126340"/>
                  </a:lnTo>
                  <a:lnTo>
                    <a:pt x="1130024" y="132830"/>
                  </a:lnTo>
                  <a:lnTo>
                    <a:pt x="1182542" y="139003"/>
                  </a:lnTo>
                  <a:lnTo>
                    <a:pt x="1232616" y="144889"/>
                  </a:lnTo>
                  <a:lnTo>
                    <a:pt x="1280464" y="150514"/>
                  </a:lnTo>
                  <a:lnTo>
                    <a:pt x="1326275" y="155899"/>
                  </a:lnTo>
                  <a:lnTo>
                    <a:pt x="1370215" y="161064"/>
                  </a:lnTo>
                  <a:lnTo>
                    <a:pt x="1412432" y="166026"/>
                  </a:lnTo>
                  <a:lnTo>
                    <a:pt x="1453056" y="170801"/>
                  </a:lnTo>
                  <a:lnTo>
                    <a:pt x="1492202" y="175403"/>
                  </a:lnTo>
                  <a:lnTo>
                    <a:pt x="1529974" y="179843"/>
                  </a:lnTo>
                  <a:lnTo>
                    <a:pt x="1566466" y="184132"/>
                  </a:lnTo>
                  <a:lnTo>
                    <a:pt x="1601760" y="188281"/>
                  </a:lnTo>
                  <a:lnTo>
                    <a:pt x="1635935" y="192298"/>
                  </a:lnTo>
                  <a:lnTo>
                    <a:pt x="1669057" y="196192"/>
                  </a:lnTo>
                  <a:lnTo>
                    <a:pt x="1701191" y="199969"/>
                  </a:lnTo>
                  <a:lnTo>
                    <a:pt x="1732393" y="203636"/>
                  </a:lnTo>
                  <a:lnTo>
                    <a:pt x="1762716" y="207201"/>
                  </a:lnTo>
                  <a:lnTo>
                    <a:pt x="1792208" y="210668"/>
                  </a:lnTo>
                  <a:lnTo>
                    <a:pt x="1820914" y="214042"/>
                  </a:lnTo>
                  <a:lnTo>
                    <a:pt x="1848874" y="217328"/>
                  </a:lnTo>
                  <a:lnTo>
                    <a:pt x="1876126" y="220532"/>
                  </a:lnTo>
                  <a:lnTo>
                    <a:pt x="1902705" y="223656"/>
                  </a:lnTo>
                  <a:lnTo>
                    <a:pt x="1928643" y="226705"/>
                  </a:lnTo>
                  <a:lnTo>
                    <a:pt x="1953971" y="229682"/>
                  </a:lnTo>
                  <a:lnTo>
                    <a:pt x="1978717" y="232591"/>
                  </a:lnTo>
                  <a:lnTo>
                    <a:pt x="2002907" y="235434"/>
                  </a:lnTo>
                  <a:lnTo>
                    <a:pt x="2026565" y="238215"/>
                  </a:lnTo>
                  <a:lnTo>
                    <a:pt x="2049714" y="240936"/>
                  </a:lnTo>
                  <a:lnTo>
                    <a:pt x="2072376" y="243600"/>
                  </a:lnTo>
                  <a:lnTo>
                    <a:pt x="2094570" y="246209"/>
                  </a:lnTo>
                  <a:lnTo>
                    <a:pt x="2116316" y="248765"/>
                  </a:lnTo>
                  <a:lnTo>
                    <a:pt x="2137632" y="251271"/>
                  </a:lnTo>
                  <a:lnTo>
                    <a:pt x="2158533" y="253728"/>
                  </a:lnTo>
                  <a:lnTo>
                    <a:pt x="2179037" y="256138"/>
                  </a:lnTo>
                  <a:lnTo>
                    <a:pt x="2199157" y="258503"/>
                  </a:lnTo>
                  <a:lnTo>
                    <a:pt x="2218908" y="260825"/>
                  </a:lnTo>
                  <a:lnTo>
                    <a:pt x="2238303" y="263104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429722" y="3392797"/>
              <a:ext cx="2238303" cy="435185"/>
            </a:xfrm>
            <a:custGeom>
              <a:avLst/>
              <a:pathLst>
                <a:path w="2238303" h="435185">
                  <a:moveTo>
                    <a:pt x="0" y="0"/>
                  </a:moveTo>
                  <a:lnTo>
                    <a:pt x="143732" y="27945"/>
                  </a:lnTo>
                  <a:lnTo>
                    <a:pt x="270513" y="52595"/>
                  </a:lnTo>
                  <a:lnTo>
                    <a:pt x="383923" y="74644"/>
                  </a:lnTo>
                  <a:lnTo>
                    <a:pt x="486515" y="94591"/>
                  </a:lnTo>
                  <a:lnTo>
                    <a:pt x="580173" y="112801"/>
                  </a:lnTo>
                  <a:lnTo>
                    <a:pt x="666331" y="129552"/>
                  </a:lnTo>
                  <a:lnTo>
                    <a:pt x="746101" y="145061"/>
                  </a:lnTo>
                  <a:lnTo>
                    <a:pt x="820364" y="159500"/>
                  </a:lnTo>
                  <a:lnTo>
                    <a:pt x="889833" y="173007"/>
                  </a:lnTo>
                  <a:lnTo>
                    <a:pt x="955090" y="185694"/>
                  </a:lnTo>
                  <a:lnTo>
                    <a:pt x="1016615" y="197656"/>
                  </a:lnTo>
                  <a:lnTo>
                    <a:pt x="1074812" y="208972"/>
                  </a:lnTo>
                  <a:lnTo>
                    <a:pt x="1130024" y="219706"/>
                  </a:lnTo>
                  <a:lnTo>
                    <a:pt x="1182542" y="229917"/>
                  </a:lnTo>
                  <a:lnTo>
                    <a:pt x="1232616" y="239653"/>
                  </a:lnTo>
                  <a:lnTo>
                    <a:pt x="1280464" y="248956"/>
                  </a:lnTo>
                  <a:lnTo>
                    <a:pt x="1326275" y="257862"/>
                  </a:lnTo>
                  <a:lnTo>
                    <a:pt x="1370215" y="266406"/>
                  </a:lnTo>
                  <a:lnTo>
                    <a:pt x="1412432" y="274614"/>
                  </a:lnTo>
                  <a:lnTo>
                    <a:pt x="1453056" y="282512"/>
                  </a:lnTo>
                  <a:lnTo>
                    <a:pt x="1492202" y="290123"/>
                  </a:lnTo>
                  <a:lnTo>
                    <a:pt x="1529974" y="297467"/>
                  </a:lnTo>
                  <a:lnTo>
                    <a:pt x="1566466" y="304562"/>
                  </a:lnTo>
                  <a:lnTo>
                    <a:pt x="1601760" y="311424"/>
                  </a:lnTo>
                  <a:lnTo>
                    <a:pt x="1635935" y="318069"/>
                  </a:lnTo>
                  <a:lnTo>
                    <a:pt x="1669057" y="324508"/>
                  </a:lnTo>
                  <a:lnTo>
                    <a:pt x="1701191" y="330756"/>
                  </a:lnTo>
                  <a:lnTo>
                    <a:pt x="1732393" y="336823"/>
                  </a:lnTo>
                  <a:lnTo>
                    <a:pt x="1762716" y="342718"/>
                  </a:lnTo>
                  <a:lnTo>
                    <a:pt x="1792208" y="348452"/>
                  </a:lnTo>
                  <a:lnTo>
                    <a:pt x="1820914" y="354033"/>
                  </a:lnTo>
                  <a:lnTo>
                    <a:pt x="1848874" y="359470"/>
                  </a:lnTo>
                  <a:lnTo>
                    <a:pt x="1876126" y="364768"/>
                  </a:lnTo>
                  <a:lnTo>
                    <a:pt x="1902705" y="369936"/>
                  </a:lnTo>
                  <a:lnTo>
                    <a:pt x="1928643" y="374979"/>
                  </a:lnTo>
                  <a:lnTo>
                    <a:pt x="1953971" y="379903"/>
                  </a:lnTo>
                  <a:lnTo>
                    <a:pt x="1978717" y="384715"/>
                  </a:lnTo>
                  <a:lnTo>
                    <a:pt x="2002907" y="389418"/>
                  </a:lnTo>
                  <a:lnTo>
                    <a:pt x="2026565" y="394017"/>
                  </a:lnTo>
                  <a:lnTo>
                    <a:pt x="2049714" y="398518"/>
                  </a:lnTo>
                  <a:lnTo>
                    <a:pt x="2072376" y="402924"/>
                  </a:lnTo>
                  <a:lnTo>
                    <a:pt x="2094570" y="407240"/>
                  </a:lnTo>
                  <a:lnTo>
                    <a:pt x="2116316" y="411468"/>
                  </a:lnTo>
                  <a:lnTo>
                    <a:pt x="2137632" y="415612"/>
                  </a:lnTo>
                  <a:lnTo>
                    <a:pt x="2158533" y="419676"/>
                  </a:lnTo>
                  <a:lnTo>
                    <a:pt x="2179037" y="423662"/>
                  </a:lnTo>
                  <a:lnTo>
                    <a:pt x="2199157" y="427574"/>
                  </a:lnTo>
                  <a:lnTo>
                    <a:pt x="2218908" y="431414"/>
                  </a:lnTo>
                  <a:lnTo>
                    <a:pt x="2238303" y="43518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429722" y="3778848"/>
              <a:ext cx="2238303" cy="197410"/>
            </a:xfrm>
            <a:custGeom>
              <a:avLst/>
              <a:pathLst>
                <a:path w="2238303" h="197410">
                  <a:moveTo>
                    <a:pt x="0" y="0"/>
                  </a:moveTo>
                  <a:lnTo>
                    <a:pt x="143732" y="12676"/>
                  </a:lnTo>
                  <a:lnTo>
                    <a:pt x="270513" y="23858"/>
                  </a:lnTo>
                  <a:lnTo>
                    <a:pt x="383923" y="33860"/>
                  </a:lnTo>
                  <a:lnTo>
                    <a:pt x="486515" y="42908"/>
                  </a:lnTo>
                  <a:lnTo>
                    <a:pt x="580173" y="51169"/>
                  </a:lnTo>
                  <a:lnTo>
                    <a:pt x="666331" y="58768"/>
                  </a:lnTo>
                  <a:lnTo>
                    <a:pt x="746101" y="65803"/>
                  </a:lnTo>
                  <a:lnTo>
                    <a:pt x="820364" y="72353"/>
                  </a:lnTo>
                  <a:lnTo>
                    <a:pt x="889833" y="78480"/>
                  </a:lnTo>
                  <a:lnTo>
                    <a:pt x="955090" y="84235"/>
                  </a:lnTo>
                  <a:lnTo>
                    <a:pt x="1016615" y="89661"/>
                  </a:lnTo>
                  <a:lnTo>
                    <a:pt x="1074812" y="94794"/>
                  </a:lnTo>
                  <a:lnTo>
                    <a:pt x="1130024" y="99664"/>
                  </a:lnTo>
                  <a:lnTo>
                    <a:pt x="1182542" y="104296"/>
                  </a:lnTo>
                  <a:lnTo>
                    <a:pt x="1232616" y="108712"/>
                  </a:lnTo>
                  <a:lnTo>
                    <a:pt x="1280464" y="112932"/>
                  </a:lnTo>
                  <a:lnTo>
                    <a:pt x="1326275" y="116972"/>
                  </a:lnTo>
                  <a:lnTo>
                    <a:pt x="1370215" y="120848"/>
                  </a:lnTo>
                  <a:lnTo>
                    <a:pt x="1412432" y="124571"/>
                  </a:lnTo>
                  <a:lnTo>
                    <a:pt x="1453056" y="128154"/>
                  </a:lnTo>
                  <a:lnTo>
                    <a:pt x="1492202" y="131606"/>
                  </a:lnTo>
                  <a:lnTo>
                    <a:pt x="1529974" y="134938"/>
                  </a:lnTo>
                  <a:lnTo>
                    <a:pt x="1566466" y="138156"/>
                  </a:lnTo>
                  <a:lnTo>
                    <a:pt x="1601760" y="141269"/>
                  </a:lnTo>
                  <a:lnTo>
                    <a:pt x="1635935" y="144283"/>
                  </a:lnTo>
                  <a:lnTo>
                    <a:pt x="1669057" y="147204"/>
                  </a:lnTo>
                  <a:lnTo>
                    <a:pt x="1701191" y="150039"/>
                  </a:lnTo>
                  <a:lnTo>
                    <a:pt x="1732393" y="152790"/>
                  </a:lnTo>
                  <a:lnTo>
                    <a:pt x="1762716" y="155465"/>
                  </a:lnTo>
                  <a:lnTo>
                    <a:pt x="1792208" y="158066"/>
                  </a:lnTo>
                  <a:lnTo>
                    <a:pt x="1820914" y="160598"/>
                  </a:lnTo>
                  <a:lnTo>
                    <a:pt x="1848874" y="163064"/>
                  </a:lnTo>
                  <a:lnTo>
                    <a:pt x="1876126" y="165467"/>
                  </a:lnTo>
                  <a:lnTo>
                    <a:pt x="1902705" y="167811"/>
                  </a:lnTo>
                  <a:lnTo>
                    <a:pt x="1928643" y="170099"/>
                  </a:lnTo>
                  <a:lnTo>
                    <a:pt x="1953971" y="172333"/>
                  </a:lnTo>
                  <a:lnTo>
                    <a:pt x="1978717" y="174515"/>
                  </a:lnTo>
                  <a:lnTo>
                    <a:pt x="2002907" y="176649"/>
                  </a:lnTo>
                  <a:lnTo>
                    <a:pt x="2026565" y="178735"/>
                  </a:lnTo>
                  <a:lnTo>
                    <a:pt x="2049714" y="180777"/>
                  </a:lnTo>
                  <a:lnTo>
                    <a:pt x="2072376" y="182776"/>
                  </a:lnTo>
                  <a:lnTo>
                    <a:pt x="2094570" y="184733"/>
                  </a:lnTo>
                  <a:lnTo>
                    <a:pt x="2116316" y="186651"/>
                  </a:lnTo>
                  <a:lnTo>
                    <a:pt x="2137632" y="188531"/>
                  </a:lnTo>
                  <a:lnTo>
                    <a:pt x="2158533" y="190375"/>
                  </a:lnTo>
                  <a:lnTo>
                    <a:pt x="2179037" y="192183"/>
                  </a:lnTo>
                  <a:lnTo>
                    <a:pt x="2199157" y="193957"/>
                  </a:lnTo>
                  <a:lnTo>
                    <a:pt x="2218908" y="195699"/>
                  </a:lnTo>
                  <a:lnTo>
                    <a:pt x="2238303" y="19741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429722" y="3749317"/>
              <a:ext cx="2238303" cy="62291"/>
            </a:xfrm>
            <a:custGeom>
              <a:avLst/>
              <a:pathLst>
                <a:path w="2238303" h="62291">
                  <a:moveTo>
                    <a:pt x="0" y="0"/>
                  </a:moveTo>
                  <a:lnTo>
                    <a:pt x="143732" y="4000"/>
                  </a:lnTo>
                  <a:lnTo>
                    <a:pt x="270513" y="7528"/>
                  </a:lnTo>
                  <a:lnTo>
                    <a:pt x="383923" y="10684"/>
                  </a:lnTo>
                  <a:lnTo>
                    <a:pt x="486515" y="13539"/>
                  </a:lnTo>
                  <a:lnTo>
                    <a:pt x="580173" y="16146"/>
                  </a:lnTo>
                  <a:lnTo>
                    <a:pt x="666331" y="18543"/>
                  </a:lnTo>
                  <a:lnTo>
                    <a:pt x="746101" y="20763"/>
                  </a:lnTo>
                  <a:lnTo>
                    <a:pt x="820364" y="22830"/>
                  </a:lnTo>
                  <a:lnTo>
                    <a:pt x="889833" y="24763"/>
                  </a:lnTo>
                  <a:lnTo>
                    <a:pt x="955090" y="26579"/>
                  </a:lnTo>
                  <a:lnTo>
                    <a:pt x="1016615" y="28292"/>
                  </a:lnTo>
                  <a:lnTo>
                    <a:pt x="1074812" y="29911"/>
                  </a:lnTo>
                  <a:lnTo>
                    <a:pt x="1130024" y="31448"/>
                  </a:lnTo>
                  <a:lnTo>
                    <a:pt x="1182542" y="32909"/>
                  </a:lnTo>
                  <a:lnTo>
                    <a:pt x="1232616" y="34303"/>
                  </a:lnTo>
                  <a:lnTo>
                    <a:pt x="1280464" y="35635"/>
                  </a:lnTo>
                  <a:lnTo>
                    <a:pt x="1326275" y="36909"/>
                  </a:lnTo>
                  <a:lnTo>
                    <a:pt x="1370215" y="38132"/>
                  </a:lnTo>
                  <a:lnTo>
                    <a:pt x="1412432" y="39307"/>
                  </a:lnTo>
                  <a:lnTo>
                    <a:pt x="1453056" y="40438"/>
                  </a:lnTo>
                  <a:lnTo>
                    <a:pt x="1492202" y="41527"/>
                  </a:lnTo>
                  <a:lnTo>
                    <a:pt x="1529974" y="42578"/>
                  </a:lnTo>
                  <a:lnTo>
                    <a:pt x="1566466" y="43594"/>
                  </a:lnTo>
                  <a:lnTo>
                    <a:pt x="1601760" y="44576"/>
                  </a:lnTo>
                  <a:lnTo>
                    <a:pt x="1635935" y="45527"/>
                  </a:lnTo>
                  <a:lnTo>
                    <a:pt x="1669057" y="46449"/>
                  </a:lnTo>
                  <a:lnTo>
                    <a:pt x="1701191" y="47343"/>
                  </a:lnTo>
                  <a:lnTo>
                    <a:pt x="1732393" y="48212"/>
                  </a:lnTo>
                  <a:lnTo>
                    <a:pt x="1762716" y="49056"/>
                  </a:lnTo>
                  <a:lnTo>
                    <a:pt x="1792208" y="49876"/>
                  </a:lnTo>
                  <a:lnTo>
                    <a:pt x="1820914" y="50675"/>
                  </a:lnTo>
                  <a:lnTo>
                    <a:pt x="1848874" y="51453"/>
                  </a:lnTo>
                  <a:lnTo>
                    <a:pt x="1876126" y="52212"/>
                  </a:lnTo>
                  <a:lnTo>
                    <a:pt x="1902705" y="52951"/>
                  </a:lnTo>
                  <a:lnTo>
                    <a:pt x="1928643" y="53673"/>
                  </a:lnTo>
                  <a:lnTo>
                    <a:pt x="1953971" y="54378"/>
                  </a:lnTo>
                  <a:lnTo>
                    <a:pt x="1978717" y="55067"/>
                  </a:lnTo>
                  <a:lnTo>
                    <a:pt x="2002907" y="55740"/>
                  </a:lnTo>
                  <a:lnTo>
                    <a:pt x="2026565" y="56398"/>
                  </a:lnTo>
                  <a:lnTo>
                    <a:pt x="2049714" y="57043"/>
                  </a:lnTo>
                  <a:lnTo>
                    <a:pt x="2072376" y="57673"/>
                  </a:lnTo>
                  <a:lnTo>
                    <a:pt x="2094570" y="58291"/>
                  </a:lnTo>
                  <a:lnTo>
                    <a:pt x="2116316" y="58896"/>
                  </a:lnTo>
                  <a:lnTo>
                    <a:pt x="2137632" y="59489"/>
                  </a:lnTo>
                  <a:lnTo>
                    <a:pt x="2158533" y="60071"/>
                  </a:lnTo>
                  <a:lnTo>
                    <a:pt x="2179037" y="60642"/>
                  </a:lnTo>
                  <a:lnTo>
                    <a:pt x="2199157" y="61202"/>
                  </a:lnTo>
                  <a:lnTo>
                    <a:pt x="2218908" y="61751"/>
                  </a:lnTo>
                  <a:lnTo>
                    <a:pt x="2238303" y="6229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429722" y="3688086"/>
              <a:ext cx="2238303" cy="59425"/>
            </a:xfrm>
            <a:custGeom>
              <a:avLst/>
              <a:pathLst>
                <a:path w="2238303" h="59425">
                  <a:moveTo>
                    <a:pt x="0" y="59425"/>
                  </a:moveTo>
                  <a:lnTo>
                    <a:pt x="143732" y="55609"/>
                  </a:lnTo>
                  <a:lnTo>
                    <a:pt x="270513" y="52243"/>
                  </a:lnTo>
                  <a:lnTo>
                    <a:pt x="383923" y="49232"/>
                  </a:lnTo>
                  <a:lnTo>
                    <a:pt x="486515" y="46508"/>
                  </a:lnTo>
                  <a:lnTo>
                    <a:pt x="580173" y="44022"/>
                  </a:lnTo>
                  <a:lnTo>
                    <a:pt x="666331" y="41734"/>
                  </a:lnTo>
                  <a:lnTo>
                    <a:pt x="746101" y="39616"/>
                  </a:lnTo>
                  <a:lnTo>
                    <a:pt x="820364" y="37645"/>
                  </a:lnTo>
                  <a:lnTo>
                    <a:pt x="889833" y="35800"/>
                  </a:lnTo>
                  <a:lnTo>
                    <a:pt x="955090" y="34068"/>
                  </a:lnTo>
                  <a:lnTo>
                    <a:pt x="1016615" y="32434"/>
                  </a:lnTo>
                  <a:lnTo>
                    <a:pt x="1074812" y="30889"/>
                  </a:lnTo>
                  <a:lnTo>
                    <a:pt x="1130024" y="29423"/>
                  </a:lnTo>
                  <a:lnTo>
                    <a:pt x="1182542" y="28029"/>
                  </a:lnTo>
                  <a:lnTo>
                    <a:pt x="1232616" y="26700"/>
                  </a:lnTo>
                  <a:lnTo>
                    <a:pt x="1280464" y="25429"/>
                  </a:lnTo>
                  <a:lnTo>
                    <a:pt x="1326275" y="24213"/>
                  </a:lnTo>
                  <a:lnTo>
                    <a:pt x="1370215" y="23047"/>
                  </a:lnTo>
                  <a:lnTo>
                    <a:pt x="1412432" y="21926"/>
                  </a:lnTo>
                  <a:lnTo>
                    <a:pt x="1453056" y="20847"/>
                  </a:lnTo>
                  <a:lnTo>
                    <a:pt x="1492202" y="19808"/>
                  </a:lnTo>
                  <a:lnTo>
                    <a:pt x="1529974" y="18805"/>
                  </a:lnTo>
                  <a:lnTo>
                    <a:pt x="1566466" y="17836"/>
                  </a:lnTo>
                  <a:lnTo>
                    <a:pt x="1601760" y="16899"/>
                  </a:lnTo>
                  <a:lnTo>
                    <a:pt x="1635935" y="15992"/>
                  </a:lnTo>
                  <a:lnTo>
                    <a:pt x="1669057" y="15113"/>
                  </a:lnTo>
                  <a:lnTo>
                    <a:pt x="1701191" y="14259"/>
                  </a:lnTo>
                  <a:lnTo>
                    <a:pt x="1732393" y="13431"/>
                  </a:lnTo>
                  <a:lnTo>
                    <a:pt x="1762716" y="12626"/>
                  </a:lnTo>
                  <a:lnTo>
                    <a:pt x="1792208" y="11843"/>
                  </a:lnTo>
                  <a:lnTo>
                    <a:pt x="1820914" y="11081"/>
                  </a:lnTo>
                  <a:lnTo>
                    <a:pt x="1848874" y="10339"/>
                  </a:lnTo>
                  <a:lnTo>
                    <a:pt x="1876126" y="9615"/>
                  </a:lnTo>
                  <a:lnTo>
                    <a:pt x="1902705" y="8909"/>
                  </a:lnTo>
                  <a:lnTo>
                    <a:pt x="1928643" y="8221"/>
                  </a:lnTo>
                  <a:lnTo>
                    <a:pt x="1953971" y="7548"/>
                  </a:lnTo>
                  <a:lnTo>
                    <a:pt x="1978717" y="6891"/>
                  </a:lnTo>
                  <a:lnTo>
                    <a:pt x="2002907" y="6249"/>
                  </a:lnTo>
                  <a:lnTo>
                    <a:pt x="2026565" y="5621"/>
                  </a:lnTo>
                  <a:lnTo>
                    <a:pt x="2049714" y="5006"/>
                  </a:lnTo>
                  <a:lnTo>
                    <a:pt x="2072376" y="4405"/>
                  </a:lnTo>
                  <a:lnTo>
                    <a:pt x="2094570" y="3815"/>
                  </a:lnTo>
                  <a:lnTo>
                    <a:pt x="2116316" y="3238"/>
                  </a:lnTo>
                  <a:lnTo>
                    <a:pt x="2137632" y="2672"/>
                  </a:lnTo>
                  <a:lnTo>
                    <a:pt x="2158533" y="2117"/>
                  </a:lnTo>
                  <a:lnTo>
                    <a:pt x="2179037" y="1573"/>
                  </a:lnTo>
                  <a:lnTo>
                    <a:pt x="2199157" y="1039"/>
                  </a:lnTo>
                  <a:lnTo>
                    <a:pt x="2218908" y="514"/>
                  </a:lnTo>
                  <a:lnTo>
                    <a:pt x="2238303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1" name="rc390"/>
            <p:cNvSpPr/>
            <p:nvPr/>
          </p:nvSpPr>
          <p:spPr>
            <a:xfrm>
              <a:off x="4262365" y="2951788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262365" y="2951788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233897" y="39985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233897" y="37742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233897" y="35498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233897" y="332547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233897" y="31011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4262365" y="4158463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4429722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5175823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5921924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1"/>
            <p:cNvSpPr/>
            <p:nvPr/>
          </p:nvSpPr>
          <p:spPr>
            <a:xfrm>
              <a:off x="6668025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tx402"/>
            <p:cNvSpPr/>
            <p:nvPr/>
          </p:nvSpPr>
          <p:spPr>
            <a:xfrm>
              <a:off x="4262365" y="2775248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4" name="rc403"/>
            <p:cNvSpPr/>
            <p:nvPr/>
          </p:nvSpPr>
          <p:spPr>
            <a:xfrm>
              <a:off x="1404926" y="4616522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551079" y="536915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554841" y="52562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531860" y="532630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561749" y="548454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93941" y="56236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534116" y="53469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579423" y="545491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555591" y="54864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550772" y="557322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574648" y="530894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276555" y="54671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256245" y="483502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341181" y="49654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258050" y="51728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327929" y="529216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285603" y="574027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337708" y="55026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346804" y="51330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295270" y="471660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331031" y="46432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54201" y="53657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70071" y="51171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332621" y="494045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259575" y="506091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303255" y="55013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260992" y="545030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297038" y="498361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273591" y="502205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013856" y="553574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082718" y="527330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094731" y="53733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049859" y="559861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079554" y="525159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029692" y="549888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07637" y="477174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057164" y="54343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069889" y="516089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58920" y="49963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052734" y="469442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072366" y="48896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074830" y="545616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998143" y="510056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26769" y="522250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006729" y="50600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076745" y="542989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007590" y="509769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001950" y="539992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013783" y="536144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784690" y="541151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739945" y="536447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834258" y="552447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795003" y="514219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834868" y="519405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820609" y="472124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778106" y="51744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741635" y="536224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835686" y="518631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794134" y="50848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805567" y="50318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779035" y="490872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740894" y="532083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739129" y="48205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762136" y="558026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778571" y="545606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759519" y="530067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783703" y="53823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816755" y="526439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751575" y="542150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784530" y="523890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761903" y="51705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786334" y="51780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741115" y="52356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574980" y="5293211"/>
              <a:ext cx="2243596" cy="50422"/>
            </a:xfrm>
            <a:custGeom>
              <a:avLst/>
              <a:pathLst>
                <a:path w="2243596" h="50422">
                  <a:moveTo>
                    <a:pt x="0" y="50422"/>
                  </a:moveTo>
                  <a:lnTo>
                    <a:pt x="144072" y="47185"/>
                  </a:lnTo>
                  <a:lnTo>
                    <a:pt x="271153" y="44328"/>
                  </a:lnTo>
                  <a:lnTo>
                    <a:pt x="384831" y="41774"/>
                  </a:lnTo>
                  <a:lnTo>
                    <a:pt x="487665" y="39463"/>
                  </a:lnTo>
                  <a:lnTo>
                    <a:pt x="581545" y="37353"/>
                  </a:lnTo>
                  <a:lnTo>
                    <a:pt x="667907" y="35412"/>
                  </a:lnTo>
                  <a:lnTo>
                    <a:pt x="747865" y="33615"/>
                  </a:lnTo>
                  <a:lnTo>
                    <a:pt x="822304" y="31942"/>
                  </a:lnTo>
                  <a:lnTo>
                    <a:pt x="891937" y="30377"/>
                  </a:lnTo>
                  <a:lnTo>
                    <a:pt x="957348" y="28907"/>
                  </a:lnTo>
                  <a:lnTo>
                    <a:pt x="1019019" y="27521"/>
                  </a:lnTo>
                  <a:lnTo>
                    <a:pt x="1077354" y="26210"/>
                  </a:lnTo>
                  <a:lnTo>
                    <a:pt x="1132696" y="24966"/>
                  </a:lnTo>
                  <a:lnTo>
                    <a:pt x="1185338" y="23783"/>
                  </a:lnTo>
                  <a:lnTo>
                    <a:pt x="1235531" y="22655"/>
                  </a:lnTo>
                  <a:lnTo>
                    <a:pt x="1283491" y="21577"/>
                  </a:lnTo>
                  <a:lnTo>
                    <a:pt x="1329411" y="20545"/>
                  </a:lnTo>
                  <a:lnTo>
                    <a:pt x="1373455" y="19555"/>
                  </a:lnTo>
                  <a:lnTo>
                    <a:pt x="1415772" y="18604"/>
                  </a:lnTo>
                  <a:lnTo>
                    <a:pt x="1456492" y="17689"/>
                  </a:lnTo>
                  <a:lnTo>
                    <a:pt x="1495730" y="16807"/>
                  </a:lnTo>
                  <a:lnTo>
                    <a:pt x="1533592" y="15956"/>
                  </a:lnTo>
                  <a:lnTo>
                    <a:pt x="1570170" y="15134"/>
                  </a:lnTo>
                  <a:lnTo>
                    <a:pt x="1605548" y="14339"/>
                  </a:lnTo>
                  <a:lnTo>
                    <a:pt x="1639803" y="13569"/>
                  </a:lnTo>
                  <a:lnTo>
                    <a:pt x="1673004" y="12823"/>
                  </a:lnTo>
                  <a:lnTo>
                    <a:pt x="1705213" y="12099"/>
                  </a:lnTo>
                  <a:lnTo>
                    <a:pt x="1736489" y="11396"/>
                  </a:lnTo>
                  <a:lnTo>
                    <a:pt x="1766884" y="10713"/>
                  </a:lnTo>
                  <a:lnTo>
                    <a:pt x="1796446" y="10049"/>
                  </a:lnTo>
                  <a:lnTo>
                    <a:pt x="1825219" y="9402"/>
                  </a:lnTo>
                  <a:lnTo>
                    <a:pt x="1853245" y="8772"/>
                  </a:lnTo>
                  <a:lnTo>
                    <a:pt x="1880562" y="8158"/>
                  </a:lnTo>
                  <a:lnTo>
                    <a:pt x="1907204" y="7560"/>
                  </a:lnTo>
                  <a:lnTo>
                    <a:pt x="1933204" y="6975"/>
                  </a:lnTo>
                  <a:lnTo>
                    <a:pt x="1958592" y="6405"/>
                  </a:lnTo>
                  <a:lnTo>
                    <a:pt x="1983396" y="5847"/>
                  </a:lnTo>
                  <a:lnTo>
                    <a:pt x="2007643" y="5302"/>
                  </a:lnTo>
                  <a:lnTo>
                    <a:pt x="2031357" y="4769"/>
                  </a:lnTo>
                  <a:lnTo>
                    <a:pt x="2054561" y="4248"/>
                  </a:lnTo>
                  <a:lnTo>
                    <a:pt x="2077276" y="3737"/>
                  </a:lnTo>
                  <a:lnTo>
                    <a:pt x="2099523" y="3237"/>
                  </a:lnTo>
                  <a:lnTo>
                    <a:pt x="2121321" y="2748"/>
                  </a:lnTo>
                  <a:lnTo>
                    <a:pt x="2142687" y="2267"/>
                  </a:lnTo>
                  <a:lnTo>
                    <a:pt x="2163638" y="1796"/>
                  </a:lnTo>
                  <a:lnTo>
                    <a:pt x="2184189" y="1335"/>
                  </a:lnTo>
                  <a:lnTo>
                    <a:pt x="2204357" y="881"/>
                  </a:lnTo>
                  <a:lnTo>
                    <a:pt x="2224155" y="436"/>
                  </a:lnTo>
                  <a:lnTo>
                    <a:pt x="224359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574980" y="5309305"/>
              <a:ext cx="2243596" cy="192825"/>
            </a:xfrm>
            <a:custGeom>
              <a:avLst/>
              <a:pathLst>
                <a:path w="2243596" h="192825">
                  <a:moveTo>
                    <a:pt x="0" y="192825"/>
                  </a:moveTo>
                  <a:lnTo>
                    <a:pt x="144072" y="180442"/>
                  </a:lnTo>
                  <a:lnTo>
                    <a:pt x="271153" y="169521"/>
                  </a:lnTo>
                  <a:lnTo>
                    <a:pt x="384831" y="159751"/>
                  </a:lnTo>
                  <a:lnTo>
                    <a:pt x="487665" y="150912"/>
                  </a:lnTo>
                  <a:lnTo>
                    <a:pt x="581545" y="142844"/>
                  </a:lnTo>
                  <a:lnTo>
                    <a:pt x="667907" y="135422"/>
                  </a:lnTo>
                  <a:lnTo>
                    <a:pt x="747865" y="128550"/>
                  </a:lnTo>
                  <a:lnTo>
                    <a:pt x="822304" y="122152"/>
                  </a:lnTo>
                  <a:lnTo>
                    <a:pt x="891937" y="116167"/>
                  </a:lnTo>
                  <a:lnTo>
                    <a:pt x="957348" y="110546"/>
                  </a:lnTo>
                  <a:lnTo>
                    <a:pt x="1019019" y="105245"/>
                  </a:lnTo>
                  <a:lnTo>
                    <a:pt x="1077354" y="100232"/>
                  </a:lnTo>
                  <a:lnTo>
                    <a:pt x="1132696" y="95475"/>
                  </a:lnTo>
                  <a:lnTo>
                    <a:pt x="1185338" y="90951"/>
                  </a:lnTo>
                  <a:lnTo>
                    <a:pt x="1235531" y="86637"/>
                  </a:lnTo>
                  <a:lnTo>
                    <a:pt x="1283491" y="82515"/>
                  </a:lnTo>
                  <a:lnTo>
                    <a:pt x="1329411" y="78569"/>
                  </a:lnTo>
                  <a:lnTo>
                    <a:pt x="1373455" y="74783"/>
                  </a:lnTo>
                  <a:lnTo>
                    <a:pt x="1415772" y="71147"/>
                  </a:lnTo>
                  <a:lnTo>
                    <a:pt x="1456492" y="67647"/>
                  </a:lnTo>
                  <a:lnTo>
                    <a:pt x="1495730" y="64275"/>
                  </a:lnTo>
                  <a:lnTo>
                    <a:pt x="1533592" y="61021"/>
                  </a:lnTo>
                  <a:lnTo>
                    <a:pt x="1570170" y="57877"/>
                  </a:lnTo>
                  <a:lnTo>
                    <a:pt x="1605548" y="54836"/>
                  </a:lnTo>
                  <a:lnTo>
                    <a:pt x="1639803" y="51892"/>
                  </a:lnTo>
                  <a:lnTo>
                    <a:pt x="1673004" y="49039"/>
                  </a:lnTo>
                  <a:lnTo>
                    <a:pt x="1705213" y="46271"/>
                  </a:lnTo>
                  <a:lnTo>
                    <a:pt x="1736489" y="43583"/>
                  </a:lnTo>
                  <a:lnTo>
                    <a:pt x="1766884" y="40970"/>
                  </a:lnTo>
                  <a:lnTo>
                    <a:pt x="1796446" y="38430"/>
                  </a:lnTo>
                  <a:lnTo>
                    <a:pt x="1825219" y="35957"/>
                  </a:lnTo>
                  <a:lnTo>
                    <a:pt x="1853245" y="33548"/>
                  </a:lnTo>
                  <a:lnTo>
                    <a:pt x="1880562" y="31200"/>
                  </a:lnTo>
                  <a:lnTo>
                    <a:pt x="1907204" y="28911"/>
                  </a:lnTo>
                  <a:lnTo>
                    <a:pt x="1933204" y="26676"/>
                  </a:lnTo>
                  <a:lnTo>
                    <a:pt x="1958592" y="24494"/>
                  </a:lnTo>
                  <a:lnTo>
                    <a:pt x="1983396" y="22362"/>
                  </a:lnTo>
                  <a:lnTo>
                    <a:pt x="2007643" y="20278"/>
                  </a:lnTo>
                  <a:lnTo>
                    <a:pt x="2031357" y="18240"/>
                  </a:lnTo>
                  <a:lnTo>
                    <a:pt x="2054561" y="16246"/>
                  </a:lnTo>
                  <a:lnTo>
                    <a:pt x="2077276" y="14294"/>
                  </a:lnTo>
                  <a:lnTo>
                    <a:pt x="2099523" y="12382"/>
                  </a:lnTo>
                  <a:lnTo>
                    <a:pt x="2121321" y="10508"/>
                  </a:lnTo>
                  <a:lnTo>
                    <a:pt x="2142687" y="8672"/>
                  </a:lnTo>
                  <a:lnTo>
                    <a:pt x="2163638" y="6871"/>
                  </a:lnTo>
                  <a:lnTo>
                    <a:pt x="2184189" y="5105"/>
                  </a:lnTo>
                  <a:lnTo>
                    <a:pt x="2204357" y="3372"/>
                  </a:lnTo>
                  <a:lnTo>
                    <a:pt x="2224155" y="1670"/>
                  </a:lnTo>
                  <a:lnTo>
                    <a:pt x="224359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574980" y="5369973"/>
              <a:ext cx="2243596" cy="216534"/>
            </a:xfrm>
            <a:custGeom>
              <a:avLst/>
              <a:pathLst>
                <a:path w="2243596" h="216534">
                  <a:moveTo>
                    <a:pt x="0" y="0"/>
                  </a:moveTo>
                  <a:lnTo>
                    <a:pt x="144072" y="13904"/>
                  </a:lnTo>
                  <a:lnTo>
                    <a:pt x="271153" y="26169"/>
                  </a:lnTo>
                  <a:lnTo>
                    <a:pt x="384831" y="37141"/>
                  </a:lnTo>
                  <a:lnTo>
                    <a:pt x="487665" y="47065"/>
                  </a:lnTo>
                  <a:lnTo>
                    <a:pt x="581545" y="56126"/>
                  </a:lnTo>
                  <a:lnTo>
                    <a:pt x="667907" y="64461"/>
                  </a:lnTo>
                  <a:lnTo>
                    <a:pt x="747865" y="72178"/>
                  </a:lnTo>
                  <a:lnTo>
                    <a:pt x="822304" y="79362"/>
                  </a:lnTo>
                  <a:lnTo>
                    <a:pt x="891937" y="86083"/>
                  </a:lnTo>
                  <a:lnTo>
                    <a:pt x="957348" y="92396"/>
                  </a:lnTo>
                  <a:lnTo>
                    <a:pt x="1019019" y="98348"/>
                  </a:lnTo>
                  <a:lnTo>
                    <a:pt x="1077354" y="103978"/>
                  </a:lnTo>
                  <a:lnTo>
                    <a:pt x="1132696" y="109319"/>
                  </a:lnTo>
                  <a:lnTo>
                    <a:pt x="1185338" y="114399"/>
                  </a:lnTo>
                  <a:lnTo>
                    <a:pt x="1235531" y="119244"/>
                  </a:lnTo>
                  <a:lnTo>
                    <a:pt x="1283491" y="123872"/>
                  </a:lnTo>
                  <a:lnTo>
                    <a:pt x="1329411" y="128304"/>
                  </a:lnTo>
                  <a:lnTo>
                    <a:pt x="1373455" y="132555"/>
                  </a:lnTo>
                  <a:lnTo>
                    <a:pt x="1415772" y="136639"/>
                  </a:lnTo>
                  <a:lnTo>
                    <a:pt x="1456492" y="140569"/>
                  </a:lnTo>
                  <a:lnTo>
                    <a:pt x="1495730" y="144356"/>
                  </a:lnTo>
                  <a:lnTo>
                    <a:pt x="1533592" y="148010"/>
                  </a:lnTo>
                  <a:lnTo>
                    <a:pt x="1570170" y="151540"/>
                  </a:lnTo>
                  <a:lnTo>
                    <a:pt x="1605548" y="154955"/>
                  </a:lnTo>
                  <a:lnTo>
                    <a:pt x="1639803" y="158261"/>
                  </a:lnTo>
                  <a:lnTo>
                    <a:pt x="1673004" y="161465"/>
                  </a:lnTo>
                  <a:lnTo>
                    <a:pt x="1705213" y="164574"/>
                  </a:lnTo>
                  <a:lnTo>
                    <a:pt x="1736489" y="167592"/>
                  </a:lnTo>
                  <a:lnTo>
                    <a:pt x="1766884" y="170526"/>
                  </a:lnTo>
                  <a:lnTo>
                    <a:pt x="1796446" y="173379"/>
                  </a:lnTo>
                  <a:lnTo>
                    <a:pt x="1825219" y="176156"/>
                  </a:lnTo>
                  <a:lnTo>
                    <a:pt x="1853245" y="178861"/>
                  </a:lnTo>
                  <a:lnTo>
                    <a:pt x="1880562" y="181497"/>
                  </a:lnTo>
                  <a:lnTo>
                    <a:pt x="1907204" y="184068"/>
                  </a:lnTo>
                  <a:lnTo>
                    <a:pt x="1933204" y="186578"/>
                  </a:lnTo>
                  <a:lnTo>
                    <a:pt x="1958592" y="189028"/>
                  </a:lnTo>
                  <a:lnTo>
                    <a:pt x="1983396" y="191422"/>
                  </a:lnTo>
                  <a:lnTo>
                    <a:pt x="2007643" y="193762"/>
                  </a:lnTo>
                  <a:lnTo>
                    <a:pt x="2031357" y="196051"/>
                  </a:lnTo>
                  <a:lnTo>
                    <a:pt x="2054561" y="198290"/>
                  </a:lnTo>
                  <a:lnTo>
                    <a:pt x="2077276" y="200483"/>
                  </a:lnTo>
                  <a:lnTo>
                    <a:pt x="2099523" y="202630"/>
                  </a:lnTo>
                  <a:lnTo>
                    <a:pt x="2121321" y="204733"/>
                  </a:lnTo>
                  <a:lnTo>
                    <a:pt x="2142687" y="206795"/>
                  </a:lnTo>
                  <a:lnTo>
                    <a:pt x="2163638" y="208817"/>
                  </a:lnTo>
                  <a:lnTo>
                    <a:pt x="2184189" y="210801"/>
                  </a:lnTo>
                  <a:lnTo>
                    <a:pt x="2204357" y="212747"/>
                  </a:lnTo>
                  <a:lnTo>
                    <a:pt x="2224155" y="214658"/>
                  </a:lnTo>
                  <a:lnTo>
                    <a:pt x="2243596" y="216534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574980" y="5286677"/>
              <a:ext cx="2243596" cy="63563"/>
            </a:xfrm>
            <a:custGeom>
              <a:avLst/>
              <a:pathLst>
                <a:path w="2243596" h="63563">
                  <a:moveTo>
                    <a:pt x="0" y="63563"/>
                  </a:moveTo>
                  <a:lnTo>
                    <a:pt x="144072" y="59481"/>
                  </a:lnTo>
                  <a:lnTo>
                    <a:pt x="271153" y="55881"/>
                  </a:lnTo>
                  <a:lnTo>
                    <a:pt x="384831" y="52660"/>
                  </a:lnTo>
                  <a:lnTo>
                    <a:pt x="487665" y="49747"/>
                  </a:lnTo>
                  <a:lnTo>
                    <a:pt x="581545" y="47087"/>
                  </a:lnTo>
                  <a:lnTo>
                    <a:pt x="667907" y="44640"/>
                  </a:lnTo>
                  <a:lnTo>
                    <a:pt x="747865" y="42375"/>
                  </a:lnTo>
                  <a:lnTo>
                    <a:pt x="822304" y="40266"/>
                  </a:lnTo>
                  <a:lnTo>
                    <a:pt x="891937" y="38293"/>
                  </a:lnTo>
                  <a:lnTo>
                    <a:pt x="957348" y="36440"/>
                  </a:lnTo>
                  <a:lnTo>
                    <a:pt x="1019019" y="34693"/>
                  </a:lnTo>
                  <a:lnTo>
                    <a:pt x="1077354" y="33040"/>
                  </a:lnTo>
                  <a:lnTo>
                    <a:pt x="1132696" y="31472"/>
                  </a:lnTo>
                  <a:lnTo>
                    <a:pt x="1185338" y="29981"/>
                  </a:lnTo>
                  <a:lnTo>
                    <a:pt x="1235531" y="28559"/>
                  </a:lnTo>
                  <a:lnTo>
                    <a:pt x="1283491" y="27200"/>
                  </a:lnTo>
                  <a:lnTo>
                    <a:pt x="1329411" y="25899"/>
                  </a:lnTo>
                  <a:lnTo>
                    <a:pt x="1373455" y="24652"/>
                  </a:lnTo>
                  <a:lnTo>
                    <a:pt x="1415772" y="23453"/>
                  </a:lnTo>
                  <a:lnTo>
                    <a:pt x="1456492" y="22299"/>
                  </a:lnTo>
                  <a:lnTo>
                    <a:pt x="1495730" y="21187"/>
                  </a:lnTo>
                  <a:lnTo>
                    <a:pt x="1533592" y="20115"/>
                  </a:lnTo>
                  <a:lnTo>
                    <a:pt x="1570170" y="19078"/>
                  </a:lnTo>
                  <a:lnTo>
                    <a:pt x="1605548" y="18076"/>
                  </a:lnTo>
                  <a:lnTo>
                    <a:pt x="1639803" y="17106"/>
                  </a:lnTo>
                  <a:lnTo>
                    <a:pt x="1673004" y="16165"/>
                  </a:lnTo>
                  <a:lnTo>
                    <a:pt x="1705213" y="15252"/>
                  </a:lnTo>
                  <a:lnTo>
                    <a:pt x="1736489" y="14366"/>
                  </a:lnTo>
                  <a:lnTo>
                    <a:pt x="1766884" y="13505"/>
                  </a:lnTo>
                  <a:lnTo>
                    <a:pt x="1796446" y="12668"/>
                  </a:lnTo>
                  <a:lnTo>
                    <a:pt x="1825219" y="11853"/>
                  </a:lnTo>
                  <a:lnTo>
                    <a:pt x="1853245" y="11059"/>
                  </a:lnTo>
                  <a:lnTo>
                    <a:pt x="1880562" y="10285"/>
                  </a:lnTo>
                  <a:lnTo>
                    <a:pt x="1907204" y="9530"/>
                  </a:lnTo>
                  <a:lnTo>
                    <a:pt x="1933204" y="8793"/>
                  </a:lnTo>
                  <a:lnTo>
                    <a:pt x="1958592" y="8074"/>
                  </a:lnTo>
                  <a:lnTo>
                    <a:pt x="1983396" y="7371"/>
                  </a:lnTo>
                  <a:lnTo>
                    <a:pt x="2007643" y="6684"/>
                  </a:lnTo>
                  <a:lnTo>
                    <a:pt x="2031357" y="6012"/>
                  </a:lnTo>
                  <a:lnTo>
                    <a:pt x="2054561" y="5355"/>
                  </a:lnTo>
                  <a:lnTo>
                    <a:pt x="2077276" y="4712"/>
                  </a:lnTo>
                  <a:lnTo>
                    <a:pt x="2099523" y="4081"/>
                  </a:lnTo>
                  <a:lnTo>
                    <a:pt x="2121321" y="3464"/>
                  </a:lnTo>
                  <a:lnTo>
                    <a:pt x="2142687" y="2858"/>
                  </a:lnTo>
                  <a:lnTo>
                    <a:pt x="2163638" y="2265"/>
                  </a:lnTo>
                  <a:lnTo>
                    <a:pt x="2184189" y="1683"/>
                  </a:lnTo>
                  <a:lnTo>
                    <a:pt x="2204357" y="1111"/>
                  </a:lnTo>
                  <a:lnTo>
                    <a:pt x="2224155" y="550"/>
                  </a:lnTo>
                  <a:lnTo>
                    <a:pt x="224359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574980" y="5201575"/>
              <a:ext cx="2243596" cy="277450"/>
            </a:xfrm>
            <a:custGeom>
              <a:avLst/>
              <a:pathLst>
                <a:path w="2243596" h="277450">
                  <a:moveTo>
                    <a:pt x="0" y="277450"/>
                  </a:moveTo>
                  <a:lnTo>
                    <a:pt x="144072" y="259634"/>
                  </a:lnTo>
                  <a:lnTo>
                    <a:pt x="271153" y="243918"/>
                  </a:lnTo>
                  <a:lnTo>
                    <a:pt x="384831" y="229861"/>
                  </a:lnTo>
                  <a:lnTo>
                    <a:pt x="487665" y="217144"/>
                  </a:lnTo>
                  <a:lnTo>
                    <a:pt x="581545" y="205534"/>
                  </a:lnTo>
                  <a:lnTo>
                    <a:pt x="667907" y="194854"/>
                  </a:lnTo>
                  <a:lnTo>
                    <a:pt x="747865" y="184967"/>
                  </a:lnTo>
                  <a:lnTo>
                    <a:pt x="822304" y="175761"/>
                  </a:lnTo>
                  <a:lnTo>
                    <a:pt x="891937" y="167150"/>
                  </a:lnTo>
                  <a:lnTo>
                    <a:pt x="957348" y="159061"/>
                  </a:lnTo>
                  <a:lnTo>
                    <a:pt x="1019019" y="151435"/>
                  </a:lnTo>
                  <a:lnTo>
                    <a:pt x="1077354" y="144221"/>
                  </a:lnTo>
                  <a:lnTo>
                    <a:pt x="1132696" y="137377"/>
                  </a:lnTo>
                  <a:lnTo>
                    <a:pt x="1185338" y="130867"/>
                  </a:lnTo>
                  <a:lnTo>
                    <a:pt x="1235531" y="124660"/>
                  </a:lnTo>
                  <a:lnTo>
                    <a:pt x="1283491" y="118729"/>
                  </a:lnTo>
                  <a:lnTo>
                    <a:pt x="1329411" y="113051"/>
                  </a:lnTo>
                  <a:lnTo>
                    <a:pt x="1373455" y="107604"/>
                  </a:lnTo>
                  <a:lnTo>
                    <a:pt x="1415772" y="102371"/>
                  </a:lnTo>
                  <a:lnTo>
                    <a:pt x="1456492" y="97335"/>
                  </a:lnTo>
                  <a:lnTo>
                    <a:pt x="1495730" y="92483"/>
                  </a:lnTo>
                  <a:lnTo>
                    <a:pt x="1533592" y="87801"/>
                  </a:lnTo>
                  <a:lnTo>
                    <a:pt x="1570170" y="83278"/>
                  </a:lnTo>
                  <a:lnTo>
                    <a:pt x="1605548" y="78903"/>
                  </a:lnTo>
                  <a:lnTo>
                    <a:pt x="1639803" y="74667"/>
                  </a:lnTo>
                  <a:lnTo>
                    <a:pt x="1673004" y="70561"/>
                  </a:lnTo>
                  <a:lnTo>
                    <a:pt x="1705213" y="66578"/>
                  </a:lnTo>
                  <a:lnTo>
                    <a:pt x="1736489" y="62710"/>
                  </a:lnTo>
                  <a:lnTo>
                    <a:pt x="1766884" y="58951"/>
                  </a:lnTo>
                  <a:lnTo>
                    <a:pt x="1796446" y="55296"/>
                  </a:lnTo>
                  <a:lnTo>
                    <a:pt x="1825219" y="51737"/>
                  </a:lnTo>
                  <a:lnTo>
                    <a:pt x="1853245" y="48272"/>
                  </a:lnTo>
                  <a:lnTo>
                    <a:pt x="1880562" y="44893"/>
                  </a:lnTo>
                  <a:lnTo>
                    <a:pt x="1907204" y="41599"/>
                  </a:lnTo>
                  <a:lnTo>
                    <a:pt x="1933204" y="38384"/>
                  </a:lnTo>
                  <a:lnTo>
                    <a:pt x="1958592" y="35244"/>
                  </a:lnTo>
                  <a:lnTo>
                    <a:pt x="1983396" y="32177"/>
                  </a:lnTo>
                  <a:lnTo>
                    <a:pt x="2007643" y="29178"/>
                  </a:lnTo>
                  <a:lnTo>
                    <a:pt x="2031357" y="26246"/>
                  </a:lnTo>
                  <a:lnTo>
                    <a:pt x="2054561" y="23376"/>
                  </a:lnTo>
                  <a:lnTo>
                    <a:pt x="2077276" y="20567"/>
                  </a:lnTo>
                  <a:lnTo>
                    <a:pt x="2099523" y="17816"/>
                  </a:lnTo>
                  <a:lnTo>
                    <a:pt x="2121321" y="15120"/>
                  </a:lnTo>
                  <a:lnTo>
                    <a:pt x="2142687" y="12478"/>
                  </a:lnTo>
                  <a:lnTo>
                    <a:pt x="2163638" y="9887"/>
                  </a:lnTo>
                  <a:lnTo>
                    <a:pt x="2184189" y="7346"/>
                  </a:lnTo>
                  <a:lnTo>
                    <a:pt x="2204357" y="4852"/>
                  </a:lnTo>
                  <a:lnTo>
                    <a:pt x="2224155" y="2404"/>
                  </a:lnTo>
                  <a:lnTo>
                    <a:pt x="224359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574980" y="5094866"/>
              <a:ext cx="2243596" cy="24447"/>
            </a:xfrm>
            <a:custGeom>
              <a:avLst/>
              <a:pathLst>
                <a:path w="2243596" h="24447">
                  <a:moveTo>
                    <a:pt x="0" y="24447"/>
                  </a:moveTo>
                  <a:lnTo>
                    <a:pt x="144072" y="22877"/>
                  </a:lnTo>
                  <a:lnTo>
                    <a:pt x="271153" y="21492"/>
                  </a:lnTo>
                  <a:lnTo>
                    <a:pt x="384831" y="20254"/>
                  </a:lnTo>
                  <a:lnTo>
                    <a:pt x="487665" y="19133"/>
                  </a:lnTo>
                  <a:lnTo>
                    <a:pt x="581545" y="18110"/>
                  </a:lnTo>
                  <a:lnTo>
                    <a:pt x="667907" y="17169"/>
                  </a:lnTo>
                  <a:lnTo>
                    <a:pt x="747865" y="16298"/>
                  </a:lnTo>
                  <a:lnTo>
                    <a:pt x="822304" y="15487"/>
                  </a:lnTo>
                  <a:lnTo>
                    <a:pt x="891937" y="14728"/>
                  </a:lnTo>
                  <a:lnTo>
                    <a:pt x="957348" y="14015"/>
                  </a:lnTo>
                  <a:lnTo>
                    <a:pt x="1019019" y="13343"/>
                  </a:lnTo>
                  <a:lnTo>
                    <a:pt x="1077354" y="12708"/>
                  </a:lnTo>
                  <a:lnTo>
                    <a:pt x="1132696" y="12104"/>
                  </a:lnTo>
                  <a:lnTo>
                    <a:pt x="1185338" y="11531"/>
                  </a:lnTo>
                  <a:lnTo>
                    <a:pt x="1235531" y="10984"/>
                  </a:lnTo>
                  <a:lnTo>
                    <a:pt x="1283491" y="10461"/>
                  </a:lnTo>
                  <a:lnTo>
                    <a:pt x="1329411" y="9961"/>
                  </a:lnTo>
                  <a:lnTo>
                    <a:pt x="1373455" y="9481"/>
                  </a:lnTo>
                  <a:lnTo>
                    <a:pt x="1415772" y="9020"/>
                  </a:lnTo>
                  <a:lnTo>
                    <a:pt x="1456492" y="8576"/>
                  </a:lnTo>
                  <a:lnTo>
                    <a:pt x="1495730" y="8149"/>
                  </a:lnTo>
                  <a:lnTo>
                    <a:pt x="1533592" y="7736"/>
                  </a:lnTo>
                  <a:lnTo>
                    <a:pt x="1570170" y="7338"/>
                  </a:lnTo>
                  <a:lnTo>
                    <a:pt x="1605548" y="6952"/>
                  </a:lnTo>
                  <a:lnTo>
                    <a:pt x="1639803" y="6579"/>
                  </a:lnTo>
                  <a:lnTo>
                    <a:pt x="1673004" y="6217"/>
                  </a:lnTo>
                  <a:lnTo>
                    <a:pt x="1705213" y="5866"/>
                  </a:lnTo>
                  <a:lnTo>
                    <a:pt x="1736489" y="5525"/>
                  </a:lnTo>
                  <a:lnTo>
                    <a:pt x="1766884" y="5194"/>
                  </a:lnTo>
                  <a:lnTo>
                    <a:pt x="1796446" y="4872"/>
                  </a:lnTo>
                  <a:lnTo>
                    <a:pt x="1825219" y="4558"/>
                  </a:lnTo>
                  <a:lnTo>
                    <a:pt x="1853245" y="4253"/>
                  </a:lnTo>
                  <a:lnTo>
                    <a:pt x="1880562" y="3955"/>
                  </a:lnTo>
                  <a:lnTo>
                    <a:pt x="1907204" y="3665"/>
                  </a:lnTo>
                  <a:lnTo>
                    <a:pt x="1933204" y="3382"/>
                  </a:lnTo>
                  <a:lnTo>
                    <a:pt x="1958592" y="3105"/>
                  </a:lnTo>
                  <a:lnTo>
                    <a:pt x="1983396" y="2835"/>
                  </a:lnTo>
                  <a:lnTo>
                    <a:pt x="2007643" y="2571"/>
                  </a:lnTo>
                  <a:lnTo>
                    <a:pt x="2031357" y="2312"/>
                  </a:lnTo>
                  <a:lnTo>
                    <a:pt x="2054561" y="2059"/>
                  </a:lnTo>
                  <a:lnTo>
                    <a:pt x="2077276" y="1812"/>
                  </a:lnTo>
                  <a:lnTo>
                    <a:pt x="2099523" y="1569"/>
                  </a:lnTo>
                  <a:lnTo>
                    <a:pt x="2121321" y="1332"/>
                  </a:lnTo>
                  <a:lnTo>
                    <a:pt x="2142687" y="1099"/>
                  </a:lnTo>
                  <a:lnTo>
                    <a:pt x="2163638" y="871"/>
                  </a:lnTo>
                  <a:lnTo>
                    <a:pt x="2184189" y="647"/>
                  </a:lnTo>
                  <a:lnTo>
                    <a:pt x="2204357" y="427"/>
                  </a:lnTo>
                  <a:lnTo>
                    <a:pt x="2224155" y="211"/>
                  </a:lnTo>
                  <a:lnTo>
                    <a:pt x="224359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574980" y="5057685"/>
              <a:ext cx="2243596" cy="208414"/>
            </a:xfrm>
            <a:custGeom>
              <a:avLst/>
              <a:pathLst>
                <a:path w="2243596" h="208414">
                  <a:moveTo>
                    <a:pt x="0" y="208414"/>
                  </a:moveTo>
                  <a:lnTo>
                    <a:pt x="144072" y="195031"/>
                  </a:lnTo>
                  <a:lnTo>
                    <a:pt x="271153" y="183226"/>
                  </a:lnTo>
                  <a:lnTo>
                    <a:pt x="384831" y="172666"/>
                  </a:lnTo>
                  <a:lnTo>
                    <a:pt x="487665" y="163114"/>
                  </a:lnTo>
                  <a:lnTo>
                    <a:pt x="581545" y="154393"/>
                  </a:lnTo>
                  <a:lnTo>
                    <a:pt x="667907" y="146370"/>
                  </a:lnTo>
                  <a:lnTo>
                    <a:pt x="747865" y="138943"/>
                  </a:lnTo>
                  <a:lnTo>
                    <a:pt x="822304" y="132028"/>
                  </a:lnTo>
                  <a:lnTo>
                    <a:pt x="891937" y="125559"/>
                  </a:lnTo>
                  <a:lnTo>
                    <a:pt x="957348" y="119483"/>
                  </a:lnTo>
                  <a:lnTo>
                    <a:pt x="1019019" y="113754"/>
                  </a:lnTo>
                  <a:lnTo>
                    <a:pt x="1077354" y="108335"/>
                  </a:lnTo>
                  <a:lnTo>
                    <a:pt x="1132696" y="103195"/>
                  </a:lnTo>
                  <a:lnTo>
                    <a:pt x="1185338" y="98304"/>
                  </a:lnTo>
                  <a:lnTo>
                    <a:pt x="1235531" y="93642"/>
                  </a:lnTo>
                  <a:lnTo>
                    <a:pt x="1283491" y="89187"/>
                  </a:lnTo>
                  <a:lnTo>
                    <a:pt x="1329411" y="84921"/>
                  </a:lnTo>
                  <a:lnTo>
                    <a:pt x="1373455" y="80830"/>
                  </a:lnTo>
                  <a:lnTo>
                    <a:pt x="1415772" y="76899"/>
                  </a:lnTo>
                  <a:lnTo>
                    <a:pt x="1456492" y="73116"/>
                  </a:lnTo>
                  <a:lnTo>
                    <a:pt x="1495730" y="69471"/>
                  </a:lnTo>
                  <a:lnTo>
                    <a:pt x="1533592" y="65954"/>
                  </a:lnTo>
                  <a:lnTo>
                    <a:pt x="1570170" y="62556"/>
                  </a:lnTo>
                  <a:lnTo>
                    <a:pt x="1605548" y="59270"/>
                  </a:lnTo>
                  <a:lnTo>
                    <a:pt x="1639803" y="56088"/>
                  </a:lnTo>
                  <a:lnTo>
                    <a:pt x="1673004" y="53004"/>
                  </a:lnTo>
                  <a:lnTo>
                    <a:pt x="1705213" y="50012"/>
                  </a:lnTo>
                  <a:lnTo>
                    <a:pt x="1736489" y="47106"/>
                  </a:lnTo>
                  <a:lnTo>
                    <a:pt x="1766884" y="44283"/>
                  </a:lnTo>
                  <a:lnTo>
                    <a:pt x="1796446" y="41537"/>
                  </a:lnTo>
                  <a:lnTo>
                    <a:pt x="1825219" y="38864"/>
                  </a:lnTo>
                  <a:lnTo>
                    <a:pt x="1853245" y="36260"/>
                  </a:lnTo>
                  <a:lnTo>
                    <a:pt x="1880562" y="33723"/>
                  </a:lnTo>
                  <a:lnTo>
                    <a:pt x="1907204" y="31248"/>
                  </a:lnTo>
                  <a:lnTo>
                    <a:pt x="1933204" y="28833"/>
                  </a:lnTo>
                  <a:lnTo>
                    <a:pt x="1958592" y="26474"/>
                  </a:lnTo>
                  <a:lnTo>
                    <a:pt x="1983396" y="24170"/>
                  </a:lnTo>
                  <a:lnTo>
                    <a:pt x="2007643" y="21918"/>
                  </a:lnTo>
                  <a:lnTo>
                    <a:pt x="2031357" y="19715"/>
                  </a:lnTo>
                  <a:lnTo>
                    <a:pt x="2054561" y="17560"/>
                  </a:lnTo>
                  <a:lnTo>
                    <a:pt x="2077276" y="15449"/>
                  </a:lnTo>
                  <a:lnTo>
                    <a:pt x="2099523" y="13383"/>
                  </a:lnTo>
                  <a:lnTo>
                    <a:pt x="2121321" y="11358"/>
                  </a:lnTo>
                  <a:lnTo>
                    <a:pt x="2142687" y="9373"/>
                  </a:lnTo>
                  <a:lnTo>
                    <a:pt x="2163638" y="7427"/>
                  </a:lnTo>
                  <a:lnTo>
                    <a:pt x="2184189" y="5518"/>
                  </a:lnTo>
                  <a:lnTo>
                    <a:pt x="2204357" y="3644"/>
                  </a:lnTo>
                  <a:lnTo>
                    <a:pt x="2224155" y="1805"/>
                  </a:lnTo>
                  <a:lnTo>
                    <a:pt x="2243596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574980" y="5088769"/>
              <a:ext cx="2243596" cy="205882"/>
            </a:xfrm>
            <a:custGeom>
              <a:avLst/>
              <a:pathLst>
                <a:path w="2243596" h="205882">
                  <a:moveTo>
                    <a:pt x="0" y="205882"/>
                  </a:moveTo>
                  <a:lnTo>
                    <a:pt x="144072" y="192662"/>
                  </a:lnTo>
                  <a:lnTo>
                    <a:pt x="271153" y="181000"/>
                  </a:lnTo>
                  <a:lnTo>
                    <a:pt x="384831" y="170568"/>
                  </a:lnTo>
                  <a:lnTo>
                    <a:pt x="487665" y="161132"/>
                  </a:lnTo>
                  <a:lnTo>
                    <a:pt x="581545" y="152517"/>
                  </a:lnTo>
                  <a:lnTo>
                    <a:pt x="667907" y="144592"/>
                  </a:lnTo>
                  <a:lnTo>
                    <a:pt x="747865" y="137255"/>
                  </a:lnTo>
                  <a:lnTo>
                    <a:pt x="822304" y="130424"/>
                  </a:lnTo>
                  <a:lnTo>
                    <a:pt x="891937" y="124034"/>
                  </a:lnTo>
                  <a:lnTo>
                    <a:pt x="957348" y="118032"/>
                  </a:lnTo>
                  <a:lnTo>
                    <a:pt x="1019019" y="112372"/>
                  </a:lnTo>
                  <a:lnTo>
                    <a:pt x="1077354" y="107019"/>
                  </a:lnTo>
                  <a:lnTo>
                    <a:pt x="1132696" y="101941"/>
                  </a:lnTo>
                  <a:lnTo>
                    <a:pt x="1185338" y="97110"/>
                  </a:lnTo>
                  <a:lnTo>
                    <a:pt x="1235531" y="92504"/>
                  </a:lnTo>
                  <a:lnTo>
                    <a:pt x="1283491" y="88103"/>
                  </a:lnTo>
                  <a:lnTo>
                    <a:pt x="1329411" y="83889"/>
                  </a:lnTo>
                  <a:lnTo>
                    <a:pt x="1373455" y="79848"/>
                  </a:lnTo>
                  <a:lnTo>
                    <a:pt x="1415772" y="75964"/>
                  </a:lnTo>
                  <a:lnTo>
                    <a:pt x="1456492" y="72228"/>
                  </a:lnTo>
                  <a:lnTo>
                    <a:pt x="1495730" y="68627"/>
                  </a:lnTo>
                  <a:lnTo>
                    <a:pt x="1533592" y="65153"/>
                  </a:lnTo>
                  <a:lnTo>
                    <a:pt x="1570170" y="61796"/>
                  </a:lnTo>
                  <a:lnTo>
                    <a:pt x="1605548" y="58550"/>
                  </a:lnTo>
                  <a:lnTo>
                    <a:pt x="1639803" y="55406"/>
                  </a:lnTo>
                  <a:lnTo>
                    <a:pt x="1673004" y="52360"/>
                  </a:lnTo>
                  <a:lnTo>
                    <a:pt x="1705213" y="49404"/>
                  </a:lnTo>
                  <a:lnTo>
                    <a:pt x="1736489" y="46534"/>
                  </a:lnTo>
                  <a:lnTo>
                    <a:pt x="1766884" y="43745"/>
                  </a:lnTo>
                  <a:lnTo>
                    <a:pt x="1796446" y="41032"/>
                  </a:lnTo>
                  <a:lnTo>
                    <a:pt x="1825219" y="38392"/>
                  </a:lnTo>
                  <a:lnTo>
                    <a:pt x="1853245" y="35820"/>
                  </a:lnTo>
                  <a:lnTo>
                    <a:pt x="1880562" y="33313"/>
                  </a:lnTo>
                  <a:lnTo>
                    <a:pt x="1907204" y="30868"/>
                  </a:lnTo>
                  <a:lnTo>
                    <a:pt x="1933204" y="28483"/>
                  </a:lnTo>
                  <a:lnTo>
                    <a:pt x="1958592" y="26153"/>
                  </a:lnTo>
                  <a:lnTo>
                    <a:pt x="1983396" y="23877"/>
                  </a:lnTo>
                  <a:lnTo>
                    <a:pt x="2007643" y="21652"/>
                  </a:lnTo>
                  <a:lnTo>
                    <a:pt x="2031357" y="19476"/>
                  </a:lnTo>
                  <a:lnTo>
                    <a:pt x="2054561" y="17346"/>
                  </a:lnTo>
                  <a:lnTo>
                    <a:pt x="2077276" y="15262"/>
                  </a:lnTo>
                  <a:lnTo>
                    <a:pt x="2099523" y="13220"/>
                  </a:lnTo>
                  <a:lnTo>
                    <a:pt x="2121321" y="11220"/>
                  </a:lnTo>
                  <a:lnTo>
                    <a:pt x="2142687" y="9259"/>
                  </a:lnTo>
                  <a:lnTo>
                    <a:pt x="2163638" y="7337"/>
                  </a:lnTo>
                  <a:lnTo>
                    <a:pt x="2184189" y="5451"/>
                  </a:lnTo>
                  <a:lnTo>
                    <a:pt x="2204357" y="3600"/>
                  </a:lnTo>
                  <a:lnTo>
                    <a:pt x="2224155" y="1783"/>
                  </a:lnTo>
                  <a:lnTo>
                    <a:pt x="224359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574980" y="5325529"/>
              <a:ext cx="2243596" cy="154594"/>
            </a:xfrm>
            <a:custGeom>
              <a:avLst/>
              <a:pathLst>
                <a:path w="2243596" h="154594">
                  <a:moveTo>
                    <a:pt x="0" y="0"/>
                  </a:moveTo>
                  <a:lnTo>
                    <a:pt x="144072" y="9927"/>
                  </a:lnTo>
                  <a:lnTo>
                    <a:pt x="271153" y="18683"/>
                  </a:lnTo>
                  <a:lnTo>
                    <a:pt x="384831" y="26516"/>
                  </a:lnTo>
                  <a:lnTo>
                    <a:pt x="487665" y="33602"/>
                  </a:lnTo>
                  <a:lnTo>
                    <a:pt x="581545" y="40071"/>
                  </a:lnTo>
                  <a:lnTo>
                    <a:pt x="667907" y="46021"/>
                  </a:lnTo>
                  <a:lnTo>
                    <a:pt x="747865" y="51531"/>
                  </a:lnTo>
                  <a:lnTo>
                    <a:pt x="822304" y="56660"/>
                  </a:lnTo>
                  <a:lnTo>
                    <a:pt x="891937" y="61458"/>
                  </a:lnTo>
                  <a:lnTo>
                    <a:pt x="957348" y="65965"/>
                  </a:lnTo>
                  <a:lnTo>
                    <a:pt x="1019019" y="70215"/>
                  </a:lnTo>
                  <a:lnTo>
                    <a:pt x="1077354" y="74234"/>
                  </a:lnTo>
                  <a:lnTo>
                    <a:pt x="1132696" y="78048"/>
                  </a:lnTo>
                  <a:lnTo>
                    <a:pt x="1185338" y="81675"/>
                  </a:lnTo>
                  <a:lnTo>
                    <a:pt x="1235531" y="85133"/>
                  </a:lnTo>
                  <a:lnTo>
                    <a:pt x="1283491" y="88438"/>
                  </a:lnTo>
                  <a:lnTo>
                    <a:pt x="1329411" y="91602"/>
                  </a:lnTo>
                  <a:lnTo>
                    <a:pt x="1373455" y="94637"/>
                  </a:lnTo>
                  <a:lnTo>
                    <a:pt x="1415772" y="97553"/>
                  </a:lnTo>
                  <a:lnTo>
                    <a:pt x="1456492" y="100359"/>
                  </a:lnTo>
                  <a:lnTo>
                    <a:pt x="1495730" y="103062"/>
                  </a:lnTo>
                  <a:lnTo>
                    <a:pt x="1533592" y="105671"/>
                  </a:lnTo>
                  <a:lnTo>
                    <a:pt x="1570170" y="108192"/>
                  </a:lnTo>
                  <a:lnTo>
                    <a:pt x="1605548" y="110629"/>
                  </a:lnTo>
                  <a:lnTo>
                    <a:pt x="1639803" y="112990"/>
                  </a:lnTo>
                  <a:lnTo>
                    <a:pt x="1673004" y="115277"/>
                  </a:lnTo>
                  <a:lnTo>
                    <a:pt x="1705213" y="117497"/>
                  </a:lnTo>
                  <a:lnTo>
                    <a:pt x="1736489" y="119652"/>
                  </a:lnTo>
                  <a:lnTo>
                    <a:pt x="1766884" y="121746"/>
                  </a:lnTo>
                  <a:lnTo>
                    <a:pt x="1796446" y="123783"/>
                  </a:lnTo>
                  <a:lnTo>
                    <a:pt x="1825219" y="125766"/>
                  </a:lnTo>
                  <a:lnTo>
                    <a:pt x="1853245" y="127697"/>
                  </a:lnTo>
                  <a:lnTo>
                    <a:pt x="1880562" y="129579"/>
                  </a:lnTo>
                  <a:lnTo>
                    <a:pt x="1907204" y="131415"/>
                  </a:lnTo>
                  <a:lnTo>
                    <a:pt x="1933204" y="133206"/>
                  </a:lnTo>
                  <a:lnTo>
                    <a:pt x="1958592" y="134956"/>
                  </a:lnTo>
                  <a:lnTo>
                    <a:pt x="1983396" y="136665"/>
                  </a:lnTo>
                  <a:lnTo>
                    <a:pt x="2007643" y="138336"/>
                  </a:lnTo>
                  <a:lnTo>
                    <a:pt x="2031357" y="139970"/>
                  </a:lnTo>
                  <a:lnTo>
                    <a:pt x="2054561" y="141569"/>
                  </a:lnTo>
                  <a:lnTo>
                    <a:pt x="2077276" y="143134"/>
                  </a:lnTo>
                  <a:lnTo>
                    <a:pt x="2099523" y="144667"/>
                  </a:lnTo>
                  <a:lnTo>
                    <a:pt x="2121321" y="146169"/>
                  </a:lnTo>
                  <a:lnTo>
                    <a:pt x="2142687" y="147641"/>
                  </a:lnTo>
                  <a:lnTo>
                    <a:pt x="2163638" y="149084"/>
                  </a:lnTo>
                  <a:lnTo>
                    <a:pt x="2184189" y="150501"/>
                  </a:lnTo>
                  <a:lnTo>
                    <a:pt x="2204357" y="151890"/>
                  </a:lnTo>
                  <a:lnTo>
                    <a:pt x="2224155" y="153254"/>
                  </a:lnTo>
                  <a:lnTo>
                    <a:pt x="2243596" y="154594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574980" y="5286232"/>
              <a:ext cx="2243596" cy="86121"/>
            </a:xfrm>
            <a:custGeom>
              <a:avLst/>
              <a:pathLst>
                <a:path w="2243596" h="86121">
                  <a:moveTo>
                    <a:pt x="0" y="0"/>
                  </a:moveTo>
                  <a:lnTo>
                    <a:pt x="144072" y="5530"/>
                  </a:lnTo>
                  <a:lnTo>
                    <a:pt x="271153" y="10408"/>
                  </a:lnTo>
                  <a:lnTo>
                    <a:pt x="384831" y="14771"/>
                  </a:lnTo>
                  <a:lnTo>
                    <a:pt x="487665" y="18719"/>
                  </a:lnTo>
                  <a:lnTo>
                    <a:pt x="581545" y="22322"/>
                  </a:lnTo>
                  <a:lnTo>
                    <a:pt x="667907" y="25638"/>
                  </a:lnTo>
                  <a:lnTo>
                    <a:pt x="747865" y="28707"/>
                  </a:lnTo>
                  <a:lnTo>
                    <a:pt x="822304" y="31564"/>
                  </a:lnTo>
                  <a:lnTo>
                    <a:pt x="891937" y="34237"/>
                  </a:lnTo>
                  <a:lnTo>
                    <a:pt x="957348" y="36748"/>
                  </a:lnTo>
                  <a:lnTo>
                    <a:pt x="1019019" y="39115"/>
                  </a:lnTo>
                  <a:lnTo>
                    <a:pt x="1077354" y="41354"/>
                  </a:lnTo>
                  <a:lnTo>
                    <a:pt x="1132696" y="43479"/>
                  </a:lnTo>
                  <a:lnTo>
                    <a:pt x="1185338" y="45499"/>
                  </a:lnTo>
                  <a:lnTo>
                    <a:pt x="1235531" y="47426"/>
                  </a:lnTo>
                  <a:lnTo>
                    <a:pt x="1283491" y="49267"/>
                  </a:lnTo>
                  <a:lnTo>
                    <a:pt x="1329411" y="51030"/>
                  </a:lnTo>
                  <a:lnTo>
                    <a:pt x="1373455" y="52720"/>
                  </a:lnTo>
                  <a:lnTo>
                    <a:pt x="1415772" y="54345"/>
                  </a:lnTo>
                  <a:lnTo>
                    <a:pt x="1456492" y="55908"/>
                  </a:lnTo>
                  <a:lnTo>
                    <a:pt x="1495730" y="57414"/>
                  </a:lnTo>
                  <a:lnTo>
                    <a:pt x="1533592" y="58867"/>
                  </a:lnTo>
                  <a:lnTo>
                    <a:pt x="1570170" y="60271"/>
                  </a:lnTo>
                  <a:lnTo>
                    <a:pt x="1605548" y="61629"/>
                  </a:lnTo>
                  <a:lnTo>
                    <a:pt x="1639803" y="62944"/>
                  </a:lnTo>
                  <a:lnTo>
                    <a:pt x="1673004" y="64219"/>
                  </a:lnTo>
                  <a:lnTo>
                    <a:pt x="1705213" y="65455"/>
                  </a:lnTo>
                  <a:lnTo>
                    <a:pt x="1736489" y="66656"/>
                  </a:lnTo>
                  <a:lnTo>
                    <a:pt x="1766884" y="67822"/>
                  </a:lnTo>
                  <a:lnTo>
                    <a:pt x="1796446" y="68957"/>
                  </a:lnTo>
                  <a:lnTo>
                    <a:pt x="1825219" y="70062"/>
                  </a:lnTo>
                  <a:lnTo>
                    <a:pt x="1853245" y="71137"/>
                  </a:lnTo>
                  <a:lnTo>
                    <a:pt x="1880562" y="72186"/>
                  </a:lnTo>
                  <a:lnTo>
                    <a:pt x="1907204" y="73209"/>
                  </a:lnTo>
                  <a:lnTo>
                    <a:pt x="1933204" y="74207"/>
                  </a:lnTo>
                  <a:lnTo>
                    <a:pt x="1958592" y="75181"/>
                  </a:lnTo>
                  <a:lnTo>
                    <a:pt x="1983396" y="76133"/>
                  </a:lnTo>
                  <a:lnTo>
                    <a:pt x="2007643" y="77064"/>
                  </a:lnTo>
                  <a:lnTo>
                    <a:pt x="2031357" y="77974"/>
                  </a:lnTo>
                  <a:lnTo>
                    <a:pt x="2054561" y="78865"/>
                  </a:lnTo>
                  <a:lnTo>
                    <a:pt x="2077276" y="79737"/>
                  </a:lnTo>
                  <a:lnTo>
                    <a:pt x="2099523" y="80591"/>
                  </a:lnTo>
                  <a:lnTo>
                    <a:pt x="2121321" y="81428"/>
                  </a:lnTo>
                  <a:lnTo>
                    <a:pt x="2142687" y="82248"/>
                  </a:lnTo>
                  <a:lnTo>
                    <a:pt x="2163638" y="83052"/>
                  </a:lnTo>
                  <a:lnTo>
                    <a:pt x="2184189" y="83841"/>
                  </a:lnTo>
                  <a:lnTo>
                    <a:pt x="2204357" y="84615"/>
                  </a:lnTo>
                  <a:lnTo>
                    <a:pt x="2224155" y="85375"/>
                  </a:lnTo>
                  <a:lnTo>
                    <a:pt x="2243596" y="8612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7" name="rc486"/>
            <p:cNvSpPr/>
            <p:nvPr/>
          </p:nvSpPr>
          <p:spPr>
            <a:xfrm>
              <a:off x="1404926" y="4616522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404926" y="4616522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tx488"/>
            <p:cNvSpPr/>
            <p:nvPr/>
          </p:nvSpPr>
          <p:spPr>
            <a:xfrm rot="-5400000">
              <a:off x="1235360" y="570469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235360" y="536902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91" name="tx490"/>
            <p:cNvSpPr/>
            <p:nvPr/>
          </p:nvSpPr>
          <p:spPr>
            <a:xfrm rot="-5400000">
              <a:off x="1235360" y="503334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2" name="tx491"/>
            <p:cNvSpPr/>
            <p:nvPr/>
          </p:nvSpPr>
          <p:spPr>
            <a:xfrm rot="-5400000">
              <a:off x="1235360" y="469766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3" name="pl492"/>
            <p:cNvSpPr/>
            <p:nvPr/>
          </p:nvSpPr>
          <p:spPr>
            <a:xfrm>
              <a:off x="1376458" y="57411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76458" y="54054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76458" y="50697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376458" y="47341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404926" y="5823197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1574980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2322845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3070711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0"/>
            <p:cNvSpPr/>
            <p:nvPr/>
          </p:nvSpPr>
          <p:spPr>
            <a:xfrm>
              <a:off x="3818576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tx501"/>
            <p:cNvSpPr/>
            <p:nvPr/>
          </p:nvSpPr>
          <p:spPr>
            <a:xfrm>
              <a:off x="1546725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2294590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3042456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3790321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6" name="tx505"/>
            <p:cNvSpPr/>
            <p:nvPr/>
          </p:nvSpPr>
          <p:spPr>
            <a:xfrm>
              <a:off x="2431825" y="6032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7" name="tx506"/>
            <p:cNvSpPr/>
            <p:nvPr/>
          </p:nvSpPr>
          <p:spPr>
            <a:xfrm rot="-5400000">
              <a:off x="1029178" y="5174277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8" name="tx507"/>
            <p:cNvSpPr/>
            <p:nvPr/>
          </p:nvSpPr>
          <p:spPr>
            <a:xfrm>
              <a:off x="1404926" y="4439982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9" name="rc508"/>
            <p:cNvSpPr/>
            <p:nvPr/>
          </p:nvSpPr>
          <p:spPr>
            <a:xfrm>
              <a:off x="4262365" y="4616522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351380" y="529760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372118" y="523493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381114" y="528432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372090" y="554818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356169" y="551535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396754" y="547715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402625" y="50837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396182" y="53158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440926" y="549738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4439397" y="521239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150161" y="57402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145142" y="542087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146660" y="524182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173624" y="56242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092376" y="535285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098154" y="502739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125723" y="538312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162184" y="54407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115111" y="522376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128919" y="55165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182691" y="51758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105912" y="54833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184988" y="51513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115077" y="48559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25749" y="508545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153917" y="512712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150816" y="522841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165417" y="54673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887628" y="527655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844361" y="532363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893083" y="549916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841653" y="51268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839772" y="53260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876989" y="51451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938249" y="476165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876085" y="53742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874136" y="522581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944178" y="46432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40759" y="52302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865567" y="53269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867203" y="51245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850258" y="506588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874466" y="49519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841819" y="540990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19996" y="543650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923200" y="56066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904162" y="526727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866779" y="519925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639566" y="523813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639610" y="534573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679289" y="541026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613504" y="544009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596858" y="52737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620993" y="521887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675265" y="54077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676261" y="516190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685948" y="547059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685221" y="53426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674075" y="527823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664845" y="535137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598069" y="531487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612634" y="55709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631095" y="53325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687586" y="534832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653283" y="525052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689048" y="527431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689738" y="558461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693125" y="524489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685679" y="514879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668951" y="51735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659485" y="54320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645555" y="54901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415551" y="5334326"/>
              <a:ext cx="2255295" cy="4103"/>
            </a:xfrm>
            <a:custGeom>
              <a:avLst/>
              <a:pathLst>
                <a:path w="2255295" h="4103">
                  <a:moveTo>
                    <a:pt x="0" y="0"/>
                  </a:moveTo>
                  <a:lnTo>
                    <a:pt x="144823" y="263"/>
                  </a:lnTo>
                  <a:lnTo>
                    <a:pt x="272567" y="495"/>
                  </a:lnTo>
                  <a:lnTo>
                    <a:pt x="386838" y="703"/>
                  </a:lnTo>
                  <a:lnTo>
                    <a:pt x="490208" y="891"/>
                  </a:lnTo>
                  <a:lnTo>
                    <a:pt x="584578" y="1063"/>
                  </a:lnTo>
                  <a:lnTo>
                    <a:pt x="671390" y="1221"/>
                  </a:lnTo>
                  <a:lnTo>
                    <a:pt x="751765" y="1367"/>
                  </a:lnTo>
                  <a:lnTo>
                    <a:pt x="826592" y="1503"/>
                  </a:lnTo>
                  <a:lnTo>
                    <a:pt x="896589" y="1631"/>
                  </a:lnTo>
                  <a:lnTo>
                    <a:pt x="962340" y="1750"/>
                  </a:lnTo>
                  <a:lnTo>
                    <a:pt x="1024332" y="1863"/>
                  </a:lnTo>
                  <a:lnTo>
                    <a:pt x="1082972" y="1970"/>
                  </a:lnTo>
                  <a:lnTo>
                    <a:pt x="1138603" y="2071"/>
                  </a:lnTo>
                  <a:lnTo>
                    <a:pt x="1191519" y="2167"/>
                  </a:lnTo>
                  <a:lnTo>
                    <a:pt x="1241973" y="2259"/>
                  </a:lnTo>
                  <a:lnTo>
                    <a:pt x="1290184" y="2347"/>
                  </a:lnTo>
                  <a:lnTo>
                    <a:pt x="1336343" y="2431"/>
                  </a:lnTo>
                  <a:lnTo>
                    <a:pt x="1380617" y="2511"/>
                  </a:lnTo>
                  <a:lnTo>
                    <a:pt x="1423155" y="2589"/>
                  </a:lnTo>
                  <a:lnTo>
                    <a:pt x="1464087" y="2663"/>
                  </a:lnTo>
                  <a:lnTo>
                    <a:pt x="1503530" y="2735"/>
                  </a:lnTo>
                  <a:lnTo>
                    <a:pt x="1541589" y="2804"/>
                  </a:lnTo>
                  <a:lnTo>
                    <a:pt x="1578358" y="2871"/>
                  </a:lnTo>
                  <a:lnTo>
                    <a:pt x="1613920" y="2936"/>
                  </a:lnTo>
                  <a:lnTo>
                    <a:pt x="1648354" y="2999"/>
                  </a:lnTo>
                  <a:lnTo>
                    <a:pt x="1681728" y="3059"/>
                  </a:lnTo>
                  <a:lnTo>
                    <a:pt x="1714105" y="3118"/>
                  </a:lnTo>
                  <a:lnTo>
                    <a:pt x="1745544" y="3175"/>
                  </a:lnTo>
                  <a:lnTo>
                    <a:pt x="1776098" y="3231"/>
                  </a:lnTo>
                  <a:lnTo>
                    <a:pt x="1805814" y="3285"/>
                  </a:lnTo>
                  <a:lnTo>
                    <a:pt x="1834737" y="3338"/>
                  </a:lnTo>
                  <a:lnTo>
                    <a:pt x="1862909" y="3389"/>
                  </a:lnTo>
                  <a:lnTo>
                    <a:pt x="1890368" y="3439"/>
                  </a:lnTo>
                  <a:lnTo>
                    <a:pt x="1917149" y="3488"/>
                  </a:lnTo>
                  <a:lnTo>
                    <a:pt x="1943285" y="3535"/>
                  </a:lnTo>
                  <a:lnTo>
                    <a:pt x="1968805" y="3582"/>
                  </a:lnTo>
                  <a:lnTo>
                    <a:pt x="1993739" y="3627"/>
                  </a:lnTo>
                  <a:lnTo>
                    <a:pt x="2018112" y="3671"/>
                  </a:lnTo>
                  <a:lnTo>
                    <a:pt x="2041950" y="3715"/>
                  </a:lnTo>
                  <a:lnTo>
                    <a:pt x="2065275" y="3757"/>
                  </a:lnTo>
                  <a:lnTo>
                    <a:pt x="2088108" y="3799"/>
                  </a:lnTo>
                  <a:lnTo>
                    <a:pt x="2110471" y="3839"/>
                  </a:lnTo>
                  <a:lnTo>
                    <a:pt x="2132383" y="3879"/>
                  </a:lnTo>
                  <a:lnTo>
                    <a:pt x="2153860" y="3918"/>
                  </a:lnTo>
                  <a:lnTo>
                    <a:pt x="2174920" y="3957"/>
                  </a:lnTo>
                  <a:lnTo>
                    <a:pt x="2195579" y="3994"/>
                  </a:lnTo>
                  <a:lnTo>
                    <a:pt x="2215852" y="4031"/>
                  </a:lnTo>
                  <a:lnTo>
                    <a:pt x="2235753" y="4067"/>
                  </a:lnTo>
                  <a:lnTo>
                    <a:pt x="2255295" y="4103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415551" y="5148148"/>
              <a:ext cx="2255295" cy="86920"/>
            </a:xfrm>
            <a:custGeom>
              <a:avLst/>
              <a:pathLst>
                <a:path w="2255295" h="86920">
                  <a:moveTo>
                    <a:pt x="0" y="0"/>
                  </a:moveTo>
                  <a:lnTo>
                    <a:pt x="144823" y="5581"/>
                  </a:lnTo>
                  <a:lnTo>
                    <a:pt x="272567" y="10504"/>
                  </a:lnTo>
                  <a:lnTo>
                    <a:pt x="386838" y="14908"/>
                  </a:lnTo>
                  <a:lnTo>
                    <a:pt x="490208" y="18892"/>
                  </a:lnTo>
                  <a:lnTo>
                    <a:pt x="584578" y="22530"/>
                  </a:lnTo>
                  <a:lnTo>
                    <a:pt x="671390" y="25875"/>
                  </a:lnTo>
                  <a:lnTo>
                    <a:pt x="751765" y="28973"/>
                  </a:lnTo>
                  <a:lnTo>
                    <a:pt x="826592" y="31857"/>
                  </a:lnTo>
                  <a:lnTo>
                    <a:pt x="896589" y="34555"/>
                  </a:lnTo>
                  <a:lnTo>
                    <a:pt x="962340" y="37089"/>
                  </a:lnTo>
                  <a:lnTo>
                    <a:pt x="1024332" y="39478"/>
                  </a:lnTo>
                  <a:lnTo>
                    <a:pt x="1082972" y="41738"/>
                  </a:lnTo>
                  <a:lnTo>
                    <a:pt x="1138603" y="43882"/>
                  </a:lnTo>
                  <a:lnTo>
                    <a:pt x="1191519" y="45921"/>
                  </a:lnTo>
                  <a:lnTo>
                    <a:pt x="1241973" y="47866"/>
                  </a:lnTo>
                  <a:lnTo>
                    <a:pt x="1290184" y="49724"/>
                  </a:lnTo>
                  <a:lnTo>
                    <a:pt x="1336343" y="51503"/>
                  </a:lnTo>
                  <a:lnTo>
                    <a:pt x="1380617" y="53209"/>
                  </a:lnTo>
                  <a:lnTo>
                    <a:pt x="1423155" y="54849"/>
                  </a:lnTo>
                  <a:lnTo>
                    <a:pt x="1464087" y="56426"/>
                  </a:lnTo>
                  <a:lnTo>
                    <a:pt x="1503530" y="57946"/>
                  </a:lnTo>
                  <a:lnTo>
                    <a:pt x="1541589" y="59413"/>
                  </a:lnTo>
                  <a:lnTo>
                    <a:pt x="1578358" y="60830"/>
                  </a:lnTo>
                  <a:lnTo>
                    <a:pt x="1613920" y="62201"/>
                  </a:lnTo>
                  <a:lnTo>
                    <a:pt x="1648354" y="63528"/>
                  </a:lnTo>
                  <a:lnTo>
                    <a:pt x="1681728" y="64814"/>
                  </a:lnTo>
                  <a:lnTo>
                    <a:pt x="1714105" y="66062"/>
                  </a:lnTo>
                  <a:lnTo>
                    <a:pt x="1745544" y="67274"/>
                  </a:lnTo>
                  <a:lnTo>
                    <a:pt x="1776098" y="68451"/>
                  </a:lnTo>
                  <a:lnTo>
                    <a:pt x="1805814" y="69597"/>
                  </a:lnTo>
                  <a:lnTo>
                    <a:pt x="1834737" y="70711"/>
                  </a:lnTo>
                  <a:lnTo>
                    <a:pt x="1862909" y="71797"/>
                  </a:lnTo>
                  <a:lnTo>
                    <a:pt x="1890368" y="72855"/>
                  </a:lnTo>
                  <a:lnTo>
                    <a:pt x="1917149" y="73888"/>
                  </a:lnTo>
                  <a:lnTo>
                    <a:pt x="1943285" y="74895"/>
                  </a:lnTo>
                  <a:lnTo>
                    <a:pt x="1968805" y="75878"/>
                  </a:lnTo>
                  <a:lnTo>
                    <a:pt x="1993739" y="76839"/>
                  </a:lnTo>
                  <a:lnTo>
                    <a:pt x="2018112" y="77779"/>
                  </a:lnTo>
                  <a:lnTo>
                    <a:pt x="2041950" y="78697"/>
                  </a:lnTo>
                  <a:lnTo>
                    <a:pt x="2065275" y="79596"/>
                  </a:lnTo>
                  <a:lnTo>
                    <a:pt x="2088108" y="80476"/>
                  </a:lnTo>
                  <a:lnTo>
                    <a:pt x="2110471" y="81338"/>
                  </a:lnTo>
                  <a:lnTo>
                    <a:pt x="2132383" y="82183"/>
                  </a:lnTo>
                  <a:lnTo>
                    <a:pt x="2153860" y="83011"/>
                  </a:lnTo>
                  <a:lnTo>
                    <a:pt x="2174920" y="83822"/>
                  </a:lnTo>
                  <a:lnTo>
                    <a:pt x="2195579" y="84618"/>
                  </a:lnTo>
                  <a:lnTo>
                    <a:pt x="2215852" y="85400"/>
                  </a:lnTo>
                  <a:lnTo>
                    <a:pt x="2235753" y="86167"/>
                  </a:lnTo>
                  <a:lnTo>
                    <a:pt x="2255295" y="8692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415551" y="5293293"/>
              <a:ext cx="2255295" cy="105044"/>
            </a:xfrm>
            <a:custGeom>
              <a:avLst/>
              <a:pathLst>
                <a:path w="2255295" h="105044">
                  <a:moveTo>
                    <a:pt x="0" y="0"/>
                  </a:moveTo>
                  <a:lnTo>
                    <a:pt x="144823" y="6745"/>
                  </a:lnTo>
                  <a:lnTo>
                    <a:pt x="272567" y="12695"/>
                  </a:lnTo>
                  <a:lnTo>
                    <a:pt x="386838" y="18017"/>
                  </a:lnTo>
                  <a:lnTo>
                    <a:pt x="490208" y="22832"/>
                  </a:lnTo>
                  <a:lnTo>
                    <a:pt x="584578" y="27227"/>
                  </a:lnTo>
                  <a:lnTo>
                    <a:pt x="671390" y="31271"/>
                  </a:lnTo>
                  <a:lnTo>
                    <a:pt x="751765" y="35014"/>
                  </a:lnTo>
                  <a:lnTo>
                    <a:pt x="826592" y="38499"/>
                  </a:lnTo>
                  <a:lnTo>
                    <a:pt x="896589" y="41760"/>
                  </a:lnTo>
                  <a:lnTo>
                    <a:pt x="962340" y="44822"/>
                  </a:lnTo>
                  <a:lnTo>
                    <a:pt x="1024332" y="47710"/>
                  </a:lnTo>
                  <a:lnTo>
                    <a:pt x="1082972" y="50441"/>
                  </a:lnTo>
                  <a:lnTo>
                    <a:pt x="1138603" y="53032"/>
                  </a:lnTo>
                  <a:lnTo>
                    <a:pt x="1191519" y="55497"/>
                  </a:lnTo>
                  <a:lnTo>
                    <a:pt x="1241973" y="57847"/>
                  </a:lnTo>
                  <a:lnTo>
                    <a:pt x="1290184" y="60092"/>
                  </a:lnTo>
                  <a:lnTo>
                    <a:pt x="1336343" y="62242"/>
                  </a:lnTo>
                  <a:lnTo>
                    <a:pt x="1380617" y="64304"/>
                  </a:lnTo>
                  <a:lnTo>
                    <a:pt x="1423155" y="66285"/>
                  </a:lnTo>
                  <a:lnTo>
                    <a:pt x="1464087" y="68192"/>
                  </a:lnTo>
                  <a:lnTo>
                    <a:pt x="1503530" y="70029"/>
                  </a:lnTo>
                  <a:lnTo>
                    <a:pt x="1541589" y="71802"/>
                  </a:lnTo>
                  <a:lnTo>
                    <a:pt x="1578358" y="73514"/>
                  </a:lnTo>
                  <a:lnTo>
                    <a:pt x="1613920" y="75171"/>
                  </a:lnTo>
                  <a:lnTo>
                    <a:pt x="1648354" y="76774"/>
                  </a:lnTo>
                  <a:lnTo>
                    <a:pt x="1681728" y="78329"/>
                  </a:lnTo>
                  <a:lnTo>
                    <a:pt x="1714105" y="79837"/>
                  </a:lnTo>
                  <a:lnTo>
                    <a:pt x="1745544" y="81301"/>
                  </a:lnTo>
                  <a:lnTo>
                    <a:pt x="1776098" y="82724"/>
                  </a:lnTo>
                  <a:lnTo>
                    <a:pt x="1805814" y="84108"/>
                  </a:lnTo>
                  <a:lnTo>
                    <a:pt x="1834737" y="85456"/>
                  </a:lnTo>
                  <a:lnTo>
                    <a:pt x="1862909" y="86768"/>
                  </a:lnTo>
                  <a:lnTo>
                    <a:pt x="1890368" y="88047"/>
                  </a:lnTo>
                  <a:lnTo>
                    <a:pt x="1917149" y="89294"/>
                  </a:lnTo>
                  <a:lnTo>
                    <a:pt x="1943285" y="90511"/>
                  </a:lnTo>
                  <a:lnTo>
                    <a:pt x="1968805" y="91700"/>
                  </a:lnTo>
                  <a:lnTo>
                    <a:pt x="1993739" y="92861"/>
                  </a:lnTo>
                  <a:lnTo>
                    <a:pt x="2018112" y="93997"/>
                  </a:lnTo>
                  <a:lnTo>
                    <a:pt x="2041950" y="95107"/>
                  </a:lnTo>
                  <a:lnTo>
                    <a:pt x="2065275" y="96193"/>
                  </a:lnTo>
                  <a:lnTo>
                    <a:pt x="2088108" y="97257"/>
                  </a:lnTo>
                  <a:lnTo>
                    <a:pt x="2110471" y="98298"/>
                  </a:lnTo>
                  <a:lnTo>
                    <a:pt x="2132383" y="99319"/>
                  </a:lnTo>
                  <a:lnTo>
                    <a:pt x="2153860" y="100319"/>
                  </a:lnTo>
                  <a:lnTo>
                    <a:pt x="2174920" y="101300"/>
                  </a:lnTo>
                  <a:lnTo>
                    <a:pt x="2195579" y="102262"/>
                  </a:lnTo>
                  <a:lnTo>
                    <a:pt x="2215852" y="103207"/>
                  </a:lnTo>
                  <a:lnTo>
                    <a:pt x="2235753" y="104134"/>
                  </a:lnTo>
                  <a:lnTo>
                    <a:pt x="2255295" y="105044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415551" y="5429194"/>
              <a:ext cx="2255295" cy="95852"/>
            </a:xfrm>
            <a:custGeom>
              <a:avLst/>
              <a:pathLst>
                <a:path w="2255295" h="95852">
                  <a:moveTo>
                    <a:pt x="0" y="0"/>
                  </a:moveTo>
                  <a:lnTo>
                    <a:pt x="144823" y="6155"/>
                  </a:lnTo>
                  <a:lnTo>
                    <a:pt x="272567" y="11584"/>
                  </a:lnTo>
                  <a:lnTo>
                    <a:pt x="386838" y="16441"/>
                  </a:lnTo>
                  <a:lnTo>
                    <a:pt x="490208" y="20834"/>
                  </a:lnTo>
                  <a:lnTo>
                    <a:pt x="584578" y="24845"/>
                  </a:lnTo>
                  <a:lnTo>
                    <a:pt x="671390" y="28534"/>
                  </a:lnTo>
                  <a:lnTo>
                    <a:pt x="751765" y="31950"/>
                  </a:lnTo>
                  <a:lnTo>
                    <a:pt x="826592" y="35131"/>
                  </a:lnTo>
                  <a:lnTo>
                    <a:pt x="896589" y="38106"/>
                  </a:lnTo>
                  <a:lnTo>
                    <a:pt x="962340" y="40900"/>
                  </a:lnTo>
                  <a:lnTo>
                    <a:pt x="1024332" y="43535"/>
                  </a:lnTo>
                  <a:lnTo>
                    <a:pt x="1082972" y="46027"/>
                  </a:lnTo>
                  <a:lnTo>
                    <a:pt x="1138603" y="48392"/>
                  </a:lnTo>
                  <a:lnTo>
                    <a:pt x="1191519" y="50641"/>
                  </a:lnTo>
                  <a:lnTo>
                    <a:pt x="1241973" y="52785"/>
                  </a:lnTo>
                  <a:lnTo>
                    <a:pt x="1290184" y="54834"/>
                  </a:lnTo>
                  <a:lnTo>
                    <a:pt x="1336343" y="56796"/>
                  </a:lnTo>
                  <a:lnTo>
                    <a:pt x="1380617" y="58678"/>
                  </a:lnTo>
                  <a:lnTo>
                    <a:pt x="1423155" y="60485"/>
                  </a:lnTo>
                  <a:lnTo>
                    <a:pt x="1464087" y="62225"/>
                  </a:lnTo>
                  <a:lnTo>
                    <a:pt x="1503530" y="63901"/>
                  </a:lnTo>
                  <a:lnTo>
                    <a:pt x="1541589" y="65519"/>
                  </a:lnTo>
                  <a:lnTo>
                    <a:pt x="1578358" y="67082"/>
                  </a:lnTo>
                  <a:lnTo>
                    <a:pt x="1613920" y="68593"/>
                  </a:lnTo>
                  <a:lnTo>
                    <a:pt x="1648354" y="70057"/>
                  </a:lnTo>
                  <a:lnTo>
                    <a:pt x="1681728" y="71475"/>
                  </a:lnTo>
                  <a:lnTo>
                    <a:pt x="1714105" y="72851"/>
                  </a:lnTo>
                  <a:lnTo>
                    <a:pt x="1745544" y="74187"/>
                  </a:lnTo>
                  <a:lnTo>
                    <a:pt x="1776098" y="75486"/>
                  </a:lnTo>
                  <a:lnTo>
                    <a:pt x="1805814" y="76749"/>
                  </a:lnTo>
                  <a:lnTo>
                    <a:pt x="1834737" y="77978"/>
                  </a:lnTo>
                  <a:lnTo>
                    <a:pt x="1862909" y="79176"/>
                  </a:lnTo>
                  <a:lnTo>
                    <a:pt x="1890368" y="80343"/>
                  </a:lnTo>
                  <a:lnTo>
                    <a:pt x="1917149" y="81481"/>
                  </a:lnTo>
                  <a:lnTo>
                    <a:pt x="1943285" y="82592"/>
                  </a:lnTo>
                  <a:lnTo>
                    <a:pt x="1968805" y="83676"/>
                  </a:lnTo>
                  <a:lnTo>
                    <a:pt x="1993739" y="84736"/>
                  </a:lnTo>
                  <a:lnTo>
                    <a:pt x="2018112" y="85772"/>
                  </a:lnTo>
                  <a:lnTo>
                    <a:pt x="2041950" y="86785"/>
                  </a:lnTo>
                  <a:lnTo>
                    <a:pt x="2065275" y="87776"/>
                  </a:lnTo>
                  <a:lnTo>
                    <a:pt x="2088108" y="88747"/>
                  </a:lnTo>
                  <a:lnTo>
                    <a:pt x="2110471" y="89697"/>
                  </a:lnTo>
                  <a:lnTo>
                    <a:pt x="2132383" y="90628"/>
                  </a:lnTo>
                  <a:lnTo>
                    <a:pt x="2153860" y="91541"/>
                  </a:lnTo>
                  <a:lnTo>
                    <a:pt x="2174920" y="92436"/>
                  </a:lnTo>
                  <a:lnTo>
                    <a:pt x="2195579" y="93314"/>
                  </a:lnTo>
                  <a:lnTo>
                    <a:pt x="2215852" y="94176"/>
                  </a:lnTo>
                  <a:lnTo>
                    <a:pt x="2235753" y="95022"/>
                  </a:lnTo>
                  <a:lnTo>
                    <a:pt x="2255295" y="95852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415551" y="5300011"/>
              <a:ext cx="2255295" cy="32979"/>
            </a:xfrm>
            <a:custGeom>
              <a:avLst/>
              <a:pathLst>
                <a:path w="2255295" h="32979">
                  <a:moveTo>
                    <a:pt x="0" y="0"/>
                  </a:moveTo>
                  <a:lnTo>
                    <a:pt x="144823" y="2117"/>
                  </a:lnTo>
                  <a:lnTo>
                    <a:pt x="272567" y="3985"/>
                  </a:lnTo>
                  <a:lnTo>
                    <a:pt x="386838" y="5656"/>
                  </a:lnTo>
                  <a:lnTo>
                    <a:pt x="490208" y="7168"/>
                  </a:lnTo>
                  <a:lnTo>
                    <a:pt x="584578" y="8548"/>
                  </a:lnTo>
                  <a:lnTo>
                    <a:pt x="671390" y="9817"/>
                  </a:lnTo>
                  <a:lnTo>
                    <a:pt x="751765" y="10993"/>
                  </a:lnTo>
                  <a:lnTo>
                    <a:pt x="826592" y="12087"/>
                  </a:lnTo>
                  <a:lnTo>
                    <a:pt x="896589" y="13110"/>
                  </a:lnTo>
                  <a:lnTo>
                    <a:pt x="962340" y="14072"/>
                  </a:lnTo>
                  <a:lnTo>
                    <a:pt x="1024332" y="14978"/>
                  </a:lnTo>
                  <a:lnTo>
                    <a:pt x="1082972" y="15836"/>
                  </a:lnTo>
                  <a:lnTo>
                    <a:pt x="1138603" y="16649"/>
                  </a:lnTo>
                  <a:lnTo>
                    <a:pt x="1191519" y="17423"/>
                  </a:lnTo>
                  <a:lnTo>
                    <a:pt x="1241973" y="18161"/>
                  </a:lnTo>
                  <a:lnTo>
                    <a:pt x="1290184" y="18866"/>
                  </a:lnTo>
                  <a:lnTo>
                    <a:pt x="1336343" y="19541"/>
                  </a:lnTo>
                  <a:lnTo>
                    <a:pt x="1380617" y="20188"/>
                  </a:lnTo>
                  <a:lnTo>
                    <a:pt x="1423155" y="20810"/>
                  </a:lnTo>
                  <a:lnTo>
                    <a:pt x="1464087" y="21409"/>
                  </a:lnTo>
                  <a:lnTo>
                    <a:pt x="1503530" y="21986"/>
                  </a:lnTo>
                  <a:lnTo>
                    <a:pt x="1541589" y="22542"/>
                  </a:lnTo>
                  <a:lnTo>
                    <a:pt x="1578358" y="23080"/>
                  </a:lnTo>
                  <a:lnTo>
                    <a:pt x="1613920" y="23600"/>
                  </a:lnTo>
                  <a:lnTo>
                    <a:pt x="1648354" y="24103"/>
                  </a:lnTo>
                  <a:lnTo>
                    <a:pt x="1681728" y="24591"/>
                  </a:lnTo>
                  <a:lnTo>
                    <a:pt x="1714105" y="25065"/>
                  </a:lnTo>
                  <a:lnTo>
                    <a:pt x="1745544" y="25524"/>
                  </a:lnTo>
                  <a:lnTo>
                    <a:pt x="1776098" y="25971"/>
                  </a:lnTo>
                  <a:lnTo>
                    <a:pt x="1805814" y="26406"/>
                  </a:lnTo>
                  <a:lnTo>
                    <a:pt x="1834737" y="26829"/>
                  </a:lnTo>
                  <a:lnTo>
                    <a:pt x="1862909" y="27241"/>
                  </a:lnTo>
                  <a:lnTo>
                    <a:pt x="1890368" y="27642"/>
                  </a:lnTo>
                  <a:lnTo>
                    <a:pt x="1917149" y="28034"/>
                  </a:lnTo>
                  <a:lnTo>
                    <a:pt x="1943285" y="28416"/>
                  </a:lnTo>
                  <a:lnTo>
                    <a:pt x="1968805" y="28789"/>
                  </a:lnTo>
                  <a:lnTo>
                    <a:pt x="1993739" y="29154"/>
                  </a:lnTo>
                  <a:lnTo>
                    <a:pt x="2018112" y="29510"/>
                  </a:lnTo>
                  <a:lnTo>
                    <a:pt x="2041950" y="29859"/>
                  </a:lnTo>
                  <a:lnTo>
                    <a:pt x="2065275" y="30200"/>
                  </a:lnTo>
                  <a:lnTo>
                    <a:pt x="2088108" y="30534"/>
                  </a:lnTo>
                  <a:lnTo>
                    <a:pt x="2110471" y="30861"/>
                  </a:lnTo>
                  <a:lnTo>
                    <a:pt x="2132383" y="31181"/>
                  </a:lnTo>
                  <a:lnTo>
                    <a:pt x="2153860" y="31495"/>
                  </a:lnTo>
                  <a:lnTo>
                    <a:pt x="2174920" y="31803"/>
                  </a:lnTo>
                  <a:lnTo>
                    <a:pt x="2195579" y="32105"/>
                  </a:lnTo>
                  <a:lnTo>
                    <a:pt x="2215852" y="32402"/>
                  </a:lnTo>
                  <a:lnTo>
                    <a:pt x="2235753" y="32693"/>
                  </a:lnTo>
                  <a:lnTo>
                    <a:pt x="2255295" y="32979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415551" y="5232290"/>
              <a:ext cx="2255295" cy="151821"/>
            </a:xfrm>
            <a:custGeom>
              <a:avLst/>
              <a:pathLst>
                <a:path w="2255295" h="151821">
                  <a:moveTo>
                    <a:pt x="0" y="151821"/>
                  </a:moveTo>
                  <a:lnTo>
                    <a:pt x="144823" y="142072"/>
                  </a:lnTo>
                  <a:lnTo>
                    <a:pt x="272567" y="133473"/>
                  </a:lnTo>
                  <a:lnTo>
                    <a:pt x="386838" y="125780"/>
                  </a:lnTo>
                  <a:lnTo>
                    <a:pt x="490208" y="118822"/>
                  </a:lnTo>
                  <a:lnTo>
                    <a:pt x="584578" y="112469"/>
                  </a:lnTo>
                  <a:lnTo>
                    <a:pt x="671390" y="106625"/>
                  </a:lnTo>
                  <a:lnTo>
                    <a:pt x="751765" y="101214"/>
                  </a:lnTo>
                  <a:lnTo>
                    <a:pt x="826592" y="96177"/>
                  </a:lnTo>
                  <a:lnTo>
                    <a:pt x="896589" y="91465"/>
                  </a:lnTo>
                  <a:lnTo>
                    <a:pt x="962340" y="87039"/>
                  </a:lnTo>
                  <a:lnTo>
                    <a:pt x="1024332" y="82865"/>
                  </a:lnTo>
                  <a:lnTo>
                    <a:pt x="1082972" y="78918"/>
                  </a:lnTo>
                  <a:lnTo>
                    <a:pt x="1138603" y="75173"/>
                  </a:lnTo>
                  <a:lnTo>
                    <a:pt x="1191519" y="71611"/>
                  </a:lnTo>
                  <a:lnTo>
                    <a:pt x="1241973" y="68214"/>
                  </a:lnTo>
                  <a:lnTo>
                    <a:pt x="1290184" y="64969"/>
                  </a:lnTo>
                  <a:lnTo>
                    <a:pt x="1336343" y="61861"/>
                  </a:lnTo>
                  <a:lnTo>
                    <a:pt x="1380617" y="58881"/>
                  </a:lnTo>
                  <a:lnTo>
                    <a:pt x="1423155" y="56017"/>
                  </a:lnTo>
                  <a:lnTo>
                    <a:pt x="1464087" y="53262"/>
                  </a:lnTo>
                  <a:lnTo>
                    <a:pt x="1503530" y="50607"/>
                  </a:lnTo>
                  <a:lnTo>
                    <a:pt x="1541589" y="48045"/>
                  </a:lnTo>
                  <a:lnTo>
                    <a:pt x="1578358" y="45570"/>
                  </a:lnTo>
                  <a:lnTo>
                    <a:pt x="1613920" y="43176"/>
                  </a:lnTo>
                  <a:lnTo>
                    <a:pt x="1648354" y="40858"/>
                  </a:lnTo>
                  <a:lnTo>
                    <a:pt x="1681728" y="38611"/>
                  </a:lnTo>
                  <a:lnTo>
                    <a:pt x="1714105" y="36431"/>
                  </a:lnTo>
                  <a:lnTo>
                    <a:pt x="1745544" y="34315"/>
                  </a:lnTo>
                  <a:lnTo>
                    <a:pt x="1776098" y="32258"/>
                  </a:lnTo>
                  <a:lnTo>
                    <a:pt x="1805814" y="30258"/>
                  </a:lnTo>
                  <a:lnTo>
                    <a:pt x="1834737" y="28311"/>
                  </a:lnTo>
                  <a:lnTo>
                    <a:pt x="1862909" y="26414"/>
                  </a:lnTo>
                  <a:lnTo>
                    <a:pt x="1890368" y="24566"/>
                  </a:lnTo>
                  <a:lnTo>
                    <a:pt x="1917149" y="22763"/>
                  </a:lnTo>
                  <a:lnTo>
                    <a:pt x="1943285" y="21003"/>
                  </a:lnTo>
                  <a:lnTo>
                    <a:pt x="1968805" y="19285"/>
                  </a:lnTo>
                  <a:lnTo>
                    <a:pt x="1993739" y="17607"/>
                  </a:lnTo>
                  <a:lnTo>
                    <a:pt x="2018112" y="15966"/>
                  </a:lnTo>
                  <a:lnTo>
                    <a:pt x="2041950" y="14361"/>
                  </a:lnTo>
                  <a:lnTo>
                    <a:pt x="2065275" y="12791"/>
                  </a:lnTo>
                  <a:lnTo>
                    <a:pt x="2088108" y="11254"/>
                  </a:lnTo>
                  <a:lnTo>
                    <a:pt x="2110471" y="9749"/>
                  </a:lnTo>
                  <a:lnTo>
                    <a:pt x="2132383" y="8274"/>
                  </a:lnTo>
                  <a:lnTo>
                    <a:pt x="2153860" y="6828"/>
                  </a:lnTo>
                  <a:lnTo>
                    <a:pt x="2174920" y="5410"/>
                  </a:lnTo>
                  <a:lnTo>
                    <a:pt x="2195579" y="4019"/>
                  </a:lnTo>
                  <a:lnTo>
                    <a:pt x="2215852" y="2655"/>
                  </a:lnTo>
                  <a:lnTo>
                    <a:pt x="2235753" y="1315"/>
                  </a:lnTo>
                  <a:lnTo>
                    <a:pt x="2255295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415551" y="5014898"/>
              <a:ext cx="2255295" cy="184566"/>
            </a:xfrm>
            <a:custGeom>
              <a:avLst/>
              <a:pathLst>
                <a:path w="2255295" h="184566">
                  <a:moveTo>
                    <a:pt x="0" y="0"/>
                  </a:moveTo>
                  <a:lnTo>
                    <a:pt x="144823" y="11851"/>
                  </a:lnTo>
                  <a:lnTo>
                    <a:pt x="272567" y="22306"/>
                  </a:lnTo>
                  <a:lnTo>
                    <a:pt x="386838" y="31657"/>
                  </a:lnTo>
                  <a:lnTo>
                    <a:pt x="490208" y="40117"/>
                  </a:lnTo>
                  <a:lnTo>
                    <a:pt x="584578" y="47840"/>
                  </a:lnTo>
                  <a:lnTo>
                    <a:pt x="671390" y="54944"/>
                  </a:lnTo>
                  <a:lnTo>
                    <a:pt x="751765" y="61522"/>
                  </a:lnTo>
                  <a:lnTo>
                    <a:pt x="826592" y="67645"/>
                  </a:lnTo>
                  <a:lnTo>
                    <a:pt x="896589" y="73373"/>
                  </a:lnTo>
                  <a:lnTo>
                    <a:pt x="962340" y="78754"/>
                  </a:lnTo>
                  <a:lnTo>
                    <a:pt x="1024332" y="83828"/>
                  </a:lnTo>
                  <a:lnTo>
                    <a:pt x="1082972" y="88626"/>
                  </a:lnTo>
                  <a:lnTo>
                    <a:pt x="1138603" y="93179"/>
                  </a:lnTo>
                  <a:lnTo>
                    <a:pt x="1191519" y="97510"/>
                  </a:lnTo>
                  <a:lnTo>
                    <a:pt x="1241973" y="101639"/>
                  </a:lnTo>
                  <a:lnTo>
                    <a:pt x="1290184" y="105584"/>
                  </a:lnTo>
                  <a:lnTo>
                    <a:pt x="1336343" y="109362"/>
                  </a:lnTo>
                  <a:lnTo>
                    <a:pt x="1380617" y="112985"/>
                  </a:lnTo>
                  <a:lnTo>
                    <a:pt x="1423155" y="116466"/>
                  </a:lnTo>
                  <a:lnTo>
                    <a:pt x="1464087" y="119816"/>
                  </a:lnTo>
                  <a:lnTo>
                    <a:pt x="1503530" y="123044"/>
                  </a:lnTo>
                  <a:lnTo>
                    <a:pt x="1541589" y="126158"/>
                  </a:lnTo>
                  <a:lnTo>
                    <a:pt x="1578358" y="129167"/>
                  </a:lnTo>
                  <a:lnTo>
                    <a:pt x="1613920" y="132078"/>
                  </a:lnTo>
                  <a:lnTo>
                    <a:pt x="1648354" y="134895"/>
                  </a:lnTo>
                  <a:lnTo>
                    <a:pt x="1681728" y="137627"/>
                  </a:lnTo>
                  <a:lnTo>
                    <a:pt x="1714105" y="140276"/>
                  </a:lnTo>
                  <a:lnTo>
                    <a:pt x="1745544" y="142849"/>
                  </a:lnTo>
                  <a:lnTo>
                    <a:pt x="1776098" y="145350"/>
                  </a:lnTo>
                  <a:lnTo>
                    <a:pt x="1805814" y="147781"/>
                  </a:lnTo>
                  <a:lnTo>
                    <a:pt x="1834737" y="150148"/>
                  </a:lnTo>
                  <a:lnTo>
                    <a:pt x="1862909" y="152454"/>
                  </a:lnTo>
                  <a:lnTo>
                    <a:pt x="1890368" y="154701"/>
                  </a:lnTo>
                  <a:lnTo>
                    <a:pt x="1917149" y="156893"/>
                  </a:lnTo>
                  <a:lnTo>
                    <a:pt x="1943285" y="159032"/>
                  </a:lnTo>
                  <a:lnTo>
                    <a:pt x="1968805" y="161120"/>
                  </a:lnTo>
                  <a:lnTo>
                    <a:pt x="1993739" y="163161"/>
                  </a:lnTo>
                  <a:lnTo>
                    <a:pt x="2018112" y="165155"/>
                  </a:lnTo>
                  <a:lnTo>
                    <a:pt x="2041950" y="167106"/>
                  </a:lnTo>
                  <a:lnTo>
                    <a:pt x="2065275" y="169015"/>
                  </a:lnTo>
                  <a:lnTo>
                    <a:pt x="2088108" y="170884"/>
                  </a:lnTo>
                  <a:lnTo>
                    <a:pt x="2110471" y="172714"/>
                  </a:lnTo>
                  <a:lnTo>
                    <a:pt x="2132383" y="174507"/>
                  </a:lnTo>
                  <a:lnTo>
                    <a:pt x="2153860" y="176264"/>
                  </a:lnTo>
                  <a:lnTo>
                    <a:pt x="2174920" y="177988"/>
                  </a:lnTo>
                  <a:lnTo>
                    <a:pt x="2195579" y="179679"/>
                  </a:lnTo>
                  <a:lnTo>
                    <a:pt x="2215852" y="181338"/>
                  </a:lnTo>
                  <a:lnTo>
                    <a:pt x="2235753" y="182966"/>
                  </a:lnTo>
                  <a:lnTo>
                    <a:pt x="2255295" y="18456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415551" y="5483982"/>
              <a:ext cx="2255295" cy="37937"/>
            </a:xfrm>
            <a:custGeom>
              <a:avLst/>
              <a:pathLst>
                <a:path w="2255295" h="37937">
                  <a:moveTo>
                    <a:pt x="0" y="37937"/>
                  </a:moveTo>
                  <a:lnTo>
                    <a:pt x="144823" y="35501"/>
                  </a:lnTo>
                  <a:lnTo>
                    <a:pt x="272567" y="33352"/>
                  </a:lnTo>
                  <a:lnTo>
                    <a:pt x="386838" y="31430"/>
                  </a:lnTo>
                  <a:lnTo>
                    <a:pt x="490208" y="29691"/>
                  </a:lnTo>
                  <a:lnTo>
                    <a:pt x="584578" y="28104"/>
                  </a:lnTo>
                  <a:lnTo>
                    <a:pt x="671390" y="26643"/>
                  </a:lnTo>
                  <a:lnTo>
                    <a:pt x="751765" y="25291"/>
                  </a:lnTo>
                  <a:lnTo>
                    <a:pt x="826592" y="24033"/>
                  </a:lnTo>
                  <a:lnTo>
                    <a:pt x="896589" y="22855"/>
                  </a:lnTo>
                  <a:lnTo>
                    <a:pt x="962340" y="21749"/>
                  </a:lnTo>
                  <a:lnTo>
                    <a:pt x="1024332" y="20706"/>
                  </a:lnTo>
                  <a:lnTo>
                    <a:pt x="1082972" y="19720"/>
                  </a:lnTo>
                  <a:lnTo>
                    <a:pt x="1138603" y="18784"/>
                  </a:lnTo>
                  <a:lnTo>
                    <a:pt x="1191519" y="17894"/>
                  </a:lnTo>
                  <a:lnTo>
                    <a:pt x="1241973" y="17045"/>
                  </a:lnTo>
                  <a:lnTo>
                    <a:pt x="1290184" y="16234"/>
                  </a:lnTo>
                  <a:lnTo>
                    <a:pt x="1336343" y="15458"/>
                  </a:lnTo>
                  <a:lnTo>
                    <a:pt x="1380617" y="14713"/>
                  </a:lnTo>
                  <a:lnTo>
                    <a:pt x="1423155" y="13998"/>
                  </a:lnTo>
                  <a:lnTo>
                    <a:pt x="1464087" y="13309"/>
                  </a:lnTo>
                  <a:lnTo>
                    <a:pt x="1503530" y="12645"/>
                  </a:lnTo>
                  <a:lnTo>
                    <a:pt x="1541589" y="12005"/>
                  </a:lnTo>
                  <a:lnTo>
                    <a:pt x="1578358" y="11387"/>
                  </a:lnTo>
                  <a:lnTo>
                    <a:pt x="1613920" y="10789"/>
                  </a:lnTo>
                  <a:lnTo>
                    <a:pt x="1648354" y="10209"/>
                  </a:lnTo>
                  <a:lnTo>
                    <a:pt x="1681728" y="9648"/>
                  </a:lnTo>
                  <a:lnTo>
                    <a:pt x="1714105" y="9103"/>
                  </a:lnTo>
                  <a:lnTo>
                    <a:pt x="1745544" y="8574"/>
                  </a:lnTo>
                  <a:lnTo>
                    <a:pt x="1776098" y="8060"/>
                  </a:lnTo>
                  <a:lnTo>
                    <a:pt x="1805814" y="7561"/>
                  </a:lnTo>
                  <a:lnTo>
                    <a:pt x="1834737" y="7074"/>
                  </a:lnTo>
                  <a:lnTo>
                    <a:pt x="1862909" y="6600"/>
                  </a:lnTo>
                  <a:lnTo>
                    <a:pt x="1890368" y="6138"/>
                  </a:lnTo>
                  <a:lnTo>
                    <a:pt x="1917149" y="5688"/>
                  </a:lnTo>
                  <a:lnTo>
                    <a:pt x="1943285" y="5248"/>
                  </a:lnTo>
                  <a:lnTo>
                    <a:pt x="1968805" y="4819"/>
                  </a:lnTo>
                  <a:lnTo>
                    <a:pt x="1993739" y="4399"/>
                  </a:lnTo>
                  <a:lnTo>
                    <a:pt x="2018112" y="3989"/>
                  </a:lnTo>
                  <a:lnTo>
                    <a:pt x="2041950" y="3588"/>
                  </a:lnTo>
                  <a:lnTo>
                    <a:pt x="2065275" y="3196"/>
                  </a:lnTo>
                  <a:lnTo>
                    <a:pt x="2088108" y="2812"/>
                  </a:lnTo>
                  <a:lnTo>
                    <a:pt x="2110471" y="2436"/>
                  </a:lnTo>
                  <a:lnTo>
                    <a:pt x="2132383" y="2067"/>
                  </a:lnTo>
                  <a:lnTo>
                    <a:pt x="2153860" y="1706"/>
                  </a:lnTo>
                  <a:lnTo>
                    <a:pt x="2174920" y="1352"/>
                  </a:lnTo>
                  <a:lnTo>
                    <a:pt x="2195579" y="1004"/>
                  </a:lnTo>
                  <a:lnTo>
                    <a:pt x="2215852" y="663"/>
                  </a:lnTo>
                  <a:lnTo>
                    <a:pt x="2235753" y="328"/>
                  </a:lnTo>
                  <a:lnTo>
                    <a:pt x="225529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415551" y="5228284"/>
              <a:ext cx="2255295" cy="269755"/>
            </a:xfrm>
            <a:custGeom>
              <a:avLst/>
              <a:pathLst>
                <a:path w="2255295" h="269755">
                  <a:moveTo>
                    <a:pt x="0" y="269755"/>
                  </a:moveTo>
                  <a:lnTo>
                    <a:pt x="144823" y="252432"/>
                  </a:lnTo>
                  <a:lnTo>
                    <a:pt x="272567" y="237153"/>
                  </a:lnTo>
                  <a:lnTo>
                    <a:pt x="386838" y="223485"/>
                  </a:lnTo>
                  <a:lnTo>
                    <a:pt x="490208" y="211121"/>
                  </a:lnTo>
                  <a:lnTo>
                    <a:pt x="584578" y="199834"/>
                  </a:lnTo>
                  <a:lnTo>
                    <a:pt x="671390" y="189450"/>
                  </a:lnTo>
                  <a:lnTo>
                    <a:pt x="751765" y="179836"/>
                  </a:lnTo>
                  <a:lnTo>
                    <a:pt x="826592" y="170886"/>
                  </a:lnTo>
                  <a:lnTo>
                    <a:pt x="896589" y="162514"/>
                  </a:lnTo>
                  <a:lnTo>
                    <a:pt x="962340" y="154650"/>
                  </a:lnTo>
                  <a:lnTo>
                    <a:pt x="1024332" y="147235"/>
                  </a:lnTo>
                  <a:lnTo>
                    <a:pt x="1082972" y="140221"/>
                  </a:lnTo>
                  <a:lnTo>
                    <a:pt x="1138603" y="133567"/>
                  </a:lnTo>
                  <a:lnTo>
                    <a:pt x="1191519" y="127237"/>
                  </a:lnTo>
                  <a:lnTo>
                    <a:pt x="1241973" y="121203"/>
                  </a:lnTo>
                  <a:lnTo>
                    <a:pt x="1290184" y="115436"/>
                  </a:lnTo>
                  <a:lnTo>
                    <a:pt x="1336343" y="109915"/>
                  </a:lnTo>
                  <a:lnTo>
                    <a:pt x="1380617" y="104619"/>
                  </a:lnTo>
                  <a:lnTo>
                    <a:pt x="1423155" y="99532"/>
                  </a:lnTo>
                  <a:lnTo>
                    <a:pt x="1464087" y="94636"/>
                  </a:lnTo>
                  <a:lnTo>
                    <a:pt x="1503530" y="89918"/>
                  </a:lnTo>
                  <a:lnTo>
                    <a:pt x="1541589" y="85366"/>
                  </a:lnTo>
                  <a:lnTo>
                    <a:pt x="1578358" y="80968"/>
                  </a:lnTo>
                  <a:lnTo>
                    <a:pt x="1613920" y="76714"/>
                  </a:lnTo>
                  <a:lnTo>
                    <a:pt x="1648354" y="72596"/>
                  </a:lnTo>
                  <a:lnTo>
                    <a:pt x="1681728" y="68604"/>
                  </a:lnTo>
                  <a:lnTo>
                    <a:pt x="1714105" y="64731"/>
                  </a:lnTo>
                  <a:lnTo>
                    <a:pt x="1745544" y="60971"/>
                  </a:lnTo>
                  <a:lnTo>
                    <a:pt x="1776098" y="57316"/>
                  </a:lnTo>
                  <a:lnTo>
                    <a:pt x="1805814" y="53762"/>
                  </a:lnTo>
                  <a:lnTo>
                    <a:pt x="1834737" y="50302"/>
                  </a:lnTo>
                  <a:lnTo>
                    <a:pt x="1862909" y="46933"/>
                  </a:lnTo>
                  <a:lnTo>
                    <a:pt x="1890368" y="43648"/>
                  </a:lnTo>
                  <a:lnTo>
                    <a:pt x="1917149" y="40445"/>
                  </a:lnTo>
                  <a:lnTo>
                    <a:pt x="1943285" y="37319"/>
                  </a:lnTo>
                  <a:lnTo>
                    <a:pt x="1968805" y="34267"/>
                  </a:lnTo>
                  <a:lnTo>
                    <a:pt x="1993739" y="31284"/>
                  </a:lnTo>
                  <a:lnTo>
                    <a:pt x="2018112" y="28369"/>
                  </a:lnTo>
                  <a:lnTo>
                    <a:pt x="2041950" y="25518"/>
                  </a:lnTo>
                  <a:lnTo>
                    <a:pt x="2065275" y="22728"/>
                  </a:lnTo>
                  <a:lnTo>
                    <a:pt x="2088108" y="19997"/>
                  </a:lnTo>
                  <a:lnTo>
                    <a:pt x="2110471" y="17322"/>
                  </a:lnTo>
                  <a:lnTo>
                    <a:pt x="2132383" y="14701"/>
                  </a:lnTo>
                  <a:lnTo>
                    <a:pt x="2153860" y="12132"/>
                  </a:lnTo>
                  <a:lnTo>
                    <a:pt x="2174920" y="9613"/>
                  </a:lnTo>
                  <a:lnTo>
                    <a:pt x="2195579" y="7142"/>
                  </a:lnTo>
                  <a:lnTo>
                    <a:pt x="2215852" y="4717"/>
                  </a:lnTo>
                  <a:lnTo>
                    <a:pt x="2235753" y="2337"/>
                  </a:lnTo>
                  <a:lnTo>
                    <a:pt x="225529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415551" y="5236792"/>
              <a:ext cx="2255295" cy="177859"/>
            </a:xfrm>
            <a:custGeom>
              <a:avLst/>
              <a:pathLst>
                <a:path w="2255295" h="177859">
                  <a:moveTo>
                    <a:pt x="0" y="0"/>
                  </a:moveTo>
                  <a:lnTo>
                    <a:pt x="144823" y="11421"/>
                  </a:lnTo>
                  <a:lnTo>
                    <a:pt x="272567" y="21495"/>
                  </a:lnTo>
                  <a:lnTo>
                    <a:pt x="386838" y="30507"/>
                  </a:lnTo>
                  <a:lnTo>
                    <a:pt x="490208" y="38659"/>
                  </a:lnTo>
                  <a:lnTo>
                    <a:pt x="584578" y="46101"/>
                  </a:lnTo>
                  <a:lnTo>
                    <a:pt x="671390" y="52947"/>
                  </a:lnTo>
                  <a:lnTo>
                    <a:pt x="751765" y="59286"/>
                  </a:lnTo>
                  <a:lnTo>
                    <a:pt x="826592" y="65187"/>
                  </a:lnTo>
                  <a:lnTo>
                    <a:pt x="896589" y="70707"/>
                  </a:lnTo>
                  <a:lnTo>
                    <a:pt x="962340" y="75892"/>
                  </a:lnTo>
                  <a:lnTo>
                    <a:pt x="1024332" y="80781"/>
                  </a:lnTo>
                  <a:lnTo>
                    <a:pt x="1082972" y="85406"/>
                  </a:lnTo>
                  <a:lnTo>
                    <a:pt x="1138603" y="89793"/>
                  </a:lnTo>
                  <a:lnTo>
                    <a:pt x="1191519" y="93966"/>
                  </a:lnTo>
                  <a:lnTo>
                    <a:pt x="1241973" y="97945"/>
                  </a:lnTo>
                  <a:lnTo>
                    <a:pt x="1290184" y="101747"/>
                  </a:lnTo>
                  <a:lnTo>
                    <a:pt x="1336343" y="105387"/>
                  </a:lnTo>
                  <a:lnTo>
                    <a:pt x="1380617" y="108879"/>
                  </a:lnTo>
                  <a:lnTo>
                    <a:pt x="1423155" y="112234"/>
                  </a:lnTo>
                  <a:lnTo>
                    <a:pt x="1464087" y="115462"/>
                  </a:lnTo>
                  <a:lnTo>
                    <a:pt x="1503530" y="118572"/>
                  </a:lnTo>
                  <a:lnTo>
                    <a:pt x="1541589" y="121574"/>
                  </a:lnTo>
                  <a:lnTo>
                    <a:pt x="1578358" y="124473"/>
                  </a:lnTo>
                  <a:lnTo>
                    <a:pt x="1613920" y="127278"/>
                  </a:lnTo>
                  <a:lnTo>
                    <a:pt x="1648354" y="129993"/>
                  </a:lnTo>
                  <a:lnTo>
                    <a:pt x="1681728" y="132625"/>
                  </a:lnTo>
                  <a:lnTo>
                    <a:pt x="1714105" y="135179"/>
                  </a:lnTo>
                  <a:lnTo>
                    <a:pt x="1745544" y="137658"/>
                  </a:lnTo>
                  <a:lnTo>
                    <a:pt x="1776098" y="140068"/>
                  </a:lnTo>
                  <a:lnTo>
                    <a:pt x="1805814" y="142411"/>
                  </a:lnTo>
                  <a:lnTo>
                    <a:pt x="1834737" y="144692"/>
                  </a:lnTo>
                  <a:lnTo>
                    <a:pt x="1862909" y="146914"/>
                  </a:lnTo>
                  <a:lnTo>
                    <a:pt x="1890368" y="149079"/>
                  </a:lnTo>
                  <a:lnTo>
                    <a:pt x="1917149" y="151191"/>
                  </a:lnTo>
                  <a:lnTo>
                    <a:pt x="1943285" y="153253"/>
                  </a:lnTo>
                  <a:lnTo>
                    <a:pt x="1968805" y="155265"/>
                  </a:lnTo>
                  <a:lnTo>
                    <a:pt x="1993739" y="157231"/>
                  </a:lnTo>
                  <a:lnTo>
                    <a:pt x="2018112" y="159154"/>
                  </a:lnTo>
                  <a:lnTo>
                    <a:pt x="2041950" y="161034"/>
                  </a:lnTo>
                  <a:lnTo>
                    <a:pt x="2065275" y="162873"/>
                  </a:lnTo>
                  <a:lnTo>
                    <a:pt x="2088108" y="164674"/>
                  </a:lnTo>
                  <a:lnTo>
                    <a:pt x="2110471" y="166437"/>
                  </a:lnTo>
                  <a:lnTo>
                    <a:pt x="2132383" y="168165"/>
                  </a:lnTo>
                  <a:lnTo>
                    <a:pt x="2153860" y="169859"/>
                  </a:lnTo>
                  <a:lnTo>
                    <a:pt x="2174920" y="171520"/>
                  </a:lnTo>
                  <a:lnTo>
                    <a:pt x="2195579" y="173149"/>
                  </a:lnTo>
                  <a:lnTo>
                    <a:pt x="2215852" y="174748"/>
                  </a:lnTo>
                  <a:lnTo>
                    <a:pt x="2235753" y="176317"/>
                  </a:lnTo>
                  <a:lnTo>
                    <a:pt x="2255295" y="177859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" name="rc591"/>
            <p:cNvSpPr/>
            <p:nvPr/>
          </p:nvSpPr>
          <p:spPr>
            <a:xfrm>
              <a:off x="4262365" y="4616522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262365" y="4616522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233897" y="57498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4233897" y="55098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4233897" y="52697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4233897" y="50297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7"/>
            <p:cNvSpPr/>
            <p:nvPr/>
          </p:nvSpPr>
          <p:spPr>
            <a:xfrm>
              <a:off x="4233897" y="47896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8"/>
            <p:cNvSpPr/>
            <p:nvPr/>
          </p:nvSpPr>
          <p:spPr>
            <a:xfrm>
              <a:off x="4262365" y="5823197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599"/>
            <p:cNvSpPr/>
            <p:nvPr/>
          </p:nvSpPr>
          <p:spPr>
            <a:xfrm>
              <a:off x="4415551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0"/>
            <p:cNvSpPr/>
            <p:nvPr/>
          </p:nvSpPr>
          <p:spPr>
            <a:xfrm>
              <a:off x="5167316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1"/>
            <p:cNvSpPr/>
            <p:nvPr/>
          </p:nvSpPr>
          <p:spPr>
            <a:xfrm>
              <a:off x="5919082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2"/>
            <p:cNvSpPr/>
            <p:nvPr/>
          </p:nvSpPr>
          <p:spPr>
            <a:xfrm>
              <a:off x="6670847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tx603"/>
            <p:cNvSpPr/>
            <p:nvPr/>
          </p:nvSpPr>
          <p:spPr>
            <a:xfrm>
              <a:off x="4387296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05" name="tx604"/>
            <p:cNvSpPr/>
            <p:nvPr/>
          </p:nvSpPr>
          <p:spPr>
            <a:xfrm>
              <a:off x="5139061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6" name="tx605"/>
            <p:cNvSpPr/>
            <p:nvPr/>
          </p:nvSpPr>
          <p:spPr>
            <a:xfrm>
              <a:off x="5890827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7" name="tx606"/>
            <p:cNvSpPr/>
            <p:nvPr/>
          </p:nvSpPr>
          <p:spPr>
            <a:xfrm>
              <a:off x="6642592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8" name="tx607"/>
            <p:cNvSpPr/>
            <p:nvPr/>
          </p:nvSpPr>
          <p:spPr>
            <a:xfrm>
              <a:off x="5289264" y="6032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9" name="tx608"/>
            <p:cNvSpPr/>
            <p:nvPr/>
          </p:nvSpPr>
          <p:spPr>
            <a:xfrm>
              <a:off x="4262365" y="4439982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10" name="rc609"/>
            <p:cNvSpPr/>
            <p:nvPr/>
          </p:nvSpPr>
          <p:spPr>
            <a:xfrm>
              <a:off x="3040122" y="6256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tx610"/>
            <p:cNvSpPr/>
            <p:nvPr/>
          </p:nvSpPr>
          <p:spPr>
            <a:xfrm>
              <a:off x="3905579" y="6269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12" name="rc611"/>
            <p:cNvSpPr/>
            <p:nvPr/>
          </p:nvSpPr>
          <p:spPr>
            <a:xfrm>
              <a:off x="3040122" y="6421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3102049" y="64832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l613"/>
            <p:cNvSpPr/>
            <p:nvPr/>
          </p:nvSpPr>
          <p:spPr>
            <a:xfrm>
              <a:off x="3058122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rc614"/>
            <p:cNvSpPr/>
            <p:nvPr/>
          </p:nvSpPr>
          <p:spPr>
            <a:xfrm>
              <a:off x="3040122" y="6658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3102049" y="67202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6"/>
            <p:cNvSpPr/>
            <p:nvPr/>
          </p:nvSpPr>
          <p:spPr>
            <a:xfrm>
              <a:off x="3058122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3492003" y="6421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3553930" y="648327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l619"/>
            <p:cNvSpPr/>
            <p:nvPr/>
          </p:nvSpPr>
          <p:spPr>
            <a:xfrm>
              <a:off x="3510003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rc620"/>
            <p:cNvSpPr/>
            <p:nvPr/>
          </p:nvSpPr>
          <p:spPr>
            <a:xfrm>
              <a:off x="3492003" y="6658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3553930" y="672021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l622"/>
            <p:cNvSpPr/>
            <p:nvPr/>
          </p:nvSpPr>
          <p:spPr>
            <a:xfrm>
              <a:off x="3510003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rc623"/>
            <p:cNvSpPr/>
            <p:nvPr/>
          </p:nvSpPr>
          <p:spPr>
            <a:xfrm>
              <a:off x="3938215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000142" y="64832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l625"/>
            <p:cNvSpPr/>
            <p:nvPr/>
          </p:nvSpPr>
          <p:spPr>
            <a:xfrm>
              <a:off x="3956215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rc626"/>
            <p:cNvSpPr/>
            <p:nvPr/>
          </p:nvSpPr>
          <p:spPr>
            <a:xfrm>
              <a:off x="3938215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000142" y="67202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l628"/>
            <p:cNvSpPr/>
            <p:nvPr/>
          </p:nvSpPr>
          <p:spPr>
            <a:xfrm>
              <a:off x="3956215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rc629"/>
            <p:cNvSpPr/>
            <p:nvPr/>
          </p:nvSpPr>
          <p:spPr>
            <a:xfrm>
              <a:off x="4373180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435107" y="64832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l631"/>
            <p:cNvSpPr/>
            <p:nvPr/>
          </p:nvSpPr>
          <p:spPr>
            <a:xfrm>
              <a:off x="4391180" y="6511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rc632"/>
            <p:cNvSpPr/>
            <p:nvPr/>
          </p:nvSpPr>
          <p:spPr>
            <a:xfrm>
              <a:off x="4373180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435107" y="67202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l634"/>
            <p:cNvSpPr/>
            <p:nvPr/>
          </p:nvSpPr>
          <p:spPr>
            <a:xfrm>
              <a:off x="4391180" y="6748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rc635"/>
            <p:cNvSpPr/>
            <p:nvPr/>
          </p:nvSpPr>
          <p:spPr>
            <a:xfrm>
              <a:off x="4819392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881319" y="648327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l637"/>
            <p:cNvSpPr/>
            <p:nvPr/>
          </p:nvSpPr>
          <p:spPr>
            <a:xfrm>
              <a:off x="4837392" y="6511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rc638"/>
            <p:cNvSpPr/>
            <p:nvPr/>
          </p:nvSpPr>
          <p:spPr>
            <a:xfrm>
              <a:off x="4819392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881319" y="67202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l640"/>
            <p:cNvSpPr/>
            <p:nvPr/>
          </p:nvSpPr>
          <p:spPr>
            <a:xfrm>
              <a:off x="4837392" y="6748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tx641"/>
            <p:cNvSpPr/>
            <p:nvPr/>
          </p:nvSpPr>
          <p:spPr>
            <a:xfrm>
              <a:off x="3277058" y="6474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43" name="tx642"/>
            <p:cNvSpPr/>
            <p:nvPr/>
          </p:nvSpPr>
          <p:spPr>
            <a:xfrm>
              <a:off x="3277058" y="6711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44" name="tx643"/>
            <p:cNvSpPr/>
            <p:nvPr/>
          </p:nvSpPr>
          <p:spPr>
            <a:xfrm>
              <a:off x="3728939" y="6474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45" name="tx644"/>
            <p:cNvSpPr/>
            <p:nvPr/>
          </p:nvSpPr>
          <p:spPr>
            <a:xfrm>
              <a:off x="3728939" y="6711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46" name="tx645"/>
            <p:cNvSpPr/>
            <p:nvPr/>
          </p:nvSpPr>
          <p:spPr>
            <a:xfrm>
              <a:off x="4175151" y="6474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47" name="tx646"/>
            <p:cNvSpPr/>
            <p:nvPr/>
          </p:nvSpPr>
          <p:spPr>
            <a:xfrm>
              <a:off x="4175151" y="6711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48" name="tx647"/>
            <p:cNvSpPr/>
            <p:nvPr/>
          </p:nvSpPr>
          <p:spPr>
            <a:xfrm>
              <a:off x="4610116" y="6474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49" name="tx648"/>
            <p:cNvSpPr/>
            <p:nvPr/>
          </p:nvSpPr>
          <p:spPr>
            <a:xfrm>
              <a:off x="4610116" y="6711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50" name="tx649"/>
            <p:cNvSpPr/>
            <p:nvPr/>
          </p:nvSpPr>
          <p:spPr>
            <a:xfrm>
              <a:off x="5056328" y="6474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51" name="tx650"/>
            <p:cNvSpPr/>
            <p:nvPr/>
          </p:nvSpPr>
          <p:spPr>
            <a:xfrm>
              <a:off x="5056328" y="6711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2026-07-20T11:46:17Z</dcterms:modified>
  <cp:category/>
</cp:coreProperties>
</file>