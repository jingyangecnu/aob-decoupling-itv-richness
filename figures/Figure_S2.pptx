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1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142361" cy="1819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371" y="952357"/>
              <a:ext cx="2876417" cy="1819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772011"/>
              <a:ext cx="3142361" cy="1819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371" y="2772011"/>
              <a:ext cx="2876417" cy="1819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591666"/>
              <a:ext cx="3142361" cy="2404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371" y="4591666"/>
              <a:ext cx="2876417" cy="2404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10032" y="1166855"/>
              <a:ext cx="2746729" cy="1538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417333" y="243509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431793" y="235889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431519" y="247375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453073" y="247051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423152" y="249884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06811" y="233776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28342" y="22480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69882" y="24528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49704" y="253096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07436" y="231558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278915" y="25401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96992" y="247127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27018" y="181683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301025" y="23839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64303" y="24646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38487" y="25340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34716" y="256210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44804" y="23749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10008" y="168071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238867" y="18831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302951" y="255187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288692" y="23317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32961" y="22708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38882" y="228144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13291" y="245712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93719" y="239206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193533" y="187445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00349" y="202252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039831" y="249617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042518" y="226045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84247" y="25097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21626" y="260757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003136" y="233173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54681" y="248480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03860" y="149366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998462" y="25342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44870" y="216220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23313" y="180126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055876" y="120872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68431" y="20538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073986" y="22333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09412" y="208172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68719" y="220523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029781" y="23701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064332" y="227585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47508" y="226004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88739" y="236855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100071" y="235716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874174" y="237597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899976" y="237351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876116" y="232648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878968" y="247531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855049" y="20742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825392" y="20939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804234" y="23288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835974" y="224724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809729" y="215083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877668" y="190804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835951" y="197985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813981" y="183234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45036" y="20826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842218" y="20120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821444" y="244119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888682" y="226544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825097" y="216582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64929" y="223153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849125" y="195404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901546" y="22004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844119" y="205588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63534" y="193683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903837" y="21158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823635" y="208345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466824" y="2245873"/>
              <a:ext cx="2420918" cy="240793"/>
            </a:xfrm>
            <a:custGeom>
              <a:avLst/>
              <a:pathLst>
                <a:path w="2420918" h="240793">
                  <a:moveTo>
                    <a:pt x="0" y="240793"/>
                  </a:moveTo>
                  <a:lnTo>
                    <a:pt x="155459" y="225331"/>
                  </a:lnTo>
                  <a:lnTo>
                    <a:pt x="292584" y="211692"/>
                  </a:lnTo>
                  <a:lnTo>
                    <a:pt x="415246" y="199491"/>
                  </a:lnTo>
                  <a:lnTo>
                    <a:pt x="526208" y="188454"/>
                  </a:lnTo>
                  <a:lnTo>
                    <a:pt x="627508" y="178379"/>
                  </a:lnTo>
                  <a:lnTo>
                    <a:pt x="720695" y="169110"/>
                  </a:lnTo>
                  <a:lnTo>
                    <a:pt x="806972" y="160529"/>
                  </a:lnTo>
                  <a:lnTo>
                    <a:pt x="887295" y="152539"/>
                  </a:lnTo>
                  <a:lnTo>
                    <a:pt x="962432" y="145066"/>
                  </a:lnTo>
                  <a:lnTo>
                    <a:pt x="1033012" y="138046"/>
                  </a:lnTo>
                  <a:lnTo>
                    <a:pt x="1099557" y="131427"/>
                  </a:lnTo>
                  <a:lnTo>
                    <a:pt x="1162503" y="125166"/>
                  </a:lnTo>
                  <a:lnTo>
                    <a:pt x="1222219" y="119227"/>
                  </a:lnTo>
                  <a:lnTo>
                    <a:pt x="1279021" y="113577"/>
                  </a:lnTo>
                  <a:lnTo>
                    <a:pt x="1333181" y="108190"/>
                  </a:lnTo>
                  <a:lnTo>
                    <a:pt x="1384932" y="103043"/>
                  </a:lnTo>
                  <a:lnTo>
                    <a:pt x="1434481" y="98114"/>
                  </a:lnTo>
                  <a:lnTo>
                    <a:pt x="1482006" y="93387"/>
                  </a:lnTo>
                  <a:lnTo>
                    <a:pt x="1527668" y="88846"/>
                  </a:lnTo>
                  <a:lnTo>
                    <a:pt x="1571606" y="84475"/>
                  </a:lnTo>
                  <a:lnTo>
                    <a:pt x="1613945" y="80264"/>
                  </a:lnTo>
                  <a:lnTo>
                    <a:pt x="1654799" y="76201"/>
                  </a:lnTo>
                  <a:lnTo>
                    <a:pt x="1694268" y="72275"/>
                  </a:lnTo>
                  <a:lnTo>
                    <a:pt x="1732442" y="68478"/>
                  </a:lnTo>
                  <a:lnTo>
                    <a:pt x="1769405" y="64801"/>
                  </a:lnTo>
                  <a:lnTo>
                    <a:pt x="1805230" y="61238"/>
                  </a:lnTo>
                  <a:lnTo>
                    <a:pt x="1839985" y="57781"/>
                  </a:lnTo>
                  <a:lnTo>
                    <a:pt x="1873733" y="54425"/>
                  </a:lnTo>
                  <a:lnTo>
                    <a:pt x="1906530" y="51163"/>
                  </a:lnTo>
                  <a:lnTo>
                    <a:pt x="1938428" y="47990"/>
                  </a:lnTo>
                  <a:lnTo>
                    <a:pt x="1969475" y="44902"/>
                  </a:lnTo>
                  <a:lnTo>
                    <a:pt x="1999717" y="41894"/>
                  </a:lnTo>
                  <a:lnTo>
                    <a:pt x="2029192" y="38962"/>
                  </a:lnTo>
                  <a:lnTo>
                    <a:pt x="2057939" y="36103"/>
                  </a:lnTo>
                  <a:lnTo>
                    <a:pt x="2085994" y="33312"/>
                  </a:lnTo>
                  <a:lnTo>
                    <a:pt x="2113389" y="30588"/>
                  </a:lnTo>
                  <a:lnTo>
                    <a:pt x="2140154" y="27925"/>
                  </a:lnTo>
                  <a:lnTo>
                    <a:pt x="2166317" y="25323"/>
                  </a:lnTo>
                  <a:lnTo>
                    <a:pt x="2191905" y="22778"/>
                  </a:lnTo>
                  <a:lnTo>
                    <a:pt x="2216943" y="20288"/>
                  </a:lnTo>
                  <a:lnTo>
                    <a:pt x="2241454" y="17850"/>
                  </a:lnTo>
                  <a:lnTo>
                    <a:pt x="2265459" y="15462"/>
                  </a:lnTo>
                  <a:lnTo>
                    <a:pt x="2288979" y="13123"/>
                  </a:lnTo>
                  <a:lnTo>
                    <a:pt x="2312034" y="10830"/>
                  </a:lnTo>
                  <a:lnTo>
                    <a:pt x="2334641" y="8581"/>
                  </a:lnTo>
                  <a:lnTo>
                    <a:pt x="2356817" y="6375"/>
                  </a:lnTo>
                  <a:lnTo>
                    <a:pt x="2378578" y="4211"/>
                  </a:lnTo>
                  <a:lnTo>
                    <a:pt x="2399941" y="2086"/>
                  </a:lnTo>
                  <a:lnTo>
                    <a:pt x="242091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466824" y="2180639"/>
              <a:ext cx="2420918" cy="344500"/>
            </a:xfrm>
            <a:custGeom>
              <a:avLst/>
              <a:pathLst>
                <a:path w="2420918" h="344500">
                  <a:moveTo>
                    <a:pt x="0" y="344500"/>
                  </a:moveTo>
                  <a:lnTo>
                    <a:pt x="155459" y="322378"/>
                  </a:lnTo>
                  <a:lnTo>
                    <a:pt x="292584" y="302865"/>
                  </a:lnTo>
                  <a:lnTo>
                    <a:pt x="415246" y="285410"/>
                  </a:lnTo>
                  <a:lnTo>
                    <a:pt x="526208" y="269620"/>
                  </a:lnTo>
                  <a:lnTo>
                    <a:pt x="627508" y="255205"/>
                  </a:lnTo>
                  <a:lnTo>
                    <a:pt x="720695" y="241944"/>
                  </a:lnTo>
                  <a:lnTo>
                    <a:pt x="806972" y="229667"/>
                  </a:lnTo>
                  <a:lnTo>
                    <a:pt x="887295" y="218237"/>
                  </a:lnTo>
                  <a:lnTo>
                    <a:pt x="962432" y="207545"/>
                  </a:lnTo>
                  <a:lnTo>
                    <a:pt x="1033012" y="197501"/>
                  </a:lnTo>
                  <a:lnTo>
                    <a:pt x="1099557" y="188032"/>
                  </a:lnTo>
                  <a:lnTo>
                    <a:pt x="1162503" y="179074"/>
                  </a:lnTo>
                  <a:lnTo>
                    <a:pt x="1222219" y="170576"/>
                  </a:lnTo>
                  <a:lnTo>
                    <a:pt x="1279021" y="162493"/>
                  </a:lnTo>
                  <a:lnTo>
                    <a:pt x="1333181" y="154786"/>
                  </a:lnTo>
                  <a:lnTo>
                    <a:pt x="1384932" y="147422"/>
                  </a:lnTo>
                  <a:lnTo>
                    <a:pt x="1434481" y="140371"/>
                  </a:lnTo>
                  <a:lnTo>
                    <a:pt x="1482006" y="133608"/>
                  </a:lnTo>
                  <a:lnTo>
                    <a:pt x="1527668" y="127111"/>
                  </a:lnTo>
                  <a:lnTo>
                    <a:pt x="1571606" y="120858"/>
                  </a:lnTo>
                  <a:lnTo>
                    <a:pt x="1613945" y="114833"/>
                  </a:lnTo>
                  <a:lnTo>
                    <a:pt x="1654799" y="109020"/>
                  </a:lnTo>
                  <a:lnTo>
                    <a:pt x="1694268" y="103403"/>
                  </a:lnTo>
                  <a:lnTo>
                    <a:pt x="1732442" y="97971"/>
                  </a:lnTo>
                  <a:lnTo>
                    <a:pt x="1769405" y="92711"/>
                  </a:lnTo>
                  <a:lnTo>
                    <a:pt x="1805230" y="87613"/>
                  </a:lnTo>
                  <a:lnTo>
                    <a:pt x="1839985" y="82667"/>
                  </a:lnTo>
                  <a:lnTo>
                    <a:pt x="1873733" y="77865"/>
                  </a:lnTo>
                  <a:lnTo>
                    <a:pt x="1906530" y="73198"/>
                  </a:lnTo>
                  <a:lnTo>
                    <a:pt x="1938428" y="68659"/>
                  </a:lnTo>
                  <a:lnTo>
                    <a:pt x="1969475" y="64241"/>
                  </a:lnTo>
                  <a:lnTo>
                    <a:pt x="1999717" y="59937"/>
                  </a:lnTo>
                  <a:lnTo>
                    <a:pt x="2029192" y="55743"/>
                  </a:lnTo>
                  <a:lnTo>
                    <a:pt x="2057939" y="51652"/>
                  </a:lnTo>
                  <a:lnTo>
                    <a:pt x="2085994" y="47660"/>
                  </a:lnTo>
                  <a:lnTo>
                    <a:pt x="2113389" y="43761"/>
                  </a:lnTo>
                  <a:lnTo>
                    <a:pt x="2140154" y="39953"/>
                  </a:lnTo>
                  <a:lnTo>
                    <a:pt x="2166317" y="36230"/>
                  </a:lnTo>
                  <a:lnTo>
                    <a:pt x="2191905" y="32588"/>
                  </a:lnTo>
                  <a:lnTo>
                    <a:pt x="2216943" y="29026"/>
                  </a:lnTo>
                  <a:lnTo>
                    <a:pt x="2241454" y="25538"/>
                  </a:lnTo>
                  <a:lnTo>
                    <a:pt x="2265459" y="22122"/>
                  </a:lnTo>
                  <a:lnTo>
                    <a:pt x="2288979" y="18775"/>
                  </a:lnTo>
                  <a:lnTo>
                    <a:pt x="2312034" y="15494"/>
                  </a:lnTo>
                  <a:lnTo>
                    <a:pt x="2334641" y="12277"/>
                  </a:lnTo>
                  <a:lnTo>
                    <a:pt x="2356817" y="9121"/>
                  </a:lnTo>
                  <a:lnTo>
                    <a:pt x="2378578" y="6025"/>
                  </a:lnTo>
                  <a:lnTo>
                    <a:pt x="2399941" y="2985"/>
                  </a:lnTo>
                  <a:lnTo>
                    <a:pt x="2420918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466824" y="2406196"/>
              <a:ext cx="2420918" cy="121468"/>
            </a:xfrm>
            <a:custGeom>
              <a:avLst/>
              <a:pathLst>
                <a:path w="2420918" h="121468">
                  <a:moveTo>
                    <a:pt x="0" y="121468"/>
                  </a:moveTo>
                  <a:lnTo>
                    <a:pt x="155459" y="113668"/>
                  </a:lnTo>
                  <a:lnTo>
                    <a:pt x="292584" y="106788"/>
                  </a:lnTo>
                  <a:lnTo>
                    <a:pt x="415246" y="100633"/>
                  </a:lnTo>
                  <a:lnTo>
                    <a:pt x="526208" y="95066"/>
                  </a:lnTo>
                  <a:lnTo>
                    <a:pt x="627508" y="89983"/>
                  </a:lnTo>
                  <a:lnTo>
                    <a:pt x="720695" y="85307"/>
                  </a:lnTo>
                  <a:lnTo>
                    <a:pt x="806972" y="80978"/>
                  </a:lnTo>
                  <a:lnTo>
                    <a:pt x="887295" y="76948"/>
                  </a:lnTo>
                  <a:lnTo>
                    <a:pt x="962432" y="73178"/>
                  </a:lnTo>
                  <a:lnTo>
                    <a:pt x="1033012" y="69637"/>
                  </a:lnTo>
                  <a:lnTo>
                    <a:pt x="1099557" y="66298"/>
                  </a:lnTo>
                  <a:lnTo>
                    <a:pt x="1162503" y="63140"/>
                  </a:lnTo>
                  <a:lnTo>
                    <a:pt x="1222219" y="60144"/>
                  </a:lnTo>
                  <a:lnTo>
                    <a:pt x="1279021" y="57294"/>
                  </a:lnTo>
                  <a:lnTo>
                    <a:pt x="1333181" y="54576"/>
                  </a:lnTo>
                  <a:lnTo>
                    <a:pt x="1384932" y="51980"/>
                  </a:lnTo>
                  <a:lnTo>
                    <a:pt x="1434481" y="49493"/>
                  </a:lnTo>
                  <a:lnTo>
                    <a:pt x="1482006" y="47109"/>
                  </a:lnTo>
                  <a:lnTo>
                    <a:pt x="1527668" y="44818"/>
                  </a:lnTo>
                  <a:lnTo>
                    <a:pt x="1571606" y="42613"/>
                  </a:lnTo>
                  <a:lnTo>
                    <a:pt x="1613945" y="40489"/>
                  </a:lnTo>
                  <a:lnTo>
                    <a:pt x="1654799" y="38439"/>
                  </a:lnTo>
                  <a:lnTo>
                    <a:pt x="1694268" y="36459"/>
                  </a:lnTo>
                  <a:lnTo>
                    <a:pt x="1732442" y="34543"/>
                  </a:lnTo>
                  <a:lnTo>
                    <a:pt x="1769405" y="32689"/>
                  </a:lnTo>
                  <a:lnTo>
                    <a:pt x="1805230" y="30891"/>
                  </a:lnTo>
                  <a:lnTo>
                    <a:pt x="1839985" y="29148"/>
                  </a:lnTo>
                  <a:lnTo>
                    <a:pt x="1873733" y="27454"/>
                  </a:lnTo>
                  <a:lnTo>
                    <a:pt x="1906530" y="25809"/>
                  </a:lnTo>
                  <a:lnTo>
                    <a:pt x="1938428" y="24208"/>
                  </a:lnTo>
                  <a:lnTo>
                    <a:pt x="1969475" y="22650"/>
                  </a:lnTo>
                  <a:lnTo>
                    <a:pt x="1999717" y="21133"/>
                  </a:lnTo>
                  <a:lnTo>
                    <a:pt x="2029192" y="19654"/>
                  </a:lnTo>
                  <a:lnTo>
                    <a:pt x="2057939" y="18212"/>
                  </a:lnTo>
                  <a:lnTo>
                    <a:pt x="2085994" y="16804"/>
                  </a:lnTo>
                  <a:lnTo>
                    <a:pt x="2113389" y="15430"/>
                  </a:lnTo>
                  <a:lnTo>
                    <a:pt x="2140154" y="14087"/>
                  </a:lnTo>
                  <a:lnTo>
                    <a:pt x="2166317" y="12774"/>
                  </a:lnTo>
                  <a:lnTo>
                    <a:pt x="2191905" y="11490"/>
                  </a:lnTo>
                  <a:lnTo>
                    <a:pt x="2216943" y="10234"/>
                  </a:lnTo>
                  <a:lnTo>
                    <a:pt x="2241454" y="9004"/>
                  </a:lnTo>
                  <a:lnTo>
                    <a:pt x="2265459" y="7800"/>
                  </a:lnTo>
                  <a:lnTo>
                    <a:pt x="2288979" y="6619"/>
                  </a:lnTo>
                  <a:lnTo>
                    <a:pt x="2312034" y="5463"/>
                  </a:lnTo>
                  <a:lnTo>
                    <a:pt x="2334641" y="4328"/>
                  </a:lnTo>
                  <a:lnTo>
                    <a:pt x="2356817" y="3216"/>
                  </a:lnTo>
                  <a:lnTo>
                    <a:pt x="2378578" y="2124"/>
                  </a:lnTo>
                  <a:lnTo>
                    <a:pt x="2399941" y="1052"/>
                  </a:lnTo>
                  <a:lnTo>
                    <a:pt x="242091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466824" y="1999622"/>
              <a:ext cx="2420918" cy="344376"/>
            </a:xfrm>
            <a:custGeom>
              <a:avLst/>
              <a:pathLst>
                <a:path w="2420918" h="344376">
                  <a:moveTo>
                    <a:pt x="0" y="344376"/>
                  </a:moveTo>
                  <a:lnTo>
                    <a:pt x="155459" y="322262"/>
                  </a:lnTo>
                  <a:lnTo>
                    <a:pt x="292584" y="302756"/>
                  </a:lnTo>
                  <a:lnTo>
                    <a:pt x="415246" y="285307"/>
                  </a:lnTo>
                  <a:lnTo>
                    <a:pt x="526208" y="269523"/>
                  </a:lnTo>
                  <a:lnTo>
                    <a:pt x="627508" y="255113"/>
                  </a:lnTo>
                  <a:lnTo>
                    <a:pt x="720695" y="241857"/>
                  </a:lnTo>
                  <a:lnTo>
                    <a:pt x="806972" y="229584"/>
                  </a:lnTo>
                  <a:lnTo>
                    <a:pt x="887295" y="218158"/>
                  </a:lnTo>
                  <a:lnTo>
                    <a:pt x="962432" y="207470"/>
                  </a:lnTo>
                  <a:lnTo>
                    <a:pt x="1033012" y="197430"/>
                  </a:lnTo>
                  <a:lnTo>
                    <a:pt x="1099557" y="187964"/>
                  </a:lnTo>
                  <a:lnTo>
                    <a:pt x="1162503" y="179010"/>
                  </a:lnTo>
                  <a:lnTo>
                    <a:pt x="1222219" y="170515"/>
                  </a:lnTo>
                  <a:lnTo>
                    <a:pt x="1279021" y="162435"/>
                  </a:lnTo>
                  <a:lnTo>
                    <a:pt x="1333181" y="154731"/>
                  </a:lnTo>
                  <a:lnTo>
                    <a:pt x="1384932" y="147369"/>
                  </a:lnTo>
                  <a:lnTo>
                    <a:pt x="1434481" y="140321"/>
                  </a:lnTo>
                  <a:lnTo>
                    <a:pt x="1482006" y="133560"/>
                  </a:lnTo>
                  <a:lnTo>
                    <a:pt x="1527668" y="127065"/>
                  </a:lnTo>
                  <a:lnTo>
                    <a:pt x="1571606" y="120815"/>
                  </a:lnTo>
                  <a:lnTo>
                    <a:pt x="1613945" y="114792"/>
                  </a:lnTo>
                  <a:lnTo>
                    <a:pt x="1654799" y="108980"/>
                  </a:lnTo>
                  <a:lnTo>
                    <a:pt x="1694268" y="103366"/>
                  </a:lnTo>
                  <a:lnTo>
                    <a:pt x="1732442" y="97936"/>
                  </a:lnTo>
                  <a:lnTo>
                    <a:pt x="1769405" y="92678"/>
                  </a:lnTo>
                  <a:lnTo>
                    <a:pt x="1805230" y="87581"/>
                  </a:lnTo>
                  <a:lnTo>
                    <a:pt x="1839985" y="82638"/>
                  </a:lnTo>
                  <a:lnTo>
                    <a:pt x="1873733" y="77837"/>
                  </a:lnTo>
                  <a:lnTo>
                    <a:pt x="1906530" y="73172"/>
                  </a:lnTo>
                  <a:lnTo>
                    <a:pt x="1938428" y="68634"/>
                  </a:lnTo>
                  <a:lnTo>
                    <a:pt x="1969475" y="64217"/>
                  </a:lnTo>
                  <a:lnTo>
                    <a:pt x="1999717" y="59916"/>
                  </a:lnTo>
                  <a:lnTo>
                    <a:pt x="2029192" y="55723"/>
                  </a:lnTo>
                  <a:lnTo>
                    <a:pt x="2057939" y="51633"/>
                  </a:lnTo>
                  <a:lnTo>
                    <a:pt x="2085994" y="47643"/>
                  </a:lnTo>
                  <a:lnTo>
                    <a:pt x="2113389" y="43746"/>
                  </a:lnTo>
                  <a:lnTo>
                    <a:pt x="2140154" y="39938"/>
                  </a:lnTo>
                  <a:lnTo>
                    <a:pt x="2166317" y="36217"/>
                  </a:lnTo>
                  <a:lnTo>
                    <a:pt x="2191905" y="32577"/>
                  </a:lnTo>
                  <a:lnTo>
                    <a:pt x="2216943" y="29015"/>
                  </a:lnTo>
                  <a:lnTo>
                    <a:pt x="2241454" y="25528"/>
                  </a:lnTo>
                  <a:lnTo>
                    <a:pt x="2265459" y="22114"/>
                  </a:lnTo>
                  <a:lnTo>
                    <a:pt x="2288979" y="18768"/>
                  </a:lnTo>
                  <a:lnTo>
                    <a:pt x="2312034" y="15488"/>
                  </a:lnTo>
                  <a:lnTo>
                    <a:pt x="2334641" y="12273"/>
                  </a:lnTo>
                  <a:lnTo>
                    <a:pt x="2356817" y="9118"/>
                  </a:lnTo>
                  <a:lnTo>
                    <a:pt x="2378578" y="6022"/>
                  </a:lnTo>
                  <a:lnTo>
                    <a:pt x="2399941" y="2984"/>
                  </a:lnTo>
                  <a:lnTo>
                    <a:pt x="242091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466824" y="2229130"/>
              <a:ext cx="2420918" cy="304934"/>
            </a:xfrm>
            <a:custGeom>
              <a:avLst/>
              <a:pathLst>
                <a:path w="2420918" h="304934">
                  <a:moveTo>
                    <a:pt x="0" y="304934"/>
                  </a:moveTo>
                  <a:lnTo>
                    <a:pt x="155459" y="285353"/>
                  </a:lnTo>
                  <a:lnTo>
                    <a:pt x="292584" y="268081"/>
                  </a:lnTo>
                  <a:lnTo>
                    <a:pt x="415246" y="252631"/>
                  </a:lnTo>
                  <a:lnTo>
                    <a:pt x="526208" y="238654"/>
                  </a:lnTo>
                  <a:lnTo>
                    <a:pt x="627508" y="225894"/>
                  </a:lnTo>
                  <a:lnTo>
                    <a:pt x="720695" y="214157"/>
                  </a:lnTo>
                  <a:lnTo>
                    <a:pt x="806972" y="203289"/>
                  </a:lnTo>
                  <a:lnTo>
                    <a:pt x="887295" y="193172"/>
                  </a:lnTo>
                  <a:lnTo>
                    <a:pt x="962432" y="183708"/>
                  </a:lnTo>
                  <a:lnTo>
                    <a:pt x="1033012" y="174818"/>
                  </a:lnTo>
                  <a:lnTo>
                    <a:pt x="1099557" y="166436"/>
                  </a:lnTo>
                  <a:lnTo>
                    <a:pt x="1162503" y="158507"/>
                  </a:lnTo>
                  <a:lnTo>
                    <a:pt x="1222219" y="150986"/>
                  </a:lnTo>
                  <a:lnTo>
                    <a:pt x="1279021" y="143831"/>
                  </a:lnTo>
                  <a:lnTo>
                    <a:pt x="1333181" y="137009"/>
                  </a:lnTo>
                  <a:lnTo>
                    <a:pt x="1384932" y="130491"/>
                  </a:lnTo>
                  <a:lnTo>
                    <a:pt x="1434481" y="124249"/>
                  </a:lnTo>
                  <a:lnTo>
                    <a:pt x="1482006" y="118263"/>
                  </a:lnTo>
                  <a:lnTo>
                    <a:pt x="1527668" y="112512"/>
                  </a:lnTo>
                  <a:lnTo>
                    <a:pt x="1571606" y="106977"/>
                  </a:lnTo>
                  <a:lnTo>
                    <a:pt x="1613945" y="101644"/>
                  </a:lnTo>
                  <a:lnTo>
                    <a:pt x="1654799" y="96499"/>
                  </a:lnTo>
                  <a:lnTo>
                    <a:pt x="1694268" y="91527"/>
                  </a:lnTo>
                  <a:lnTo>
                    <a:pt x="1732442" y="86719"/>
                  </a:lnTo>
                  <a:lnTo>
                    <a:pt x="1769405" y="82063"/>
                  </a:lnTo>
                  <a:lnTo>
                    <a:pt x="1805230" y="77551"/>
                  </a:lnTo>
                  <a:lnTo>
                    <a:pt x="1839985" y="73173"/>
                  </a:lnTo>
                  <a:lnTo>
                    <a:pt x="1873733" y="68922"/>
                  </a:lnTo>
                  <a:lnTo>
                    <a:pt x="1906530" y="64791"/>
                  </a:lnTo>
                  <a:lnTo>
                    <a:pt x="1938428" y="60773"/>
                  </a:lnTo>
                  <a:lnTo>
                    <a:pt x="1969475" y="56862"/>
                  </a:lnTo>
                  <a:lnTo>
                    <a:pt x="1999717" y="53053"/>
                  </a:lnTo>
                  <a:lnTo>
                    <a:pt x="2029192" y="49341"/>
                  </a:lnTo>
                  <a:lnTo>
                    <a:pt x="2057939" y="45720"/>
                  </a:lnTo>
                  <a:lnTo>
                    <a:pt x="2085994" y="42186"/>
                  </a:lnTo>
                  <a:lnTo>
                    <a:pt x="2113389" y="38735"/>
                  </a:lnTo>
                  <a:lnTo>
                    <a:pt x="2140154" y="35364"/>
                  </a:lnTo>
                  <a:lnTo>
                    <a:pt x="2166317" y="32069"/>
                  </a:lnTo>
                  <a:lnTo>
                    <a:pt x="2191905" y="28846"/>
                  </a:lnTo>
                  <a:lnTo>
                    <a:pt x="2216943" y="25692"/>
                  </a:lnTo>
                  <a:lnTo>
                    <a:pt x="2241454" y="22605"/>
                  </a:lnTo>
                  <a:lnTo>
                    <a:pt x="2265459" y="19581"/>
                  </a:lnTo>
                  <a:lnTo>
                    <a:pt x="2288979" y="16618"/>
                  </a:lnTo>
                  <a:lnTo>
                    <a:pt x="2312034" y="13714"/>
                  </a:lnTo>
                  <a:lnTo>
                    <a:pt x="2334641" y="10867"/>
                  </a:lnTo>
                  <a:lnTo>
                    <a:pt x="2356817" y="8074"/>
                  </a:lnTo>
                  <a:lnTo>
                    <a:pt x="2378578" y="5333"/>
                  </a:lnTo>
                  <a:lnTo>
                    <a:pt x="2399941" y="2642"/>
                  </a:lnTo>
                  <a:lnTo>
                    <a:pt x="242091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466824" y="1933861"/>
              <a:ext cx="2420918" cy="147661"/>
            </a:xfrm>
            <a:custGeom>
              <a:avLst/>
              <a:pathLst>
                <a:path w="2420918" h="147661">
                  <a:moveTo>
                    <a:pt x="0" y="147661"/>
                  </a:moveTo>
                  <a:lnTo>
                    <a:pt x="155459" y="138179"/>
                  </a:lnTo>
                  <a:lnTo>
                    <a:pt x="292584" y="129815"/>
                  </a:lnTo>
                  <a:lnTo>
                    <a:pt x="415246" y="122333"/>
                  </a:lnTo>
                  <a:lnTo>
                    <a:pt x="526208" y="115565"/>
                  </a:lnTo>
                  <a:lnTo>
                    <a:pt x="627508" y="109387"/>
                  </a:lnTo>
                  <a:lnTo>
                    <a:pt x="720695" y="103703"/>
                  </a:lnTo>
                  <a:lnTo>
                    <a:pt x="806972" y="98440"/>
                  </a:lnTo>
                  <a:lnTo>
                    <a:pt x="887295" y="93541"/>
                  </a:lnTo>
                  <a:lnTo>
                    <a:pt x="962432" y="88958"/>
                  </a:lnTo>
                  <a:lnTo>
                    <a:pt x="1033012" y="84653"/>
                  </a:lnTo>
                  <a:lnTo>
                    <a:pt x="1099557" y="80594"/>
                  </a:lnTo>
                  <a:lnTo>
                    <a:pt x="1162503" y="76755"/>
                  </a:lnTo>
                  <a:lnTo>
                    <a:pt x="1222219" y="73113"/>
                  </a:lnTo>
                  <a:lnTo>
                    <a:pt x="1279021" y="69648"/>
                  </a:lnTo>
                  <a:lnTo>
                    <a:pt x="1333181" y="66345"/>
                  </a:lnTo>
                  <a:lnTo>
                    <a:pt x="1384932" y="63188"/>
                  </a:lnTo>
                  <a:lnTo>
                    <a:pt x="1434481" y="60166"/>
                  </a:lnTo>
                  <a:lnTo>
                    <a:pt x="1482006" y="57267"/>
                  </a:lnTo>
                  <a:lnTo>
                    <a:pt x="1527668" y="54482"/>
                  </a:lnTo>
                  <a:lnTo>
                    <a:pt x="1571606" y="51802"/>
                  </a:lnTo>
                  <a:lnTo>
                    <a:pt x="1613945" y="49220"/>
                  </a:lnTo>
                  <a:lnTo>
                    <a:pt x="1654799" y="46728"/>
                  </a:lnTo>
                  <a:lnTo>
                    <a:pt x="1694268" y="44321"/>
                  </a:lnTo>
                  <a:lnTo>
                    <a:pt x="1732442" y="41992"/>
                  </a:lnTo>
                  <a:lnTo>
                    <a:pt x="1769405" y="39738"/>
                  </a:lnTo>
                  <a:lnTo>
                    <a:pt x="1805230" y="37553"/>
                  </a:lnTo>
                  <a:lnTo>
                    <a:pt x="1839985" y="35433"/>
                  </a:lnTo>
                  <a:lnTo>
                    <a:pt x="1873733" y="33374"/>
                  </a:lnTo>
                  <a:lnTo>
                    <a:pt x="1906530" y="31374"/>
                  </a:lnTo>
                  <a:lnTo>
                    <a:pt x="1938428" y="29428"/>
                  </a:lnTo>
                  <a:lnTo>
                    <a:pt x="1969475" y="27535"/>
                  </a:lnTo>
                  <a:lnTo>
                    <a:pt x="1999717" y="25690"/>
                  </a:lnTo>
                  <a:lnTo>
                    <a:pt x="2029192" y="23892"/>
                  </a:lnTo>
                  <a:lnTo>
                    <a:pt x="2057939" y="22139"/>
                  </a:lnTo>
                  <a:lnTo>
                    <a:pt x="2085994" y="20428"/>
                  </a:lnTo>
                  <a:lnTo>
                    <a:pt x="2113389" y="18757"/>
                  </a:lnTo>
                  <a:lnTo>
                    <a:pt x="2140154" y="17124"/>
                  </a:lnTo>
                  <a:lnTo>
                    <a:pt x="2166317" y="15529"/>
                  </a:lnTo>
                  <a:lnTo>
                    <a:pt x="2191905" y="13968"/>
                  </a:lnTo>
                  <a:lnTo>
                    <a:pt x="2216943" y="12441"/>
                  </a:lnTo>
                  <a:lnTo>
                    <a:pt x="2241454" y="10946"/>
                  </a:lnTo>
                  <a:lnTo>
                    <a:pt x="2265459" y="9482"/>
                  </a:lnTo>
                  <a:lnTo>
                    <a:pt x="2288979" y="8047"/>
                  </a:lnTo>
                  <a:lnTo>
                    <a:pt x="2312034" y="6641"/>
                  </a:lnTo>
                  <a:lnTo>
                    <a:pt x="2334641" y="5262"/>
                  </a:lnTo>
                  <a:lnTo>
                    <a:pt x="2356817" y="3909"/>
                  </a:lnTo>
                  <a:lnTo>
                    <a:pt x="2378578" y="2582"/>
                  </a:lnTo>
                  <a:lnTo>
                    <a:pt x="2399941" y="1279"/>
                  </a:lnTo>
                  <a:lnTo>
                    <a:pt x="242091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66824" y="2020311"/>
              <a:ext cx="2420918" cy="146729"/>
            </a:xfrm>
            <a:custGeom>
              <a:avLst/>
              <a:pathLst>
                <a:path w="2420918" h="146729">
                  <a:moveTo>
                    <a:pt x="0" y="146729"/>
                  </a:moveTo>
                  <a:lnTo>
                    <a:pt x="155459" y="137307"/>
                  </a:lnTo>
                  <a:lnTo>
                    <a:pt x="292584" y="128996"/>
                  </a:lnTo>
                  <a:lnTo>
                    <a:pt x="415246" y="121562"/>
                  </a:lnTo>
                  <a:lnTo>
                    <a:pt x="526208" y="114836"/>
                  </a:lnTo>
                  <a:lnTo>
                    <a:pt x="627508" y="108697"/>
                  </a:lnTo>
                  <a:lnTo>
                    <a:pt x="720695" y="103049"/>
                  </a:lnTo>
                  <a:lnTo>
                    <a:pt x="806972" y="97819"/>
                  </a:lnTo>
                  <a:lnTo>
                    <a:pt x="887295" y="92951"/>
                  </a:lnTo>
                  <a:lnTo>
                    <a:pt x="962432" y="88397"/>
                  </a:lnTo>
                  <a:lnTo>
                    <a:pt x="1033012" y="84119"/>
                  </a:lnTo>
                  <a:lnTo>
                    <a:pt x="1099557" y="80086"/>
                  </a:lnTo>
                  <a:lnTo>
                    <a:pt x="1162503" y="76271"/>
                  </a:lnTo>
                  <a:lnTo>
                    <a:pt x="1222219" y="72652"/>
                  </a:lnTo>
                  <a:lnTo>
                    <a:pt x="1279021" y="69209"/>
                  </a:lnTo>
                  <a:lnTo>
                    <a:pt x="1333181" y="65926"/>
                  </a:lnTo>
                  <a:lnTo>
                    <a:pt x="1384932" y="62790"/>
                  </a:lnTo>
                  <a:lnTo>
                    <a:pt x="1434481" y="59787"/>
                  </a:lnTo>
                  <a:lnTo>
                    <a:pt x="1482006" y="56906"/>
                  </a:lnTo>
                  <a:lnTo>
                    <a:pt x="1527668" y="54139"/>
                  </a:lnTo>
                  <a:lnTo>
                    <a:pt x="1571606" y="51476"/>
                  </a:lnTo>
                  <a:lnTo>
                    <a:pt x="1613945" y="48909"/>
                  </a:lnTo>
                  <a:lnTo>
                    <a:pt x="1654799" y="46433"/>
                  </a:lnTo>
                  <a:lnTo>
                    <a:pt x="1694268" y="44041"/>
                  </a:lnTo>
                  <a:lnTo>
                    <a:pt x="1732442" y="41727"/>
                  </a:lnTo>
                  <a:lnTo>
                    <a:pt x="1769405" y="39487"/>
                  </a:lnTo>
                  <a:lnTo>
                    <a:pt x="1805230" y="37316"/>
                  </a:lnTo>
                  <a:lnTo>
                    <a:pt x="1839985" y="35209"/>
                  </a:lnTo>
                  <a:lnTo>
                    <a:pt x="1873733" y="33164"/>
                  </a:lnTo>
                  <a:lnTo>
                    <a:pt x="1906530" y="31176"/>
                  </a:lnTo>
                  <a:lnTo>
                    <a:pt x="1938428" y="29243"/>
                  </a:lnTo>
                  <a:lnTo>
                    <a:pt x="1969475" y="27361"/>
                  </a:lnTo>
                  <a:lnTo>
                    <a:pt x="1999717" y="25528"/>
                  </a:lnTo>
                  <a:lnTo>
                    <a:pt x="2029192" y="23742"/>
                  </a:lnTo>
                  <a:lnTo>
                    <a:pt x="2057939" y="21999"/>
                  </a:lnTo>
                  <a:lnTo>
                    <a:pt x="2085994" y="20299"/>
                  </a:lnTo>
                  <a:lnTo>
                    <a:pt x="2113389" y="18639"/>
                  </a:lnTo>
                  <a:lnTo>
                    <a:pt x="2140154" y="17016"/>
                  </a:lnTo>
                  <a:lnTo>
                    <a:pt x="2166317" y="15431"/>
                  </a:lnTo>
                  <a:lnTo>
                    <a:pt x="2191905" y="13880"/>
                  </a:lnTo>
                  <a:lnTo>
                    <a:pt x="2216943" y="12362"/>
                  </a:lnTo>
                  <a:lnTo>
                    <a:pt x="2241454" y="10877"/>
                  </a:lnTo>
                  <a:lnTo>
                    <a:pt x="2265459" y="9422"/>
                  </a:lnTo>
                  <a:lnTo>
                    <a:pt x="2288979" y="7996"/>
                  </a:lnTo>
                  <a:lnTo>
                    <a:pt x="2312034" y="6599"/>
                  </a:lnTo>
                  <a:lnTo>
                    <a:pt x="2334641" y="5229"/>
                  </a:lnTo>
                  <a:lnTo>
                    <a:pt x="2356817" y="3885"/>
                  </a:lnTo>
                  <a:lnTo>
                    <a:pt x="2378578" y="2566"/>
                  </a:lnTo>
                  <a:lnTo>
                    <a:pt x="2399941" y="1271"/>
                  </a:lnTo>
                  <a:lnTo>
                    <a:pt x="2420918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66824" y="2234475"/>
              <a:ext cx="2420918" cy="213239"/>
            </a:xfrm>
            <a:custGeom>
              <a:avLst/>
              <a:pathLst>
                <a:path w="2420918" h="213239">
                  <a:moveTo>
                    <a:pt x="0" y="213239"/>
                  </a:moveTo>
                  <a:lnTo>
                    <a:pt x="155459" y="199546"/>
                  </a:lnTo>
                  <a:lnTo>
                    <a:pt x="292584" y="187468"/>
                  </a:lnTo>
                  <a:lnTo>
                    <a:pt x="415246" y="176663"/>
                  </a:lnTo>
                  <a:lnTo>
                    <a:pt x="526208" y="166890"/>
                  </a:lnTo>
                  <a:lnTo>
                    <a:pt x="627508" y="157967"/>
                  </a:lnTo>
                  <a:lnTo>
                    <a:pt x="720695" y="149759"/>
                  </a:lnTo>
                  <a:lnTo>
                    <a:pt x="806972" y="142159"/>
                  </a:lnTo>
                  <a:lnTo>
                    <a:pt x="887295" y="135084"/>
                  </a:lnTo>
                  <a:lnTo>
                    <a:pt x="962432" y="128466"/>
                  </a:lnTo>
                  <a:lnTo>
                    <a:pt x="1033012" y="122249"/>
                  </a:lnTo>
                  <a:lnTo>
                    <a:pt x="1099557" y="116388"/>
                  </a:lnTo>
                  <a:lnTo>
                    <a:pt x="1162503" y="110843"/>
                  </a:lnTo>
                  <a:lnTo>
                    <a:pt x="1222219" y="105584"/>
                  </a:lnTo>
                  <a:lnTo>
                    <a:pt x="1279021" y="100580"/>
                  </a:lnTo>
                  <a:lnTo>
                    <a:pt x="1333181" y="95810"/>
                  </a:lnTo>
                  <a:lnTo>
                    <a:pt x="1384932" y="91251"/>
                  </a:lnTo>
                  <a:lnTo>
                    <a:pt x="1434481" y="86887"/>
                  </a:lnTo>
                  <a:lnTo>
                    <a:pt x="1482006" y="82701"/>
                  </a:lnTo>
                  <a:lnTo>
                    <a:pt x="1527668" y="78679"/>
                  </a:lnTo>
                  <a:lnTo>
                    <a:pt x="1571606" y="74809"/>
                  </a:lnTo>
                  <a:lnTo>
                    <a:pt x="1613945" y="71079"/>
                  </a:lnTo>
                  <a:lnTo>
                    <a:pt x="1654799" y="67481"/>
                  </a:lnTo>
                  <a:lnTo>
                    <a:pt x="1694268" y="64004"/>
                  </a:lnTo>
                  <a:lnTo>
                    <a:pt x="1732442" y="60642"/>
                  </a:lnTo>
                  <a:lnTo>
                    <a:pt x="1769405" y="57386"/>
                  </a:lnTo>
                  <a:lnTo>
                    <a:pt x="1805230" y="54231"/>
                  </a:lnTo>
                  <a:lnTo>
                    <a:pt x="1839985" y="51169"/>
                  </a:lnTo>
                  <a:lnTo>
                    <a:pt x="1873733" y="48197"/>
                  </a:lnTo>
                  <a:lnTo>
                    <a:pt x="1906530" y="45308"/>
                  </a:lnTo>
                  <a:lnTo>
                    <a:pt x="1938428" y="42498"/>
                  </a:lnTo>
                  <a:lnTo>
                    <a:pt x="1969475" y="39764"/>
                  </a:lnTo>
                  <a:lnTo>
                    <a:pt x="1999717" y="37100"/>
                  </a:lnTo>
                  <a:lnTo>
                    <a:pt x="2029192" y="34504"/>
                  </a:lnTo>
                  <a:lnTo>
                    <a:pt x="2057939" y="31971"/>
                  </a:lnTo>
                  <a:lnTo>
                    <a:pt x="2085994" y="29500"/>
                  </a:lnTo>
                  <a:lnTo>
                    <a:pt x="2113389" y="27087"/>
                  </a:lnTo>
                  <a:lnTo>
                    <a:pt x="2140154" y="24730"/>
                  </a:lnTo>
                  <a:lnTo>
                    <a:pt x="2166317" y="22425"/>
                  </a:lnTo>
                  <a:lnTo>
                    <a:pt x="2191905" y="20171"/>
                  </a:lnTo>
                  <a:lnTo>
                    <a:pt x="2216943" y="17966"/>
                  </a:lnTo>
                  <a:lnTo>
                    <a:pt x="2241454" y="15807"/>
                  </a:lnTo>
                  <a:lnTo>
                    <a:pt x="2265459" y="13693"/>
                  </a:lnTo>
                  <a:lnTo>
                    <a:pt x="2288979" y="11621"/>
                  </a:lnTo>
                  <a:lnTo>
                    <a:pt x="2312034" y="9590"/>
                  </a:lnTo>
                  <a:lnTo>
                    <a:pt x="2334641" y="7599"/>
                  </a:lnTo>
                  <a:lnTo>
                    <a:pt x="2356817" y="5646"/>
                  </a:lnTo>
                  <a:lnTo>
                    <a:pt x="2378578" y="3729"/>
                  </a:lnTo>
                  <a:lnTo>
                    <a:pt x="2399941" y="1847"/>
                  </a:lnTo>
                  <a:lnTo>
                    <a:pt x="242091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66824" y="2419726"/>
              <a:ext cx="2420918" cy="169988"/>
            </a:xfrm>
            <a:custGeom>
              <a:avLst/>
              <a:pathLst>
                <a:path w="2420918" h="169988">
                  <a:moveTo>
                    <a:pt x="0" y="169988"/>
                  </a:moveTo>
                  <a:lnTo>
                    <a:pt x="155459" y="159072"/>
                  </a:lnTo>
                  <a:lnTo>
                    <a:pt x="292584" y="149444"/>
                  </a:lnTo>
                  <a:lnTo>
                    <a:pt x="415246" y="140831"/>
                  </a:lnTo>
                  <a:lnTo>
                    <a:pt x="526208" y="133040"/>
                  </a:lnTo>
                  <a:lnTo>
                    <a:pt x="627508" y="125927"/>
                  </a:lnTo>
                  <a:lnTo>
                    <a:pt x="720695" y="119383"/>
                  </a:lnTo>
                  <a:lnTo>
                    <a:pt x="806972" y="113325"/>
                  </a:lnTo>
                  <a:lnTo>
                    <a:pt x="887295" y="107685"/>
                  </a:lnTo>
                  <a:lnTo>
                    <a:pt x="962432" y="102409"/>
                  </a:lnTo>
                  <a:lnTo>
                    <a:pt x="1033012" y="97454"/>
                  </a:lnTo>
                  <a:lnTo>
                    <a:pt x="1099557" y="92781"/>
                  </a:lnTo>
                  <a:lnTo>
                    <a:pt x="1162503" y="88361"/>
                  </a:lnTo>
                  <a:lnTo>
                    <a:pt x="1222219" y="84168"/>
                  </a:lnTo>
                  <a:lnTo>
                    <a:pt x="1279021" y="80180"/>
                  </a:lnTo>
                  <a:lnTo>
                    <a:pt x="1333181" y="76377"/>
                  </a:lnTo>
                  <a:lnTo>
                    <a:pt x="1384932" y="72743"/>
                  </a:lnTo>
                  <a:lnTo>
                    <a:pt x="1434481" y="69264"/>
                  </a:lnTo>
                  <a:lnTo>
                    <a:pt x="1482006" y="65927"/>
                  </a:lnTo>
                  <a:lnTo>
                    <a:pt x="1527668" y="62721"/>
                  </a:lnTo>
                  <a:lnTo>
                    <a:pt x="1571606" y="59635"/>
                  </a:lnTo>
                  <a:lnTo>
                    <a:pt x="1613945" y="56662"/>
                  </a:lnTo>
                  <a:lnTo>
                    <a:pt x="1654799" y="53794"/>
                  </a:lnTo>
                  <a:lnTo>
                    <a:pt x="1694268" y="51022"/>
                  </a:lnTo>
                  <a:lnTo>
                    <a:pt x="1732442" y="48342"/>
                  </a:lnTo>
                  <a:lnTo>
                    <a:pt x="1769405" y="45747"/>
                  </a:lnTo>
                  <a:lnTo>
                    <a:pt x="1805230" y="43231"/>
                  </a:lnTo>
                  <a:lnTo>
                    <a:pt x="1839985" y="40791"/>
                  </a:lnTo>
                  <a:lnTo>
                    <a:pt x="1873733" y="38421"/>
                  </a:lnTo>
                  <a:lnTo>
                    <a:pt x="1906530" y="36118"/>
                  </a:lnTo>
                  <a:lnTo>
                    <a:pt x="1938428" y="33878"/>
                  </a:lnTo>
                  <a:lnTo>
                    <a:pt x="1969475" y="31698"/>
                  </a:lnTo>
                  <a:lnTo>
                    <a:pt x="1999717" y="29575"/>
                  </a:lnTo>
                  <a:lnTo>
                    <a:pt x="2029192" y="27505"/>
                  </a:lnTo>
                  <a:lnTo>
                    <a:pt x="2057939" y="25487"/>
                  </a:lnTo>
                  <a:lnTo>
                    <a:pt x="2085994" y="23517"/>
                  </a:lnTo>
                  <a:lnTo>
                    <a:pt x="2113389" y="21593"/>
                  </a:lnTo>
                  <a:lnTo>
                    <a:pt x="2140154" y="19714"/>
                  </a:lnTo>
                  <a:lnTo>
                    <a:pt x="2166317" y="17877"/>
                  </a:lnTo>
                  <a:lnTo>
                    <a:pt x="2191905" y="16080"/>
                  </a:lnTo>
                  <a:lnTo>
                    <a:pt x="2216943" y="14322"/>
                  </a:lnTo>
                  <a:lnTo>
                    <a:pt x="2241454" y="12601"/>
                  </a:lnTo>
                  <a:lnTo>
                    <a:pt x="2265459" y="10915"/>
                  </a:lnTo>
                  <a:lnTo>
                    <a:pt x="2288979" y="9264"/>
                  </a:lnTo>
                  <a:lnTo>
                    <a:pt x="2312034" y="7645"/>
                  </a:lnTo>
                  <a:lnTo>
                    <a:pt x="2334641" y="6058"/>
                  </a:lnTo>
                  <a:lnTo>
                    <a:pt x="2356817" y="4500"/>
                  </a:lnTo>
                  <a:lnTo>
                    <a:pt x="2378578" y="2972"/>
                  </a:lnTo>
                  <a:lnTo>
                    <a:pt x="2399941" y="1472"/>
                  </a:lnTo>
                  <a:lnTo>
                    <a:pt x="242091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466824" y="2227742"/>
              <a:ext cx="2420918" cy="89319"/>
            </a:xfrm>
            <a:custGeom>
              <a:avLst/>
              <a:pathLst>
                <a:path w="2420918" h="89319">
                  <a:moveTo>
                    <a:pt x="0" y="89319"/>
                  </a:moveTo>
                  <a:lnTo>
                    <a:pt x="155459" y="83583"/>
                  </a:lnTo>
                  <a:lnTo>
                    <a:pt x="292584" y="78524"/>
                  </a:lnTo>
                  <a:lnTo>
                    <a:pt x="415246" y="73998"/>
                  </a:lnTo>
                  <a:lnTo>
                    <a:pt x="526208" y="69904"/>
                  </a:lnTo>
                  <a:lnTo>
                    <a:pt x="627508" y="66167"/>
                  </a:lnTo>
                  <a:lnTo>
                    <a:pt x="720695" y="62729"/>
                  </a:lnTo>
                  <a:lnTo>
                    <a:pt x="806972" y="59546"/>
                  </a:lnTo>
                  <a:lnTo>
                    <a:pt x="887295" y="56582"/>
                  </a:lnTo>
                  <a:lnTo>
                    <a:pt x="962432" y="53810"/>
                  </a:lnTo>
                  <a:lnTo>
                    <a:pt x="1033012" y="51206"/>
                  </a:lnTo>
                  <a:lnTo>
                    <a:pt x="1099557" y="48751"/>
                  </a:lnTo>
                  <a:lnTo>
                    <a:pt x="1162503" y="46428"/>
                  </a:lnTo>
                  <a:lnTo>
                    <a:pt x="1222219" y="44225"/>
                  </a:lnTo>
                  <a:lnTo>
                    <a:pt x="1279021" y="42130"/>
                  </a:lnTo>
                  <a:lnTo>
                    <a:pt x="1333181" y="40131"/>
                  </a:lnTo>
                  <a:lnTo>
                    <a:pt x="1384932" y="38222"/>
                  </a:lnTo>
                  <a:lnTo>
                    <a:pt x="1434481" y="36394"/>
                  </a:lnTo>
                  <a:lnTo>
                    <a:pt x="1482006" y="34640"/>
                  </a:lnTo>
                  <a:lnTo>
                    <a:pt x="1527668" y="32956"/>
                  </a:lnTo>
                  <a:lnTo>
                    <a:pt x="1571606" y="31335"/>
                  </a:lnTo>
                  <a:lnTo>
                    <a:pt x="1613945" y="29773"/>
                  </a:lnTo>
                  <a:lnTo>
                    <a:pt x="1654799" y="28265"/>
                  </a:lnTo>
                  <a:lnTo>
                    <a:pt x="1694268" y="26809"/>
                  </a:lnTo>
                  <a:lnTo>
                    <a:pt x="1732442" y="25401"/>
                  </a:lnTo>
                  <a:lnTo>
                    <a:pt x="1769405" y="24037"/>
                  </a:lnTo>
                  <a:lnTo>
                    <a:pt x="1805230" y="22715"/>
                  </a:lnTo>
                  <a:lnTo>
                    <a:pt x="1839985" y="21433"/>
                  </a:lnTo>
                  <a:lnTo>
                    <a:pt x="1873733" y="20188"/>
                  </a:lnTo>
                  <a:lnTo>
                    <a:pt x="1906530" y="18978"/>
                  </a:lnTo>
                  <a:lnTo>
                    <a:pt x="1938428" y="17801"/>
                  </a:lnTo>
                  <a:lnTo>
                    <a:pt x="1969475" y="16655"/>
                  </a:lnTo>
                  <a:lnTo>
                    <a:pt x="1999717" y="15540"/>
                  </a:lnTo>
                  <a:lnTo>
                    <a:pt x="2029192" y="14452"/>
                  </a:lnTo>
                  <a:lnTo>
                    <a:pt x="2057939" y="13392"/>
                  </a:lnTo>
                  <a:lnTo>
                    <a:pt x="2085994" y="12356"/>
                  </a:lnTo>
                  <a:lnTo>
                    <a:pt x="2113389" y="11346"/>
                  </a:lnTo>
                  <a:lnTo>
                    <a:pt x="2140154" y="10358"/>
                  </a:lnTo>
                  <a:lnTo>
                    <a:pt x="2166317" y="9393"/>
                  </a:lnTo>
                  <a:lnTo>
                    <a:pt x="2191905" y="8449"/>
                  </a:lnTo>
                  <a:lnTo>
                    <a:pt x="2216943" y="7525"/>
                  </a:lnTo>
                  <a:lnTo>
                    <a:pt x="2241454" y="6621"/>
                  </a:lnTo>
                  <a:lnTo>
                    <a:pt x="2265459" y="5735"/>
                  </a:lnTo>
                  <a:lnTo>
                    <a:pt x="2288979" y="4867"/>
                  </a:lnTo>
                  <a:lnTo>
                    <a:pt x="2312034" y="4017"/>
                  </a:lnTo>
                  <a:lnTo>
                    <a:pt x="2334641" y="3183"/>
                  </a:lnTo>
                  <a:lnTo>
                    <a:pt x="2356817" y="2365"/>
                  </a:lnTo>
                  <a:lnTo>
                    <a:pt x="2378578" y="1562"/>
                  </a:lnTo>
                  <a:lnTo>
                    <a:pt x="2399941" y="773"/>
                  </a:lnTo>
                  <a:lnTo>
                    <a:pt x="2420918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310032" y="1166855"/>
              <a:ext cx="2746729" cy="1538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310032" y="1166855"/>
              <a:ext cx="0" cy="1538730"/>
            </a:xfrm>
            <a:custGeom>
              <a:avLst/>
              <a:pathLst>
                <a:path w="0" h="1538730">
                  <a:moveTo>
                    <a:pt x="0" y="1538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140466" y="238434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140466" y="196640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140466" y="154847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112211" y="1130534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1" name="pl100"/>
            <p:cNvSpPr/>
            <p:nvPr/>
          </p:nvSpPr>
          <p:spPr>
            <a:xfrm>
              <a:off x="1281564" y="24207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281564" y="20028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281564" y="15849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281564" y="11669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10032" y="2705585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466824" y="2705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2273797" y="2705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080769" y="2705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3887742" y="2705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>
              <a:off x="1310032" y="990315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186450" y="1166855"/>
              <a:ext cx="2746729" cy="1538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370855" y="228748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395372" y="144388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389915" y="227938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373540" y="218026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57914" y="236279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47692" y="16989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382084" y="126896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336069" y="20477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283228" y="256832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303754" y="200817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104165" y="258879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190936" y="169938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081061" y="219487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49440" y="26075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141721" y="188104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85536" y="12087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61646" y="257529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32473" y="25174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65852" y="221870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136270" y="25818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085973" y="237714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49212" y="25781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20313" y="210605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50848" y="19749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093196" y="203340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169045" y="184147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21403" y="234486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189264" y="257158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890484" y="232429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940526" y="241636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902615" y="25157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919892" y="227794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900477" y="176336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35250" y="141978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956129" y="165219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905050" y="23551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913456" y="229756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980687" y="172593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957869" y="193018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900092" y="24911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894534" y="167571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890946" y="187023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967424" y="205987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979271" y="24621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888632" y="205114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888811" y="243515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977824" y="184998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965549" y="206525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724888" y="217453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678849" y="231961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780255" y="237629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750752" y="21570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676673" y="203605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672804" y="208845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765142" y="23181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731808" y="211238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728032" y="235455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735707" y="223917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694175" y="20707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693757" y="175701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712129" y="234182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747516" y="25492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714731" y="240662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714919" y="218256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758863" y="231173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687557" y="215793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683219" y="213477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729052" y="196208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761392" y="20065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689119" y="207466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683144" y="24447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703241" y="215018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l183"/>
            <p:cNvSpPr/>
            <p:nvPr/>
          </p:nvSpPr>
          <p:spPr>
            <a:xfrm>
              <a:off x="4367347" y="2084717"/>
              <a:ext cx="2388530" cy="144400"/>
            </a:xfrm>
            <a:custGeom>
              <a:avLst/>
              <a:pathLst>
                <a:path w="2388530" h="144400">
                  <a:moveTo>
                    <a:pt x="0" y="0"/>
                  </a:moveTo>
                  <a:lnTo>
                    <a:pt x="153379" y="9272"/>
                  </a:lnTo>
                  <a:lnTo>
                    <a:pt x="288669" y="17451"/>
                  </a:lnTo>
                  <a:lnTo>
                    <a:pt x="409691" y="24768"/>
                  </a:lnTo>
                  <a:lnTo>
                    <a:pt x="519168" y="31386"/>
                  </a:lnTo>
                  <a:lnTo>
                    <a:pt x="619113" y="37428"/>
                  </a:lnTo>
                  <a:lnTo>
                    <a:pt x="711053" y="42987"/>
                  </a:lnTo>
                  <a:lnTo>
                    <a:pt x="796176" y="48133"/>
                  </a:lnTo>
                  <a:lnTo>
                    <a:pt x="875424" y="52924"/>
                  </a:lnTo>
                  <a:lnTo>
                    <a:pt x="949556" y="57406"/>
                  </a:lnTo>
                  <a:lnTo>
                    <a:pt x="1019192" y="61615"/>
                  </a:lnTo>
                  <a:lnTo>
                    <a:pt x="1084846" y="65585"/>
                  </a:lnTo>
                  <a:lnTo>
                    <a:pt x="1146950" y="69339"/>
                  </a:lnTo>
                  <a:lnTo>
                    <a:pt x="1205867" y="72901"/>
                  </a:lnTo>
                  <a:lnTo>
                    <a:pt x="1261910" y="76289"/>
                  </a:lnTo>
                  <a:lnTo>
                    <a:pt x="1315344" y="79520"/>
                  </a:lnTo>
                  <a:lnTo>
                    <a:pt x="1366404" y="82606"/>
                  </a:lnTo>
                  <a:lnTo>
                    <a:pt x="1415289" y="85562"/>
                  </a:lnTo>
                  <a:lnTo>
                    <a:pt x="1462179" y="88397"/>
                  </a:lnTo>
                  <a:lnTo>
                    <a:pt x="1507229" y="91120"/>
                  </a:lnTo>
                  <a:lnTo>
                    <a:pt x="1550580" y="93741"/>
                  </a:lnTo>
                  <a:lnTo>
                    <a:pt x="1592353" y="96266"/>
                  </a:lnTo>
                  <a:lnTo>
                    <a:pt x="1632660" y="98703"/>
                  </a:lnTo>
                  <a:lnTo>
                    <a:pt x="1671601" y="101057"/>
                  </a:lnTo>
                  <a:lnTo>
                    <a:pt x="1709265" y="103334"/>
                  </a:lnTo>
                  <a:lnTo>
                    <a:pt x="1745732" y="105539"/>
                  </a:lnTo>
                  <a:lnTo>
                    <a:pt x="1781078" y="107676"/>
                  </a:lnTo>
                  <a:lnTo>
                    <a:pt x="1815368" y="109749"/>
                  </a:lnTo>
                  <a:lnTo>
                    <a:pt x="1848665" y="111762"/>
                  </a:lnTo>
                  <a:lnTo>
                    <a:pt x="1881023" y="113718"/>
                  </a:lnTo>
                  <a:lnTo>
                    <a:pt x="1912494" y="115621"/>
                  </a:lnTo>
                  <a:lnTo>
                    <a:pt x="1943127" y="117473"/>
                  </a:lnTo>
                  <a:lnTo>
                    <a:pt x="1972963" y="119276"/>
                  </a:lnTo>
                  <a:lnTo>
                    <a:pt x="2002044" y="121034"/>
                  </a:lnTo>
                  <a:lnTo>
                    <a:pt x="2030407" y="122749"/>
                  </a:lnTo>
                  <a:lnTo>
                    <a:pt x="2058086" y="124423"/>
                  </a:lnTo>
                  <a:lnTo>
                    <a:pt x="2085114" y="126057"/>
                  </a:lnTo>
                  <a:lnTo>
                    <a:pt x="2111521" y="127653"/>
                  </a:lnTo>
                  <a:lnTo>
                    <a:pt x="2137334" y="129214"/>
                  </a:lnTo>
                  <a:lnTo>
                    <a:pt x="2162580" y="130740"/>
                  </a:lnTo>
                  <a:lnTo>
                    <a:pt x="2187283" y="132233"/>
                  </a:lnTo>
                  <a:lnTo>
                    <a:pt x="2211466" y="133695"/>
                  </a:lnTo>
                  <a:lnTo>
                    <a:pt x="2235150" y="135127"/>
                  </a:lnTo>
                  <a:lnTo>
                    <a:pt x="2258356" y="136530"/>
                  </a:lnTo>
                  <a:lnTo>
                    <a:pt x="2281102" y="137905"/>
                  </a:lnTo>
                  <a:lnTo>
                    <a:pt x="2303406" y="139254"/>
                  </a:lnTo>
                  <a:lnTo>
                    <a:pt x="2325286" y="140576"/>
                  </a:lnTo>
                  <a:lnTo>
                    <a:pt x="2346756" y="141874"/>
                  </a:lnTo>
                  <a:lnTo>
                    <a:pt x="2367833" y="143149"/>
                  </a:lnTo>
                  <a:lnTo>
                    <a:pt x="2388530" y="14440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367347" y="1506192"/>
              <a:ext cx="2388530" cy="653061"/>
            </a:xfrm>
            <a:custGeom>
              <a:avLst/>
              <a:pathLst>
                <a:path w="2388530" h="653061">
                  <a:moveTo>
                    <a:pt x="0" y="0"/>
                  </a:moveTo>
                  <a:lnTo>
                    <a:pt x="153379" y="41936"/>
                  </a:lnTo>
                  <a:lnTo>
                    <a:pt x="288669" y="78926"/>
                  </a:lnTo>
                  <a:lnTo>
                    <a:pt x="409691" y="112015"/>
                  </a:lnTo>
                  <a:lnTo>
                    <a:pt x="519168" y="141948"/>
                  </a:lnTo>
                  <a:lnTo>
                    <a:pt x="619113" y="169275"/>
                  </a:lnTo>
                  <a:lnTo>
                    <a:pt x="711053" y="194413"/>
                  </a:lnTo>
                  <a:lnTo>
                    <a:pt x="796176" y="217687"/>
                  </a:lnTo>
                  <a:lnTo>
                    <a:pt x="875424" y="239354"/>
                  </a:lnTo>
                  <a:lnTo>
                    <a:pt x="949556" y="259623"/>
                  </a:lnTo>
                  <a:lnTo>
                    <a:pt x="1019192" y="278663"/>
                  </a:lnTo>
                  <a:lnTo>
                    <a:pt x="1084846" y="296614"/>
                  </a:lnTo>
                  <a:lnTo>
                    <a:pt x="1146950" y="313594"/>
                  </a:lnTo>
                  <a:lnTo>
                    <a:pt x="1205867" y="329703"/>
                  </a:lnTo>
                  <a:lnTo>
                    <a:pt x="1261910" y="345026"/>
                  </a:lnTo>
                  <a:lnTo>
                    <a:pt x="1315344" y="359635"/>
                  </a:lnTo>
                  <a:lnTo>
                    <a:pt x="1366404" y="373596"/>
                  </a:lnTo>
                  <a:lnTo>
                    <a:pt x="1415289" y="386962"/>
                  </a:lnTo>
                  <a:lnTo>
                    <a:pt x="1462179" y="399782"/>
                  </a:lnTo>
                  <a:lnTo>
                    <a:pt x="1507229" y="412100"/>
                  </a:lnTo>
                  <a:lnTo>
                    <a:pt x="1550580" y="423952"/>
                  </a:lnTo>
                  <a:lnTo>
                    <a:pt x="1592353" y="435374"/>
                  </a:lnTo>
                  <a:lnTo>
                    <a:pt x="1632660" y="446395"/>
                  </a:lnTo>
                  <a:lnTo>
                    <a:pt x="1671601" y="457042"/>
                  </a:lnTo>
                  <a:lnTo>
                    <a:pt x="1709265" y="467339"/>
                  </a:lnTo>
                  <a:lnTo>
                    <a:pt x="1745732" y="477310"/>
                  </a:lnTo>
                  <a:lnTo>
                    <a:pt x="1781078" y="486974"/>
                  </a:lnTo>
                  <a:lnTo>
                    <a:pt x="1815368" y="496350"/>
                  </a:lnTo>
                  <a:lnTo>
                    <a:pt x="1848665" y="505453"/>
                  </a:lnTo>
                  <a:lnTo>
                    <a:pt x="1881023" y="514301"/>
                  </a:lnTo>
                  <a:lnTo>
                    <a:pt x="1912494" y="522906"/>
                  </a:lnTo>
                  <a:lnTo>
                    <a:pt x="1943127" y="531281"/>
                  </a:lnTo>
                  <a:lnTo>
                    <a:pt x="1972963" y="539439"/>
                  </a:lnTo>
                  <a:lnTo>
                    <a:pt x="2002044" y="547390"/>
                  </a:lnTo>
                  <a:lnTo>
                    <a:pt x="2030407" y="555145"/>
                  </a:lnTo>
                  <a:lnTo>
                    <a:pt x="2058086" y="562713"/>
                  </a:lnTo>
                  <a:lnTo>
                    <a:pt x="2085114" y="570103"/>
                  </a:lnTo>
                  <a:lnTo>
                    <a:pt x="2111521" y="577323"/>
                  </a:lnTo>
                  <a:lnTo>
                    <a:pt x="2137334" y="584380"/>
                  </a:lnTo>
                  <a:lnTo>
                    <a:pt x="2162580" y="591283"/>
                  </a:lnTo>
                  <a:lnTo>
                    <a:pt x="2187283" y="598037"/>
                  </a:lnTo>
                  <a:lnTo>
                    <a:pt x="2211466" y="604649"/>
                  </a:lnTo>
                  <a:lnTo>
                    <a:pt x="2235150" y="611125"/>
                  </a:lnTo>
                  <a:lnTo>
                    <a:pt x="2258356" y="617469"/>
                  </a:lnTo>
                  <a:lnTo>
                    <a:pt x="2281102" y="623689"/>
                  </a:lnTo>
                  <a:lnTo>
                    <a:pt x="2303406" y="629787"/>
                  </a:lnTo>
                  <a:lnTo>
                    <a:pt x="2325286" y="635769"/>
                  </a:lnTo>
                  <a:lnTo>
                    <a:pt x="2346756" y="641640"/>
                  </a:lnTo>
                  <a:lnTo>
                    <a:pt x="2367833" y="647402"/>
                  </a:lnTo>
                  <a:lnTo>
                    <a:pt x="2388530" y="653061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367347" y="2303272"/>
              <a:ext cx="2388530" cy="92628"/>
            </a:xfrm>
            <a:custGeom>
              <a:avLst/>
              <a:pathLst>
                <a:path w="2388530" h="92628">
                  <a:moveTo>
                    <a:pt x="0" y="0"/>
                  </a:moveTo>
                  <a:lnTo>
                    <a:pt x="153379" y="5948"/>
                  </a:lnTo>
                  <a:lnTo>
                    <a:pt x="288669" y="11194"/>
                  </a:lnTo>
                  <a:lnTo>
                    <a:pt x="409691" y="15887"/>
                  </a:lnTo>
                  <a:lnTo>
                    <a:pt x="519168" y="20133"/>
                  </a:lnTo>
                  <a:lnTo>
                    <a:pt x="619113" y="24009"/>
                  </a:lnTo>
                  <a:lnTo>
                    <a:pt x="711053" y="27574"/>
                  </a:lnTo>
                  <a:lnTo>
                    <a:pt x="796176" y="30876"/>
                  </a:lnTo>
                  <a:lnTo>
                    <a:pt x="875424" y="33949"/>
                  </a:lnTo>
                  <a:lnTo>
                    <a:pt x="949556" y="36824"/>
                  </a:lnTo>
                  <a:lnTo>
                    <a:pt x="1019192" y="39524"/>
                  </a:lnTo>
                  <a:lnTo>
                    <a:pt x="1084846" y="42070"/>
                  </a:lnTo>
                  <a:lnTo>
                    <a:pt x="1146950" y="44479"/>
                  </a:lnTo>
                  <a:lnTo>
                    <a:pt x="1205867" y="46764"/>
                  </a:lnTo>
                  <a:lnTo>
                    <a:pt x="1261910" y="48937"/>
                  </a:lnTo>
                  <a:lnTo>
                    <a:pt x="1315344" y="51009"/>
                  </a:lnTo>
                  <a:lnTo>
                    <a:pt x="1366404" y="52989"/>
                  </a:lnTo>
                  <a:lnTo>
                    <a:pt x="1415289" y="54885"/>
                  </a:lnTo>
                  <a:lnTo>
                    <a:pt x="1462179" y="56703"/>
                  </a:lnTo>
                  <a:lnTo>
                    <a:pt x="1507229" y="58450"/>
                  </a:lnTo>
                  <a:lnTo>
                    <a:pt x="1550580" y="60132"/>
                  </a:lnTo>
                  <a:lnTo>
                    <a:pt x="1592353" y="61752"/>
                  </a:lnTo>
                  <a:lnTo>
                    <a:pt x="1632660" y="63315"/>
                  </a:lnTo>
                  <a:lnTo>
                    <a:pt x="1671601" y="64825"/>
                  </a:lnTo>
                  <a:lnTo>
                    <a:pt x="1709265" y="66285"/>
                  </a:lnTo>
                  <a:lnTo>
                    <a:pt x="1745732" y="67700"/>
                  </a:lnTo>
                  <a:lnTo>
                    <a:pt x="1781078" y="69070"/>
                  </a:lnTo>
                  <a:lnTo>
                    <a:pt x="1815368" y="70400"/>
                  </a:lnTo>
                  <a:lnTo>
                    <a:pt x="1848665" y="71691"/>
                  </a:lnTo>
                  <a:lnTo>
                    <a:pt x="1881023" y="72946"/>
                  </a:lnTo>
                  <a:lnTo>
                    <a:pt x="1912494" y="74167"/>
                  </a:lnTo>
                  <a:lnTo>
                    <a:pt x="1943127" y="75355"/>
                  </a:lnTo>
                  <a:lnTo>
                    <a:pt x="1972963" y="76512"/>
                  </a:lnTo>
                  <a:lnTo>
                    <a:pt x="2002044" y="77640"/>
                  </a:lnTo>
                  <a:lnTo>
                    <a:pt x="2030407" y="78740"/>
                  </a:lnTo>
                  <a:lnTo>
                    <a:pt x="2058086" y="79813"/>
                  </a:lnTo>
                  <a:lnTo>
                    <a:pt x="2085114" y="80861"/>
                  </a:lnTo>
                  <a:lnTo>
                    <a:pt x="2111521" y="81885"/>
                  </a:lnTo>
                  <a:lnTo>
                    <a:pt x="2137334" y="82886"/>
                  </a:lnTo>
                  <a:lnTo>
                    <a:pt x="2162580" y="83865"/>
                  </a:lnTo>
                  <a:lnTo>
                    <a:pt x="2187283" y="84823"/>
                  </a:lnTo>
                  <a:lnTo>
                    <a:pt x="2211466" y="85761"/>
                  </a:lnTo>
                  <a:lnTo>
                    <a:pt x="2235150" y="86680"/>
                  </a:lnTo>
                  <a:lnTo>
                    <a:pt x="2258356" y="87579"/>
                  </a:lnTo>
                  <a:lnTo>
                    <a:pt x="2281102" y="88462"/>
                  </a:lnTo>
                  <a:lnTo>
                    <a:pt x="2303406" y="89327"/>
                  </a:lnTo>
                  <a:lnTo>
                    <a:pt x="2325286" y="90175"/>
                  </a:lnTo>
                  <a:lnTo>
                    <a:pt x="2346756" y="91008"/>
                  </a:lnTo>
                  <a:lnTo>
                    <a:pt x="2367833" y="91825"/>
                  </a:lnTo>
                  <a:lnTo>
                    <a:pt x="2388530" y="92628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367347" y="2141278"/>
              <a:ext cx="2388530" cy="129202"/>
            </a:xfrm>
            <a:custGeom>
              <a:avLst/>
              <a:pathLst>
                <a:path w="2388530" h="129202">
                  <a:moveTo>
                    <a:pt x="0" y="129202"/>
                  </a:moveTo>
                  <a:lnTo>
                    <a:pt x="153379" y="120906"/>
                  </a:lnTo>
                  <a:lnTo>
                    <a:pt x="288669" y="113587"/>
                  </a:lnTo>
                  <a:lnTo>
                    <a:pt x="409691" y="107041"/>
                  </a:lnTo>
                  <a:lnTo>
                    <a:pt x="519168" y="101119"/>
                  </a:lnTo>
                  <a:lnTo>
                    <a:pt x="619113" y="95713"/>
                  </a:lnTo>
                  <a:lnTo>
                    <a:pt x="711053" y="90739"/>
                  </a:lnTo>
                  <a:lnTo>
                    <a:pt x="796176" y="86135"/>
                  </a:lnTo>
                  <a:lnTo>
                    <a:pt x="875424" y="81848"/>
                  </a:lnTo>
                  <a:lnTo>
                    <a:pt x="949556" y="77838"/>
                  </a:lnTo>
                  <a:lnTo>
                    <a:pt x="1019192" y="74071"/>
                  </a:lnTo>
                  <a:lnTo>
                    <a:pt x="1084846" y="70520"/>
                  </a:lnTo>
                  <a:lnTo>
                    <a:pt x="1146950" y="67160"/>
                  </a:lnTo>
                  <a:lnTo>
                    <a:pt x="1205867" y="63973"/>
                  </a:lnTo>
                  <a:lnTo>
                    <a:pt x="1261910" y="60942"/>
                  </a:lnTo>
                  <a:lnTo>
                    <a:pt x="1315344" y="58051"/>
                  </a:lnTo>
                  <a:lnTo>
                    <a:pt x="1366404" y="55289"/>
                  </a:lnTo>
                  <a:lnTo>
                    <a:pt x="1415289" y="52645"/>
                  </a:lnTo>
                  <a:lnTo>
                    <a:pt x="1462179" y="50109"/>
                  </a:lnTo>
                  <a:lnTo>
                    <a:pt x="1507229" y="47672"/>
                  </a:lnTo>
                  <a:lnTo>
                    <a:pt x="1550580" y="45327"/>
                  </a:lnTo>
                  <a:lnTo>
                    <a:pt x="1592353" y="43067"/>
                  </a:lnTo>
                  <a:lnTo>
                    <a:pt x="1632660" y="40887"/>
                  </a:lnTo>
                  <a:lnTo>
                    <a:pt x="1671601" y="38780"/>
                  </a:lnTo>
                  <a:lnTo>
                    <a:pt x="1709265" y="36743"/>
                  </a:lnTo>
                  <a:lnTo>
                    <a:pt x="1745732" y="34770"/>
                  </a:lnTo>
                  <a:lnTo>
                    <a:pt x="1781078" y="32858"/>
                  </a:lnTo>
                  <a:lnTo>
                    <a:pt x="1815368" y="31004"/>
                  </a:lnTo>
                  <a:lnTo>
                    <a:pt x="1848665" y="29202"/>
                  </a:lnTo>
                  <a:lnTo>
                    <a:pt x="1881023" y="27452"/>
                  </a:lnTo>
                  <a:lnTo>
                    <a:pt x="1912494" y="25750"/>
                  </a:lnTo>
                  <a:lnTo>
                    <a:pt x="1943127" y="24093"/>
                  </a:lnTo>
                  <a:lnTo>
                    <a:pt x="1972963" y="22479"/>
                  </a:lnTo>
                  <a:lnTo>
                    <a:pt x="2002044" y="20906"/>
                  </a:lnTo>
                  <a:lnTo>
                    <a:pt x="2030407" y="19371"/>
                  </a:lnTo>
                  <a:lnTo>
                    <a:pt x="2058086" y="17874"/>
                  </a:lnTo>
                  <a:lnTo>
                    <a:pt x="2085114" y="16412"/>
                  </a:lnTo>
                  <a:lnTo>
                    <a:pt x="2111521" y="14984"/>
                  </a:lnTo>
                  <a:lnTo>
                    <a:pt x="2137334" y="13587"/>
                  </a:lnTo>
                  <a:lnTo>
                    <a:pt x="2162580" y="12222"/>
                  </a:lnTo>
                  <a:lnTo>
                    <a:pt x="2187283" y="10886"/>
                  </a:lnTo>
                  <a:lnTo>
                    <a:pt x="2211466" y="9577"/>
                  </a:lnTo>
                  <a:lnTo>
                    <a:pt x="2235150" y="8296"/>
                  </a:lnTo>
                  <a:lnTo>
                    <a:pt x="2258356" y="7041"/>
                  </a:lnTo>
                  <a:lnTo>
                    <a:pt x="2281102" y="5811"/>
                  </a:lnTo>
                  <a:lnTo>
                    <a:pt x="2303406" y="4604"/>
                  </a:lnTo>
                  <a:lnTo>
                    <a:pt x="2325286" y="3421"/>
                  </a:lnTo>
                  <a:lnTo>
                    <a:pt x="2346756" y="2259"/>
                  </a:lnTo>
                  <a:lnTo>
                    <a:pt x="2367833" y="1119"/>
                  </a:lnTo>
                  <a:lnTo>
                    <a:pt x="238853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367347" y="2058205"/>
              <a:ext cx="2388530" cy="248047"/>
            </a:xfrm>
            <a:custGeom>
              <a:avLst/>
              <a:pathLst>
                <a:path w="2388530" h="248047">
                  <a:moveTo>
                    <a:pt x="0" y="248047"/>
                  </a:moveTo>
                  <a:lnTo>
                    <a:pt x="153379" y="232119"/>
                  </a:lnTo>
                  <a:lnTo>
                    <a:pt x="288669" y="218069"/>
                  </a:lnTo>
                  <a:lnTo>
                    <a:pt x="409691" y="205501"/>
                  </a:lnTo>
                  <a:lnTo>
                    <a:pt x="519168" y="194132"/>
                  </a:lnTo>
                  <a:lnTo>
                    <a:pt x="619113" y="183753"/>
                  </a:lnTo>
                  <a:lnTo>
                    <a:pt x="711053" y="174205"/>
                  </a:lnTo>
                  <a:lnTo>
                    <a:pt x="796176" y="165365"/>
                  </a:lnTo>
                  <a:lnTo>
                    <a:pt x="875424" y="157135"/>
                  </a:lnTo>
                  <a:lnTo>
                    <a:pt x="949556" y="149436"/>
                  </a:lnTo>
                  <a:lnTo>
                    <a:pt x="1019192" y="142205"/>
                  </a:lnTo>
                  <a:lnTo>
                    <a:pt x="1084846" y="135386"/>
                  </a:lnTo>
                  <a:lnTo>
                    <a:pt x="1146950" y="128937"/>
                  </a:lnTo>
                  <a:lnTo>
                    <a:pt x="1205867" y="122818"/>
                  </a:lnTo>
                  <a:lnTo>
                    <a:pt x="1261910" y="116998"/>
                  </a:lnTo>
                  <a:lnTo>
                    <a:pt x="1315344" y="111449"/>
                  </a:lnTo>
                  <a:lnTo>
                    <a:pt x="1366404" y="106147"/>
                  </a:lnTo>
                  <a:lnTo>
                    <a:pt x="1415289" y="101070"/>
                  </a:lnTo>
                  <a:lnTo>
                    <a:pt x="1462179" y="96201"/>
                  </a:lnTo>
                  <a:lnTo>
                    <a:pt x="1507229" y="91522"/>
                  </a:lnTo>
                  <a:lnTo>
                    <a:pt x="1550580" y="87020"/>
                  </a:lnTo>
                  <a:lnTo>
                    <a:pt x="1592353" y="82682"/>
                  </a:lnTo>
                  <a:lnTo>
                    <a:pt x="1632660" y="78496"/>
                  </a:lnTo>
                  <a:lnTo>
                    <a:pt x="1671601" y="74452"/>
                  </a:lnTo>
                  <a:lnTo>
                    <a:pt x="1709265" y="70541"/>
                  </a:lnTo>
                  <a:lnTo>
                    <a:pt x="1745732" y="66754"/>
                  </a:lnTo>
                  <a:lnTo>
                    <a:pt x="1781078" y="63083"/>
                  </a:lnTo>
                  <a:lnTo>
                    <a:pt x="1815368" y="59522"/>
                  </a:lnTo>
                  <a:lnTo>
                    <a:pt x="1848665" y="56064"/>
                  </a:lnTo>
                  <a:lnTo>
                    <a:pt x="1881023" y="52704"/>
                  </a:lnTo>
                  <a:lnTo>
                    <a:pt x="1912494" y="49436"/>
                  </a:lnTo>
                  <a:lnTo>
                    <a:pt x="1943127" y="46254"/>
                  </a:lnTo>
                  <a:lnTo>
                    <a:pt x="1972963" y="43156"/>
                  </a:lnTo>
                  <a:lnTo>
                    <a:pt x="2002044" y="40136"/>
                  </a:lnTo>
                  <a:lnTo>
                    <a:pt x="2030407" y="37190"/>
                  </a:lnTo>
                  <a:lnTo>
                    <a:pt x="2058086" y="34316"/>
                  </a:lnTo>
                  <a:lnTo>
                    <a:pt x="2085114" y="31509"/>
                  </a:lnTo>
                  <a:lnTo>
                    <a:pt x="2111521" y="28767"/>
                  </a:lnTo>
                  <a:lnTo>
                    <a:pt x="2137334" y="26086"/>
                  </a:lnTo>
                  <a:lnTo>
                    <a:pt x="2162580" y="23464"/>
                  </a:lnTo>
                  <a:lnTo>
                    <a:pt x="2187283" y="20899"/>
                  </a:lnTo>
                  <a:lnTo>
                    <a:pt x="2211466" y="18387"/>
                  </a:lnTo>
                  <a:lnTo>
                    <a:pt x="2235150" y="15928"/>
                  </a:lnTo>
                  <a:lnTo>
                    <a:pt x="2258356" y="13518"/>
                  </a:lnTo>
                  <a:lnTo>
                    <a:pt x="2281102" y="11156"/>
                  </a:lnTo>
                  <a:lnTo>
                    <a:pt x="2303406" y="8840"/>
                  </a:lnTo>
                  <a:lnTo>
                    <a:pt x="2325286" y="6567"/>
                  </a:lnTo>
                  <a:lnTo>
                    <a:pt x="2346756" y="4338"/>
                  </a:lnTo>
                  <a:lnTo>
                    <a:pt x="2367833" y="2149"/>
                  </a:lnTo>
                  <a:lnTo>
                    <a:pt x="238853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367347" y="1903265"/>
              <a:ext cx="2388530" cy="68668"/>
            </a:xfrm>
            <a:custGeom>
              <a:avLst/>
              <a:pathLst>
                <a:path w="2388530" h="68668">
                  <a:moveTo>
                    <a:pt x="0" y="0"/>
                  </a:moveTo>
                  <a:lnTo>
                    <a:pt x="153379" y="4409"/>
                  </a:lnTo>
                  <a:lnTo>
                    <a:pt x="288669" y="8299"/>
                  </a:lnTo>
                  <a:lnTo>
                    <a:pt x="409691" y="11778"/>
                  </a:lnTo>
                  <a:lnTo>
                    <a:pt x="519168" y="14925"/>
                  </a:lnTo>
                  <a:lnTo>
                    <a:pt x="619113" y="17799"/>
                  </a:lnTo>
                  <a:lnTo>
                    <a:pt x="711053" y="20442"/>
                  </a:lnTo>
                  <a:lnTo>
                    <a:pt x="796176" y="22889"/>
                  </a:lnTo>
                  <a:lnTo>
                    <a:pt x="875424" y="25167"/>
                  </a:lnTo>
                  <a:lnTo>
                    <a:pt x="949556" y="27299"/>
                  </a:lnTo>
                  <a:lnTo>
                    <a:pt x="1019192" y="29301"/>
                  </a:lnTo>
                  <a:lnTo>
                    <a:pt x="1084846" y="31188"/>
                  </a:lnTo>
                  <a:lnTo>
                    <a:pt x="1146950" y="32974"/>
                  </a:lnTo>
                  <a:lnTo>
                    <a:pt x="1205867" y="34667"/>
                  </a:lnTo>
                  <a:lnTo>
                    <a:pt x="1261910" y="36279"/>
                  </a:lnTo>
                  <a:lnTo>
                    <a:pt x="1315344" y="37815"/>
                  </a:lnTo>
                  <a:lnTo>
                    <a:pt x="1366404" y="39283"/>
                  </a:lnTo>
                  <a:lnTo>
                    <a:pt x="1415289" y="40688"/>
                  </a:lnTo>
                  <a:lnTo>
                    <a:pt x="1462179" y="42036"/>
                  </a:lnTo>
                  <a:lnTo>
                    <a:pt x="1507229" y="43331"/>
                  </a:lnTo>
                  <a:lnTo>
                    <a:pt x="1550580" y="44578"/>
                  </a:lnTo>
                  <a:lnTo>
                    <a:pt x="1592353" y="45779"/>
                  </a:lnTo>
                  <a:lnTo>
                    <a:pt x="1632660" y="46938"/>
                  </a:lnTo>
                  <a:lnTo>
                    <a:pt x="1671601" y="48057"/>
                  </a:lnTo>
                  <a:lnTo>
                    <a:pt x="1709265" y="49140"/>
                  </a:lnTo>
                  <a:lnTo>
                    <a:pt x="1745732" y="50188"/>
                  </a:lnTo>
                  <a:lnTo>
                    <a:pt x="1781078" y="51204"/>
                  </a:lnTo>
                  <a:lnTo>
                    <a:pt x="1815368" y="52190"/>
                  </a:lnTo>
                  <a:lnTo>
                    <a:pt x="1848665" y="53148"/>
                  </a:lnTo>
                  <a:lnTo>
                    <a:pt x="1881023" y="54078"/>
                  </a:lnTo>
                  <a:lnTo>
                    <a:pt x="1912494" y="54983"/>
                  </a:lnTo>
                  <a:lnTo>
                    <a:pt x="1943127" y="55863"/>
                  </a:lnTo>
                  <a:lnTo>
                    <a:pt x="1972963" y="56721"/>
                  </a:lnTo>
                  <a:lnTo>
                    <a:pt x="2002044" y="57557"/>
                  </a:lnTo>
                  <a:lnTo>
                    <a:pt x="2030407" y="58373"/>
                  </a:lnTo>
                  <a:lnTo>
                    <a:pt x="2058086" y="59168"/>
                  </a:lnTo>
                  <a:lnTo>
                    <a:pt x="2085114" y="59945"/>
                  </a:lnTo>
                  <a:lnTo>
                    <a:pt x="2111521" y="60704"/>
                  </a:lnTo>
                  <a:lnTo>
                    <a:pt x="2137334" y="61447"/>
                  </a:lnTo>
                  <a:lnTo>
                    <a:pt x="2162580" y="62172"/>
                  </a:lnTo>
                  <a:lnTo>
                    <a:pt x="2187283" y="62883"/>
                  </a:lnTo>
                  <a:lnTo>
                    <a:pt x="2211466" y="63578"/>
                  </a:lnTo>
                  <a:lnTo>
                    <a:pt x="2235150" y="64259"/>
                  </a:lnTo>
                  <a:lnTo>
                    <a:pt x="2258356" y="64926"/>
                  </a:lnTo>
                  <a:lnTo>
                    <a:pt x="2281102" y="65580"/>
                  </a:lnTo>
                  <a:lnTo>
                    <a:pt x="2303406" y="66221"/>
                  </a:lnTo>
                  <a:lnTo>
                    <a:pt x="2325286" y="66850"/>
                  </a:lnTo>
                  <a:lnTo>
                    <a:pt x="2346756" y="67467"/>
                  </a:lnTo>
                  <a:lnTo>
                    <a:pt x="2367833" y="68073"/>
                  </a:lnTo>
                  <a:lnTo>
                    <a:pt x="2388530" y="68668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367347" y="1652464"/>
              <a:ext cx="2388530" cy="609263"/>
            </a:xfrm>
            <a:custGeom>
              <a:avLst/>
              <a:pathLst>
                <a:path w="2388530" h="609263">
                  <a:moveTo>
                    <a:pt x="0" y="0"/>
                  </a:moveTo>
                  <a:lnTo>
                    <a:pt x="153379" y="39123"/>
                  </a:lnTo>
                  <a:lnTo>
                    <a:pt x="288669" y="73633"/>
                  </a:lnTo>
                  <a:lnTo>
                    <a:pt x="409691" y="104503"/>
                  </a:lnTo>
                  <a:lnTo>
                    <a:pt x="519168" y="132428"/>
                  </a:lnTo>
                  <a:lnTo>
                    <a:pt x="619113" y="157922"/>
                  </a:lnTo>
                  <a:lnTo>
                    <a:pt x="711053" y="181374"/>
                  </a:lnTo>
                  <a:lnTo>
                    <a:pt x="796176" y="203087"/>
                  </a:lnTo>
                  <a:lnTo>
                    <a:pt x="875424" y="223302"/>
                  </a:lnTo>
                  <a:lnTo>
                    <a:pt x="949556" y="242211"/>
                  </a:lnTo>
                  <a:lnTo>
                    <a:pt x="1019192" y="259974"/>
                  </a:lnTo>
                  <a:lnTo>
                    <a:pt x="1084846" y="276721"/>
                  </a:lnTo>
                  <a:lnTo>
                    <a:pt x="1146950" y="292562"/>
                  </a:lnTo>
                  <a:lnTo>
                    <a:pt x="1205867" y="307591"/>
                  </a:lnTo>
                  <a:lnTo>
                    <a:pt x="1261910" y="321886"/>
                  </a:lnTo>
                  <a:lnTo>
                    <a:pt x="1315344" y="335516"/>
                  </a:lnTo>
                  <a:lnTo>
                    <a:pt x="1366404" y="348540"/>
                  </a:lnTo>
                  <a:lnTo>
                    <a:pt x="1415289" y="361010"/>
                  </a:lnTo>
                  <a:lnTo>
                    <a:pt x="1462179" y="372971"/>
                  </a:lnTo>
                  <a:lnTo>
                    <a:pt x="1507229" y="384462"/>
                  </a:lnTo>
                  <a:lnTo>
                    <a:pt x="1550580" y="395520"/>
                  </a:lnTo>
                  <a:lnTo>
                    <a:pt x="1592353" y="406175"/>
                  </a:lnTo>
                  <a:lnTo>
                    <a:pt x="1632660" y="416457"/>
                  </a:lnTo>
                  <a:lnTo>
                    <a:pt x="1671601" y="426390"/>
                  </a:lnTo>
                  <a:lnTo>
                    <a:pt x="1709265" y="435997"/>
                  </a:lnTo>
                  <a:lnTo>
                    <a:pt x="1745732" y="445299"/>
                  </a:lnTo>
                  <a:lnTo>
                    <a:pt x="1781078" y="454315"/>
                  </a:lnTo>
                  <a:lnTo>
                    <a:pt x="1815368" y="463062"/>
                  </a:lnTo>
                  <a:lnTo>
                    <a:pt x="1848665" y="471555"/>
                  </a:lnTo>
                  <a:lnTo>
                    <a:pt x="1881023" y="479809"/>
                  </a:lnTo>
                  <a:lnTo>
                    <a:pt x="1912494" y="487836"/>
                  </a:lnTo>
                  <a:lnTo>
                    <a:pt x="1943127" y="495650"/>
                  </a:lnTo>
                  <a:lnTo>
                    <a:pt x="1972963" y="503261"/>
                  </a:lnTo>
                  <a:lnTo>
                    <a:pt x="2002044" y="510679"/>
                  </a:lnTo>
                  <a:lnTo>
                    <a:pt x="2030407" y="517914"/>
                  </a:lnTo>
                  <a:lnTo>
                    <a:pt x="2058086" y="524974"/>
                  </a:lnTo>
                  <a:lnTo>
                    <a:pt x="2085114" y="531868"/>
                  </a:lnTo>
                  <a:lnTo>
                    <a:pt x="2111521" y="538604"/>
                  </a:lnTo>
                  <a:lnTo>
                    <a:pt x="2137334" y="545188"/>
                  </a:lnTo>
                  <a:lnTo>
                    <a:pt x="2162580" y="551628"/>
                  </a:lnTo>
                  <a:lnTo>
                    <a:pt x="2187283" y="557929"/>
                  </a:lnTo>
                  <a:lnTo>
                    <a:pt x="2211466" y="564098"/>
                  </a:lnTo>
                  <a:lnTo>
                    <a:pt x="2235150" y="570139"/>
                  </a:lnTo>
                  <a:lnTo>
                    <a:pt x="2258356" y="576058"/>
                  </a:lnTo>
                  <a:lnTo>
                    <a:pt x="2281102" y="581860"/>
                  </a:lnTo>
                  <a:lnTo>
                    <a:pt x="2303406" y="587550"/>
                  </a:lnTo>
                  <a:lnTo>
                    <a:pt x="2325286" y="593131"/>
                  </a:lnTo>
                  <a:lnTo>
                    <a:pt x="2346756" y="598608"/>
                  </a:lnTo>
                  <a:lnTo>
                    <a:pt x="2367833" y="603984"/>
                  </a:lnTo>
                  <a:lnTo>
                    <a:pt x="2388530" y="60926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367347" y="2461637"/>
              <a:ext cx="2388530" cy="57439"/>
            </a:xfrm>
            <a:custGeom>
              <a:avLst/>
              <a:pathLst>
                <a:path w="2388530" h="57439">
                  <a:moveTo>
                    <a:pt x="0" y="0"/>
                  </a:moveTo>
                  <a:lnTo>
                    <a:pt x="153379" y="3688"/>
                  </a:lnTo>
                  <a:lnTo>
                    <a:pt x="288669" y="6941"/>
                  </a:lnTo>
                  <a:lnTo>
                    <a:pt x="409691" y="9852"/>
                  </a:lnTo>
                  <a:lnTo>
                    <a:pt x="519168" y="12484"/>
                  </a:lnTo>
                  <a:lnTo>
                    <a:pt x="619113" y="14888"/>
                  </a:lnTo>
                  <a:lnTo>
                    <a:pt x="711053" y="17099"/>
                  </a:lnTo>
                  <a:lnTo>
                    <a:pt x="796176" y="19146"/>
                  </a:lnTo>
                  <a:lnTo>
                    <a:pt x="875424" y="21052"/>
                  </a:lnTo>
                  <a:lnTo>
                    <a:pt x="949556" y="22834"/>
                  </a:lnTo>
                  <a:lnTo>
                    <a:pt x="1019192" y="24509"/>
                  </a:lnTo>
                  <a:lnTo>
                    <a:pt x="1084846" y="26088"/>
                  </a:lnTo>
                  <a:lnTo>
                    <a:pt x="1146950" y="27581"/>
                  </a:lnTo>
                  <a:lnTo>
                    <a:pt x="1205867" y="28998"/>
                  </a:lnTo>
                  <a:lnTo>
                    <a:pt x="1261910" y="30346"/>
                  </a:lnTo>
                  <a:lnTo>
                    <a:pt x="1315344" y="31631"/>
                  </a:lnTo>
                  <a:lnTo>
                    <a:pt x="1366404" y="32859"/>
                  </a:lnTo>
                  <a:lnTo>
                    <a:pt x="1415289" y="34034"/>
                  </a:lnTo>
                  <a:lnTo>
                    <a:pt x="1462179" y="35162"/>
                  </a:lnTo>
                  <a:lnTo>
                    <a:pt x="1507229" y="36245"/>
                  </a:lnTo>
                  <a:lnTo>
                    <a:pt x="1550580" y="37288"/>
                  </a:lnTo>
                  <a:lnTo>
                    <a:pt x="1592353" y="38292"/>
                  </a:lnTo>
                  <a:lnTo>
                    <a:pt x="1632660" y="39262"/>
                  </a:lnTo>
                  <a:lnTo>
                    <a:pt x="1671601" y="40198"/>
                  </a:lnTo>
                  <a:lnTo>
                    <a:pt x="1709265" y="41104"/>
                  </a:lnTo>
                  <a:lnTo>
                    <a:pt x="1745732" y="41981"/>
                  </a:lnTo>
                  <a:lnTo>
                    <a:pt x="1781078" y="42831"/>
                  </a:lnTo>
                  <a:lnTo>
                    <a:pt x="1815368" y="43655"/>
                  </a:lnTo>
                  <a:lnTo>
                    <a:pt x="1848665" y="44456"/>
                  </a:lnTo>
                  <a:lnTo>
                    <a:pt x="1881023" y="45234"/>
                  </a:lnTo>
                  <a:lnTo>
                    <a:pt x="1912494" y="45991"/>
                  </a:lnTo>
                  <a:lnTo>
                    <a:pt x="1943127" y="46728"/>
                  </a:lnTo>
                  <a:lnTo>
                    <a:pt x="1972963" y="47445"/>
                  </a:lnTo>
                  <a:lnTo>
                    <a:pt x="2002044" y="48145"/>
                  </a:lnTo>
                  <a:lnTo>
                    <a:pt x="2030407" y="48827"/>
                  </a:lnTo>
                  <a:lnTo>
                    <a:pt x="2058086" y="49492"/>
                  </a:lnTo>
                  <a:lnTo>
                    <a:pt x="2085114" y="50142"/>
                  </a:lnTo>
                  <a:lnTo>
                    <a:pt x="2111521" y="50777"/>
                  </a:lnTo>
                  <a:lnTo>
                    <a:pt x="2137334" y="51398"/>
                  </a:lnTo>
                  <a:lnTo>
                    <a:pt x="2162580" y="52005"/>
                  </a:lnTo>
                  <a:lnTo>
                    <a:pt x="2187283" y="52599"/>
                  </a:lnTo>
                  <a:lnTo>
                    <a:pt x="2211466" y="53181"/>
                  </a:lnTo>
                  <a:lnTo>
                    <a:pt x="2235150" y="53750"/>
                  </a:lnTo>
                  <a:lnTo>
                    <a:pt x="2258356" y="54308"/>
                  </a:lnTo>
                  <a:lnTo>
                    <a:pt x="2281102" y="54855"/>
                  </a:lnTo>
                  <a:lnTo>
                    <a:pt x="2303406" y="55392"/>
                  </a:lnTo>
                  <a:lnTo>
                    <a:pt x="2325286" y="55918"/>
                  </a:lnTo>
                  <a:lnTo>
                    <a:pt x="2346756" y="56434"/>
                  </a:lnTo>
                  <a:lnTo>
                    <a:pt x="2367833" y="56941"/>
                  </a:lnTo>
                  <a:lnTo>
                    <a:pt x="2388530" y="57439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367347" y="2222671"/>
              <a:ext cx="2388530" cy="45949"/>
            </a:xfrm>
            <a:custGeom>
              <a:avLst/>
              <a:pathLst>
                <a:path w="2388530" h="45949">
                  <a:moveTo>
                    <a:pt x="0" y="45949"/>
                  </a:moveTo>
                  <a:lnTo>
                    <a:pt x="153379" y="42998"/>
                  </a:lnTo>
                  <a:lnTo>
                    <a:pt x="288669" y="40396"/>
                  </a:lnTo>
                  <a:lnTo>
                    <a:pt x="409691" y="38067"/>
                  </a:lnTo>
                  <a:lnTo>
                    <a:pt x="519168" y="35961"/>
                  </a:lnTo>
                  <a:lnTo>
                    <a:pt x="619113" y="34039"/>
                  </a:lnTo>
                  <a:lnTo>
                    <a:pt x="711053" y="32270"/>
                  </a:lnTo>
                  <a:lnTo>
                    <a:pt x="796176" y="30632"/>
                  </a:lnTo>
                  <a:lnTo>
                    <a:pt x="875424" y="29108"/>
                  </a:lnTo>
                  <a:lnTo>
                    <a:pt x="949556" y="27682"/>
                  </a:lnTo>
                  <a:lnTo>
                    <a:pt x="1019192" y="26342"/>
                  </a:lnTo>
                  <a:lnTo>
                    <a:pt x="1084846" y="25079"/>
                  </a:lnTo>
                  <a:lnTo>
                    <a:pt x="1146950" y="23884"/>
                  </a:lnTo>
                  <a:lnTo>
                    <a:pt x="1205867" y="22751"/>
                  </a:lnTo>
                  <a:lnTo>
                    <a:pt x="1261910" y="21673"/>
                  </a:lnTo>
                  <a:lnTo>
                    <a:pt x="1315344" y="20645"/>
                  </a:lnTo>
                  <a:lnTo>
                    <a:pt x="1366404" y="19663"/>
                  </a:lnTo>
                  <a:lnTo>
                    <a:pt x="1415289" y="18722"/>
                  </a:lnTo>
                  <a:lnTo>
                    <a:pt x="1462179" y="17820"/>
                  </a:lnTo>
                  <a:lnTo>
                    <a:pt x="1507229" y="16954"/>
                  </a:lnTo>
                  <a:lnTo>
                    <a:pt x="1550580" y="16120"/>
                  </a:lnTo>
                  <a:lnTo>
                    <a:pt x="1592353" y="15316"/>
                  </a:lnTo>
                  <a:lnTo>
                    <a:pt x="1632660" y="14541"/>
                  </a:lnTo>
                  <a:lnTo>
                    <a:pt x="1671601" y="13791"/>
                  </a:lnTo>
                  <a:lnTo>
                    <a:pt x="1709265" y="13067"/>
                  </a:lnTo>
                  <a:lnTo>
                    <a:pt x="1745732" y="12365"/>
                  </a:lnTo>
                  <a:lnTo>
                    <a:pt x="1781078" y="11685"/>
                  </a:lnTo>
                  <a:lnTo>
                    <a:pt x="1815368" y="11026"/>
                  </a:lnTo>
                  <a:lnTo>
                    <a:pt x="1848665" y="10385"/>
                  </a:lnTo>
                  <a:lnTo>
                    <a:pt x="1881023" y="9763"/>
                  </a:lnTo>
                  <a:lnTo>
                    <a:pt x="1912494" y="9157"/>
                  </a:lnTo>
                  <a:lnTo>
                    <a:pt x="1943127" y="8568"/>
                  </a:lnTo>
                  <a:lnTo>
                    <a:pt x="1972963" y="7994"/>
                  </a:lnTo>
                  <a:lnTo>
                    <a:pt x="2002044" y="7435"/>
                  </a:lnTo>
                  <a:lnTo>
                    <a:pt x="2030407" y="6889"/>
                  </a:lnTo>
                  <a:lnTo>
                    <a:pt x="2058086" y="6356"/>
                  </a:lnTo>
                  <a:lnTo>
                    <a:pt x="2085114" y="5836"/>
                  </a:lnTo>
                  <a:lnTo>
                    <a:pt x="2111521" y="5328"/>
                  </a:lnTo>
                  <a:lnTo>
                    <a:pt x="2137334" y="4832"/>
                  </a:lnTo>
                  <a:lnTo>
                    <a:pt x="2162580" y="4346"/>
                  </a:lnTo>
                  <a:lnTo>
                    <a:pt x="2187283" y="3871"/>
                  </a:lnTo>
                  <a:lnTo>
                    <a:pt x="2211466" y="3406"/>
                  </a:lnTo>
                  <a:lnTo>
                    <a:pt x="2235150" y="2950"/>
                  </a:lnTo>
                  <a:lnTo>
                    <a:pt x="2258356" y="2504"/>
                  </a:lnTo>
                  <a:lnTo>
                    <a:pt x="2281102" y="2066"/>
                  </a:lnTo>
                  <a:lnTo>
                    <a:pt x="2303406" y="1637"/>
                  </a:lnTo>
                  <a:lnTo>
                    <a:pt x="2325286" y="1216"/>
                  </a:lnTo>
                  <a:lnTo>
                    <a:pt x="2346756" y="803"/>
                  </a:lnTo>
                  <a:lnTo>
                    <a:pt x="2367833" y="398"/>
                  </a:lnTo>
                  <a:lnTo>
                    <a:pt x="238853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367347" y="2124511"/>
              <a:ext cx="2388530" cy="72126"/>
            </a:xfrm>
            <a:custGeom>
              <a:avLst/>
              <a:pathLst>
                <a:path w="2388530" h="72126">
                  <a:moveTo>
                    <a:pt x="0" y="0"/>
                  </a:moveTo>
                  <a:lnTo>
                    <a:pt x="153379" y="4631"/>
                  </a:lnTo>
                  <a:lnTo>
                    <a:pt x="288669" y="8716"/>
                  </a:lnTo>
                  <a:lnTo>
                    <a:pt x="409691" y="12371"/>
                  </a:lnTo>
                  <a:lnTo>
                    <a:pt x="519168" y="15677"/>
                  </a:lnTo>
                  <a:lnTo>
                    <a:pt x="619113" y="18695"/>
                  </a:lnTo>
                  <a:lnTo>
                    <a:pt x="711053" y="21471"/>
                  </a:lnTo>
                  <a:lnTo>
                    <a:pt x="796176" y="24042"/>
                  </a:lnTo>
                  <a:lnTo>
                    <a:pt x="875424" y="26435"/>
                  </a:lnTo>
                  <a:lnTo>
                    <a:pt x="949556" y="28673"/>
                  </a:lnTo>
                  <a:lnTo>
                    <a:pt x="1019192" y="30776"/>
                  </a:lnTo>
                  <a:lnTo>
                    <a:pt x="1084846" y="32759"/>
                  </a:lnTo>
                  <a:lnTo>
                    <a:pt x="1146950" y="34634"/>
                  </a:lnTo>
                  <a:lnTo>
                    <a:pt x="1205867" y="36413"/>
                  </a:lnTo>
                  <a:lnTo>
                    <a:pt x="1261910" y="38106"/>
                  </a:lnTo>
                  <a:lnTo>
                    <a:pt x="1315344" y="39719"/>
                  </a:lnTo>
                  <a:lnTo>
                    <a:pt x="1366404" y="41261"/>
                  </a:lnTo>
                  <a:lnTo>
                    <a:pt x="1415289" y="42737"/>
                  </a:lnTo>
                  <a:lnTo>
                    <a:pt x="1462179" y="44153"/>
                  </a:lnTo>
                  <a:lnTo>
                    <a:pt x="1507229" y="45513"/>
                  </a:lnTo>
                  <a:lnTo>
                    <a:pt x="1550580" y="46822"/>
                  </a:lnTo>
                  <a:lnTo>
                    <a:pt x="1592353" y="48084"/>
                  </a:lnTo>
                  <a:lnTo>
                    <a:pt x="1632660" y="49301"/>
                  </a:lnTo>
                  <a:lnTo>
                    <a:pt x="1671601" y="50477"/>
                  </a:lnTo>
                  <a:lnTo>
                    <a:pt x="1709265" y="51614"/>
                  </a:lnTo>
                  <a:lnTo>
                    <a:pt x="1745732" y="52716"/>
                  </a:lnTo>
                  <a:lnTo>
                    <a:pt x="1781078" y="53783"/>
                  </a:lnTo>
                  <a:lnTo>
                    <a:pt x="1815368" y="54818"/>
                  </a:lnTo>
                  <a:lnTo>
                    <a:pt x="1848665" y="55824"/>
                  </a:lnTo>
                  <a:lnTo>
                    <a:pt x="1881023" y="56801"/>
                  </a:lnTo>
                  <a:lnTo>
                    <a:pt x="1912494" y="57751"/>
                  </a:lnTo>
                  <a:lnTo>
                    <a:pt x="1943127" y="58676"/>
                  </a:lnTo>
                  <a:lnTo>
                    <a:pt x="1972963" y="59577"/>
                  </a:lnTo>
                  <a:lnTo>
                    <a:pt x="2002044" y="60455"/>
                  </a:lnTo>
                  <a:lnTo>
                    <a:pt x="2030407" y="61312"/>
                  </a:lnTo>
                  <a:lnTo>
                    <a:pt x="2058086" y="62148"/>
                  </a:lnTo>
                  <a:lnTo>
                    <a:pt x="2085114" y="62964"/>
                  </a:lnTo>
                  <a:lnTo>
                    <a:pt x="2111521" y="63761"/>
                  </a:lnTo>
                  <a:lnTo>
                    <a:pt x="2137334" y="64541"/>
                  </a:lnTo>
                  <a:lnTo>
                    <a:pt x="2162580" y="65303"/>
                  </a:lnTo>
                  <a:lnTo>
                    <a:pt x="2187283" y="66049"/>
                  </a:lnTo>
                  <a:lnTo>
                    <a:pt x="2211466" y="66779"/>
                  </a:lnTo>
                  <a:lnTo>
                    <a:pt x="2235150" y="67495"/>
                  </a:lnTo>
                  <a:lnTo>
                    <a:pt x="2258356" y="68195"/>
                  </a:lnTo>
                  <a:lnTo>
                    <a:pt x="2281102" y="68882"/>
                  </a:lnTo>
                  <a:lnTo>
                    <a:pt x="2303406" y="69556"/>
                  </a:lnTo>
                  <a:lnTo>
                    <a:pt x="2325286" y="70216"/>
                  </a:lnTo>
                  <a:lnTo>
                    <a:pt x="2346756" y="70865"/>
                  </a:lnTo>
                  <a:lnTo>
                    <a:pt x="2367833" y="71501"/>
                  </a:lnTo>
                  <a:lnTo>
                    <a:pt x="2388530" y="7212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rc193"/>
            <p:cNvSpPr/>
            <p:nvPr/>
          </p:nvSpPr>
          <p:spPr>
            <a:xfrm>
              <a:off x="4186450" y="1166855"/>
              <a:ext cx="2746729" cy="1538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186450" y="1166855"/>
              <a:ext cx="0" cy="1538730"/>
            </a:xfrm>
            <a:custGeom>
              <a:avLst/>
              <a:pathLst>
                <a:path w="0" h="1538730">
                  <a:moveTo>
                    <a:pt x="0" y="1538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157982" y="24064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157982" y="189798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157982" y="13894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186450" y="2705585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4367347" y="2705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5163523" y="2705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5959700" y="2705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6755877" y="2705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tx203"/>
            <p:cNvSpPr/>
            <p:nvPr/>
          </p:nvSpPr>
          <p:spPr>
            <a:xfrm>
              <a:off x="4186450" y="990315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5" name="rc204"/>
            <p:cNvSpPr/>
            <p:nvPr/>
          </p:nvSpPr>
          <p:spPr>
            <a:xfrm>
              <a:off x="1310032" y="2986509"/>
              <a:ext cx="2746729" cy="1538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491632" y="427948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421083" y="411431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455094" y="435205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424972" y="420711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473771" y="423790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422432" y="409547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492460" y="373202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406811" y="420712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435114" y="415554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508123" y="409389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292264" y="43604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266461" y="441535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288060" y="312508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214791" y="427499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311813" y="430295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309507" y="412127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204979" y="430192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296611" y="43083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275304" y="363086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271479" y="37825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299425" y="40282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225250" y="41191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313553" y="394841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310314" y="418134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275041" y="420935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289463" y="406717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239838" y="347028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236870" y="374641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091472" y="405524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041500" y="393417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051651" y="440201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044307" y="439295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061223" y="416993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102659" y="440657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83988" y="33573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062189" y="442722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078355" y="38732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010151" y="315290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096423" y="302837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042309" y="38579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065839" y="371094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072140" y="366012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055584" y="370222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52138" y="432089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67843" y="364513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08650" y="41120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048587" y="413845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114691" y="391039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896025" y="389726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801057" y="401642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91399" y="393436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900178" y="42592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861419" y="364946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823496" y="40409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824749" y="41721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814850" y="383961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903837" y="376054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36673" y="343314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49647" y="346341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901672" y="343846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68540" y="35598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92250" y="38478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839384" y="387823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890636" y="376600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897732" y="371758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846778" y="370526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804146" y="349491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53273" y="36325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24408" y="368068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855417" y="346040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07634" y="371712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862292" y="352003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1491582" y="3842891"/>
              <a:ext cx="2394089" cy="556238"/>
            </a:xfrm>
            <a:custGeom>
              <a:avLst/>
              <a:pathLst>
                <a:path w="2394089" h="556238">
                  <a:moveTo>
                    <a:pt x="0" y="556238"/>
                  </a:moveTo>
                  <a:lnTo>
                    <a:pt x="153736" y="520519"/>
                  </a:lnTo>
                  <a:lnTo>
                    <a:pt x="289341" y="489013"/>
                  </a:lnTo>
                  <a:lnTo>
                    <a:pt x="410644" y="460830"/>
                  </a:lnTo>
                  <a:lnTo>
                    <a:pt x="520376" y="435335"/>
                  </a:lnTo>
                  <a:lnTo>
                    <a:pt x="620553" y="412060"/>
                  </a:lnTo>
                  <a:lnTo>
                    <a:pt x="712708" y="390649"/>
                  </a:lnTo>
                  <a:lnTo>
                    <a:pt x="798029" y="370825"/>
                  </a:lnTo>
                  <a:lnTo>
                    <a:pt x="877462" y="352370"/>
                  </a:lnTo>
                  <a:lnTo>
                    <a:pt x="951766" y="335106"/>
                  </a:lnTo>
                  <a:lnTo>
                    <a:pt x="1021564" y="318890"/>
                  </a:lnTo>
                  <a:lnTo>
                    <a:pt x="1087371" y="303600"/>
                  </a:lnTo>
                  <a:lnTo>
                    <a:pt x="1149619" y="289137"/>
                  </a:lnTo>
                  <a:lnTo>
                    <a:pt x="1208674" y="275417"/>
                  </a:lnTo>
                  <a:lnTo>
                    <a:pt x="1264847" y="262366"/>
                  </a:lnTo>
                  <a:lnTo>
                    <a:pt x="1318406" y="249922"/>
                  </a:lnTo>
                  <a:lnTo>
                    <a:pt x="1369584" y="238031"/>
                  </a:lnTo>
                  <a:lnTo>
                    <a:pt x="1418583" y="226647"/>
                  </a:lnTo>
                  <a:lnTo>
                    <a:pt x="1465582" y="215727"/>
                  </a:lnTo>
                  <a:lnTo>
                    <a:pt x="1510737" y="205236"/>
                  </a:lnTo>
                  <a:lnTo>
                    <a:pt x="1554188" y="195141"/>
                  </a:lnTo>
                  <a:lnTo>
                    <a:pt x="1596059" y="185412"/>
                  </a:lnTo>
                  <a:lnTo>
                    <a:pt x="1636460" y="176026"/>
                  </a:lnTo>
                  <a:lnTo>
                    <a:pt x="1675491" y="166957"/>
                  </a:lnTo>
                  <a:lnTo>
                    <a:pt x="1713243" y="158186"/>
                  </a:lnTo>
                  <a:lnTo>
                    <a:pt x="1749795" y="149694"/>
                  </a:lnTo>
                  <a:lnTo>
                    <a:pt x="1785223" y="141462"/>
                  </a:lnTo>
                  <a:lnTo>
                    <a:pt x="1819593" y="133477"/>
                  </a:lnTo>
                  <a:lnTo>
                    <a:pt x="1852967" y="125723"/>
                  </a:lnTo>
                  <a:lnTo>
                    <a:pt x="1885401" y="118187"/>
                  </a:lnTo>
                  <a:lnTo>
                    <a:pt x="1916945" y="110858"/>
                  </a:lnTo>
                  <a:lnTo>
                    <a:pt x="1947649" y="103725"/>
                  </a:lnTo>
                  <a:lnTo>
                    <a:pt x="1977555" y="96776"/>
                  </a:lnTo>
                  <a:lnTo>
                    <a:pt x="2006704" y="90004"/>
                  </a:lnTo>
                  <a:lnTo>
                    <a:pt x="2035133" y="83399"/>
                  </a:lnTo>
                  <a:lnTo>
                    <a:pt x="2062876" y="76953"/>
                  </a:lnTo>
                  <a:lnTo>
                    <a:pt x="2089967" y="70659"/>
                  </a:lnTo>
                  <a:lnTo>
                    <a:pt x="2116436" y="64509"/>
                  </a:lnTo>
                  <a:lnTo>
                    <a:pt x="2142309" y="58498"/>
                  </a:lnTo>
                  <a:lnTo>
                    <a:pt x="2167613" y="52618"/>
                  </a:lnTo>
                  <a:lnTo>
                    <a:pt x="2192374" y="46866"/>
                  </a:lnTo>
                  <a:lnTo>
                    <a:pt x="2216613" y="41234"/>
                  </a:lnTo>
                  <a:lnTo>
                    <a:pt x="2240352" y="35718"/>
                  </a:lnTo>
                  <a:lnTo>
                    <a:pt x="2263612" y="30314"/>
                  </a:lnTo>
                  <a:lnTo>
                    <a:pt x="2286411" y="25017"/>
                  </a:lnTo>
                  <a:lnTo>
                    <a:pt x="2308767" y="19823"/>
                  </a:lnTo>
                  <a:lnTo>
                    <a:pt x="2330698" y="14728"/>
                  </a:lnTo>
                  <a:lnTo>
                    <a:pt x="2352218" y="9728"/>
                  </a:lnTo>
                  <a:lnTo>
                    <a:pt x="2373344" y="4819"/>
                  </a:lnTo>
                  <a:lnTo>
                    <a:pt x="239408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491582" y="3733733"/>
              <a:ext cx="2394089" cy="537101"/>
            </a:xfrm>
            <a:custGeom>
              <a:avLst/>
              <a:pathLst>
                <a:path w="2394089" h="537101">
                  <a:moveTo>
                    <a:pt x="0" y="537101"/>
                  </a:moveTo>
                  <a:lnTo>
                    <a:pt x="153736" y="502611"/>
                  </a:lnTo>
                  <a:lnTo>
                    <a:pt x="289341" y="472189"/>
                  </a:lnTo>
                  <a:lnTo>
                    <a:pt x="410644" y="444975"/>
                  </a:lnTo>
                  <a:lnTo>
                    <a:pt x="520376" y="420357"/>
                  </a:lnTo>
                  <a:lnTo>
                    <a:pt x="620553" y="397883"/>
                  </a:lnTo>
                  <a:lnTo>
                    <a:pt x="712708" y="377209"/>
                  </a:lnTo>
                  <a:lnTo>
                    <a:pt x="798029" y="358067"/>
                  </a:lnTo>
                  <a:lnTo>
                    <a:pt x="877462" y="340247"/>
                  </a:lnTo>
                  <a:lnTo>
                    <a:pt x="951766" y="323577"/>
                  </a:lnTo>
                  <a:lnTo>
                    <a:pt x="1021564" y="307918"/>
                  </a:lnTo>
                  <a:lnTo>
                    <a:pt x="1087371" y="293155"/>
                  </a:lnTo>
                  <a:lnTo>
                    <a:pt x="1149619" y="279190"/>
                  </a:lnTo>
                  <a:lnTo>
                    <a:pt x="1208674" y="265941"/>
                  </a:lnTo>
                  <a:lnTo>
                    <a:pt x="1264847" y="253339"/>
                  </a:lnTo>
                  <a:lnTo>
                    <a:pt x="1318406" y="241323"/>
                  </a:lnTo>
                  <a:lnTo>
                    <a:pt x="1369584" y="229842"/>
                  </a:lnTo>
                  <a:lnTo>
                    <a:pt x="1418583" y="218849"/>
                  </a:lnTo>
                  <a:lnTo>
                    <a:pt x="1465582" y="208305"/>
                  </a:lnTo>
                  <a:lnTo>
                    <a:pt x="1510737" y="198175"/>
                  </a:lnTo>
                  <a:lnTo>
                    <a:pt x="1554188" y="188427"/>
                  </a:lnTo>
                  <a:lnTo>
                    <a:pt x="1596059" y="179033"/>
                  </a:lnTo>
                  <a:lnTo>
                    <a:pt x="1636460" y="169970"/>
                  </a:lnTo>
                  <a:lnTo>
                    <a:pt x="1675491" y="161213"/>
                  </a:lnTo>
                  <a:lnTo>
                    <a:pt x="1713243" y="152744"/>
                  </a:lnTo>
                  <a:lnTo>
                    <a:pt x="1749795" y="144543"/>
                  </a:lnTo>
                  <a:lnTo>
                    <a:pt x="1785223" y="136595"/>
                  </a:lnTo>
                  <a:lnTo>
                    <a:pt x="1819593" y="128885"/>
                  </a:lnTo>
                  <a:lnTo>
                    <a:pt x="1852967" y="121397"/>
                  </a:lnTo>
                  <a:lnTo>
                    <a:pt x="1885401" y="114121"/>
                  </a:lnTo>
                  <a:lnTo>
                    <a:pt x="1916945" y="107044"/>
                  </a:lnTo>
                  <a:lnTo>
                    <a:pt x="1947649" y="100156"/>
                  </a:lnTo>
                  <a:lnTo>
                    <a:pt x="1977555" y="93447"/>
                  </a:lnTo>
                  <a:lnTo>
                    <a:pt x="2006704" y="86907"/>
                  </a:lnTo>
                  <a:lnTo>
                    <a:pt x="2035133" y="80529"/>
                  </a:lnTo>
                  <a:lnTo>
                    <a:pt x="2062876" y="74305"/>
                  </a:lnTo>
                  <a:lnTo>
                    <a:pt x="2089967" y="68228"/>
                  </a:lnTo>
                  <a:lnTo>
                    <a:pt x="2116436" y="62290"/>
                  </a:lnTo>
                  <a:lnTo>
                    <a:pt x="2142309" y="56485"/>
                  </a:lnTo>
                  <a:lnTo>
                    <a:pt x="2167613" y="50808"/>
                  </a:lnTo>
                  <a:lnTo>
                    <a:pt x="2192374" y="45253"/>
                  </a:lnTo>
                  <a:lnTo>
                    <a:pt x="2216613" y="39815"/>
                  </a:lnTo>
                  <a:lnTo>
                    <a:pt x="2240352" y="34489"/>
                  </a:lnTo>
                  <a:lnTo>
                    <a:pt x="2263612" y="29271"/>
                  </a:lnTo>
                  <a:lnTo>
                    <a:pt x="2286411" y="24156"/>
                  </a:lnTo>
                  <a:lnTo>
                    <a:pt x="2308767" y="19141"/>
                  </a:lnTo>
                  <a:lnTo>
                    <a:pt x="2330698" y="14221"/>
                  </a:lnTo>
                  <a:lnTo>
                    <a:pt x="2352218" y="9393"/>
                  </a:lnTo>
                  <a:lnTo>
                    <a:pt x="2373344" y="4654"/>
                  </a:lnTo>
                  <a:lnTo>
                    <a:pt x="239408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491582" y="3954171"/>
              <a:ext cx="2394089" cy="422160"/>
            </a:xfrm>
            <a:custGeom>
              <a:avLst/>
              <a:pathLst>
                <a:path w="2394089" h="422160">
                  <a:moveTo>
                    <a:pt x="0" y="422160"/>
                  </a:moveTo>
                  <a:lnTo>
                    <a:pt x="153736" y="395051"/>
                  </a:lnTo>
                  <a:lnTo>
                    <a:pt x="289341" y="371139"/>
                  </a:lnTo>
                  <a:lnTo>
                    <a:pt x="410644" y="349749"/>
                  </a:lnTo>
                  <a:lnTo>
                    <a:pt x="520376" y="330400"/>
                  </a:lnTo>
                  <a:lnTo>
                    <a:pt x="620553" y="312735"/>
                  </a:lnTo>
                  <a:lnTo>
                    <a:pt x="712708" y="296485"/>
                  </a:lnTo>
                  <a:lnTo>
                    <a:pt x="798029" y="281440"/>
                  </a:lnTo>
                  <a:lnTo>
                    <a:pt x="877462" y="267433"/>
                  </a:lnTo>
                  <a:lnTo>
                    <a:pt x="951766" y="254331"/>
                  </a:lnTo>
                  <a:lnTo>
                    <a:pt x="1021564" y="242023"/>
                  </a:lnTo>
                  <a:lnTo>
                    <a:pt x="1087371" y="230419"/>
                  </a:lnTo>
                  <a:lnTo>
                    <a:pt x="1149619" y="219443"/>
                  </a:lnTo>
                  <a:lnTo>
                    <a:pt x="1208674" y="209029"/>
                  </a:lnTo>
                  <a:lnTo>
                    <a:pt x="1264847" y="199124"/>
                  </a:lnTo>
                  <a:lnTo>
                    <a:pt x="1318406" y="189680"/>
                  </a:lnTo>
                  <a:lnTo>
                    <a:pt x="1369584" y="180655"/>
                  </a:lnTo>
                  <a:lnTo>
                    <a:pt x="1418583" y="172015"/>
                  </a:lnTo>
                  <a:lnTo>
                    <a:pt x="1465582" y="163727"/>
                  </a:lnTo>
                  <a:lnTo>
                    <a:pt x="1510737" y="155765"/>
                  </a:lnTo>
                  <a:lnTo>
                    <a:pt x="1554188" y="148103"/>
                  </a:lnTo>
                  <a:lnTo>
                    <a:pt x="1596059" y="140720"/>
                  </a:lnTo>
                  <a:lnTo>
                    <a:pt x="1636460" y="133596"/>
                  </a:lnTo>
                  <a:lnTo>
                    <a:pt x="1675491" y="126713"/>
                  </a:lnTo>
                  <a:lnTo>
                    <a:pt x="1713243" y="120056"/>
                  </a:lnTo>
                  <a:lnTo>
                    <a:pt x="1749795" y="113611"/>
                  </a:lnTo>
                  <a:lnTo>
                    <a:pt x="1785223" y="107364"/>
                  </a:lnTo>
                  <a:lnTo>
                    <a:pt x="1819593" y="101303"/>
                  </a:lnTo>
                  <a:lnTo>
                    <a:pt x="1852967" y="95418"/>
                  </a:lnTo>
                  <a:lnTo>
                    <a:pt x="1885401" y="89699"/>
                  </a:lnTo>
                  <a:lnTo>
                    <a:pt x="1916945" y="84136"/>
                  </a:lnTo>
                  <a:lnTo>
                    <a:pt x="1947649" y="78722"/>
                  </a:lnTo>
                  <a:lnTo>
                    <a:pt x="1977555" y="73449"/>
                  </a:lnTo>
                  <a:lnTo>
                    <a:pt x="2006704" y="68309"/>
                  </a:lnTo>
                  <a:lnTo>
                    <a:pt x="2035133" y="63296"/>
                  </a:lnTo>
                  <a:lnTo>
                    <a:pt x="2062876" y="58404"/>
                  </a:lnTo>
                  <a:lnTo>
                    <a:pt x="2089967" y="53627"/>
                  </a:lnTo>
                  <a:lnTo>
                    <a:pt x="2116436" y="48959"/>
                  </a:lnTo>
                  <a:lnTo>
                    <a:pt x="2142309" y="44397"/>
                  </a:lnTo>
                  <a:lnTo>
                    <a:pt x="2167613" y="39935"/>
                  </a:lnTo>
                  <a:lnTo>
                    <a:pt x="2192374" y="35569"/>
                  </a:lnTo>
                  <a:lnTo>
                    <a:pt x="2216613" y="31295"/>
                  </a:lnTo>
                  <a:lnTo>
                    <a:pt x="2240352" y="27109"/>
                  </a:lnTo>
                  <a:lnTo>
                    <a:pt x="2263612" y="23007"/>
                  </a:lnTo>
                  <a:lnTo>
                    <a:pt x="2286411" y="18987"/>
                  </a:lnTo>
                  <a:lnTo>
                    <a:pt x="2308767" y="15045"/>
                  </a:lnTo>
                  <a:lnTo>
                    <a:pt x="2330698" y="11178"/>
                  </a:lnTo>
                  <a:lnTo>
                    <a:pt x="2352218" y="7383"/>
                  </a:lnTo>
                  <a:lnTo>
                    <a:pt x="2373344" y="3658"/>
                  </a:lnTo>
                  <a:lnTo>
                    <a:pt x="239408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491582" y="3437803"/>
              <a:ext cx="2394089" cy="588269"/>
            </a:xfrm>
            <a:custGeom>
              <a:avLst/>
              <a:pathLst>
                <a:path w="2394089" h="588269">
                  <a:moveTo>
                    <a:pt x="0" y="588269"/>
                  </a:moveTo>
                  <a:lnTo>
                    <a:pt x="153736" y="550494"/>
                  </a:lnTo>
                  <a:lnTo>
                    <a:pt x="289341" y="517173"/>
                  </a:lnTo>
                  <a:lnTo>
                    <a:pt x="410644" y="487367"/>
                  </a:lnTo>
                  <a:lnTo>
                    <a:pt x="520376" y="460404"/>
                  </a:lnTo>
                  <a:lnTo>
                    <a:pt x="620553" y="435788"/>
                  </a:lnTo>
                  <a:lnTo>
                    <a:pt x="712708" y="413144"/>
                  </a:lnTo>
                  <a:lnTo>
                    <a:pt x="798029" y="392179"/>
                  </a:lnTo>
                  <a:lnTo>
                    <a:pt x="877462" y="372661"/>
                  </a:lnTo>
                  <a:lnTo>
                    <a:pt x="951766" y="354404"/>
                  </a:lnTo>
                  <a:lnTo>
                    <a:pt x="1021564" y="337253"/>
                  </a:lnTo>
                  <a:lnTo>
                    <a:pt x="1087371" y="321083"/>
                  </a:lnTo>
                  <a:lnTo>
                    <a:pt x="1149619" y="305787"/>
                  </a:lnTo>
                  <a:lnTo>
                    <a:pt x="1208674" y="291277"/>
                  </a:lnTo>
                  <a:lnTo>
                    <a:pt x="1264847" y="277474"/>
                  </a:lnTo>
                  <a:lnTo>
                    <a:pt x="1318406" y="264314"/>
                  </a:lnTo>
                  <a:lnTo>
                    <a:pt x="1369584" y="251738"/>
                  </a:lnTo>
                  <a:lnTo>
                    <a:pt x="1418583" y="239698"/>
                  </a:lnTo>
                  <a:lnTo>
                    <a:pt x="1465582" y="228150"/>
                  </a:lnTo>
                  <a:lnTo>
                    <a:pt x="1510737" y="217054"/>
                  </a:lnTo>
                  <a:lnTo>
                    <a:pt x="1554188" y="206378"/>
                  </a:lnTo>
                  <a:lnTo>
                    <a:pt x="1596059" y="196089"/>
                  </a:lnTo>
                  <a:lnTo>
                    <a:pt x="1636460" y="186162"/>
                  </a:lnTo>
                  <a:lnTo>
                    <a:pt x="1675491" y="176571"/>
                  </a:lnTo>
                  <a:lnTo>
                    <a:pt x="1713243" y="167295"/>
                  </a:lnTo>
                  <a:lnTo>
                    <a:pt x="1749795" y="158314"/>
                  </a:lnTo>
                  <a:lnTo>
                    <a:pt x="1785223" y="149608"/>
                  </a:lnTo>
                  <a:lnTo>
                    <a:pt x="1819593" y="141163"/>
                  </a:lnTo>
                  <a:lnTo>
                    <a:pt x="1852967" y="132963"/>
                  </a:lnTo>
                  <a:lnTo>
                    <a:pt x="1885401" y="124993"/>
                  </a:lnTo>
                  <a:lnTo>
                    <a:pt x="1916945" y="117242"/>
                  </a:lnTo>
                  <a:lnTo>
                    <a:pt x="1947649" y="109698"/>
                  </a:lnTo>
                  <a:lnTo>
                    <a:pt x="1977555" y="102349"/>
                  </a:lnTo>
                  <a:lnTo>
                    <a:pt x="2006704" y="95187"/>
                  </a:lnTo>
                  <a:lnTo>
                    <a:pt x="2035133" y="88201"/>
                  </a:lnTo>
                  <a:lnTo>
                    <a:pt x="2062876" y="81384"/>
                  </a:lnTo>
                  <a:lnTo>
                    <a:pt x="2089967" y="74727"/>
                  </a:lnTo>
                  <a:lnTo>
                    <a:pt x="2116436" y="68224"/>
                  </a:lnTo>
                  <a:lnTo>
                    <a:pt x="2142309" y="61866"/>
                  </a:lnTo>
                  <a:lnTo>
                    <a:pt x="2167613" y="55648"/>
                  </a:lnTo>
                  <a:lnTo>
                    <a:pt x="2192374" y="49564"/>
                  </a:lnTo>
                  <a:lnTo>
                    <a:pt x="2216613" y="43608"/>
                  </a:lnTo>
                  <a:lnTo>
                    <a:pt x="2240352" y="37775"/>
                  </a:lnTo>
                  <a:lnTo>
                    <a:pt x="2263612" y="32060"/>
                  </a:lnTo>
                  <a:lnTo>
                    <a:pt x="2286411" y="26458"/>
                  </a:lnTo>
                  <a:lnTo>
                    <a:pt x="2308767" y="20964"/>
                  </a:lnTo>
                  <a:lnTo>
                    <a:pt x="2330698" y="15576"/>
                  </a:lnTo>
                  <a:lnTo>
                    <a:pt x="2352218" y="10288"/>
                  </a:lnTo>
                  <a:lnTo>
                    <a:pt x="2373344" y="5097"/>
                  </a:lnTo>
                  <a:lnTo>
                    <a:pt x="239408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491582" y="3805121"/>
              <a:ext cx="2394089" cy="438134"/>
            </a:xfrm>
            <a:custGeom>
              <a:avLst/>
              <a:pathLst>
                <a:path w="2394089" h="438134">
                  <a:moveTo>
                    <a:pt x="0" y="438134"/>
                  </a:moveTo>
                  <a:lnTo>
                    <a:pt x="153736" y="409999"/>
                  </a:lnTo>
                  <a:lnTo>
                    <a:pt x="289341" y="385183"/>
                  </a:lnTo>
                  <a:lnTo>
                    <a:pt x="410644" y="362983"/>
                  </a:lnTo>
                  <a:lnTo>
                    <a:pt x="520376" y="342902"/>
                  </a:lnTo>
                  <a:lnTo>
                    <a:pt x="620553" y="324568"/>
                  </a:lnTo>
                  <a:lnTo>
                    <a:pt x="712708" y="307704"/>
                  </a:lnTo>
                  <a:lnTo>
                    <a:pt x="798029" y="292089"/>
                  </a:lnTo>
                  <a:lnTo>
                    <a:pt x="877462" y="277553"/>
                  </a:lnTo>
                  <a:lnTo>
                    <a:pt x="951766" y="263954"/>
                  </a:lnTo>
                  <a:lnTo>
                    <a:pt x="1021564" y="251181"/>
                  </a:lnTo>
                  <a:lnTo>
                    <a:pt x="1087371" y="239138"/>
                  </a:lnTo>
                  <a:lnTo>
                    <a:pt x="1149619" y="227746"/>
                  </a:lnTo>
                  <a:lnTo>
                    <a:pt x="1208674" y="216938"/>
                  </a:lnTo>
                  <a:lnTo>
                    <a:pt x="1264847" y="206658"/>
                  </a:lnTo>
                  <a:lnTo>
                    <a:pt x="1318406" y="196857"/>
                  </a:lnTo>
                  <a:lnTo>
                    <a:pt x="1369584" y="187491"/>
                  </a:lnTo>
                  <a:lnTo>
                    <a:pt x="1418583" y="178524"/>
                  </a:lnTo>
                  <a:lnTo>
                    <a:pt x="1465582" y="169923"/>
                  </a:lnTo>
                  <a:lnTo>
                    <a:pt x="1510737" y="161659"/>
                  </a:lnTo>
                  <a:lnTo>
                    <a:pt x="1554188" y="153707"/>
                  </a:lnTo>
                  <a:lnTo>
                    <a:pt x="1596059" y="146044"/>
                  </a:lnTo>
                  <a:lnTo>
                    <a:pt x="1636460" y="138651"/>
                  </a:lnTo>
                  <a:lnTo>
                    <a:pt x="1675491" y="131508"/>
                  </a:lnTo>
                  <a:lnTo>
                    <a:pt x="1713243" y="124599"/>
                  </a:lnTo>
                  <a:lnTo>
                    <a:pt x="1749795" y="117910"/>
                  </a:lnTo>
                  <a:lnTo>
                    <a:pt x="1785223" y="111426"/>
                  </a:lnTo>
                  <a:lnTo>
                    <a:pt x="1819593" y="105136"/>
                  </a:lnTo>
                  <a:lnTo>
                    <a:pt x="1852967" y="99028"/>
                  </a:lnTo>
                  <a:lnTo>
                    <a:pt x="1885401" y="93093"/>
                  </a:lnTo>
                  <a:lnTo>
                    <a:pt x="1916945" y="87320"/>
                  </a:lnTo>
                  <a:lnTo>
                    <a:pt x="1947649" y="81701"/>
                  </a:lnTo>
                  <a:lnTo>
                    <a:pt x="1977555" y="76228"/>
                  </a:lnTo>
                  <a:lnTo>
                    <a:pt x="2006704" y="70894"/>
                  </a:lnTo>
                  <a:lnTo>
                    <a:pt x="2035133" y="65691"/>
                  </a:lnTo>
                  <a:lnTo>
                    <a:pt x="2062876" y="60614"/>
                  </a:lnTo>
                  <a:lnTo>
                    <a:pt x="2089967" y="55656"/>
                  </a:lnTo>
                  <a:lnTo>
                    <a:pt x="2116436" y="50812"/>
                  </a:lnTo>
                  <a:lnTo>
                    <a:pt x="2142309" y="46077"/>
                  </a:lnTo>
                  <a:lnTo>
                    <a:pt x="2167613" y="41446"/>
                  </a:lnTo>
                  <a:lnTo>
                    <a:pt x="2192374" y="36915"/>
                  </a:lnTo>
                  <a:lnTo>
                    <a:pt x="2216613" y="32479"/>
                  </a:lnTo>
                  <a:lnTo>
                    <a:pt x="2240352" y="28134"/>
                  </a:lnTo>
                  <a:lnTo>
                    <a:pt x="2263612" y="23878"/>
                  </a:lnTo>
                  <a:lnTo>
                    <a:pt x="2286411" y="19705"/>
                  </a:lnTo>
                  <a:lnTo>
                    <a:pt x="2308767" y="15614"/>
                  </a:lnTo>
                  <a:lnTo>
                    <a:pt x="2330698" y="11600"/>
                  </a:lnTo>
                  <a:lnTo>
                    <a:pt x="2352218" y="7662"/>
                  </a:lnTo>
                  <a:lnTo>
                    <a:pt x="2373344" y="3796"/>
                  </a:lnTo>
                  <a:lnTo>
                    <a:pt x="239408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491582" y="3562024"/>
              <a:ext cx="2394089" cy="394361"/>
            </a:xfrm>
            <a:custGeom>
              <a:avLst/>
              <a:pathLst>
                <a:path w="2394089" h="394361">
                  <a:moveTo>
                    <a:pt x="0" y="394361"/>
                  </a:moveTo>
                  <a:lnTo>
                    <a:pt x="153736" y="369037"/>
                  </a:lnTo>
                  <a:lnTo>
                    <a:pt x="289341" y="346699"/>
                  </a:lnTo>
                  <a:lnTo>
                    <a:pt x="410644" y="326718"/>
                  </a:lnTo>
                  <a:lnTo>
                    <a:pt x="520376" y="308643"/>
                  </a:lnTo>
                  <a:lnTo>
                    <a:pt x="620553" y="292141"/>
                  </a:lnTo>
                  <a:lnTo>
                    <a:pt x="712708" y="276961"/>
                  </a:lnTo>
                  <a:lnTo>
                    <a:pt x="798029" y="262907"/>
                  </a:lnTo>
                  <a:lnTo>
                    <a:pt x="877462" y="249823"/>
                  </a:lnTo>
                  <a:lnTo>
                    <a:pt x="951766" y="237583"/>
                  </a:lnTo>
                  <a:lnTo>
                    <a:pt x="1021564" y="226086"/>
                  </a:lnTo>
                  <a:lnTo>
                    <a:pt x="1087371" y="215246"/>
                  </a:lnTo>
                  <a:lnTo>
                    <a:pt x="1149619" y="204992"/>
                  </a:lnTo>
                  <a:lnTo>
                    <a:pt x="1208674" y="195264"/>
                  </a:lnTo>
                  <a:lnTo>
                    <a:pt x="1264847" y="186011"/>
                  </a:lnTo>
                  <a:lnTo>
                    <a:pt x="1318406" y="177189"/>
                  </a:lnTo>
                  <a:lnTo>
                    <a:pt x="1369584" y="168759"/>
                  </a:lnTo>
                  <a:lnTo>
                    <a:pt x="1418583" y="160688"/>
                  </a:lnTo>
                  <a:lnTo>
                    <a:pt x="1465582" y="152946"/>
                  </a:lnTo>
                  <a:lnTo>
                    <a:pt x="1510737" y="145508"/>
                  </a:lnTo>
                  <a:lnTo>
                    <a:pt x="1554188" y="138350"/>
                  </a:lnTo>
                  <a:lnTo>
                    <a:pt x="1596059" y="131453"/>
                  </a:lnTo>
                  <a:lnTo>
                    <a:pt x="1636460" y="124798"/>
                  </a:lnTo>
                  <a:lnTo>
                    <a:pt x="1675491" y="118369"/>
                  </a:lnTo>
                  <a:lnTo>
                    <a:pt x="1713243" y="112150"/>
                  </a:lnTo>
                  <a:lnTo>
                    <a:pt x="1749795" y="106129"/>
                  </a:lnTo>
                  <a:lnTo>
                    <a:pt x="1785223" y="100294"/>
                  </a:lnTo>
                  <a:lnTo>
                    <a:pt x="1819593" y="94632"/>
                  </a:lnTo>
                  <a:lnTo>
                    <a:pt x="1852967" y="89135"/>
                  </a:lnTo>
                  <a:lnTo>
                    <a:pt x="1885401" y="83792"/>
                  </a:lnTo>
                  <a:lnTo>
                    <a:pt x="1916945" y="78596"/>
                  </a:lnTo>
                  <a:lnTo>
                    <a:pt x="1947649" y="73538"/>
                  </a:lnTo>
                  <a:lnTo>
                    <a:pt x="1977555" y="68612"/>
                  </a:lnTo>
                  <a:lnTo>
                    <a:pt x="2006704" y="63811"/>
                  </a:lnTo>
                  <a:lnTo>
                    <a:pt x="2035133" y="59128"/>
                  </a:lnTo>
                  <a:lnTo>
                    <a:pt x="2062876" y="54558"/>
                  </a:lnTo>
                  <a:lnTo>
                    <a:pt x="2089967" y="50095"/>
                  </a:lnTo>
                  <a:lnTo>
                    <a:pt x="2116436" y="45735"/>
                  </a:lnTo>
                  <a:lnTo>
                    <a:pt x="2142309" y="41473"/>
                  </a:lnTo>
                  <a:lnTo>
                    <a:pt x="2167613" y="37305"/>
                  </a:lnTo>
                  <a:lnTo>
                    <a:pt x="2192374" y="33227"/>
                  </a:lnTo>
                  <a:lnTo>
                    <a:pt x="2216613" y="29234"/>
                  </a:lnTo>
                  <a:lnTo>
                    <a:pt x="2240352" y="25323"/>
                  </a:lnTo>
                  <a:lnTo>
                    <a:pt x="2263612" y="21492"/>
                  </a:lnTo>
                  <a:lnTo>
                    <a:pt x="2286411" y="17736"/>
                  </a:lnTo>
                  <a:lnTo>
                    <a:pt x="2308767" y="14054"/>
                  </a:lnTo>
                  <a:lnTo>
                    <a:pt x="2330698" y="10441"/>
                  </a:lnTo>
                  <a:lnTo>
                    <a:pt x="2352218" y="6897"/>
                  </a:lnTo>
                  <a:lnTo>
                    <a:pt x="2373344" y="3417"/>
                  </a:lnTo>
                  <a:lnTo>
                    <a:pt x="239408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491582" y="3700366"/>
              <a:ext cx="2394089" cy="12571"/>
            </a:xfrm>
            <a:custGeom>
              <a:avLst/>
              <a:pathLst>
                <a:path w="2394089" h="12571">
                  <a:moveTo>
                    <a:pt x="0" y="12571"/>
                  </a:moveTo>
                  <a:lnTo>
                    <a:pt x="153736" y="11764"/>
                  </a:lnTo>
                  <a:lnTo>
                    <a:pt x="289341" y="11052"/>
                  </a:lnTo>
                  <a:lnTo>
                    <a:pt x="410644" y="10415"/>
                  </a:lnTo>
                  <a:lnTo>
                    <a:pt x="520376" y="9838"/>
                  </a:lnTo>
                  <a:lnTo>
                    <a:pt x="620553" y="9312"/>
                  </a:lnTo>
                  <a:lnTo>
                    <a:pt x="712708" y="8828"/>
                  </a:lnTo>
                  <a:lnTo>
                    <a:pt x="798029" y="8380"/>
                  </a:lnTo>
                  <a:lnTo>
                    <a:pt x="877462" y="7963"/>
                  </a:lnTo>
                  <a:lnTo>
                    <a:pt x="951766" y="7573"/>
                  </a:lnTo>
                  <a:lnTo>
                    <a:pt x="1021564" y="7207"/>
                  </a:lnTo>
                  <a:lnTo>
                    <a:pt x="1087371" y="6861"/>
                  </a:lnTo>
                  <a:lnTo>
                    <a:pt x="1149619" y="6534"/>
                  </a:lnTo>
                  <a:lnTo>
                    <a:pt x="1208674" y="6224"/>
                  </a:lnTo>
                  <a:lnTo>
                    <a:pt x="1264847" y="5929"/>
                  </a:lnTo>
                  <a:lnTo>
                    <a:pt x="1318406" y="5648"/>
                  </a:lnTo>
                  <a:lnTo>
                    <a:pt x="1369584" y="5379"/>
                  </a:lnTo>
                  <a:lnTo>
                    <a:pt x="1418583" y="5122"/>
                  </a:lnTo>
                  <a:lnTo>
                    <a:pt x="1465582" y="4875"/>
                  </a:lnTo>
                  <a:lnTo>
                    <a:pt x="1510737" y="4638"/>
                  </a:lnTo>
                  <a:lnTo>
                    <a:pt x="1554188" y="4410"/>
                  </a:lnTo>
                  <a:lnTo>
                    <a:pt x="1596059" y="4190"/>
                  </a:lnTo>
                  <a:lnTo>
                    <a:pt x="1636460" y="3978"/>
                  </a:lnTo>
                  <a:lnTo>
                    <a:pt x="1675491" y="3773"/>
                  </a:lnTo>
                  <a:lnTo>
                    <a:pt x="1713243" y="3575"/>
                  </a:lnTo>
                  <a:lnTo>
                    <a:pt x="1749795" y="3383"/>
                  </a:lnTo>
                  <a:lnTo>
                    <a:pt x="1785223" y="3197"/>
                  </a:lnTo>
                  <a:lnTo>
                    <a:pt x="1819593" y="3016"/>
                  </a:lnTo>
                  <a:lnTo>
                    <a:pt x="1852967" y="2841"/>
                  </a:lnTo>
                  <a:lnTo>
                    <a:pt x="1885401" y="2671"/>
                  </a:lnTo>
                  <a:lnTo>
                    <a:pt x="1916945" y="2505"/>
                  </a:lnTo>
                  <a:lnTo>
                    <a:pt x="1947649" y="2344"/>
                  </a:lnTo>
                  <a:lnTo>
                    <a:pt x="1977555" y="2187"/>
                  </a:lnTo>
                  <a:lnTo>
                    <a:pt x="2006704" y="2034"/>
                  </a:lnTo>
                  <a:lnTo>
                    <a:pt x="2035133" y="1884"/>
                  </a:lnTo>
                  <a:lnTo>
                    <a:pt x="2062876" y="1739"/>
                  </a:lnTo>
                  <a:lnTo>
                    <a:pt x="2089967" y="1596"/>
                  </a:lnTo>
                  <a:lnTo>
                    <a:pt x="2116436" y="1457"/>
                  </a:lnTo>
                  <a:lnTo>
                    <a:pt x="2142309" y="1322"/>
                  </a:lnTo>
                  <a:lnTo>
                    <a:pt x="2167613" y="1189"/>
                  </a:lnTo>
                  <a:lnTo>
                    <a:pt x="2192374" y="1059"/>
                  </a:lnTo>
                  <a:lnTo>
                    <a:pt x="2216613" y="931"/>
                  </a:lnTo>
                  <a:lnTo>
                    <a:pt x="2240352" y="807"/>
                  </a:lnTo>
                  <a:lnTo>
                    <a:pt x="2263612" y="685"/>
                  </a:lnTo>
                  <a:lnTo>
                    <a:pt x="2286411" y="565"/>
                  </a:lnTo>
                  <a:lnTo>
                    <a:pt x="2308767" y="448"/>
                  </a:lnTo>
                  <a:lnTo>
                    <a:pt x="2330698" y="332"/>
                  </a:lnTo>
                  <a:lnTo>
                    <a:pt x="2352218" y="219"/>
                  </a:lnTo>
                  <a:lnTo>
                    <a:pt x="2373344" y="108"/>
                  </a:lnTo>
                  <a:lnTo>
                    <a:pt x="239408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491582" y="4049199"/>
              <a:ext cx="2394089" cy="268352"/>
            </a:xfrm>
            <a:custGeom>
              <a:avLst/>
              <a:pathLst>
                <a:path w="2394089" h="268352">
                  <a:moveTo>
                    <a:pt x="0" y="268352"/>
                  </a:moveTo>
                  <a:lnTo>
                    <a:pt x="153736" y="251120"/>
                  </a:lnTo>
                  <a:lnTo>
                    <a:pt x="289341" y="235920"/>
                  </a:lnTo>
                  <a:lnTo>
                    <a:pt x="410644" y="222323"/>
                  </a:lnTo>
                  <a:lnTo>
                    <a:pt x="520376" y="210023"/>
                  </a:lnTo>
                  <a:lnTo>
                    <a:pt x="620553" y="198794"/>
                  </a:lnTo>
                  <a:lnTo>
                    <a:pt x="712708" y="188465"/>
                  </a:lnTo>
                  <a:lnTo>
                    <a:pt x="798029" y="178901"/>
                  </a:lnTo>
                  <a:lnTo>
                    <a:pt x="877462" y="169998"/>
                  </a:lnTo>
                  <a:lnTo>
                    <a:pt x="951766" y="161669"/>
                  </a:lnTo>
                  <a:lnTo>
                    <a:pt x="1021564" y="153845"/>
                  </a:lnTo>
                  <a:lnTo>
                    <a:pt x="1087371" y="146469"/>
                  </a:lnTo>
                  <a:lnTo>
                    <a:pt x="1149619" y="139492"/>
                  </a:lnTo>
                  <a:lnTo>
                    <a:pt x="1208674" y="132872"/>
                  </a:lnTo>
                  <a:lnTo>
                    <a:pt x="1264847" y="126576"/>
                  </a:lnTo>
                  <a:lnTo>
                    <a:pt x="1318406" y="120572"/>
                  </a:lnTo>
                  <a:lnTo>
                    <a:pt x="1369584" y="114836"/>
                  </a:lnTo>
                  <a:lnTo>
                    <a:pt x="1418583" y="109344"/>
                  </a:lnTo>
                  <a:lnTo>
                    <a:pt x="1465582" y="104075"/>
                  </a:lnTo>
                  <a:lnTo>
                    <a:pt x="1510737" y="99014"/>
                  </a:lnTo>
                  <a:lnTo>
                    <a:pt x="1554188" y="94144"/>
                  </a:lnTo>
                  <a:lnTo>
                    <a:pt x="1596059" y="89450"/>
                  </a:lnTo>
                  <a:lnTo>
                    <a:pt x="1636460" y="84922"/>
                  </a:lnTo>
                  <a:lnTo>
                    <a:pt x="1675491" y="80547"/>
                  </a:lnTo>
                  <a:lnTo>
                    <a:pt x="1713243" y="76315"/>
                  </a:lnTo>
                  <a:lnTo>
                    <a:pt x="1749795" y="72218"/>
                  </a:lnTo>
                  <a:lnTo>
                    <a:pt x="1785223" y="68247"/>
                  </a:lnTo>
                  <a:lnTo>
                    <a:pt x="1819593" y="64394"/>
                  </a:lnTo>
                  <a:lnTo>
                    <a:pt x="1852967" y="60654"/>
                  </a:lnTo>
                  <a:lnTo>
                    <a:pt x="1885401" y="57018"/>
                  </a:lnTo>
                  <a:lnTo>
                    <a:pt x="1916945" y="53482"/>
                  </a:lnTo>
                  <a:lnTo>
                    <a:pt x="1947649" y="50041"/>
                  </a:lnTo>
                  <a:lnTo>
                    <a:pt x="1977555" y="46689"/>
                  </a:lnTo>
                  <a:lnTo>
                    <a:pt x="2006704" y="43421"/>
                  </a:lnTo>
                  <a:lnTo>
                    <a:pt x="2035133" y="40235"/>
                  </a:lnTo>
                  <a:lnTo>
                    <a:pt x="2062876" y="37125"/>
                  </a:lnTo>
                  <a:lnTo>
                    <a:pt x="2089967" y="34088"/>
                  </a:lnTo>
                  <a:lnTo>
                    <a:pt x="2116436" y="31122"/>
                  </a:lnTo>
                  <a:lnTo>
                    <a:pt x="2142309" y="28221"/>
                  </a:lnTo>
                  <a:lnTo>
                    <a:pt x="2167613" y="25385"/>
                  </a:lnTo>
                  <a:lnTo>
                    <a:pt x="2192374" y="22610"/>
                  </a:lnTo>
                  <a:lnTo>
                    <a:pt x="2216613" y="19893"/>
                  </a:lnTo>
                  <a:lnTo>
                    <a:pt x="2240352" y="17232"/>
                  </a:lnTo>
                  <a:lnTo>
                    <a:pt x="2263612" y="14625"/>
                  </a:lnTo>
                  <a:lnTo>
                    <a:pt x="2286411" y="12069"/>
                  </a:lnTo>
                  <a:lnTo>
                    <a:pt x="2308767" y="9563"/>
                  </a:lnTo>
                  <a:lnTo>
                    <a:pt x="2330698" y="7105"/>
                  </a:lnTo>
                  <a:lnTo>
                    <a:pt x="2352218" y="4693"/>
                  </a:lnTo>
                  <a:lnTo>
                    <a:pt x="2373344" y="2325"/>
                  </a:lnTo>
                  <a:lnTo>
                    <a:pt x="239408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491582" y="4010784"/>
              <a:ext cx="2394089" cy="384940"/>
            </a:xfrm>
            <a:custGeom>
              <a:avLst/>
              <a:pathLst>
                <a:path w="2394089" h="384940">
                  <a:moveTo>
                    <a:pt x="0" y="384940"/>
                  </a:moveTo>
                  <a:lnTo>
                    <a:pt x="153736" y="360221"/>
                  </a:lnTo>
                  <a:lnTo>
                    <a:pt x="289341" y="338417"/>
                  </a:lnTo>
                  <a:lnTo>
                    <a:pt x="410644" y="318913"/>
                  </a:lnTo>
                  <a:lnTo>
                    <a:pt x="520376" y="301270"/>
                  </a:lnTo>
                  <a:lnTo>
                    <a:pt x="620553" y="285162"/>
                  </a:lnTo>
                  <a:lnTo>
                    <a:pt x="712708" y="270345"/>
                  </a:lnTo>
                  <a:lnTo>
                    <a:pt x="798029" y="256626"/>
                  </a:lnTo>
                  <a:lnTo>
                    <a:pt x="877462" y="243855"/>
                  </a:lnTo>
                  <a:lnTo>
                    <a:pt x="951766" y="231907"/>
                  </a:lnTo>
                  <a:lnTo>
                    <a:pt x="1021564" y="220685"/>
                  </a:lnTo>
                  <a:lnTo>
                    <a:pt x="1087371" y="210104"/>
                  </a:lnTo>
                  <a:lnTo>
                    <a:pt x="1149619" y="200095"/>
                  </a:lnTo>
                  <a:lnTo>
                    <a:pt x="1208674" y="190600"/>
                  </a:lnTo>
                  <a:lnTo>
                    <a:pt x="1264847" y="181568"/>
                  </a:lnTo>
                  <a:lnTo>
                    <a:pt x="1318406" y="172956"/>
                  </a:lnTo>
                  <a:lnTo>
                    <a:pt x="1369584" y="164727"/>
                  </a:lnTo>
                  <a:lnTo>
                    <a:pt x="1418583" y="156849"/>
                  </a:lnTo>
                  <a:lnTo>
                    <a:pt x="1465582" y="149292"/>
                  </a:lnTo>
                  <a:lnTo>
                    <a:pt x="1510737" y="142032"/>
                  </a:lnTo>
                  <a:lnTo>
                    <a:pt x="1554188" y="135045"/>
                  </a:lnTo>
                  <a:lnTo>
                    <a:pt x="1596059" y="128313"/>
                  </a:lnTo>
                  <a:lnTo>
                    <a:pt x="1636460" y="121817"/>
                  </a:lnTo>
                  <a:lnTo>
                    <a:pt x="1675491" y="115541"/>
                  </a:lnTo>
                  <a:lnTo>
                    <a:pt x="1713243" y="109471"/>
                  </a:lnTo>
                  <a:lnTo>
                    <a:pt x="1749795" y="103594"/>
                  </a:lnTo>
                  <a:lnTo>
                    <a:pt x="1785223" y="97898"/>
                  </a:lnTo>
                  <a:lnTo>
                    <a:pt x="1819593" y="92371"/>
                  </a:lnTo>
                  <a:lnTo>
                    <a:pt x="1852967" y="87005"/>
                  </a:lnTo>
                  <a:lnTo>
                    <a:pt x="1885401" y="81790"/>
                  </a:lnTo>
                  <a:lnTo>
                    <a:pt x="1916945" y="76718"/>
                  </a:lnTo>
                  <a:lnTo>
                    <a:pt x="1947649" y="71782"/>
                  </a:lnTo>
                  <a:lnTo>
                    <a:pt x="1977555" y="66973"/>
                  </a:lnTo>
                  <a:lnTo>
                    <a:pt x="2006704" y="62286"/>
                  </a:lnTo>
                  <a:lnTo>
                    <a:pt x="2035133" y="57715"/>
                  </a:lnTo>
                  <a:lnTo>
                    <a:pt x="2062876" y="53254"/>
                  </a:lnTo>
                  <a:lnTo>
                    <a:pt x="2089967" y="48898"/>
                  </a:lnTo>
                  <a:lnTo>
                    <a:pt x="2116436" y="44643"/>
                  </a:lnTo>
                  <a:lnTo>
                    <a:pt x="2142309" y="40483"/>
                  </a:lnTo>
                  <a:lnTo>
                    <a:pt x="2167613" y="36414"/>
                  </a:lnTo>
                  <a:lnTo>
                    <a:pt x="2192374" y="32433"/>
                  </a:lnTo>
                  <a:lnTo>
                    <a:pt x="2216613" y="28535"/>
                  </a:lnTo>
                  <a:lnTo>
                    <a:pt x="2240352" y="24718"/>
                  </a:lnTo>
                  <a:lnTo>
                    <a:pt x="2263612" y="20979"/>
                  </a:lnTo>
                  <a:lnTo>
                    <a:pt x="2286411" y="17313"/>
                  </a:lnTo>
                  <a:lnTo>
                    <a:pt x="2308767" y="13718"/>
                  </a:lnTo>
                  <a:lnTo>
                    <a:pt x="2330698" y="10192"/>
                  </a:lnTo>
                  <a:lnTo>
                    <a:pt x="2352218" y="6732"/>
                  </a:lnTo>
                  <a:lnTo>
                    <a:pt x="2373344" y="3335"/>
                  </a:lnTo>
                  <a:lnTo>
                    <a:pt x="239408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1491582" y="3694470"/>
              <a:ext cx="2394089" cy="415809"/>
            </a:xfrm>
            <a:custGeom>
              <a:avLst/>
              <a:pathLst>
                <a:path w="2394089" h="415809">
                  <a:moveTo>
                    <a:pt x="0" y="415809"/>
                  </a:moveTo>
                  <a:lnTo>
                    <a:pt x="153736" y="389107"/>
                  </a:lnTo>
                  <a:lnTo>
                    <a:pt x="289341" y="365555"/>
                  </a:lnTo>
                  <a:lnTo>
                    <a:pt x="410644" y="344487"/>
                  </a:lnTo>
                  <a:lnTo>
                    <a:pt x="520376" y="325429"/>
                  </a:lnTo>
                  <a:lnTo>
                    <a:pt x="620553" y="308030"/>
                  </a:lnTo>
                  <a:lnTo>
                    <a:pt x="712708" y="292024"/>
                  </a:lnTo>
                  <a:lnTo>
                    <a:pt x="798029" y="277206"/>
                  </a:lnTo>
                  <a:lnTo>
                    <a:pt x="877462" y="263410"/>
                  </a:lnTo>
                  <a:lnTo>
                    <a:pt x="951766" y="250504"/>
                  </a:lnTo>
                  <a:lnTo>
                    <a:pt x="1021564" y="238382"/>
                  </a:lnTo>
                  <a:lnTo>
                    <a:pt x="1087371" y="226952"/>
                  </a:lnTo>
                  <a:lnTo>
                    <a:pt x="1149619" y="216141"/>
                  </a:lnTo>
                  <a:lnTo>
                    <a:pt x="1208674" y="205884"/>
                  </a:lnTo>
                  <a:lnTo>
                    <a:pt x="1264847" y="196128"/>
                  </a:lnTo>
                  <a:lnTo>
                    <a:pt x="1318406" y="186826"/>
                  </a:lnTo>
                  <a:lnTo>
                    <a:pt x="1369584" y="177937"/>
                  </a:lnTo>
                  <a:lnTo>
                    <a:pt x="1418583" y="169427"/>
                  </a:lnTo>
                  <a:lnTo>
                    <a:pt x="1465582" y="161264"/>
                  </a:lnTo>
                  <a:lnTo>
                    <a:pt x="1510737" y="153421"/>
                  </a:lnTo>
                  <a:lnTo>
                    <a:pt x="1554188" y="145875"/>
                  </a:lnTo>
                  <a:lnTo>
                    <a:pt x="1596059" y="138603"/>
                  </a:lnTo>
                  <a:lnTo>
                    <a:pt x="1636460" y="131586"/>
                  </a:lnTo>
                  <a:lnTo>
                    <a:pt x="1675491" y="124807"/>
                  </a:lnTo>
                  <a:lnTo>
                    <a:pt x="1713243" y="118250"/>
                  </a:lnTo>
                  <a:lnTo>
                    <a:pt x="1749795" y="111901"/>
                  </a:lnTo>
                  <a:lnTo>
                    <a:pt x="1785223" y="105748"/>
                  </a:lnTo>
                  <a:lnTo>
                    <a:pt x="1819593" y="99779"/>
                  </a:lnTo>
                  <a:lnTo>
                    <a:pt x="1852967" y="93982"/>
                  </a:lnTo>
                  <a:lnTo>
                    <a:pt x="1885401" y="88349"/>
                  </a:lnTo>
                  <a:lnTo>
                    <a:pt x="1916945" y="82870"/>
                  </a:lnTo>
                  <a:lnTo>
                    <a:pt x="1947649" y="77538"/>
                  </a:lnTo>
                  <a:lnTo>
                    <a:pt x="1977555" y="72344"/>
                  </a:lnTo>
                  <a:lnTo>
                    <a:pt x="2006704" y="67281"/>
                  </a:lnTo>
                  <a:lnTo>
                    <a:pt x="2035133" y="62344"/>
                  </a:lnTo>
                  <a:lnTo>
                    <a:pt x="2062876" y="57525"/>
                  </a:lnTo>
                  <a:lnTo>
                    <a:pt x="2089967" y="52820"/>
                  </a:lnTo>
                  <a:lnTo>
                    <a:pt x="2116436" y="48223"/>
                  </a:lnTo>
                  <a:lnTo>
                    <a:pt x="2142309" y="43729"/>
                  </a:lnTo>
                  <a:lnTo>
                    <a:pt x="2167613" y="39334"/>
                  </a:lnTo>
                  <a:lnTo>
                    <a:pt x="2192374" y="35034"/>
                  </a:lnTo>
                  <a:lnTo>
                    <a:pt x="2216613" y="30824"/>
                  </a:lnTo>
                  <a:lnTo>
                    <a:pt x="2240352" y="26701"/>
                  </a:lnTo>
                  <a:lnTo>
                    <a:pt x="2263612" y="22661"/>
                  </a:lnTo>
                  <a:lnTo>
                    <a:pt x="2286411" y="18701"/>
                  </a:lnTo>
                  <a:lnTo>
                    <a:pt x="2308767" y="14818"/>
                  </a:lnTo>
                  <a:lnTo>
                    <a:pt x="2330698" y="11009"/>
                  </a:lnTo>
                  <a:lnTo>
                    <a:pt x="2352218" y="7272"/>
                  </a:lnTo>
                  <a:lnTo>
                    <a:pt x="2373344" y="3603"/>
                  </a:lnTo>
                  <a:lnTo>
                    <a:pt x="239408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rc287"/>
            <p:cNvSpPr/>
            <p:nvPr/>
          </p:nvSpPr>
          <p:spPr>
            <a:xfrm>
              <a:off x="1310032" y="2986509"/>
              <a:ext cx="2746729" cy="1538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1310032" y="2986509"/>
              <a:ext cx="0" cy="1538730"/>
            </a:xfrm>
            <a:custGeom>
              <a:avLst/>
              <a:pathLst>
                <a:path w="0" h="1538730">
                  <a:moveTo>
                    <a:pt x="0" y="1538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tx289"/>
            <p:cNvSpPr/>
            <p:nvPr/>
          </p:nvSpPr>
          <p:spPr>
            <a:xfrm rot="-5400000">
              <a:off x="1140466" y="442739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1" name="tx290"/>
            <p:cNvSpPr/>
            <p:nvPr/>
          </p:nvSpPr>
          <p:spPr>
            <a:xfrm rot="-5400000">
              <a:off x="1140466" y="411770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92" name="tx291"/>
            <p:cNvSpPr/>
            <p:nvPr/>
          </p:nvSpPr>
          <p:spPr>
            <a:xfrm rot="-5400000">
              <a:off x="1140466" y="380801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93" name="tx292"/>
            <p:cNvSpPr/>
            <p:nvPr/>
          </p:nvSpPr>
          <p:spPr>
            <a:xfrm rot="-5400000">
              <a:off x="1140466" y="349832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4" name="tx293"/>
            <p:cNvSpPr/>
            <p:nvPr/>
          </p:nvSpPr>
          <p:spPr>
            <a:xfrm rot="-5400000">
              <a:off x="1140466" y="318863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5" name="pl294"/>
            <p:cNvSpPr/>
            <p:nvPr/>
          </p:nvSpPr>
          <p:spPr>
            <a:xfrm>
              <a:off x="1281564" y="44638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281564" y="41541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281564" y="38444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281564" y="35347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281564" y="32250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310032" y="4525240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1491582" y="4525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2289612" y="4525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3087642" y="4525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3885671" y="4525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tx304"/>
            <p:cNvSpPr/>
            <p:nvPr/>
          </p:nvSpPr>
          <p:spPr>
            <a:xfrm rot="-5400000">
              <a:off x="129703" y="3710292"/>
              <a:ext cx="180667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1310032" y="2809969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4186450" y="2986509"/>
              <a:ext cx="2746729" cy="1538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4350488" y="392648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283228" y="317632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332211" y="400324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296404" y="373748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384108" y="406079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336333" y="307341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351688" y="30283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295323" y="34408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366756" y="422662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352355" y="380591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5180324" y="41081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104017" y="354075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089664" y="400879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113145" y="427725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140091" y="388133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081857" y="350986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103349" y="436485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178048" y="42443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53422" y="409140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110479" y="435842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181037" y="423313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093288" y="43573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075603" y="40473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155523" y="398670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25576" y="370969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183775" y="375403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151877" y="410829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33020" y="442722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906958" y="409991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917323" y="417044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958018" y="41418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932634" y="420254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948748" y="324583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909600" y="329519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976173" y="390513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906939" y="40871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949545" y="422037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892736" y="386643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967948" y="362971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933575" y="428171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878737" y="344989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904030" y="384393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916718" y="390933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922711" y="42088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883966" y="362616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954695" y="389182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972009" y="360260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967776" y="385906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44044" y="403949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76205" y="414154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677521" y="387879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01966" y="364017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08665" y="384797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21919" y="389518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679797" y="40541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77709" y="394022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51989" y="40545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38740" y="396071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25153" y="368222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727820" y="33602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702611" y="40719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773261" y="42463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677309" y="421147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693627" y="393406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696970" y="413515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692852" y="40175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768245" y="345211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698603" y="381998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709525" y="392028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751065" y="385935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780255" y="42021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730497" y="381221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4355915" y="3834263"/>
              <a:ext cx="2406625" cy="184740"/>
            </a:xfrm>
            <a:custGeom>
              <a:avLst/>
              <a:pathLst>
                <a:path w="2406625" h="184740">
                  <a:moveTo>
                    <a:pt x="0" y="0"/>
                  </a:moveTo>
                  <a:lnTo>
                    <a:pt x="154541" y="11863"/>
                  </a:lnTo>
                  <a:lnTo>
                    <a:pt x="290856" y="22327"/>
                  </a:lnTo>
                  <a:lnTo>
                    <a:pt x="412795" y="31687"/>
                  </a:lnTo>
                  <a:lnTo>
                    <a:pt x="523101" y="40154"/>
                  </a:lnTo>
                  <a:lnTo>
                    <a:pt x="623803" y="47885"/>
                  </a:lnTo>
                  <a:lnTo>
                    <a:pt x="716440" y="54996"/>
                  </a:lnTo>
                  <a:lnTo>
                    <a:pt x="802208" y="61580"/>
                  </a:lnTo>
                  <a:lnTo>
                    <a:pt x="882056" y="67709"/>
                  </a:lnTo>
                  <a:lnTo>
                    <a:pt x="956750" y="73443"/>
                  </a:lnTo>
                  <a:lnTo>
                    <a:pt x="1026913" y="78829"/>
                  </a:lnTo>
                  <a:lnTo>
                    <a:pt x="1093065" y="83907"/>
                  </a:lnTo>
                  <a:lnTo>
                    <a:pt x="1155639" y="88710"/>
                  </a:lnTo>
                  <a:lnTo>
                    <a:pt x="1215003" y="93267"/>
                  </a:lnTo>
                  <a:lnTo>
                    <a:pt x="1271470" y="97602"/>
                  </a:lnTo>
                  <a:lnTo>
                    <a:pt x="1325310" y="101735"/>
                  </a:lnTo>
                  <a:lnTo>
                    <a:pt x="1376756" y="105684"/>
                  </a:lnTo>
                  <a:lnTo>
                    <a:pt x="1426012" y="109465"/>
                  </a:lnTo>
                  <a:lnTo>
                    <a:pt x="1473257" y="113092"/>
                  </a:lnTo>
                  <a:lnTo>
                    <a:pt x="1518648" y="116576"/>
                  </a:lnTo>
                  <a:lnTo>
                    <a:pt x="1562327" y="119929"/>
                  </a:lnTo>
                  <a:lnTo>
                    <a:pt x="1604417" y="123160"/>
                  </a:lnTo>
                  <a:lnTo>
                    <a:pt x="1645029" y="126277"/>
                  </a:lnTo>
                  <a:lnTo>
                    <a:pt x="1684265" y="129289"/>
                  </a:lnTo>
                  <a:lnTo>
                    <a:pt x="1722214" y="132202"/>
                  </a:lnTo>
                  <a:lnTo>
                    <a:pt x="1758958" y="135023"/>
                  </a:lnTo>
                  <a:lnTo>
                    <a:pt x="1794572" y="137757"/>
                  </a:lnTo>
                  <a:lnTo>
                    <a:pt x="1829122" y="140409"/>
                  </a:lnTo>
                  <a:lnTo>
                    <a:pt x="1862670" y="142984"/>
                  </a:lnTo>
                  <a:lnTo>
                    <a:pt x="1895274" y="145487"/>
                  </a:lnTo>
                  <a:lnTo>
                    <a:pt x="1926984" y="147921"/>
                  </a:lnTo>
                  <a:lnTo>
                    <a:pt x="1957848" y="150290"/>
                  </a:lnTo>
                  <a:lnTo>
                    <a:pt x="1987910" y="152598"/>
                  </a:lnTo>
                  <a:lnTo>
                    <a:pt x="2017212" y="154847"/>
                  </a:lnTo>
                  <a:lnTo>
                    <a:pt x="2045790" y="157041"/>
                  </a:lnTo>
                  <a:lnTo>
                    <a:pt x="2073679" y="159182"/>
                  </a:lnTo>
                  <a:lnTo>
                    <a:pt x="2100911" y="161272"/>
                  </a:lnTo>
                  <a:lnTo>
                    <a:pt x="2127518" y="163315"/>
                  </a:lnTo>
                  <a:lnTo>
                    <a:pt x="2153527" y="165311"/>
                  </a:lnTo>
                  <a:lnTo>
                    <a:pt x="2178964" y="167264"/>
                  </a:lnTo>
                  <a:lnTo>
                    <a:pt x="2203854" y="169175"/>
                  </a:lnTo>
                  <a:lnTo>
                    <a:pt x="2228220" y="171045"/>
                  </a:lnTo>
                  <a:lnTo>
                    <a:pt x="2252084" y="172877"/>
                  </a:lnTo>
                  <a:lnTo>
                    <a:pt x="2275465" y="174672"/>
                  </a:lnTo>
                  <a:lnTo>
                    <a:pt x="2298384" y="176431"/>
                  </a:lnTo>
                  <a:lnTo>
                    <a:pt x="2320857" y="178156"/>
                  </a:lnTo>
                  <a:lnTo>
                    <a:pt x="2342902" y="179848"/>
                  </a:lnTo>
                  <a:lnTo>
                    <a:pt x="2364535" y="181509"/>
                  </a:lnTo>
                  <a:lnTo>
                    <a:pt x="2385772" y="183139"/>
                  </a:lnTo>
                  <a:lnTo>
                    <a:pt x="2406625" y="18474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4355915" y="3463345"/>
              <a:ext cx="2406625" cy="569745"/>
            </a:xfrm>
            <a:custGeom>
              <a:avLst/>
              <a:pathLst>
                <a:path w="2406625" h="569745">
                  <a:moveTo>
                    <a:pt x="0" y="0"/>
                  </a:moveTo>
                  <a:lnTo>
                    <a:pt x="154541" y="36586"/>
                  </a:lnTo>
                  <a:lnTo>
                    <a:pt x="290856" y="68857"/>
                  </a:lnTo>
                  <a:lnTo>
                    <a:pt x="412795" y="97725"/>
                  </a:lnTo>
                  <a:lnTo>
                    <a:pt x="523101" y="123839"/>
                  </a:lnTo>
                  <a:lnTo>
                    <a:pt x="623803" y="147679"/>
                  </a:lnTo>
                  <a:lnTo>
                    <a:pt x="716440" y="169610"/>
                  </a:lnTo>
                  <a:lnTo>
                    <a:pt x="802208" y="189915"/>
                  </a:lnTo>
                  <a:lnTo>
                    <a:pt x="882056" y="208818"/>
                  </a:lnTo>
                  <a:lnTo>
                    <a:pt x="956750" y="226501"/>
                  </a:lnTo>
                  <a:lnTo>
                    <a:pt x="1026913" y="243111"/>
                  </a:lnTo>
                  <a:lnTo>
                    <a:pt x="1093065" y="258772"/>
                  </a:lnTo>
                  <a:lnTo>
                    <a:pt x="1155639" y="273586"/>
                  </a:lnTo>
                  <a:lnTo>
                    <a:pt x="1215003" y="287640"/>
                  </a:lnTo>
                  <a:lnTo>
                    <a:pt x="1271470" y="301008"/>
                  </a:lnTo>
                  <a:lnTo>
                    <a:pt x="1325310" y="313754"/>
                  </a:lnTo>
                  <a:lnTo>
                    <a:pt x="1376756" y="325933"/>
                  </a:lnTo>
                  <a:lnTo>
                    <a:pt x="1426012" y="337594"/>
                  </a:lnTo>
                  <a:lnTo>
                    <a:pt x="1473257" y="348779"/>
                  </a:lnTo>
                  <a:lnTo>
                    <a:pt x="1518648" y="359525"/>
                  </a:lnTo>
                  <a:lnTo>
                    <a:pt x="1562327" y="369865"/>
                  </a:lnTo>
                  <a:lnTo>
                    <a:pt x="1604417" y="379830"/>
                  </a:lnTo>
                  <a:lnTo>
                    <a:pt x="1645029" y="389444"/>
                  </a:lnTo>
                  <a:lnTo>
                    <a:pt x="1684265" y="398733"/>
                  </a:lnTo>
                  <a:lnTo>
                    <a:pt x="1722214" y="407717"/>
                  </a:lnTo>
                  <a:lnTo>
                    <a:pt x="1758958" y="416416"/>
                  </a:lnTo>
                  <a:lnTo>
                    <a:pt x="1794572" y="424847"/>
                  </a:lnTo>
                  <a:lnTo>
                    <a:pt x="1829122" y="433027"/>
                  </a:lnTo>
                  <a:lnTo>
                    <a:pt x="1862670" y="440969"/>
                  </a:lnTo>
                  <a:lnTo>
                    <a:pt x="1895274" y="448687"/>
                  </a:lnTo>
                  <a:lnTo>
                    <a:pt x="1926984" y="456194"/>
                  </a:lnTo>
                  <a:lnTo>
                    <a:pt x="1957848" y="463501"/>
                  </a:lnTo>
                  <a:lnTo>
                    <a:pt x="1987910" y="470618"/>
                  </a:lnTo>
                  <a:lnTo>
                    <a:pt x="2017212" y="477555"/>
                  </a:lnTo>
                  <a:lnTo>
                    <a:pt x="2045790" y="484321"/>
                  </a:lnTo>
                  <a:lnTo>
                    <a:pt x="2073679" y="490923"/>
                  </a:lnTo>
                  <a:lnTo>
                    <a:pt x="2100911" y="497370"/>
                  </a:lnTo>
                  <a:lnTo>
                    <a:pt x="2127518" y="503669"/>
                  </a:lnTo>
                  <a:lnTo>
                    <a:pt x="2153527" y="509826"/>
                  </a:lnTo>
                  <a:lnTo>
                    <a:pt x="2178964" y="515848"/>
                  </a:lnTo>
                  <a:lnTo>
                    <a:pt x="2203854" y="521741"/>
                  </a:lnTo>
                  <a:lnTo>
                    <a:pt x="2228220" y="527509"/>
                  </a:lnTo>
                  <a:lnTo>
                    <a:pt x="2252084" y="533159"/>
                  </a:lnTo>
                  <a:lnTo>
                    <a:pt x="2275465" y="538694"/>
                  </a:lnTo>
                  <a:lnTo>
                    <a:pt x="2298384" y="544120"/>
                  </a:lnTo>
                  <a:lnTo>
                    <a:pt x="2320857" y="549440"/>
                  </a:lnTo>
                  <a:lnTo>
                    <a:pt x="2342902" y="554659"/>
                  </a:lnTo>
                  <a:lnTo>
                    <a:pt x="2364535" y="559781"/>
                  </a:lnTo>
                  <a:lnTo>
                    <a:pt x="2385772" y="564808"/>
                  </a:lnTo>
                  <a:lnTo>
                    <a:pt x="2406625" y="569745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4355915" y="3981937"/>
              <a:ext cx="2406625" cy="88960"/>
            </a:xfrm>
            <a:custGeom>
              <a:avLst/>
              <a:pathLst>
                <a:path w="2406625" h="88960">
                  <a:moveTo>
                    <a:pt x="0" y="88960"/>
                  </a:moveTo>
                  <a:lnTo>
                    <a:pt x="154541" y="83247"/>
                  </a:lnTo>
                  <a:lnTo>
                    <a:pt x="290856" y="78208"/>
                  </a:lnTo>
                  <a:lnTo>
                    <a:pt x="412795" y="73701"/>
                  </a:lnTo>
                  <a:lnTo>
                    <a:pt x="523101" y="69623"/>
                  </a:lnTo>
                  <a:lnTo>
                    <a:pt x="623803" y="65901"/>
                  </a:lnTo>
                  <a:lnTo>
                    <a:pt x="716440" y="62477"/>
                  </a:lnTo>
                  <a:lnTo>
                    <a:pt x="802208" y="59306"/>
                  </a:lnTo>
                  <a:lnTo>
                    <a:pt x="882056" y="56355"/>
                  </a:lnTo>
                  <a:lnTo>
                    <a:pt x="956750" y="53594"/>
                  </a:lnTo>
                  <a:lnTo>
                    <a:pt x="1026913" y="51000"/>
                  </a:lnTo>
                  <a:lnTo>
                    <a:pt x="1093065" y="48555"/>
                  </a:lnTo>
                  <a:lnTo>
                    <a:pt x="1155639" y="46242"/>
                  </a:lnTo>
                  <a:lnTo>
                    <a:pt x="1215003" y="44047"/>
                  </a:lnTo>
                  <a:lnTo>
                    <a:pt x="1271470" y="41960"/>
                  </a:lnTo>
                  <a:lnTo>
                    <a:pt x="1325310" y="39970"/>
                  </a:lnTo>
                  <a:lnTo>
                    <a:pt x="1376756" y="38068"/>
                  </a:lnTo>
                  <a:lnTo>
                    <a:pt x="1426012" y="36248"/>
                  </a:lnTo>
                  <a:lnTo>
                    <a:pt x="1473257" y="34501"/>
                  </a:lnTo>
                  <a:lnTo>
                    <a:pt x="1518648" y="32823"/>
                  </a:lnTo>
                  <a:lnTo>
                    <a:pt x="1562327" y="31209"/>
                  </a:lnTo>
                  <a:lnTo>
                    <a:pt x="1604417" y="29653"/>
                  </a:lnTo>
                  <a:lnTo>
                    <a:pt x="1645029" y="28152"/>
                  </a:lnTo>
                  <a:lnTo>
                    <a:pt x="1684265" y="26701"/>
                  </a:lnTo>
                  <a:lnTo>
                    <a:pt x="1722214" y="25299"/>
                  </a:lnTo>
                  <a:lnTo>
                    <a:pt x="1758958" y="23940"/>
                  </a:lnTo>
                  <a:lnTo>
                    <a:pt x="1794572" y="22624"/>
                  </a:lnTo>
                  <a:lnTo>
                    <a:pt x="1829122" y="21347"/>
                  </a:lnTo>
                  <a:lnTo>
                    <a:pt x="1862670" y="20107"/>
                  </a:lnTo>
                  <a:lnTo>
                    <a:pt x="1895274" y="18901"/>
                  </a:lnTo>
                  <a:lnTo>
                    <a:pt x="1926984" y="17729"/>
                  </a:lnTo>
                  <a:lnTo>
                    <a:pt x="1957848" y="16588"/>
                  </a:lnTo>
                  <a:lnTo>
                    <a:pt x="1987910" y="15477"/>
                  </a:lnTo>
                  <a:lnTo>
                    <a:pt x="2017212" y="14394"/>
                  </a:lnTo>
                  <a:lnTo>
                    <a:pt x="2045790" y="13338"/>
                  </a:lnTo>
                  <a:lnTo>
                    <a:pt x="2073679" y="12307"/>
                  </a:lnTo>
                  <a:lnTo>
                    <a:pt x="2100911" y="11300"/>
                  </a:lnTo>
                  <a:lnTo>
                    <a:pt x="2127518" y="10317"/>
                  </a:lnTo>
                  <a:lnTo>
                    <a:pt x="2153527" y="9355"/>
                  </a:lnTo>
                  <a:lnTo>
                    <a:pt x="2178964" y="8415"/>
                  </a:lnTo>
                  <a:lnTo>
                    <a:pt x="2203854" y="7495"/>
                  </a:lnTo>
                  <a:lnTo>
                    <a:pt x="2228220" y="6594"/>
                  </a:lnTo>
                  <a:lnTo>
                    <a:pt x="2252084" y="5712"/>
                  </a:lnTo>
                  <a:lnTo>
                    <a:pt x="2275465" y="4848"/>
                  </a:lnTo>
                  <a:lnTo>
                    <a:pt x="2298384" y="4001"/>
                  </a:lnTo>
                  <a:lnTo>
                    <a:pt x="2320857" y="3170"/>
                  </a:lnTo>
                  <a:lnTo>
                    <a:pt x="2342902" y="2355"/>
                  </a:lnTo>
                  <a:lnTo>
                    <a:pt x="2364535" y="1555"/>
                  </a:lnTo>
                  <a:lnTo>
                    <a:pt x="2385772" y="770"/>
                  </a:lnTo>
                  <a:lnTo>
                    <a:pt x="240662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355915" y="3558170"/>
              <a:ext cx="2406625" cy="403522"/>
            </a:xfrm>
            <a:custGeom>
              <a:avLst/>
              <a:pathLst>
                <a:path w="2406625" h="403522">
                  <a:moveTo>
                    <a:pt x="0" y="403522"/>
                  </a:moveTo>
                  <a:lnTo>
                    <a:pt x="154541" y="377610"/>
                  </a:lnTo>
                  <a:lnTo>
                    <a:pt x="290856" y="354754"/>
                  </a:lnTo>
                  <a:lnTo>
                    <a:pt x="412795" y="334308"/>
                  </a:lnTo>
                  <a:lnTo>
                    <a:pt x="523101" y="315813"/>
                  </a:lnTo>
                  <a:lnTo>
                    <a:pt x="623803" y="298928"/>
                  </a:lnTo>
                  <a:lnTo>
                    <a:pt x="716440" y="283396"/>
                  </a:lnTo>
                  <a:lnTo>
                    <a:pt x="802208" y="269015"/>
                  </a:lnTo>
                  <a:lnTo>
                    <a:pt x="882056" y="255626"/>
                  </a:lnTo>
                  <a:lnTo>
                    <a:pt x="956750" y="243103"/>
                  </a:lnTo>
                  <a:lnTo>
                    <a:pt x="1026913" y="231338"/>
                  </a:lnTo>
                  <a:lnTo>
                    <a:pt x="1093065" y="220246"/>
                  </a:lnTo>
                  <a:lnTo>
                    <a:pt x="1155639" y="209754"/>
                  </a:lnTo>
                  <a:lnTo>
                    <a:pt x="1215003" y="199801"/>
                  </a:lnTo>
                  <a:lnTo>
                    <a:pt x="1271470" y="190333"/>
                  </a:lnTo>
                  <a:lnTo>
                    <a:pt x="1325310" y="181305"/>
                  </a:lnTo>
                  <a:lnTo>
                    <a:pt x="1376756" y="172679"/>
                  </a:lnTo>
                  <a:lnTo>
                    <a:pt x="1426012" y="164421"/>
                  </a:lnTo>
                  <a:lnTo>
                    <a:pt x="1473257" y="156499"/>
                  </a:lnTo>
                  <a:lnTo>
                    <a:pt x="1518648" y="148888"/>
                  </a:lnTo>
                  <a:lnTo>
                    <a:pt x="1562327" y="141564"/>
                  </a:lnTo>
                  <a:lnTo>
                    <a:pt x="1604417" y="134507"/>
                  </a:lnTo>
                  <a:lnTo>
                    <a:pt x="1645029" y="127698"/>
                  </a:lnTo>
                  <a:lnTo>
                    <a:pt x="1684265" y="121119"/>
                  </a:lnTo>
                  <a:lnTo>
                    <a:pt x="1722214" y="114756"/>
                  </a:lnTo>
                  <a:lnTo>
                    <a:pt x="1758958" y="108595"/>
                  </a:lnTo>
                  <a:lnTo>
                    <a:pt x="1794572" y="102624"/>
                  </a:lnTo>
                  <a:lnTo>
                    <a:pt x="1829122" y="96830"/>
                  </a:lnTo>
                  <a:lnTo>
                    <a:pt x="1862670" y="91205"/>
                  </a:lnTo>
                  <a:lnTo>
                    <a:pt x="1895274" y="85739"/>
                  </a:lnTo>
                  <a:lnTo>
                    <a:pt x="1926984" y="80422"/>
                  </a:lnTo>
                  <a:lnTo>
                    <a:pt x="1957848" y="75247"/>
                  </a:lnTo>
                  <a:lnTo>
                    <a:pt x="1987910" y="70206"/>
                  </a:lnTo>
                  <a:lnTo>
                    <a:pt x="2017212" y="65293"/>
                  </a:lnTo>
                  <a:lnTo>
                    <a:pt x="2045790" y="60501"/>
                  </a:lnTo>
                  <a:lnTo>
                    <a:pt x="2073679" y="55825"/>
                  </a:lnTo>
                  <a:lnTo>
                    <a:pt x="2100911" y="51259"/>
                  </a:lnTo>
                  <a:lnTo>
                    <a:pt x="2127518" y="46798"/>
                  </a:lnTo>
                  <a:lnTo>
                    <a:pt x="2153527" y="42437"/>
                  </a:lnTo>
                  <a:lnTo>
                    <a:pt x="2178964" y="38172"/>
                  </a:lnTo>
                  <a:lnTo>
                    <a:pt x="2203854" y="33998"/>
                  </a:lnTo>
                  <a:lnTo>
                    <a:pt x="2228220" y="29913"/>
                  </a:lnTo>
                  <a:lnTo>
                    <a:pt x="2252084" y="25912"/>
                  </a:lnTo>
                  <a:lnTo>
                    <a:pt x="2275465" y="21991"/>
                  </a:lnTo>
                  <a:lnTo>
                    <a:pt x="2298384" y="18149"/>
                  </a:lnTo>
                  <a:lnTo>
                    <a:pt x="2320857" y="14380"/>
                  </a:lnTo>
                  <a:lnTo>
                    <a:pt x="2342902" y="10684"/>
                  </a:lnTo>
                  <a:lnTo>
                    <a:pt x="2364535" y="7057"/>
                  </a:lnTo>
                  <a:lnTo>
                    <a:pt x="2385772" y="3496"/>
                  </a:lnTo>
                  <a:lnTo>
                    <a:pt x="240662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355915" y="3700749"/>
              <a:ext cx="2406625" cy="405299"/>
            </a:xfrm>
            <a:custGeom>
              <a:avLst/>
              <a:pathLst>
                <a:path w="2406625" h="405299">
                  <a:moveTo>
                    <a:pt x="0" y="405299"/>
                  </a:moveTo>
                  <a:lnTo>
                    <a:pt x="154541" y="379273"/>
                  </a:lnTo>
                  <a:lnTo>
                    <a:pt x="290856" y="356316"/>
                  </a:lnTo>
                  <a:lnTo>
                    <a:pt x="412795" y="335780"/>
                  </a:lnTo>
                  <a:lnTo>
                    <a:pt x="523101" y="317203"/>
                  </a:lnTo>
                  <a:lnTo>
                    <a:pt x="623803" y="300244"/>
                  </a:lnTo>
                  <a:lnTo>
                    <a:pt x="716440" y="284643"/>
                  </a:lnTo>
                  <a:lnTo>
                    <a:pt x="802208" y="270199"/>
                  </a:lnTo>
                  <a:lnTo>
                    <a:pt x="882056" y="256752"/>
                  </a:lnTo>
                  <a:lnTo>
                    <a:pt x="956750" y="244173"/>
                  </a:lnTo>
                  <a:lnTo>
                    <a:pt x="1026913" y="232357"/>
                  </a:lnTo>
                  <a:lnTo>
                    <a:pt x="1093065" y="221216"/>
                  </a:lnTo>
                  <a:lnTo>
                    <a:pt x="1155639" y="210678"/>
                  </a:lnTo>
                  <a:lnTo>
                    <a:pt x="1215003" y="200680"/>
                  </a:lnTo>
                  <a:lnTo>
                    <a:pt x="1271470" y="191171"/>
                  </a:lnTo>
                  <a:lnTo>
                    <a:pt x="1325310" y="182104"/>
                  </a:lnTo>
                  <a:lnTo>
                    <a:pt x="1376756" y="173440"/>
                  </a:lnTo>
                  <a:lnTo>
                    <a:pt x="1426012" y="165144"/>
                  </a:lnTo>
                  <a:lnTo>
                    <a:pt x="1473257" y="157188"/>
                  </a:lnTo>
                  <a:lnTo>
                    <a:pt x="1518648" y="149544"/>
                  </a:lnTo>
                  <a:lnTo>
                    <a:pt x="1562327" y="142188"/>
                  </a:lnTo>
                  <a:lnTo>
                    <a:pt x="1604417" y="135099"/>
                  </a:lnTo>
                  <a:lnTo>
                    <a:pt x="1645029" y="128260"/>
                  </a:lnTo>
                  <a:lnTo>
                    <a:pt x="1684265" y="121652"/>
                  </a:lnTo>
                  <a:lnTo>
                    <a:pt x="1722214" y="115261"/>
                  </a:lnTo>
                  <a:lnTo>
                    <a:pt x="1758958" y="109073"/>
                  </a:lnTo>
                  <a:lnTo>
                    <a:pt x="1794572" y="103075"/>
                  </a:lnTo>
                  <a:lnTo>
                    <a:pt x="1829122" y="97257"/>
                  </a:lnTo>
                  <a:lnTo>
                    <a:pt x="1862670" y="91607"/>
                  </a:lnTo>
                  <a:lnTo>
                    <a:pt x="1895274" y="86116"/>
                  </a:lnTo>
                  <a:lnTo>
                    <a:pt x="1926984" y="80776"/>
                  </a:lnTo>
                  <a:lnTo>
                    <a:pt x="1957848" y="75578"/>
                  </a:lnTo>
                  <a:lnTo>
                    <a:pt x="1987910" y="70515"/>
                  </a:lnTo>
                  <a:lnTo>
                    <a:pt x="2017212" y="65581"/>
                  </a:lnTo>
                  <a:lnTo>
                    <a:pt x="2045790" y="60768"/>
                  </a:lnTo>
                  <a:lnTo>
                    <a:pt x="2073679" y="56071"/>
                  </a:lnTo>
                  <a:lnTo>
                    <a:pt x="2100911" y="51485"/>
                  </a:lnTo>
                  <a:lnTo>
                    <a:pt x="2127518" y="47004"/>
                  </a:lnTo>
                  <a:lnTo>
                    <a:pt x="2153527" y="42624"/>
                  </a:lnTo>
                  <a:lnTo>
                    <a:pt x="2178964" y="38340"/>
                  </a:lnTo>
                  <a:lnTo>
                    <a:pt x="2203854" y="34148"/>
                  </a:lnTo>
                  <a:lnTo>
                    <a:pt x="2228220" y="30045"/>
                  </a:lnTo>
                  <a:lnTo>
                    <a:pt x="2252084" y="26026"/>
                  </a:lnTo>
                  <a:lnTo>
                    <a:pt x="2275465" y="22088"/>
                  </a:lnTo>
                  <a:lnTo>
                    <a:pt x="2298384" y="18228"/>
                  </a:lnTo>
                  <a:lnTo>
                    <a:pt x="2320857" y="14444"/>
                  </a:lnTo>
                  <a:lnTo>
                    <a:pt x="2342902" y="10731"/>
                  </a:lnTo>
                  <a:lnTo>
                    <a:pt x="2364535" y="7088"/>
                  </a:lnTo>
                  <a:lnTo>
                    <a:pt x="2385772" y="3511"/>
                  </a:lnTo>
                  <a:lnTo>
                    <a:pt x="240662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355915" y="3476940"/>
              <a:ext cx="2406625" cy="334193"/>
            </a:xfrm>
            <a:custGeom>
              <a:avLst/>
              <a:pathLst>
                <a:path w="2406625" h="334193">
                  <a:moveTo>
                    <a:pt x="0" y="0"/>
                  </a:moveTo>
                  <a:lnTo>
                    <a:pt x="154541" y="21460"/>
                  </a:lnTo>
                  <a:lnTo>
                    <a:pt x="290856" y="40389"/>
                  </a:lnTo>
                  <a:lnTo>
                    <a:pt x="412795" y="57322"/>
                  </a:lnTo>
                  <a:lnTo>
                    <a:pt x="523101" y="72639"/>
                  </a:lnTo>
                  <a:lnTo>
                    <a:pt x="623803" y="86623"/>
                  </a:lnTo>
                  <a:lnTo>
                    <a:pt x="716440" y="99487"/>
                  </a:lnTo>
                  <a:lnTo>
                    <a:pt x="802208" y="111397"/>
                  </a:lnTo>
                  <a:lnTo>
                    <a:pt x="882056" y="122485"/>
                  </a:lnTo>
                  <a:lnTo>
                    <a:pt x="956750" y="132858"/>
                  </a:lnTo>
                  <a:lnTo>
                    <a:pt x="1026913" y="142601"/>
                  </a:lnTo>
                  <a:lnTo>
                    <a:pt x="1093065" y="151787"/>
                  </a:lnTo>
                  <a:lnTo>
                    <a:pt x="1155639" y="160476"/>
                  </a:lnTo>
                  <a:lnTo>
                    <a:pt x="1215003" y="168720"/>
                  </a:lnTo>
                  <a:lnTo>
                    <a:pt x="1271470" y="176561"/>
                  </a:lnTo>
                  <a:lnTo>
                    <a:pt x="1325310" y="184037"/>
                  </a:lnTo>
                  <a:lnTo>
                    <a:pt x="1376756" y="191181"/>
                  </a:lnTo>
                  <a:lnTo>
                    <a:pt x="1426012" y="198021"/>
                  </a:lnTo>
                  <a:lnTo>
                    <a:pt x="1473257" y="204582"/>
                  </a:lnTo>
                  <a:lnTo>
                    <a:pt x="1518648" y="210885"/>
                  </a:lnTo>
                  <a:lnTo>
                    <a:pt x="1562327" y="216950"/>
                  </a:lnTo>
                  <a:lnTo>
                    <a:pt x="1604417" y="222795"/>
                  </a:lnTo>
                  <a:lnTo>
                    <a:pt x="1645029" y="228435"/>
                  </a:lnTo>
                  <a:lnTo>
                    <a:pt x="1684265" y="233883"/>
                  </a:lnTo>
                  <a:lnTo>
                    <a:pt x="1722214" y="239153"/>
                  </a:lnTo>
                  <a:lnTo>
                    <a:pt x="1758958" y="244255"/>
                  </a:lnTo>
                  <a:lnTo>
                    <a:pt x="1794572" y="249201"/>
                  </a:lnTo>
                  <a:lnTo>
                    <a:pt x="1829122" y="253998"/>
                  </a:lnTo>
                  <a:lnTo>
                    <a:pt x="1862670" y="258657"/>
                  </a:lnTo>
                  <a:lnTo>
                    <a:pt x="1895274" y="263185"/>
                  </a:lnTo>
                  <a:lnTo>
                    <a:pt x="1926984" y="267588"/>
                  </a:lnTo>
                  <a:lnTo>
                    <a:pt x="1957848" y="271874"/>
                  </a:lnTo>
                  <a:lnTo>
                    <a:pt x="1987910" y="276048"/>
                  </a:lnTo>
                  <a:lnTo>
                    <a:pt x="2017212" y="280117"/>
                  </a:lnTo>
                  <a:lnTo>
                    <a:pt x="2045790" y="284086"/>
                  </a:lnTo>
                  <a:lnTo>
                    <a:pt x="2073679" y="287959"/>
                  </a:lnTo>
                  <a:lnTo>
                    <a:pt x="2100911" y="291740"/>
                  </a:lnTo>
                  <a:lnTo>
                    <a:pt x="2127518" y="295435"/>
                  </a:lnTo>
                  <a:lnTo>
                    <a:pt x="2153527" y="299047"/>
                  </a:lnTo>
                  <a:lnTo>
                    <a:pt x="2178964" y="302579"/>
                  </a:lnTo>
                  <a:lnTo>
                    <a:pt x="2203854" y="306035"/>
                  </a:lnTo>
                  <a:lnTo>
                    <a:pt x="2228220" y="309419"/>
                  </a:lnTo>
                  <a:lnTo>
                    <a:pt x="2252084" y="312733"/>
                  </a:lnTo>
                  <a:lnTo>
                    <a:pt x="2275465" y="315979"/>
                  </a:lnTo>
                  <a:lnTo>
                    <a:pt x="2298384" y="319162"/>
                  </a:lnTo>
                  <a:lnTo>
                    <a:pt x="2320857" y="322283"/>
                  </a:lnTo>
                  <a:lnTo>
                    <a:pt x="2342902" y="325344"/>
                  </a:lnTo>
                  <a:lnTo>
                    <a:pt x="2364535" y="328348"/>
                  </a:lnTo>
                  <a:lnTo>
                    <a:pt x="2385772" y="331297"/>
                  </a:lnTo>
                  <a:lnTo>
                    <a:pt x="2406625" y="334193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355915" y="3551044"/>
              <a:ext cx="2406625" cy="552768"/>
            </a:xfrm>
            <a:custGeom>
              <a:avLst/>
              <a:pathLst>
                <a:path w="2406625" h="552768">
                  <a:moveTo>
                    <a:pt x="0" y="0"/>
                  </a:moveTo>
                  <a:lnTo>
                    <a:pt x="154541" y="35496"/>
                  </a:lnTo>
                  <a:lnTo>
                    <a:pt x="290856" y="66805"/>
                  </a:lnTo>
                  <a:lnTo>
                    <a:pt x="412795" y="94813"/>
                  </a:lnTo>
                  <a:lnTo>
                    <a:pt x="523101" y="120149"/>
                  </a:lnTo>
                  <a:lnTo>
                    <a:pt x="623803" y="143278"/>
                  </a:lnTo>
                  <a:lnTo>
                    <a:pt x="716440" y="164556"/>
                  </a:lnTo>
                  <a:lnTo>
                    <a:pt x="802208" y="184256"/>
                  </a:lnTo>
                  <a:lnTo>
                    <a:pt x="882056" y="202596"/>
                  </a:lnTo>
                  <a:lnTo>
                    <a:pt x="956750" y="219752"/>
                  </a:lnTo>
                  <a:lnTo>
                    <a:pt x="1026913" y="235867"/>
                  </a:lnTo>
                  <a:lnTo>
                    <a:pt x="1093065" y="251061"/>
                  </a:lnTo>
                  <a:lnTo>
                    <a:pt x="1155639" y="265434"/>
                  </a:lnTo>
                  <a:lnTo>
                    <a:pt x="1215003" y="279069"/>
                  </a:lnTo>
                  <a:lnTo>
                    <a:pt x="1271470" y="292038"/>
                  </a:lnTo>
                  <a:lnTo>
                    <a:pt x="1325310" y="304405"/>
                  </a:lnTo>
                  <a:lnTo>
                    <a:pt x="1376756" y="316221"/>
                  </a:lnTo>
                  <a:lnTo>
                    <a:pt x="1426012" y="327535"/>
                  </a:lnTo>
                  <a:lnTo>
                    <a:pt x="1473257" y="338386"/>
                  </a:lnTo>
                  <a:lnTo>
                    <a:pt x="1518648" y="348812"/>
                  </a:lnTo>
                  <a:lnTo>
                    <a:pt x="1562327" y="358844"/>
                  </a:lnTo>
                  <a:lnTo>
                    <a:pt x="1604417" y="368512"/>
                  </a:lnTo>
                  <a:lnTo>
                    <a:pt x="1645029" y="377840"/>
                  </a:lnTo>
                  <a:lnTo>
                    <a:pt x="1684265" y="386852"/>
                  </a:lnTo>
                  <a:lnTo>
                    <a:pt x="1722214" y="395568"/>
                  </a:lnTo>
                  <a:lnTo>
                    <a:pt x="1758958" y="404008"/>
                  </a:lnTo>
                  <a:lnTo>
                    <a:pt x="1794572" y="412188"/>
                  </a:lnTo>
                  <a:lnTo>
                    <a:pt x="1829122" y="420123"/>
                  </a:lnTo>
                  <a:lnTo>
                    <a:pt x="1862670" y="427829"/>
                  </a:lnTo>
                  <a:lnTo>
                    <a:pt x="1895274" y="435317"/>
                  </a:lnTo>
                  <a:lnTo>
                    <a:pt x="1926984" y="442601"/>
                  </a:lnTo>
                  <a:lnTo>
                    <a:pt x="1957848" y="449690"/>
                  </a:lnTo>
                  <a:lnTo>
                    <a:pt x="1987910" y="456595"/>
                  </a:lnTo>
                  <a:lnTo>
                    <a:pt x="2017212" y="463325"/>
                  </a:lnTo>
                  <a:lnTo>
                    <a:pt x="2045790" y="469889"/>
                  </a:lnTo>
                  <a:lnTo>
                    <a:pt x="2073679" y="476295"/>
                  </a:lnTo>
                  <a:lnTo>
                    <a:pt x="2100911" y="482550"/>
                  </a:lnTo>
                  <a:lnTo>
                    <a:pt x="2127518" y="488661"/>
                  </a:lnTo>
                  <a:lnTo>
                    <a:pt x="2153527" y="494635"/>
                  </a:lnTo>
                  <a:lnTo>
                    <a:pt x="2178964" y="500477"/>
                  </a:lnTo>
                  <a:lnTo>
                    <a:pt x="2203854" y="506194"/>
                  </a:lnTo>
                  <a:lnTo>
                    <a:pt x="2228220" y="511791"/>
                  </a:lnTo>
                  <a:lnTo>
                    <a:pt x="2252084" y="517272"/>
                  </a:lnTo>
                  <a:lnTo>
                    <a:pt x="2275465" y="522642"/>
                  </a:lnTo>
                  <a:lnTo>
                    <a:pt x="2298384" y="527906"/>
                  </a:lnTo>
                  <a:lnTo>
                    <a:pt x="2320857" y="533068"/>
                  </a:lnTo>
                  <a:lnTo>
                    <a:pt x="2342902" y="538131"/>
                  </a:lnTo>
                  <a:lnTo>
                    <a:pt x="2364535" y="543100"/>
                  </a:lnTo>
                  <a:lnTo>
                    <a:pt x="2385772" y="547978"/>
                  </a:lnTo>
                  <a:lnTo>
                    <a:pt x="2406625" y="55276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355915" y="4041401"/>
              <a:ext cx="2406625" cy="250748"/>
            </a:xfrm>
            <a:custGeom>
              <a:avLst/>
              <a:pathLst>
                <a:path w="2406625" h="250748">
                  <a:moveTo>
                    <a:pt x="0" y="0"/>
                  </a:moveTo>
                  <a:lnTo>
                    <a:pt x="154541" y="16101"/>
                  </a:lnTo>
                  <a:lnTo>
                    <a:pt x="290856" y="30304"/>
                  </a:lnTo>
                  <a:lnTo>
                    <a:pt x="412795" y="43009"/>
                  </a:lnTo>
                  <a:lnTo>
                    <a:pt x="523101" y="54502"/>
                  </a:lnTo>
                  <a:lnTo>
                    <a:pt x="623803" y="64994"/>
                  </a:lnTo>
                  <a:lnTo>
                    <a:pt x="716440" y="74646"/>
                  </a:lnTo>
                  <a:lnTo>
                    <a:pt x="802208" y="83582"/>
                  </a:lnTo>
                  <a:lnTo>
                    <a:pt x="882056" y="91902"/>
                  </a:lnTo>
                  <a:lnTo>
                    <a:pt x="956750" y="99684"/>
                  </a:lnTo>
                  <a:lnTo>
                    <a:pt x="1026913" y="106995"/>
                  </a:lnTo>
                  <a:lnTo>
                    <a:pt x="1093065" y="113887"/>
                  </a:lnTo>
                  <a:lnTo>
                    <a:pt x="1155639" y="120407"/>
                  </a:lnTo>
                  <a:lnTo>
                    <a:pt x="1215003" y="126592"/>
                  </a:lnTo>
                  <a:lnTo>
                    <a:pt x="1271470" y="132475"/>
                  </a:lnTo>
                  <a:lnTo>
                    <a:pt x="1325310" y="138085"/>
                  </a:lnTo>
                  <a:lnTo>
                    <a:pt x="1376756" y="143445"/>
                  </a:lnTo>
                  <a:lnTo>
                    <a:pt x="1426012" y="148577"/>
                  </a:lnTo>
                  <a:lnTo>
                    <a:pt x="1473257" y="153500"/>
                  </a:lnTo>
                  <a:lnTo>
                    <a:pt x="1518648" y="158229"/>
                  </a:lnTo>
                  <a:lnTo>
                    <a:pt x="1562327" y="162780"/>
                  </a:lnTo>
                  <a:lnTo>
                    <a:pt x="1604417" y="167165"/>
                  </a:lnTo>
                  <a:lnTo>
                    <a:pt x="1645029" y="171397"/>
                  </a:lnTo>
                  <a:lnTo>
                    <a:pt x="1684265" y="175485"/>
                  </a:lnTo>
                  <a:lnTo>
                    <a:pt x="1722214" y="179439"/>
                  </a:lnTo>
                  <a:lnTo>
                    <a:pt x="1758958" y="183267"/>
                  </a:lnTo>
                  <a:lnTo>
                    <a:pt x="1794572" y="186978"/>
                  </a:lnTo>
                  <a:lnTo>
                    <a:pt x="1829122" y="190578"/>
                  </a:lnTo>
                  <a:lnTo>
                    <a:pt x="1862670" y="194073"/>
                  </a:lnTo>
                  <a:lnTo>
                    <a:pt x="1895274" y="197470"/>
                  </a:lnTo>
                  <a:lnTo>
                    <a:pt x="1926984" y="200774"/>
                  </a:lnTo>
                  <a:lnTo>
                    <a:pt x="1957848" y="203990"/>
                  </a:lnTo>
                  <a:lnTo>
                    <a:pt x="1987910" y="207122"/>
                  </a:lnTo>
                  <a:lnTo>
                    <a:pt x="2017212" y="210175"/>
                  </a:lnTo>
                  <a:lnTo>
                    <a:pt x="2045790" y="213152"/>
                  </a:lnTo>
                  <a:lnTo>
                    <a:pt x="2073679" y="216058"/>
                  </a:lnTo>
                  <a:lnTo>
                    <a:pt x="2100911" y="218896"/>
                  </a:lnTo>
                  <a:lnTo>
                    <a:pt x="2127518" y="221668"/>
                  </a:lnTo>
                  <a:lnTo>
                    <a:pt x="2153527" y="224378"/>
                  </a:lnTo>
                  <a:lnTo>
                    <a:pt x="2178964" y="227028"/>
                  </a:lnTo>
                  <a:lnTo>
                    <a:pt x="2203854" y="229621"/>
                  </a:lnTo>
                  <a:lnTo>
                    <a:pt x="2228220" y="232160"/>
                  </a:lnTo>
                  <a:lnTo>
                    <a:pt x="2252084" y="234646"/>
                  </a:lnTo>
                  <a:lnTo>
                    <a:pt x="2275465" y="237083"/>
                  </a:lnTo>
                  <a:lnTo>
                    <a:pt x="2298384" y="239470"/>
                  </a:lnTo>
                  <a:lnTo>
                    <a:pt x="2320857" y="241812"/>
                  </a:lnTo>
                  <a:lnTo>
                    <a:pt x="2342902" y="244109"/>
                  </a:lnTo>
                  <a:lnTo>
                    <a:pt x="2364535" y="246363"/>
                  </a:lnTo>
                  <a:lnTo>
                    <a:pt x="2385772" y="248576"/>
                  </a:lnTo>
                  <a:lnTo>
                    <a:pt x="2406625" y="250748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355915" y="4003892"/>
              <a:ext cx="2406625" cy="79122"/>
            </a:xfrm>
            <a:custGeom>
              <a:avLst/>
              <a:pathLst>
                <a:path w="2406625" h="79122">
                  <a:moveTo>
                    <a:pt x="0" y="0"/>
                  </a:moveTo>
                  <a:lnTo>
                    <a:pt x="154541" y="5080"/>
                  </a:lnTo>
                  <a:lnTo>
                    <a:pt x="290856" y="9562"/>
                  </a:lnTo>
                  <a:lnTo>
                    <a:pt x="412795" y="13571"/>
                  </a:lnTo>
                  <a:lnTo>
                    <a:pt x="523101" y="17197"/>
                  </a:lnTo>
                  <a:lnTo>
                    <a:pt x="623803" y="20508"/>
                  </a:lnTo>
                  <a:lnTo>
                    <a:pt x="716440" y="23554"/>
                  </a:lnTo>
                  <a:lnTo>
                    <a:pt x="802208" y="26374"/>
                  </a:lnTo>
                  <a:lnTo>
                    <a:pt x="882056" y="28999"/>
                  </a:lnTo>
                  <a:lnTo>
                    <a:pt x="956750" y="31454"/>
                  </a:lnTo>
                  <a:lnTo>
                    <a:pt x="1026913" y="33761"/>
                  </a:lnTo>
                  <a:lnTo>
                    <a:pt x="1093065" y="35936"/>
                  </a:lnTo>
                  <a:lnTo>
                    <a:pt x="1155639" y="37993"/>
                  </a:lnTo>
                  <a:lnTo>
                    <a:pt x="1215003" y="39945"/>
                  </a:lnTo>
                  <a:lnTo>
                    <a:pt x="1271470" y="41801"/>
                  </a:lnTo>
                  <a:lnTo>
                    <a:pt x="1325310" y="43571"/>
                  </a:lnTo>
                  <a:lnTo>
                    <a:pt x="1376756" y="45263"/>
                  </a:lnTo>
                  <a:lnTo>
                    <a:pt x="1426012" y="46882"/>
                  </a:lnTo>
                  <a:lnTo>
                    <a:pt x="1473257" y="48435"/>
                  </a:lnTo>
                  <a:lnTo>
                    <a:pt x="1518648" y="49928"/>
                  </a:lnTo>
                  <a:lnTo>
                    <a:pt x="1562327" y="51364"/>
                  </a:lnTo>
                  <a:lnTo>
                    <a:pt x="1604417" y="52748"/>
                  </a:lnTo>
                  <a:lnTo>
                    <a:pt x="1645029" y="54083"/>
                  </a:lnTo>
                  <a:lnTo>
                    <a:pt x="1684265" y="55373"/>
                  </a:lnTo>
                  <a:lnTo>
                    <a:pt x="1722214" y="56620"/>
                  </a:lnTo>
                  <a:lnTo>
                    <a:pt x="1758958" y="57828"/>
                  </a:lnTo>
                  <a:lnTo>
                    <a:pt x="1794572" y="58999"/>
                  </a:lnTo>
                  <a:lnTo>
                    <a:pt x="1829122" y="60135"/>
                  </a:lnTo>
                  <a:lnTo>
                    <a:pt x="1862670" y="61238"/>
                  </a:lnTo>
                  <a:lnTo>
                    <a:pt x="1895274" y="62310"/>
                  </a:lnTo>
                  <a:lnTo>
                    <a:pt x="1926984" y="63353"/>
                  </a:lnTo>
                  <a:lnTo>
                    <a:pt x="1957848" y="64367"/>
                  </a:lnTo>
                  <a:lnTo>
                    <a:pt x="1987910" y="65356"/>
                  </a:lnTo>
                  <a:lnTo>
                    <a:pt x="2017212" y="66319"/>
                  </a:lnTo>
                  <a:lnTo>
                    <a:pt x="2045790" y="67259"/>
                  </a:lnTo>
                  <a:lnTo>
                    <a:pt x="2073679" y="68175"/>
                  </a:lnTo>
                  <a:lnTo>
                    <a:pt x="2100911" y="69071"/>
                  </a:lnTo>
                  <a:lnTo>
                    <a:pt x="2127518" y="69945"/>
                  </a:lnTo>
                  <a:lnTo>
                    <a:pt x="2153527" y="70801"/>
                  </a:lnTo>
                  <a:lnTo>
                    <a:pt x="2178964" y="71637"/>
                  </a:lnTo>
                  <a:lnTo>
                    <a:pt x="2203854" y="72455"/>
                  </a:lnTo>
                  <a:lnTo>
                    <a:pt x="2228220" y="73256"/>
                  </a:lnTo>
                  <a:lnTo>
                    <a:pt x="2252084" y="74041"/>
                  </a:lnTo>
                  <a:lnTo>
                    <a:pt x="2275465" y="74810"/>
                  </a:lnTo>
                  <a:lnTo>
                    <a:pt x="2298384" y="75563"/>
                  </a:lnTo>
                  <a:lnTo>
                    <a:pt x="2320857" y="76302"/>
                  </a:lnTo>
                  <a:lnTo>
                    <a:pt x="2342902" y="77027"/>
                  </a:lnTo>
                  <a:lnTo>
                    <a:pt x="2364535" y="77738"/>
                  </a:lnTo>
                  <a:lnTo>
                    <a:pt x="2385772" y="78436"/>
                  </a:lnTo>
                  <a:lnTo>
                    <a:pt x="2406625" y="79122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355915" y="3926116"/>
              <a:ext cx="2406625" cy="75481"/>
            </a:xfrm>
            <a:custGeom>
              <a:avLst/>
              <a:pathLst>
                <a:path w="2406625" h="75481">
                  <a:moveTo>
                    <a:pt x="0" y="75481"/>
                  </a:moveTo>
                  <a:lnTo>
                    <a:pt x="154541" y="70634"/>
                  </a:lnTo>
                  <a:lnTo>
                    <a:pt x="290856" y="66358"/>
                  </a:lnTo>
                  <a:lnTo>
                    <a:pt x="412795" y="62534"/>
                  </a:lnTo>
                  <a:lnTo>
                    <a:pt x="523101" y="59074"/>
                  </a:lnTo>
                  <a:lnTo>
                    <a:pt x="623803" y="55916"/>
                  </a:lnTo>
                  <a:lnTo>
                    <a:pt x="716440" y="53010"/>
                  </a:lnTo>
                  <a:lnTo>
                    <a:pt x="802208" y="50320"/>
                  </a:lnTo>
                  <a:lnTo>
                    <a:pt x="882056" y="47816"/>
                  </a:lnTo>
                  <a:lnTo>
                    <a:pt x="956750" y="45473"/>
                  </a:lnTo>
                  <a:lnTo>
                    <a:pt x="1026913" y="43273"/>
                  </a:lnTo>
                  <a:lnTo>
                    <a:pt x="1093065" y="41198"/>
                  </a:lnTo>
                  <a:lnTo>
                    <a:pt x="1155639" y="39235"/>
                  </a:lnTo>
                  <a:lnTo>
                    <a:pt x="1215003" y="37373"/>
                  </a:lnTo>
                  <a:lnTo>
                    <a:pt x="1271470" y="35602"/>
                  </a:lnTo>
                  <a:lnTo>
                    <a:pt x="1325310" y="33914"/>
                  </a:lnTo>
                  <a:lnTo>
                    <a:pt x="1376756" y="32300"/>
                  </a:lnTo>
                  <a:lnTo>
                    <a:pt x="1426012" y="30755"/>
                  </a:lnTo>
                  <a:lnTo>
                    <a:pt x="1473257" y="29274"/>
                  </a:lnTo>
                  <a:lnTo>
                    <a:pt x="1518648" y="27850"/>
                  </a:lnTo>
                  <a:lnTo>
                    <a:pt x="1562327" y="26480"/>
                  </a:lnTo>
                  <a:lnTo>
                    <a:pt x="1604417" y="25160"/>
                  </a:lnTo>
                  <a:lnTo>
                    <a:pt x="1645029" y="23886"/>
                  </a:lnTo>
                  <a:lnTo>
                    <a:pt x="1684265" y="22656"/>
                  </a:lnTo>
                  <a:lnTo>
                    <a:pt x="1722214" y="21465"/>
                  </a:lnTo>
                  <a:lnTo>
                    <a:pt x="1758958" y="20313"/>
                  </a:lnTo>
                  <a:lnTo>
                    <a:pt x="1794572" y="19196"/>
                  </a:lnTo>
                  <a:lnTo>
                    <a:pt x="1829122" y="18112"/>
                  </a:lnTo>
                  <a:lnTo>
                    <a:pt x="1862670" y="17060"/>
                  </a:lnTo>
                  <a:lnTo>
                    <a:pt x="1895274" y="16038"/>
                  </a:lnTo>
                  <a:lnTo>
                    <a:pt x="1926984" y="15043"/>
                  </a:lnTo>
                  <a:lnTo>
                    <a:pt x="1957848" y="14075"/>
                  </a:lnTo>
                  <a:lnTo>
                    <a:pt x="1987910" y="13132"/>
                  </a:lnTo>
                  <a:lnTo>
                    <a:pt x="2017212" y="12213"/>
                  </a:lnTo>
                  <a:lnTo>
                    <a:pt x="2045790" y="11317"/>
                  </a:lnTo>
                  <a:lnTo>
                    <a:pt x="2073679" y="10442"/>
                  </a:lnTo>
                  <a:lnTo>
                    <a:pt x="2100911" y="9588"/>
                  </a:lnTo>
                  <a:lnTo>
                    <a:pt x="2127518" y="8753"/>
                  </a:lnTo>
                  <a:lnTo>
                    <a:pt x="2153527" y="7938"/>
                  </a:lnTo>
                  <a:lnTo>
                    <a:pt x="2178964" y="7140"/>
                  </a:lnTo>
                  <a:lnTo>
                    <a:pt x="2203854" y="6359"/>
                  </a:lnTo>
                  <a:lnTo>
                    <a:pt x="2228220" y="5595"/>
                  </a:lnTo>
                  <a:lnTo>
                    <a:pt x="2252084" y="4847"/>
                  </a:lnTo>
                  <a:lnTo>
                    <a:pt x="2275465" y="4113"/>
                  </a:lnTo>
                  <a:lnTo>
                    <a:pt x="2298384" y="3394"/>
                  </a:lnTo>
                  <a:lnTo>
                    <a:pt x="2320857" y="2690"/>
                  </a:lnTo>
                  <a:lnTo>
                    <a:pt x="2342902" y="1998"/>
                  </a:lnTo>
                  <a:lnTo>
                    <a:pt x="2364535" y="1320"/>
                  </a:lnTo>
                  <a:lnTo>
                    <a:pt x="2385772" y="654"/>
                  </a:lnTo>
                  <a:lnTo>
                    <a:pt x="2406625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rc389"/>
            <p:cNvSpPr/>
            <p:nvPr/>
          </p:nvSpPr>
          <p:spPr>
            <a:xfrm>
              <a:off x="4186450" y="2986509"/>
              <a:ext cx="2746729" cy="1538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186450" y="2986509"/>
              <a:ext cx="0" cy="1538730"/>
            </a:xfrm>
            <a:custGeom>
              <a:avLst/>
              <a:pathLst>
                <a:path w="0" h="1538730">
                  <a:moveTo>
                    <a:pt x="0" y="1538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57982" y="43205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57982" y="40355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157982" y="37505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4157982" y="34655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157982" y="31805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186450" y="4525240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4355915" y="4525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5158123" y="4525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5960332" y="4525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6762540" y="4525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tx401"/>
            <p:cNvSpPr/>
            <p:nvPr/>
          </p:nvSpPr>
          <p:spPr>
            <a:xfrm>
              <a:off x="4186450" y="2809969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3" name="rc402"/>
            <p:cNvSpPr/>
            <p:nvPr/>
          </p:nvSpPr>
          <p:spPr>
            <a:xfrm>
              <a:off x="1310032" y="4806163"/>
              <a:ext cx="2746729" cy="1538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06811" y="577146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501863" y="562588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490138" y="571610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500126" y="591674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55113" y="60962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28686" y="574218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482914" y="58834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487639" y="59241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453615" y="603350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517773" y="569592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274762" y="58975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245466" y="509011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279039" y="525764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273756" y="55227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223238" y="567212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312148" y="624687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214174" y="594529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290215" y="54705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202218" y="494265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306247" y="48480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32415" y="57683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37061" y="545100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28830" y="52269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260269" y="537644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266893" y="59369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28666" y="587684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234838" y="527849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229444" y="533110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016323" y="598718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062995" y="56465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104297" y="57787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109402" y="606259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041151" y="562371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056251" y="593941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106619" y="500671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003879" y="58535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070988" y="550557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054045" y="52925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76470" y="490810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089044" y="51605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074279" y="588065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100901" y="542774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041064" y="558418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050980" y="53756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089290" y="584956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098207" y="542562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021025" y="581074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090992" y="576007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854882" y="58229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900688" y="576602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818641" y="596885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860358" y="548169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794644" y="555014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803143" y="494671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878213" y="552194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852862" y="576384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868533" y="553893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800655" y="540792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815363" y="53411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903837" y="518466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900010" y="571072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860380" y="50730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901182" y="604426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811395" y="588348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862782" y="568513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805714" y="57887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796153" y="563676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838262" y="583825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883989" y="560732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866370" y="551693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58346" y="55281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813301" y="560186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489384" y="5667010"/>
              <a:ext cx="2390341" cy="64288"/>
            </a:xfrm>
            <a:custGeom>
              <a:avLst/>
              <a:pathLst>
                <a:path w="2390341" h="64288">
                  <a:moveTo>
                    <a:pt x="0" y="64288"/>
                  </a:moveTo>
                  <a:lnTo>
                    <a:pt x="153495" y="60160"/>
                  </a:lnTo>
                  <a:lnTo>
                    <a:pt x="288888" y="56519"/>
                  </a:lnTo>
                  <a:lnTo>
                    <a:pt x="410001" y="53261"/>
                  </a:lnTo>
                  <a:lnTo>
                    <a:pt x="519562" y="50315"/>
                  </a:lnTo>
                  <a:lnTo>
                    <a:pt x="619582" y="47624"/>
                  </a:lnTo>
                  <a:lnTo>
                    <a:pt x="711592" y="45150"/>
                  </a:lnTo>
                  <a:lnTo>
                    <a:pt x="796780" y="42859"/>
                  </a:lnTo>
                  <a:lnTo>
                    <a:pt x="876088" y="40726"/>
                  </a:lnTo>
                  <a:lnTo>
                    <a:pt x="950276" y="38730"/>
                  </a:lnTo>
                  <a:lnTo>
                    <a:pt x="1019965" y="36856"/>
                  </a:lnTo>
                  <a:lnTo>
                    <a:pt x="1085669" y="35089"/>
                  </a:lnTo>
                  <a:lnTo>
                    <a:pt x="1147820" y="33417"/>
                  </a:lnTo>
                  <a:lnTo>
                    <a:pt x="1206782" y="31832"/>
                  </a:lnTo>
                  <a:lnTo>
                    <a:pt x="1262867" y="30323"/>
                  </a:lnTo>
                  <a:lnTo>
                    <a:pt x="1316342" y="28885"/>
                  </a:lnTo>
                  <a:lnTo>
                    <a:pt x="1367440" y="27511"/>
                  </a:lnTo>
                  <a:lnTo>
                    <a:pt x="1416363" y="26195"/>
                  </a:lnTo>
                  <a:lnTo>
                    <a:pt x="1463288" y="24933"/>
                  </a:lnTo>
                  <a:lnTo>
                    <a:pt x="1508373" y="23720"/>
                  </a:lnTo>
                  <a:lnTo>
                    <a:pt x="1551756" y="22553"/>
                  </a:lnTo>
                  <a:lnTo>
                    <a:pt x="1593561" y="21429"/>
                  </a:lnTo>
                  <a:lnTo>
                    <a:pt x="1633898" y="20344"/>
                  </a:lnTo>
                  <a:lnTo>
                    <a:pt x="1672869" y="19296"/>
                  </a:lnTo>
                  <a:lnTo>
                    <a:pt x="1710561" y="18282"/>
                  </a:lnTo>
                  <a:lnTo>
                    <a:pt x="1747056" y="17301"/>
                  </a:lnTo>
                  <a:lnTo>
                    <a:pt x="1782429" y="16349"/>
                  </a:lnTo>
                  <a:lnTo>
                    <a:pt x="1816745" y="15426"/>
                  </a:lnTo>
                  <a:lnTo>
                    <a:pt x="1850067" y="14530"/>
                  </a:lnTo>
                  <a:lnTo>
                    <a:pt x="1882449" y="13659"/>
                  </a:lnTo>
                  <a:lnTo>
                    <a:pt x="1913945" y="12812"/>
                  </a:lnTo>
                  <a:lnTo>
                    <a:pt x="1944600" y="11988"/>
                  </a:lnTo>
                  <a:lnTo>
                    <a:pt x="1974459" y="11185"/>
                  </a:lnTo>
                  <a:lnTo>
                    <a:pt x="2003563" y="10402"/>
                  </a:lnTo>
                  <a:lnTo>
                    <a:pt x="2031947" y="9639"/>
                  </a:lnTo>
                  <a:lnTo>
                    <a:pt x="2059647" y="8894"/>
                  </a:lnTo>
                  <a:lnTo>
                    <a:pt x="2086696" y="8166"/>
                  </a:lnTo>
                  <a:lnTo>
                    <a:pt x="2113123" y="7455"/>
                  </a:lnTo>
                  <a:lnTo>
                    <a:pt x="2138955" y="6761"/>
                  </a:lnTo>
                  <a:lnTo>
                    <a:pt x="2164220" y="6081"/>
                  </a:lnTo>
                  <a:lnTo>
                    <a:pt x="2188942" y="5416"/>
                  </a:lnTo>
                  <a:lnTo>
                    <a:pt x="2213143" y="4765"/>
                  </a:lnTo>
                  <a:lnTo>
                    <a:pt x="2236845" y="4128"/>
                  </a:lnTo>
                  <a:lnTo>
                    <a:pt x="2260069" y="3503"/>
                  </a:lnTo>
                  <a:lnTo>
                    <a:pt x="2282832" y="2891"/>
                  </a:lnTo>
                  <a:lnTo>
                    <a:pt x="2305153" y="2291"/>
                  </a:lnTo>
                  <a:lnTo>
                    <a:pt x="2327049" y="1702"/>
                  </a:lnTo>
                  <a:lnTo>
                    <a:pt x="2348536" y="1124"/>
                  </a:lnTo>
                  <a:lnTo>
                    <a:pt x="2369629" y="557"/>
                  </a:lnTo>
                  <a:lnTo>
                    <a:pt x="2390341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489384" y="5687531"/>
              <a:ext cx="2390341" cy="245850"/>
            </a:xfrm>
            <a:custGeom>
              <a:avLst/>
              <a:pathLst>
                <a:path w="2390341" h="245850">
                  <a:moveTo>
                    <a:pt x="0" y="245850"/>
                  </a:moveTo>
                  <a:lnTo>
                    <a:pt x="153495" y="230063"/>
                  </a:lnTo>
                  <a:lnTo>
                    <a:pt x="288888" y="216137"/>
                  </a:lnTo>
                  <a:lnTo>
                    <a:pt x="410001" y="203681"/>
                  </a:lnTo>
                  <a:lnTo>
                    <a:pt x="519562" y="192412"/>
                  </a:lnTo>
                  <a:lnTo>
                    <a:pt x="619582" y="182125"/>
                  </a:lnTo>
                  <a:lnTo>
                    <a:pt x="711592" y="172661"/>
                  </a:lnTo>
                  <a:lnTo>
                    <a:pt x="796780" y="163900"/>
                  </a:lnTo>
                  <a:lnTo>
                    <a:pt x="876088" y="155743"/>
                  </a:lnTo>
                  <a:lnTo>
                    <a:pt x="950276" y="148112"/>
                  </a:lnTo>
                  <a:lnTo>
                    <a:pt x="1019965" y="140945"/>
                  </a:lnTo>
                  <a:lnTo>
                    <a:pt x="1085669" y="134187"/>
                  </a:lnTo>
                  <a:lnTo>
                    <a:pt x="1147820" y="127795"/>
                  </a:lnTo>
                  <a:lnTo>
                    <a:pt x="1206782" y="121730"/>
                  </a:lnTo>
                  <a:lnTo>
                    <a:pt x="1262867" y="115962"/>
                  </a:lnTo>
                  <a:lnTo>
                    <a:pt x="1316342" y="110462"/>
                  </a:lnTo>
                  <a:lnTo>
                    <a:pt x="1367440" y="105207"/>
                  </a:lnTo>
                  <a:lnTo>
                    <a:pt x="1416363" y="100175"/>
                  </a:lnTo>
                  <a:lnTo>
                    <a:pt x="1463288" y="95348"/>
                  </a:lnTo>
                  <a:lnTo>
                    <a:pt x="1508373" y="90711"/>
                  </a:lnTo>
                  <a:lnTo>
                    <a:pt x="1551756" y="86249"/>
                  </a:lnTo>
                  <a:lnTo>
                    <a:pt x="1593561" y="81950"/>
                  </a:lnTo>
                  <a:lnTo>
                    <a:pt x="1633898" y="77801"/>
                  </a:lnTo>
                  <a:lnTo>
                    <a:pt x="1672869" y="73793"/>
                  </a:lnTo>
                  <a:lnTo>
                    <a:pt x="1710561" y="69916"/>
                  </a:lnTo>
                  <a:lnTo>
                    <a:pt x="1747056" y="66162"/>
                  </a:lnTo>
                  <a:lnTo>
                    <a:pt x="1782429" y="62524"/>
                  </a:lnTo>
                  <a:lnTo>
                    <a:pt x="1816745" y="58995"/>
                  </a:lnTo>
                  <a:lnTo>
                    <a:pt x="1850067" y="55568"/>
                  </a:lnTo>
                  <a:lnTo>
                    <a:pt x="1882449" y="52237"/>
                  </a:lnTo>
                  <a:lnTo>
                    <a:pt x="1913945" y="48998"/>
                  </a:lnTo>
                  <a:lnTo>
                    <a:pt x="1944600" y="45845"/>
                  </a:lnTo>
                  <a:lnTo>
                    <a:pt x="1974459" y="42774"/>
                  </a:lnTo>
                  <a:lnTo>
                    <a:pt x="2003563" y="39780"/>
                  </a:lnTo>
                  <a:lnTo>
                    <a:pt x="2031947" y="36861"/>
                  </a:lnTo>
                  <a:lnTo>
                    <a:pt x="2059647" y="34012"/>
                  </a:lnTo>
                  <a:lnTo>
                    <a:pt x="2086696" y="31230"/>
                  </a:lnTo>
                  <a:lnTo>
                    <a:pt x="2113123" y="28512"/>
                  </a:lnTo>
                  <a:lnTo>
                    <a:pt x="2138955" y="25855"/>
                  </a:lnTo>
                  <a:lnTo>
                    <a:pt x="2164220" y="23256"/>
                  </a:lnTo>
                  <a:lnTo>
                    <a:pt x="2188942" y="20714"/>
                  </a:lnTo>
                  <a:lnTo>
                    <a:pt x="2213143" y="18225"/>
                  </a:lnTo>
                  <a:lnTo>
                    <a:pt x="2236845" y="15787"/>
                  </a:lnTo>
                  <a:lnTo>
                    <a:pt x="2260069" y="13398"/>
                  </a:lnTo>
                  <a:lnTo>
                    <a:pt x="2282832" y="11057"/>
                  </a:lnTo>
                  <a:lnTo>
                    <a:pt x="2305153" y="8761"/>
                  </a:lnTo>
                  <a:lnTo>
                    <a:pt x="2327049" y="6509"/>
                  </a:lnTo>
                  <a:lnTo>
                    <a:pt x="2348536" y="4299"/>
                  </a:lnTo>
                  <a:lnTo>
                    <a:pt x="2369629" y="2130"/>
                  </a:lnTo>
                  <a:lnTo>
                    <a:pt x="2390341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489384" y="5764882"/>
              <a:ext cx="2390341" cy="276079"/>
            </a:xfrm>
            <a:custGeom>
              <a:avLst/>
              <a:pathLst>
                <a:path w="2390341" h="276079">
                  <a:moveTo>
                    <a:pt x="0" y="0"/>
                  </a:moveTo>
                  <a:lnTo>
                    <a:pt x="153495" y="17728"/>
                  </a:lnTo>
                  <a:lnTo>
                    <a:pt x="288888" y="33366"/>
                  </a:lnTo>
                  <a:lnTo>
                    <a:pt x="410001" y="47354"/>
                  </a:lnTo>
                  <a:lnTo>
                    <a:pt x="519562" y="60008"/>
                  </a:lnTo>
                  <a:lnTo>
                    <a:pt x="619582" y="71560"/>
                  </a:lnTo>
                  <a:lnTo>
                    <a:pt x="711592" y="82187"/>
                  </a:lnTo>
                  <a:lnTo>
                    <a:pt x="796780" y="92026"/>
                  </a:lnTo>
                  <a:lnTo>
                    <a:pt x="876088" y="101186"/>
                  </a:lnTo>
                  <a:lnTo>
                    <a:pt x="950276" y="109755"/>
                  </a:lnTo>
                  <a:lnTo>
                    <a:pt x="1019965" y="117804"/>
                  </a:lnTo>
                  <a:lnTo>
                    <a:pt x="1085669" y="125392"/>
                  </a:lnTo>
                  <a:lnTo>
                    <a:pt x="1147820" y="132571"/>
                  </a:lnTo>
                  <a:lnTo>
                    <a:pt x="1206782" y="139381"/>
                  </a:lnTo>
                  <a:lnTo>
                    <a:pt x="1262867" y="145858"/>
                  </a:lnTo>
                  <a:lnTo>
                    <a:pt x="1316342" y="152035"/>
                  </a:lnTo>
                  <a:lnTo>
                    <a:pt x="1367440" y="157936"/>
                  </a:lnTo>
                  <a:lnTo>
                    <a:pt x="1416363" y="163587"/>
                  </a:lnTo>
                  <a:lnTo>
                    <a:pt x="1463288" y="169007"/>
                  </a:lnTo>
                  <a:lnTo>
                    <a:pt x="1508373" y="174214"/>
                  </a:lnTo>
                  <a:lnTo>
                    <a:pt x="1551756" y="179224"/>
                  </a:lnTo>
                  <a:lnTo>
                    <a:pt x="1593561" y="184053"/>
                  </a:lnTo>
                  <a:lnTo>
                    <a:pt x="1633898" y="188712"/>
                  </a:lnTo>
                  <a:lnTo>
                    <a:pt x="1672869" y="193213"/>
                  </a:lnTo>
                  <a:lnTo>
                    <a:pt x="1710561" y="197566"/>
                  </a:lnTo>
                  <a:lnTo>
                    <a:pt x="1747056" y="201781"/>
                  </a:lnTo>
                  <a:lnTo>
                    <a:pt x="1782429" y="205867"/>
                  </a:lnTo>
                  <a:lnTo>
                    <a:pt x="1816745" y="209830"/>
                  </a:lnTo>
                  <a:lnTo>
                    <a:pt x="1850067" y="213679"/>
                  </a:lnTo>
                  <a:lnTo>
                    <a:pt x="1882449" y="217419"/>
                  </a:lnTo>
                  <a:lnTo>
                    <a:pt x="1913945" y="221057"/>
                  </a:lnTo>
                  <a:lnTo>
                    <a:pt x="1944600" y="224597"/>
                  </a:lnTo>
                  <a:lnTo>
                    <a:pt x="1974459" y="228046"/>
                  </a:lnTo>
                  <a:lnTo>
                    <a:pt x="2003563" y="231407"/>
                  </a:lnTo>
                  <a:lnTo>
                    <a:pt x="2031947" y="234686"/>
                  </a:lnTo>
                  <a:lnTo>
                    <a:pt x="2059647" y="237885"/>
                  </a:lnTo>
                  <a:lnTo>
                    <a:pt x="2086696" y="241009"/>
                  </a:lnTo>
                  <a:lnTo>
                    <a:pt x="2113123" y="244061"/>
                  </a:lnTo>
                  <a:lnTo>
                    <a:pt x="2138955" y="247045"/>
                  </a:lnTo>
                  <a:lnTo>
                    <a:pt x="2164220" y="249963"/>
                  </a:lnTo>
                  <a:lnTo>
                    <a:pt x="2188942" y="252818"/>
                  </a:lnTo>
                  <a:lnTo>
                    <a:pt x="2213143" y="255613"/>
                  </a:lnTo>
                  <a:lnTo>
                    <a:pt x="2236845" y="258351"/>
                  </a:lnTo>
                  <a:lnTo>
                    <a:pt x="2260069" y="261033"/>
                  </a:lnTo>
                  <a:lnTo>
                    <a:pt x="2282832" y="263662"/>
                  </a:lnTo>
                  <a:lnTo>
                    <a:pt x="2305153" y="266240"/>
                  </a:lnTo>
                  <a:lnTo>
                    <a:pt x="2327049" y="268769"/>
                  </a:lnTo>
                  <a:lnTo>
                    <a:pt x="2348536" y="271251"/>
                  </a:lnTo>
                  <a:lnTo>
                    <a:pt x="2369629" y="273687"/>
                  </a:lnTo>
                  <a:lnTo>
                    <a:pt x="2390341" y="27607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489384" y="5658680"/>
              <a:ext cx="2390341" cy="81042"/>
            </a:xfrm>
            <a:custGeom>
              <a:avLst/>
              <a:pathLst>
                <a:path w="2390341" h="81042">
                  <a:moveTo>
                    <a:pt x="0" y="81042"/>
                  </a:moveTo>
                  <a:lnTo>
                    <a:pt x="153495" y="75838"/>
                  </a:lnTo>
                  <a:lnTo>
                    <a:pt x="288888" y="71248"/>
                  </a:lnTo>
                  <a:lnTo>
                    <a:pt x="410001" y="67142"/>
                  </a:lnTo>
                  <a:lnTo>
                    <a:pt x="519562" y="63427"/>
                  </a:lnTo>
                  <a:lnTo>
                    <a:pt x="619582" y="60036"/>
                  </a:lnTo>
                  <a:lnTo>
                    <a:pt x="711592" y="56916"/>
                  </a:lnTo>
                  <a:lnTo>
                    <a:pt x="796780" y="54028"/>
                  </a:lnTo>
                  <a:lnTo>
                    <a:pt x="876088" y="51339"/>
                  </a:lnTo>
                  <a:lnTo>
                    <a:pt x="950276" y="48824"/>
                  </a:lnTo>
                  <a:lnTo>
                    <a:pt x="1019965" y="46461"/>
                  </a:lnTo>
                  <a:lnTo>
                    <a:pt x="1085669" y="44233"/>
                  </a:lnTo>
                  <a:lnTo>
                    <a:pt x="1147820" y="42126"/>
                  </a:lnTo>
                  <a:lnTo>
                    <a:pt x="1206782" y="40127"/>
                  </a:lnTo>
                  <a:lnTo>
                    <a:pt x="1262867" y="38226"/>
                  </a:lnTo>
                  <a:lnTo>
                    <a:pt x="1316342" y="36413"/>
                  </a:lnTo>
                  <a:lnTo>
                    <a:pt x="1367440" y="34680"/>
                  </a:lnTo>
                  <a:lnTo>
                    <a:pt x="1416363" y="33022"/>
                  </a:lnTo>
                  <a:lnTo>
                    <a:pt x="1463288" y="31431"/>
                  </a:lnTo>
                  <a:lnTo>
                    <a:pt x="1508373" y="29902"/>
                  </a:lnTo>
                  <a:lnTo>
                    <a:pt x="1551756" y="28431"/>
                  </a:lnTo>
                  <a:lnTo>
                    <a:pt x="1593561" y="27014"/>
                  </a:lnTo>
                  <a:lnTo>
                    <a:pt x="1633898" y="25646"/>
                  </a:lnTo>
                  <a:lnTo>
                    <a:pt x="1672869" y="24325"/>
                  </a:lnTo>
                  <a:lnTo>
                    <a:pt x="1710561" y="23047"/>
                  </a:lnTo>
                  <a:lnTo>
                    <a:pt x="1747056" y="21810"/>
                  </a:lnTo>
                  <a:lnTo>
                    <a:pt x="1782429" y="20610"/>
                  </a:lnTo>
                  <a:lnTo>
                    <a:pt x="1816745" y="19447"/>
                  </a:lnTo>
                  <a:lnTo>
                    <a:pt x="1850067" y="18317"/>
                  </a:lnTo>
                  <a:lnTo>
                    <a:pt x="1882449" y="17219"/>
                  </a:lnTo>
                  <a:lnTo>
                    <a:pt x="1913945" y="16151"/>
                  </a:lnTo>
                  <a:lnTo>
                    <a:pt x="1944600" y="15112"/>
                  </a:lnTo>
                  <a:lnTo>
                    <a:pt x="1974459" y="14100"/>
                  </a:lnTo>
                  <a:lnTo>
                    <a:pt x="2003563" y="13113"/>
                  </a:lnTo>
                  <a:lnTo>
                    <a:pt x="2031947" y="12151"/>
                  </a:lnTo>
                  <a:lnTo>
                    <a:pt x="2059647" y="11211"/>
                  </a:lnTo>
                  <a:lnTo>
                    <a:pt x="2086696" y="10294"/>
                  </a:lnTo>
                  <a:lnTo>
                    <a:pt x="2113123" y="9398"/>
                  </a:lnTo>
                  <a:lnTo>
                    <a:pt x="2138955" y="8523"/>
                  </a:lnTo>
                  <a:lnTo>
                    <a:pt x="2164220" y="7666"/>
                  </a:lnTo>
                  <a:lnTo>
                    <a:pt x="2188942" y="6828"/>
                  </a:lnTo>
                  <a:lnTo>
                    <a:pt x="2213143" y="6007"/>
                  </a:lnTo>
                  <a:lnTo>
                    <a:pt x="2236845" y="5204"/>
                  </a:lnTo>
                  <a:lnTo>
                    <a:pt x="2260069" y="4416"/>
                  </a:lnTo>
                  <a:lnTo>
                    <a:pt x="2282832" y="3645"/>
                  </a:lnTo>
                  <a:lnTo>
                    <a:pt x="2305153" y="2888"/>
                  </a:lnTo>
                  <a:lnTo>
                    <a:pt x="2327049" y="2145"/>
                  </a:lnTo>
                  <a:lnTo>
                    <a:pt x="2348536" y="1417"/>
                  </a:lnTo>
                  <a:lnTo>
                    <a:pt x="2369629" y="702"/>
                  </a:lnTo>
                  <a:lnTo>
                    <a:pt x="2390341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489384" y="5550176"/>
              <a:ext cx="2390341" cy="353746"/>
            </a:xfrm>
            <a:custGeom>
              <a:avLst/>
              <a:pathLst>
                <a:path w="2390341" h="353746">
                  <a:moveTo>
                    <a:pt x="0" y="353746"/>
                  </a:moveTo>
                  <a:lnTo>
                    <a:pt x="153495" y="331030"/>
                  </a:lnTo>
                  <a:lnTo>
                    <a:pt x="288888" y="310994"/>
                  </a:lnTo>
                  <a:lnTo>
                    <a:pt x="410001" y="293070"/>
                  </a:lnTo>
                  <a:lnTo>
                    <a:pt x="519562" y="276856"/>
                  </a:lnTo>
                  <a:lnTo>
                    <a:pt x="619582" y="262054"/>
                  </a:lnTo>
                  <a:lnTo>
                    <a:pt x="711592" y="248438"/>
                  </a:lnTo>
                  <a:lnTo>
                    <a:pt x="796780" y="235831"/>
                  </a:lnTo>
                  <a:lnTo>
                    <a:pt x="876088" y="224094"/>
                  </a:lnTo>
                  <a:lnTo>
                    <a:pt x="950276" y="213115"/>
                  </a:lnTo>
                  <a:lnTo>
                    <a:pt x="1019965" y="202802"/>
                  </a:lnTo>
                  <a:lnTo>
                    <a:pt x="1085669" y="193078"/>
                  </a:lnTo>
                  <a:lnTo>
                    <a:pt x="1147820" y="183880"/>
                  </a:lnTo>
                  <a:lnTo>
                    <a:pt x="1206782" y="175155"/>
                  </a:lnTo>
                  <a:lnTo>
                    <a:pt x="1262867" y="166855"/>
                  </a:lnTo>
                  <a:lnTo>
                    <a:pt x="1316342" y="158941"/>
                  </a:lnTo>
                  <a:lnTo>
                    <a:pt x="1367440" y="151379"/>
                  </a:lnTo>
                  <a:lnTo>
                    <a:pt x="1416363" y="144139"/>
                  </a:lnTo>
                  <a:lnTo>
                    <a:pt x="1463288" y="137194"/>
                  </a:lnTo>
                  <a:lnTo>
                    <a:pt x="1508373" y="130522"/>
                  </a:lnTo>
                  <a:lnTo>
                    <a:pt x="1551756" y="124102"/>
                  </a:lnTo>
                  <a:lnTo>
                    <a:pt x="1593561" y="117915"/>
                  </a:lnTo>
                  <a:lnTo>
                    <a:pt x="1633898" y="111946"/>
                  </a:lnTo>
                  <a:lnTo>
                    <a:pt x="1672869" y="106178"/>
                  </a:lnTo>
                  <a:lnTo>
                    <a:pt x="1710561" y="100600"/>
                  </a:lnTo>
                  <a:lnTo>
                    <a:pt x="1747056" y="95199"/>
                  </a:lnTo>
                  <a:lnTo>
                    <a:pt x="1782429" y="89964"/>
                  </a:lnTo>
                  <a:lnTo>
                    <a:pt x="1816745" y="84886"/>
                  </a:lnTo>
                  <a:lnTo>
                    <a:pt x="1850067" y="79955"/>
                  </a:lnTo>
                  <a:lnTo>
                    <a:pt x="1882449" y="75162"/>
                  </a:lnTo>
                  <a:lnTo>
                    <a:pt x="1913945" y="70501"/>
                  </a:lnTo>
                  <a:lnTo>
                    <a:pt x="1944600" y="65965"/>
                  </a:lnTo>
                  <a:lnTo>
                    <a:pt x="1974459" y="61546"/>
                  </a:lnTo>
                  <a:lnTo>
                    <a:pt x="2003563" y="57239"/>
                  </a:lnTo>
                  <a:lnTo>
                    <a:pt x="2031947" y="53038"/>
                  </a:lnTo>
                  <a:lnTo>
                    <a:pt x="2059647" y="48939"/>
                  </a:lnTo>
                  <a:lnTo>
                    <a:pt x="2086696" y="44936"/>
                  </a:lnTo>
                  <a:lnTo>
                    <a:pt x="2113123" y="41025"/>
                  </a:lnTo>
                  <a:lnTo>
                    <a:pt x="2138955" y="37202"/>
                  </a:lnTo>
                  <a:lnTo>
                    <a:pt x="2164220" y="33463"/>
                  </a:lnTo>
                  <a:lnTo>
                    <a:pt x="2188942" y="29805"/>
                  </a:lnTo>
                  <a:lnTo>
                    <a:pt x="2213143" y="26223"/>
                  </a:lnTo>
                  <a:lnTo>
                    <a:pt x="2236845" y="22715"/>
                  </a:lnTo>
                  <a:lnTo>
                    <a:pt x="2260069" y="19279"/>
                  </a:lnTo>
                  <a:lnTo>
                    <a:pt x="2282832" y="15910"/>
                  </a:lnTo>
                  <a:lnTo>
                    <a:pt x="2305153" y="12606"/>
                  </a:lnTo>
                  <a:lnTo>
                    <a:pt x="2327049" y="9366"/>
                  </a:lnTo>
                  <a:lnTo>
                    <a:pt x="2348536" y="6186"/>
                  </a:lnTo>
                  <a:lnTo>
                    <a:pt x="2369629" y="3065"/>
                  </a:lnTo>
                  <a:lnTo>
                    <a:pt x="2390341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489384" y="5414123"/>
              <a:ext cx="2390341" cy="31170"/>
            </a:xfrm>
            <a:custGeom>
              <a:avLst/>
              <a:pathLst>
                <a:path w="2390341" h="31170">
                  <a:moveTo>
                    <a:pt x="0" y="31170"/>
                  </a:moveTo>
                  <a:lnTo>
                    <a:pt x="153495" y="29168"/>
                  </a:lnTo>
                  <a:lnTo>
                    <a:pt x="288888" y="27403"/>
                  </a:lnTo>
                  <a:lnTo>
                    <a:pt x="410001" y="25823"/>
                  </a:lnTo>
                  <a:lnTo>
                    <a:pt x="519562" y="24395"/>
                  </a:lnTo>
                  <a:lnTo>
                    <a:pt x="619582" y="23090"/>
                  </a:lnTo>
                  <a:lnTo>
                    <a:pt x="711592" y="21891"/>
                  </a:lnTo>
                  <a:lnTo>
                    <a:pt x="796780" y="20780"/>
                  </a:lnTo>
                  <a:lnTo>
                    <a:pt x="876088" y="19746"/>
                  </a:lnTo>
                  <a:lnTo>
                    <a:pt x="950276" y="18778"/>
                  </a:lnTo>
                  <a:lnTo>
                    <a:pt x="1019965" y="17869"/>
                  </a:lnTo>
                  <a:lnTo>
                    <a:pt x="1085669" y="17013"/>
                  </a:lnTo>
                  <a:lnTo>
                    <a:pt x="1147820" y="16202"/>
                  </a:lnTo>
                  <a:lnTo>
                    <a:pt x="1206782" y="15433"/>
                  </a:lnTo>
                  <a:lnTo>
                    <a:pt x="1262867" y="14702"/>
                  </a:lnTo>
                  <a:lnTo>
                    <a:pt x="1316342" y="14005"/>
                  </a:lnTo>
                  <a:lnTo>
                    <a:pt x="1367440" y="13338"/>
                  </a:lnTo>
                  <a:lnTo>
                    <a:pt x="1416363" y="12700"/>
                  </a:lnTo>
                  <a:lnTo>
                    <a:pt x="1463288" y="12088"/>
                  </a:lnTo>
                  <a:lnTo>
                    <a:pt x="1508373" y="11500"/>
                  </a:lnTo>
                  <a:lnTo>
                    <a:pt x="1551756" y="10935"/>
                  </a:lnTo>
                  <a:lnTo>
                    <a:pt x="1593561" y="10390"/>
                  </a:lnTo>
                  <a:lnTo>
                    <a:pt x="1633898" y="9864"/>
                  </a:lnTo>
                  <a:lnTo>
                    <a:pt x="1672869" y="9355"/>
                  </a:lnTo>
                  <a:lnTo>
                    <a:pt x="1710561" y="8864"/>
                  </a:lnTo>
                  <a:lnTo>
                    <a:pt x="1747056" y="8388"/>
                  </a:lnTo>
                  <a:lnTo>
                    <a:pt x="1782429" y="7927"/>
                  </a:lnTo>
                  <a:lnTo>
                    <a:pt x="1816745" y="7479"/>
                  </a:lnTo>
                  <a:lnTo>
                    <a:pt x="1850067" y="7045"/>
                  </a:lnTo>
                  <a:lnTo>
                    <a:pt x="1882449" y="6622"/>
                  </a:lnTo>
                  <a:lnTo>
                    <a:pt x="1913945" y="6212"/>
                  </a:lnTo>
                  <a:lnTo>
                    <a:pt x="1944600" y="5812"/>
                  </a:lnTo>
                  <a:lnTo>
                    <a:pt x="1974459" y="5423"/>
                  </a:lnTo>
                  <a:lnTo>
                    <a:pt x="2003563" y="5043"/>
                  </a:lnTo>
                  <a:lnTo>
                    <a:pt x="2031947" y="4673"/>
                  </a:lnTo>
                  <a:lnTo>
                    <a:pt x="2059647" y="4312"/>
                  </a:lnTo>
                  <a:lnTo>
                    <a:pt x="2086696" y="3959"/>
                  </a:lnTo>
                  <a:lnTo>
                    <a:pt x="2113123" y="3614"/>
                  </a:lnTo>
                  <a:lnTo>
                    <a:pt x="2138955" y="3278"/>
                  </a:lnTo>
                  <a:lnTo>
                    <a:pt x="2164220" y="2948"/>
                  </a:lnTo>
                  <a:lnTo>
                    <a:pt x="2188942" y="2626"/>
                  </a:lnTo>
                  <a:lnTo>
                    <a:pt x="2213143" y="2310"/>
                  </a:lnTo>
                  <a:lnTo>
                    <a:pt x="2236845" y="2001"/>
                  </a:lnTo>
                  <a:lnTo>
                    <a:pt x="2260069" y="1698"/>
                  </a:lnTo>
                  <a:lnTo>
                    <a:pt x="2282832" y="1401"/>
                  </a:lnTo>
                  <a:lnTo>
                    <a:pt x="2305153" y="1110"/>
                  </a:lnTo>
                  <a:lnTo>
                    <a:pt x="2327049" y="825"/>
                  </a:lnTo>
                  <a:lnTo>
                    <a:pt x="2348536" y="545"/>
                  </a:lnTo>
                  <a:lnTo>
                    <a:pt x="2369629" y="270"/>
                  </a:lnTo>
                  <a:lnTo>
                    <a:pt x="2390341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489384" y="5366718"/>
              <a:ext cx="2390341" cy="265726"/>
            </a:xfrm>
            <a:custGeom>
              <a:avLst/>
              <a:pathLst>
                <a:path w="2390341" h="265726">
                  <a:moveTo>
                    <a:pt x="0" y="265726"/>
                  </a:moveTo>
                  <a:lnTo>
                    <a:pt x="153495" y="248663"/>
                  </a:lnTo>
                  <a:lnTo>
                    <a:pt x="288888" y="233612"/>
                  </a:lnTo>
                  <a:lnTo>
                    <a:pt x="410001" y="220148"/>
                  </a:lnTo>
                  <a:lnTo>
                    <a:pt x="519562" y="207968"/>
                  </a:lnTo>
                  <a:lnTo>
                    <a:pt x="619582" y="196849"/>
                  </a:lnTo>
                  <a:lnTo>
                    <a:pt x="711592" y="186621"/>
                  </a:lnTo>
                  <a:lnTo>
                    <a:pt x="796780" y="177151"/>
                  </a:lnTo>
                  <a:lnTo>
                    <a:pt x="876088" y="168334"/>
                  </a:lnTo>
                  <a:lnTo>
                    <a:pt x="950276" y="160087"/>
                  </a:lnTo>
                  <a:lnTo>
                    <a:pt x="1019965" y="152340"/>
                  </a:lnTo>
                  <a:lnTo>
                    <a:pt x="1085669" y="145036"/>
                  </a:lnTo>
                  <a:lnTo>
                    <a:pt x="1147820" y="138127"/>
                  </a:lnTo>
                  <a:lnTo>
                    <a:pt x="1206782" y="131572"/>
                  </a:lnTo>
                  <a:lnTo>
                    <a:pt x="1262867" y="125337"/>
                  </a:lnTo>
                  <a:lnTo>
                    <a:pt x="1316342" y="119393"/>
                  </a:lnTo>
                  <a:lnTo>
                    <a:pt x="1367440" y="113712"/>
                  </a:lnTo>
                  <a:lnTo>
                    <a:pt x="1416363" y="108274"/>
                  </a:lnTo>
                  <a:lnTo>
                    <a:pt x="1463288" y="103057"/>
                  </a:lnTo>
                  <a:lnTo>
                    <a:pt x="1508373" y="98045"/>
                  </a:lnTo>
                  <a:lnTo>
                    <a:pt x="1551756" y="93222"/>
                  </a:lnTo>
                  <a:lnTo>
                    <a:pt x="1593561" y="88575"/>
                  </a:lnTo>
                  <a:lnTo>
                    <a:pt x="1633898" y="84091"/>
                  </a:lnTo>
                  <a:lnTo>
                    <a:pt x="1672869" y="79759"/>
                  </a:lnTo>
                  <a:lnTo>
                    <a:pt x="1710561" y="75569"/>
                  </a:lnTo>
                  <a:lnTo>
                    <a:pt x="1747056" y="71511"/>
                  </a:lnTo>
                  <a:lnTo>
                    <a:pt x="1782429" y="67579"/>
                  </a:lnTo>
                  <a:lnTo>
                    <a:pt x="1816745" y="63764"/>
                  </a:lnTo>
                  <a:lnTo>
                    <a:pt x="1850067" y="60060"/>
                  </a:lnTo>
                  <a:lnTo>
                    <a:pt x="1882449" y="56460"/>
                  </a:lnTo>
                  <a:lnTo>
                    <a:pt x="1913945" y="52959"/>
                  </a:lnTo>
                  <a:lnTo>
                    <a:pt x="1944600" y="49551"/>
                  </a:lnTo>
                  <a:lnTo>
                    <a:pt x="1974459" y="46232"/>
                  </a:lnTo>
                  <a:lnTo>
                    <a:pt x="2003563" y="42996"/>
                  </a:lnTo>
                  <a:lnTo>
                    <a:pt x="2031947" y="39841"/>
                  </a:lnTo>
                  <a:lnTo>
                    <a:pt x="2059647" y="36762"/>
                  </a:lnTo>
                  <a:lnTo>
                    <a:pt x="2086696" y="33755"/>
                  </a:lnTo>
                  <a:lnTo>
                    <a:pt x="2113123" y="30817"/>
                  </a:lnTo>
                  <a:lnTo>
                    <a:pt x="2138955" y="27945"/>
                  </a:lnTo>
                  <a:lnTo>
                    <a:pt x="2164220" y="25137"/>
                  </a:lnTo>
                  <a:lnTo>
                    <a:pt x="2188942" y="22388"/>
                  </a:lnTo>
                  <a:lnTo>
                    <a:pt x="2213143" y="19698"/>
                  </a:lnTo>
                  <a:lnTo>
                    <a:pt x="2236845" y="17063"/>
                  </a:lnTo>
                  <a:lnTo>
                    <a:pt x="2260069" y="14482"/>
                  </a:lnTo>
                  <a:lnTo>
                    <a:pt x="2282832" y="11951"/>
                  </a:lnTo>
                  <a:lnTo>
                    <a:pt x="2305153" y="9470"/>
                  </a:lnTo>
                  <a:lnTo>
                    <a:pt x="2327049" y="7035"/>
                  </a:lnTo>
                  <a:lnTo>
                    <a:pt x="2348536" y="4647"/>
                  </a:lnTo>
                  <a:lnTo>
                    <a:pt x="2369629" y="2302"/>
                  </a:lnTo>
                  <a:lnTo>
                    <a:pt x="2390341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489384" y="5406349"/>
              <a:ext cx="2390341" cy="262498"/>
            </a:xfrm>
            <a:custGeom>
              <a:avLst/>
              <a:pathLst>
                <a:path w="2390341" h="262498">
                  <a:moveTo>
                    <a:pt x="0" y="262498"/>
                  </a:moveTo>
                  <a:lnTo>
                    <a:pt x="153495" y="245642"/>
                  </a:lnTo>
                  <a:lnTo>
                    <a:pt x="288888" y="230773"/>
                  </a:lnTo>
                  <a:lnTo>
                    <a:pt x="410001" y="217473"/>
                  </a:lnTo>
                  <a:lnTo>
                    <a:pt x="519562" y="205442"/>
                  </a:lnTo>
                  <a:lnTo>
                    <a:pt x="619582" y="194458"/>
                  </a:lnTo>
                  <a:lnTo>
                    <a:pt x="711592" y="184354"/>
                  </a:lnTo>
                  <a:lnTo>
                    <a:pt x="796780" y="174999"/>
                  </a:lnTo>
                  <a:lnTo>
                    <a:pt x="876088" y="166289"/>
                  </a:lnTo>
                  <a:lnTo>
                    <a:pt x="950276" y="158142"/>
                  </a:lnTo>
                  <a:lnTo>
                    <a:pt x="1019965" y="150489"/>
                  </a:lnTo>
                  <a:lnTo>
                    <a:pt x="1085669" y="143274"/>
                  </a:lnTo>
                  <a:lnTo>
                    <a:pt x="1147820" y="136449"/>
                  </a:lnTo>
                  <a:lnTo>
                    <a:pt x="1206782" y="129974"/>
                  </a:lnTo>
                  <a:lnTo>
                    <a:pt x="1262867" y="123815"/>
                  </a:lnTo>
                  <a:lnTo>
                    <a:pt x="1316342" y="117942"/>
                  </a:lnTo>
                  <a:lnTo>
                    <a:pt x="1367440" y="112331"/>
                  </a:lnTo>
                  <a:lnTo>
                    <a:pt x="1416363" y="106958"/>
                  </a:lnTo>
                  <a:lnTo>
                    <a:pt x="1463288" y="101805"/>
                  </a:lnTo>
                  <a:lnTo>
                    <a:pt x="1508373" y="96854"/>
                  </a:lnTo>
                  <a:lnTo>
                    <a:pt x="1551756" y="92090"/>
                  </a:lnTo>
                  <a:lnTo>
                    <a:pt x="1593561" y="87499"/>
                  </a:lnTo>
                  <a:lnTo>
                    <a:pt x="1633898" y="83069"/>
                  </a:lnTo>
                  <a:lnTo>
                    <a:pt x="1672869" y="78790"/>
                  </a:lnTo>
                  <a:lnTo>
                    <a:pt x="1710561" y="74650"/>
                  </a:lnTo>
                  <a:lnTo>
                    <a:pt x="1747056" y="70643"/>
                  </a:lnTo>
                  <a:lnTo>
                    <a:pt x="1782429" y="66758"/>
                  </a:lnTo>
                  <a:lnTo>
                    <a:pt x="1816745" y="62990"/>
                  </a:lnTo>
                  <a:lnTo>
                    <a:pt x="1850067" y="59330"/>
                  </a:lnTo>
                  <a:lnTo>
                    <a:pt x="1882449" y="55774"/>
                  </a:lnTo>
                  <a:lnTo>
                    <a:pt x="1913945" y="52316"/>
                  </a:lnTo>
                  <a:lnTo>
                    <a:pt x="1944600" y="48949"/>
                  </a:lnTo>
                  <a:lnTo>
                    <a:pt x="1974459" y="45670"/>
                  </a:lnTo>
                  <a:lnTo>
                    <a:pt x="2003563" y="42474"/>
                  </a:lnTo>
                  <a:lnTo>
                    <a:pt x="2031947" y="39357"/>
                  </a:lnTo>
                  <a:lnTo>
                    <a:pt x="2059647" y="36315"/>
                  </a:lnTo>
                  <a:lnTo>
                    <a:pt x="2086696" y="33345"/>
                  </a:lnTo>
                  <a:lnTo>
                    <a:pt x="2113123" y="30443"/>
                  </a:lnTo>
                  <a:lnTo>
                    <a:pt x="2138955" y="27606"/>
                  </a:lnTo>
                  <a:lnTo>
                    <a:pt x="2164220" y="24831"/>
                  </a:lnTo>
                  <a:lnTo>
                    <a:pt x="2188942" y="22116"/>
                  </a:lnTo>
                  <a:lnTo>
                    <a:pt x="2213143" y="19459"/>
                  </a:lnTo>
                  <a:lnTo>
                    <a:pt x="2236845" y="16856"/>
                  </a:lnTo>
                  <a:lnTo>
                    <a:pt x="2260069" y="14306"/>
                  </a:lnTo>
                  <a:lnTo>
                    <a:pt x="2282832" y="11806"/>
                  </a:lnTo>
                  <a:lnTo>
                    <a:pt x="2305153" y="9355"/>
                  </a:lnTo>
                  <a:lnTo>
                    <a:pt x="2327049" y="6950"/>
                  </a:lnTo>
                  <a:lnTo>
                    <a:pt x="2348536" y="4590"/>
                  </a:lnTo>
                  <a:lnTo>
                    <a:pt x="2369629" y="2274"/>
                  </a:lnTo>
                  <a:lnTo>
                    <a:pt x="2390341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489384" y="5708216"/>
              <a:ext cx="2390341" cy="197106"/>
            </a:xfrm>
            <a:custGeom>
              <a:avLst/>
              <a:pathLst>
                <a:path w="2390341" h="197106">
                  <a:moveTo>
                    <a:pt x="0" y="0"/>
                  </a:moveTo>
                  <a:lnTo>
                    <a:pt x="153495" y="12657"/>
                  </a:lnTo>
                  <a:lnTo>
                    <a:pt x="288888" y="23821"/>
                  </a:lnTo>
                  <a:lnTo>
                    <a:pt x="410001" y="33808"/>
                  </a:lnTo>
                  <a:lnTo>
                    <a:pt x="519562" y="42842"/>
                  </a:lnTo>
                  <a:lnTo>
                    <a:pt x="619582" y="51090"/>
                  </a:lnTo>
                  <a:lnTo>
                    <a:pt x="711592" y="58677"/>
                  </a:lnTo>
                  <a:lnTo>
                    <a:pt x="796780" y="65702"/>
                  </a:lnTo>
                  <a:lnTo>
                    <a:pt x="876088" y="72241"/>
                  </a:lnTo>
                  <a:lnTo>
                    <a:pt x="950276" y="78359"/>
                  </a:lnTo>
                  <a:lnTo>
                    <a:pt x="1019965" y="84105"/>
                  </a:lnTo>
                  <a:lnTo>
                    <a:pt x="1085669" y="89523"/>
                  </a:lnTo>
                  <a:lnTo>
                    <a:pt x="1147820" y="94648"/>
                  </a:lnTo>
                  <a:lnTo>
                    <a:pt x="1206782" y="99510"/>
                  </a:lnTo>
                  <a:lnTo>
                    <a:pt x="1262867" y="104135"/>
                  </a:lnTo>
                  <a:lnTo>
                    <a:pt x="1316342" y="108544"/>
                  </a:lnTo>
                  <a:lnTo>
                    <a:pt x="1367440" y="112758"/>
                  </a:lnTo>
                  <a:lnTo>
                    <a:pt x="1416363" y="116792"/>
                  </a:lnTo>
                  <a:lnTo>
                    <a:pt x="1463288" y="120662"/>
                  </a:lnTo>
                  <a:lnTo>
                    <a:pt x="1508373" y="124379"/>
                  </a:lnTo>
                  <a:lnTo>
                    <a:pt x="1551756" y="127957"/>
                  </a:lnTo>
                  <a:lnTo>
                    <a:pt x="1593561" y="131404"/>
                  </a:lnTo>
                  <a:lnTo>
                    <a:pt x="1633898" y="134730"/>
                  </a:lnTo>
                  <a:lnTo>
                    <a:pt x="1672869" y="137943"/>
                  </a:lnTo>
                  <a:lnTo>
                    <a:pt x="1710561" y="141052"/>
                  </a:lnTo>
                  <a:lnTo>
                    <a:pt x="1747056" y="144061"/>
                  </a:lnTo>
                  <a:lnTo>
                    <a:pt x="1782429" y="146978"/>
                  </a:lnTo>
                  <a:lnTo>
                    <a:pt x="1816745" y="149807"/>
                  </a:lnTo>
                  <a:lnTo>
                    <a:pt x="1850067" y="152555"/>
                  </a:lnTo>
                  <a:lnTo>
                    <a:pt x="1882449" y="155225"/>
                  </a:lnTo>
                  <a:lnTo>
                    <a:pt x="1913945" y="157823"/>
                  </a:lnTo>
                  <a:lnTo>
                    <a:pt x="1944600" y="160350"/>
                  </a:lnTo>
                  <a:lnTo>
                    <a:pt x="1974459" y="162813"/>
                  </a:lnTo>
                  <a:lnTo>
                    <a:pt x="2003563" y="165212"/>
                  </a:lnTo>
                  <a:lnTo>
                    <a:pt x="2031947" y="167553"/>
                  </a:lnTo>
                  <a:lnTo>
                    <a:pt x="2059647" y="169837"/>
                  </a:lnTo>
                  <a:lnTo>
                    <a:pt x="2086696" y="172067"/>
                  </a:lnTo>
                  <a:lnTo>
                    <a:pt x="2113123" y="174247"/>
                  </a:lnTo>
                  <a:lnTo>
                    <a:pt x="2138955" y="176377"/>
                  </a:lnTo>
                  <a:lnTo>
                    <a:pt x="2164220" y="178460"/>
                  </a:lnTo>
                  <a:lnTo>
                    <a:pt x="2188942" y="180499"/>
                  </a:lnTo>
                  <a:lnTo>
                    <a:pt x="2213143" y="182494"/>
                  </a:lnTo>
                  <a:lnTo>
                    <a:pt x="2236845" y="184449"/>
                  </a:lnTo>
                  <a:lnTo>
                    <a:pt x="2260069" y="186364"/>
                  </a:lnTo>
                  <a:lnTo>
                    <a:pt x="2282832" y="188241"/>
                  </a:lnTo>
                  <a:lnTo>
                    <a:pt x="2305153" y="190081"/>
                  </a:lnTo>
                  <a:lnTo>
                    <a:pt x="2327049" y="191887"/>
                  </a:lnTo>
                  <a:lnTo>
                    <a:pt x="2348536" y="193659"/>
                  </a:lnTo>
                  <a:lnTo>
                    <a:pt x="2369629" y="195398"/>
                  </a:lnTo>
                  <a:lnTo>
                    <a:pt x="2390341" y="197106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489384" y="5658113"/>
              <a:ext cx="2390341" cy="109804"/>
            </a:xfrm>
            <a:custGeom>
              <a:avLst/>
              <a:pathLst>
                <a:path w="2390341" h="109804">
                  <a:moveTo>
                    <a:pt x="0" y="0"/>
                  </a:moveTo>
                  <a:lnTo>
                    <a:pt x="153495" y="7051"/>
                  </a:lnTo>
                  <a:lnTo>
                    <a:pt x="288888" y="13270"/>
                  </a:lnTo>
                  <a:lnTo>
                    <a:pt x="410001" y="18834"/>
                  </a:lnTo>
                  <a:lnTo>
                    <a:pt x="519562" y="23866"/>
                  </a:lnTo>
                  <a:lnTo>
                    <a:pt x="619582" y="28461"/>
                  </a:lnTo>
                  <a:lnTo>
                    <a:pt x="711592" y="32688"/>
                  </a:lnTo>
                  <a:lnTo>
                    <a:pt x="796780" y="36601"/>
                  </a:lnTo>
                  <a:lnTo>
                    <a:pt x="876088" y="40244"/>
                  </a:lnTo>
                  <a:lnTo>
                    <a:pt x="950276" y="43652"/>
                  </a:lnTo>
                  <a:lnTo>
                    <a:pt x="1019965" y="46853"/>
                  </a:lnTo>
                  <a:lnTo>
                    <a:pt x="1085669" y="49872"/>
                  </a:lnTo>
                  <a:lnTo>
                    <a:pt x="1147820" y="52727"/>
                  </a:lnTo>
                  <a:lnTo>
                    <a:pt x="1206782" y="55435"/>
                  </a:lnTo>
                  <a:lnTo>
                    <a:pt x="1262867" y="58012"/>
                  </a:lnTo>
                  <a:lnTo>
                    <a:pt x="1316342" y="60468"/>
                  </a:lnTo>
                  <a:lnTo>
                    <a:pt x="1367440" y="62815"/>
                  </a:lnTo>
                  <a:lnTo>
                    <a:pt x="1416363" y="65063"/>
                  </a:lnTo>
                  <a:lnTo>
                    <a:pt x="1463288" y="67218"/>
                  </a:lnTo>
                  <a:lnTo>
                    <a:pt x="1508373" y="69289"/>
                  </a:lnTo>
                  <a:lnTo>
                    <a:pt x="1551756" y="71282"/>
                  </a:lnTo>
                  <a:lnTo>
                    <a:pt x="1593561" y="73203"/>
                  </a:lnTo>
                  <a:lnTo>
                    <a:pt x="1633898" y="75056"/>
                  </a:lnTo>
                  <a:lnTo>
                    <a:pt x="1672869" y="76846"/>
                  </a:lnTo>
                  <a:lnTo>
                    <a:pt x="1710561" y="78577"/>
                  </a:lnTo>
                  <a:lnTo>
                    <a:pt x="1747056" y="80254"/>
                  </a:lnTo>
                  <a:lnTo>
                    <a:pt x="1782429" y="81879"/>
                  </a:lnTo>
                  <a:lnTo>
                    <a:pt x="1816745" y="83455"/>
                  </a:lnTo>
                  <a:lnTo>
                    <a:pt x="1850067" y="84986"/>
                  </a:lnTo>
                  <a:lnTo>
                    <a:pt x="1882449" y="86473"/>
                  </a:lnTo>
                  <a:lnTo>
                    <a:pt x="1913945" y="87920"/>
                  </a:lnTo>
                  <a:lnTo>
                    <a:pt x="1944600" y="89328"/>
                  </a:lnTo>
                  <a:lnTo>
                    <a:pt x="1974459" y="90700"/>
                  </a:lnTo>
                  <a:lnTo>
                    <a:pt x="2003563" y="92037"/>
                  </a:lnTo>
                  <a:lnTo>
                    <a:pt x="2031947" y="93341"/>
                  </a:lnTo>
                  <a:lnTo>
                    <a:pt x="2059647" y="94613"/>
                  </a:lnTo>
                  <a:lnTo>
                    <a:pt x="2086696" y="95856"/>
                  </a:lnTo>
                  <a:lnTo>
                    <a:pt x="2113123" y="97070"/>
                  </a:lnTo>
                  <a:lnTo>
                    <a:pt x="2138955" y="98256"/>
                  </a:lnTo>
                  <a:lnTo>
                    <a:pt x="2164220" y="99417"/>
                  </a:lnTo>
                  <a:lnTo>
                    <a:pt x="2188942" y="100552"/>
                  </a:lnTo>
                  <a:lnTo>
                    <a:pt x="2213143" y="101664"/>
                  </a:lnTo>
                  <a:lnTo>
                    <a:pt x="2236845" y="102753"/>
                  </a:lnTo>
                  <a:lnTo>
                    <a:pt x="2260069" y="103820"/>
                  </a:lnTo>
                  <a:lnTo>
                    <a:pt x="2282832" y="104865"/>
                  </a:lnTo>
                  <a:lnTo>
                    <a:pt x="2305153" y="105891"/>
                  </a:lnTo>
                  <a:lnTo>
                    <a:pt x="2327049" y="106897"/>
                  </a:lnTo>
                  <a:lnTo>
                    <a:pt x="2348536" y="107884"/>
                  </a:lnTo>
                  <a:lnTo>
                    <a:pt x="2369629" y="108853"/>
                  </a:lnTo>
                  <a:lnTo>
                    <a:pt x="2390341" y="10980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6" name="rc485"/>
            <p:cNvSpPr/>
            <p:nvPr/>
          </p:nvSpPr>
          <p:spPr>
            <a:xfrm>
              <a:off x="1310032" y="4806163"/>
              <a:ext cx="2746729" cy="1538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7" name="pl486"/>
            <p:cNvSpPr/>
            <p:nvPr/>
          </p:nvSpPr>
          <p:spPr>
            <a:xfrm>
              <a:off x="1310032" y="4806163"/>
              <a:ext cx="0" cy="1538730"/>
            </a:xfrm>
            <a:custGeom>
              <a:avLst/>
              <a:pathLst>
                <a:path w="0" h="1538730">
                  <a:moveTo>
                    <a:pt x="0" y="1538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tx487"/>
            <p:cNvSpPr/>
            <p:nvPr/>
          </p:nvSpPr>
          <p:spPr>
            <a:xfrm rot="-5400000">
              <a:off x="1140466" y="620166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40466" y="577368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140466" y="534570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1" name="tx490"/>
            <p:cNvSpPr/>
            <p:nvPr/>
          </p:nvSpPr>
          <p:spPr>
            <a:xfrm rot="-5400000">
              <a:off x="1140466" y="491772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92" name="pl491"/>
            <p:cNvSpPr/>
            <p:nvPr/>
          </p:nvSpPr>
          <p:spPr>
            <a:xfrm>
              <a:off x="1281564" y="62381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281564" y="58101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281564" y="53821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281564" y="49541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310032" y="634489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489384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286164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3082945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499"/>
            <p:cNvSpPr/>
            <p:nvPr/>
          </p:nvSpPr>
          <p:spPr>
            <a:xfrm>
              <a:off x="3879725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tx500"/>
            <p:cNvSpPr/>
            <p:nvPr/>
          </p:nvSpPr>
          <p:spPr>
            <a:xfrm>
              <a:off x="1461129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2257909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03" name="tx502"/>
            <p:cNvSpPr/>
            <p:nvPr/>
          </p:nvSpPr>
          <p:spPr>
            <a:xfrm>
              <a:off x="3054690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04" name="tx503"/>
            <p:cNvSpPr/>
            <p:nvPr/>
          </p:nvSpPr>
          <p:spPr>
            <a:xfrm>
              <a:off x="3851470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5" name="tx504"/>
            <p:cNvSpPr/>
            <p:nvPr/>
          </p:nvSpPr>
          <p:spPr>
            <a:xfrm>
              <a:off x="2422335" y="6553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6" name="tx505"/>
            <p:cNvSpPr/>
            <p:nvPr/>
          </p:nvSpPr>
          <p:spPr>
            <a:xfrm>
              <a:off x="1310032" y="4629623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7" name="rc506"/>
            <p:cNvSpPr/>
            <p:nvPr/>
          </p:nvSpPr>
          <p:spPr>
            <a:xfrm>
              <a:off x="4186450" y="4806163"/>
              <a:ext cx="2746729" cy="1538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307699" y="568337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355592" y="56004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320477" y="566532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296842" y="600104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289027" y="595923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346705" y="591153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283228" y="540972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377972" y="57040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327007" y="593599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296459" y="557281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100549" y="62468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167255" y="583801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146659" y="56099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110741" y="60985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132340" y="575255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123969" y="53354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101389" y="579132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175260" y="58648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174792" y="558738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161649" y="59624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140835" y="552602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077968" y="591974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159778" y="549648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093950" y="511891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182893" y="541141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178141" y="546497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139989" y="559363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190700" y="589659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946543" y="565481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893575" y="57161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894040" y="593817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929732" y="546399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943826" y="571903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935260" y="548809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914190" y="499862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903440" y="57808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911153" y="559077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965905" y="484803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952181" y="559698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935230" y="571830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951850" y="546225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875516" y="538699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919189" y="524174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960395" y="582567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972411" y="585843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985673" y="60767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912352" y="564344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883590" y="555634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683849" y="560783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768607" y="57447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768884" y="582479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727575" y="586314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737873" y="56516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688570" y="558207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755470" y="58220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692797" y="550962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769334" y="59020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778115" y="573798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763203" y="565664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771607" y="574924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673729" y="57053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699470" y="60321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679190" y="572676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687951" y="574584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709629" y="562152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723371" y="565088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715621" y="604788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709010" y="561613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780255" y="549156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680955" y="55237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736477" y="58532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736226" y="592779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4367948" y="5720997"/>
              <a:ext cx="2383274" cy="5233"/>
            </a:xfrm>
            <a:custGeom>
              <a:avLst/>
              <a:pathLst>
                <a:path w="2383274" h="5233">
                  <a:moveTo>
                    <a:pt x="0" y="0"/>
                  </a:moveTo>
                  <a:lnTo>
                    <a:pt x="153042" y="336"/>
                  </a:lnTo>
                  <a:lnTo>
                    <a:pt x="288034" y="632"/>
                  </a:lnTo>
                  <a:lnTo>
                    <a:pt x="408789" y="897"/>
                  </a:lnTo>
                  <a:lnTo>
                    <a:pt x="518025" y="1137"/>
                  </a:lnTo>
                  <a:lnTo>
                    <a:pt x="617750" y="1356"/>
                  </a:lnTo>
                  <a:lnTo>
                    <a:pt x="709488" y="1558"/>
                  </a:lnTo>
                  <a:lnTo>
                    <a:pt x="794424" y="1744"/>
                  </a:lnTo>
                  <a:lnTo>
                    <a:pt x="873498" y="1918"/>
                  </a:lnTo>
                  <a:lnTo>
                    <a:pt x="947466" y="2080"/>
                  </a:lnTo>
                  <a:lnTo>
                    <a:pt x="1016949" y="2233"/>
                  </a:lnTo>
                  <a:lnTo>
                    <a:pt x="1082459" y="2377"/>
                  </a:lnTo>
                  <a:lnTo>
                    <a:pt x="1144426" y="2513"/>
                  </a:lnTo>
                  <a:lnTo>
                    <a:pt x="1203214" y="2642"/>
                  </a:lnTo>
                  <a:lnTo>
                    <a:pt x="1259133" y="2765"/>
                  </a:lnTo>
                  <a:lnTo>
                    <a:pt x="1312450" y="2882"/>
                  </a:lnTo>
                  <a:lnTo>
                    <a:pt x="1363397" y="2994"/>
                  </a:lnTo>
                  <a:lnTo>
                    <a:pt x="1412175" y="3101"/>
                  </a:lnTo>
                  <a:lnTo>
                    <a:pt x="1458962" y="3203"/>
                  </a:lnTo>
                  <a:lnTo>
                    <a:pt x="1503913" y="3302"/>
                  </a:lnTo>
                  <a:lnTo>
                    <a:pt x="1547168" y="3397"/>
                  </a:lnTo>
                  <a:lnTo>
                    <a:pt x="1588849" y="3489"/>
                  </a:lnTo>
                  <a:lnTo>
                    <a:pt x="1629068" y="3577"/>
                  </a:lnTo>
                  <a:lnTo>
                    <a:pt x="1667923" y="3662"/>
                  </a:lnTo>
                  <a:lnTo>
                    <a:pt x="1705503" y="3745"/>
                  </a:lnTo>
                  <a:lnTo>
                    <a:pt x="1741891" y="3825"/>
                  </a:lnTo>
                  <a:lnTo>
                    <a:pt x="1777159" y="3902"/>
                  </a:lnTo>
                  <a:lnTo>
                    <a:pt x="1811374" y="3977"/>
                  </a:lnTo>
                  <a:lnTo>
                    <a:pt x="1844597" y="4050"/>
                  </a:lnTo>
                  <a:lnTo>
                    <a:pt x="1876884" y="4121"/>
                  </a:lnTo>
                  <a:lnTo>
                    <a:pt x="1908286" y="4190"/>
                  </a:lnTo>
                  <a:lnTo>
                    <a:pt x="1938851" y="4257"/>
                  </a:lnTo>
                  <a:lnTo>
                    <a:pt x="1968622" y="4323"/>
                  </a:lnTo>
                  <a:lnTo>
                    <a:pt x="1997639" y="4386"/>
                  </a:lnTo>
                  <a:lnTo>
                    <a:pt x="2025939" y="4449"/>
                  </a:lnTo>
                  <a:lnTo>
                    <a:pt x="2053558" y="4509"/>
                  </a:lnTo>
                  <a:lnTo>
                    <a:pt x="2080526" y="4568"/>
                  </a:lnTo>
                  <a:lnTo>
                    <a:pt x="2106875" y="4626"/>
                  </a:lnTo>
                  <a:lnTo>
                    <a:pt x="2132631" y="4683"/>
                  </a:lnTo>
                  <a:lnTo>
                    <a:pt x="2157822" y="4738"/>
                  </a:lnTo>
                  <a:lnTo>
                    <a:pt x="2182470" y="4792"/>
                  </a:lnTo>
                  <a:lnTo>
                    <a:pt x="2206600" y="4845"/>
                  </a:lnTo>
                  <a:lnTo>
                    <a:pt x="2230232" y="4897"/>
                  </a:lnTo>
                  <a:lnTo>
                    <a:pt x="2253386" y="4948"/>
                  </a:lnTo>
                  <a:lnTo>
                    <a:pt x="2276082" y="4998"/>
                  </a:lnTo>
                  <a:lnTo>
                    <a:pt x="2298338" y="5047"/>
                  </a:lnTo>
                  <a:lnTo>
                    <a:pt x="2320169" y="5095"/>
                  </a:lnTo>
                  <a:lnTo>
                    <a:pt x="2341592" y="5142"/>
                  </a:lnTo>
                  <a:lnTo>
                    <a:pt x="2362622" y="5188"/>
                  </a:lnTo>
                  <a:lnTo>
                    <a:pt x="2383274" y="5233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4367948" y="5483526"/>
              <a:ext cx="2383274" cy="110867"/>
            </a:xfrm>
            <a:custGeom>
              <a:avLst/>
              <a:pathLst>
                <a:path w="2383274" h="110867">
                  <a:moveTo>
                    <a:pt x="0" y="0"/>
                  </a:moveTo>
                  <a:lnTo>
                    <a:pt x="153042" y="7119"/>
                  </a:lnTo>
                  <a:lnTo>
                    <a:pt x="288034" y="13399"/>
                  </a:lnTo>
                  <a:lnTo>
                    <a:pt x="408789" y="19016"/>
                  </a:lnTo>
                  <a:lnTo>
                    <a:pt x="518025" y="24098"/>
                  </a:lnTo>
                  <a:lnTo>
                    <a:pt x="617750" y="28737"/>
                  </a:lnTo>
                  <a:lnTo>
                    <a:pt x="709488" y="33004"/>
                  </a:lnTo>
                  <a:lnTo>
                    <a:pt x="794424" y="36955"/>
                  </a:lnTo>
                  <a:lnTo>
                    <a:pt x="873498" y="40634"/>
                  </a:lnTo>
                  <a:lnTo>
                    <a:pt x="947466" y="44075"/>
                  </a:lnTo>
                  <a:lnTo>
                    <a:pt x="1016949" y="47307"/>
                  </a:lnTo>
                  <a:lnTo>
                    <a:pt x="1082459" y="50354"/>
                  </a:lnTo>
                  <a:lnTo>
                    <a:pt x="1144426" y="53237"/>
                  </a:lnTo>
                  <a:lnTo>
                    <a:pt x="1203214" y="55972"/>
                  </a:lnTo>
                  <a:lnTo>
                    <a:pt x="1259133" y="58573"/>
                  </a:lnTo>
                  <a:lnTo>
                    <a:pt x="1312450" y="61053"/>
                  </a:lnTo>
                  <a:lnTo>
                    <a:pt x="1363397" y="63423"/>
                  </a:lnTo>
                  <a:lnTo>
                    <a:pt x="1412175" y="65692"/>
                  </a:lnTo>
                  <a:lnTo>
                    <a:pt x="1458962" y="67869"/>
                  </a:lnTo>
                  <a:lnTo>
                    <a:pt x="1503913" y="69960"/>
                  </a:lnTo>
                  <a:lnTo>
                    <a:pt x="1547168" y="71972"/>
                  </a:lnTo>
                  <a:lnTo>
                    <a:pt x="1588849" y="73911"/>
                  </a:lnTo>
                  <a:lnTo>
                    <a:pt x="1629068" y="75782"/>
                  </a:lnTo>
                  <a:lnTo>
                    <a:pt x="1667923" y="77590"/>
                  </a:lnTo>
                  <a:lnTo>
                    <a:pt x="1705503" y="79338"/>
                  </a:lnTo>
                  <a:lnTo>
                    <a:pt x="1741891" y="81030"/>
                  </a:lnTo>
                  <a:lnTo>
                    <a:pt x="1777159" y="82671"/>
                  </a:lnTo>
                  <a:lnTo>
                    <a:pt x="1811374" y="84263"/>
                  </a:lnTo>
                  <a:lnTo>
                    <a:pt x="1844597" y="85808"/>
                  </a:lnTo>
                  <a:lnTo>
                    <a:pt x="1876884" y="87310"/>
                  </a:lnTo>
                  <a:lnTo>
                    <a:pt x="1908286" y="88771"/>
                  </a:lnTo>
                  <a:lnTo>
                    <a:pt x="1938851" y="90193"/>
                  </a:lnTo>
                  <a:lnTo>
                    <a:pt x="1968622" y="91578"/>
                  </a:lnTo>
                  <a:lnTo>
                    <a:pt x="1997639" y="92928"/>
                  </a:lnTo>
                  <a:lnTo>
                    <a:pt x="2025939" y="94244"/>
                  </a:lnTo>
                  <a:lnTo>
                    <a:pt x="2053558" y="95529"/>
                  </a:lnTo>
                  <a:lnTo>
                    <a:pt x="2080526" y="96783"/>
                  </a:lnTo>
                  <a:lnTo>
                    <a:pt x="2106875" y="98009"/>
                  </a:lnTo>
                  <a:lnTo>
                    <a:pt x="2132631" y="99207"/>
                  </a:lnTo>
                  <a:lnTo>
                    <a:pt x="2157822" y="100379"/>
                  </a:lnTo>
                  <a:lnTo>
                    <a:pt x="2182470" y="101526"/>
                  </a:lnTo>
                  <a:lnTo>
                    <a:pt x="2206600" y="102648"/>
                  </a:lnTo>
                  <a:lnTo>
                    <a:pt x="2230232" y="103748"/>
                  </a:lnTo>
                  <a:lnTo>
                    <a:pt x="2253386" y="104825"/>
                  </a:lnTo>
                  <a:lnTo>
                    <a:pt x="2276082" y="105881"/>
                  </a:lnTo>
                  <a:lnTo>
                    <a:pt x="2298338" y="106916"/>
                  </a:lnTo>
                  <a:lnTo>
                    <a:pt x="2320169" y="107931"/>
                  </a:lnTo>
                  <a:lnTo>
                    <a:pt x="2341592" y="108928"/>
                  </a:lnTo>
                  <a:lnTo>
                    <a:pt x="2362622" y="109906"/>
                  </a:lnTo>
                  <a:lnTo>
                    <a:pt x="2383274" y="110867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367948" y="5668659"/>
              <a:ext cx="2383274" cy="133984"/>
            </a:xfrm>
            <a:custGeom>
              <a:avLst/>
              <a:pathLst>
                <a:path w="2383274" h="133984">
                  <a:moveTo>
                    <a:pt x="0" y="0"/>
                  </a:moveTo>
                  <a:lnTo>
                    <a:pt x="153042" y="8603"/>
                  </a:lnTo>
                  <a:lnTo>
                    <a:pt x="288034" y="16192"/>
                  </a:lnTo>
                  <a:lnTo>
                    <a:pt x="408789" y="22981"/>
                  </a:lnTo>
                  <a:lnTo>
                    <a:pt x="518025" y="29122"/>
                  </a:lnTo>
                  <a:lnTo>
                    <a:pt x="617750" y="34729"/>
                  </a:lnTo>
                  <a:lnTo>
                    <a:pt x="709488" y="39886"/>
                  </a:lnTo>
                  <a:lnTo>
                    <a:pt x="794424" y="44661"/>
                  </a:lnTo>
                  <a:lnTo>
                    <a:pt x="873498" y="49106"/>
                  </a:lnTo>
                  <a:lnTo>
                    <a:pt x="947466" y="53265"/>
                  </a:lnTo>
                  <a:lnTo>
                    <a:pt x="1016949" y="57171"/>
                  </a:lnTo>
                  <a:lnTo>
                    <a:pt x="1082459" y="60854"/>
                  </a:lnTo>
                  <a:lnTo>
                    <a:pt x="1144426" y="64338"/>
                  </a:lnTo>
                  <a:lnTo>
                    <a:pt x="1203214" y="67643"/>
                  </a:lnTo>
                  <a:lnTo>
                    <a:pt x="1259133" y="70786"/>
                  </a:lnTo>
                  <a:lnTo>
                    <a:pt x="1312450" y="73784"/>
                  </a:lnTo>
                  <a:lnTo>
                    <a:pt x="1363397" y="76648"/>
                  </a:lnTo>
                  <a:lnTo>
                    <a:pt x="1412175" y="79390"/>
                  </a:lnTo>
                  <a:lnTo>
                    <a:pt x="1458962" y="82020"/>
                  </a:lnTo>
                  <a:lnTo>
                    <a:pt x="1503913" y="84548"/>
                  </a:lnTo>
                  <a:lnTo>
                    <a:pt x="1547168" y="86979"/>
                  </a:lnTo>
                  <a:lnTo>
                    <a:pt x="1588849" y="89323"/>
                  </a:lnTo>
                  <a:lnTo>
                    <a:pt x="1629068" y="91584"/>
                  </a:lnTo>
                  <a:lnTo>
                    <a:pt x="1667923" y="93768"/>
                  </a:lnTo>
                  <a:lnTo>
                    <a:pt x="1705503" y="95881"/>
                  </a:lnTo>
                  <a:lnTo>
                    <a:pt x="1741891" y="97926"/>
                  </a:lnTo>
                  <a:lnTo>
                    <a:pt x="1777159" y="99909"/>
                  </a:lnTo>
                  <a:lnTo>
                    <a:pt x="1811374" y="101833"/>
                  </a:lnTo>
                  <a:lnTo>
                    <a:pt x="1844597" y="103700"/>
                  </a:lnTo>
                  <a:lnTo>
                    <a:pt x="1876884" y="105515"/>
                  </a:lnTo>
                  <a:lnTo>
                    <a:pt x="1908286" y="107281"/>
                  </a:lnTo>
                  <a:lnTo>
                    <a:pt x="1938851" y="108999"/>
                  </a:lnTo>
                  <a:lnTo>
                    <a:pt x="1968622" y="110673"/>
                  </a:lnTo>
                  <a:lnTo>
                    <a:pt x="1997639" y="112304"/>
                  </a:lnTo>
                  <a:lnTo>
                    <a:pt x="2025939" y="113895"/>
                  </a:lnTo>
                  <a:lnTo>
                    <a:pt x="2053558" y="115448"/>
                  </a:lnTo>
                  <a:lnTo>
                    <a:pt x="2080526" y="116964"/>
                  </a:lnTo>
                  <a:lnTo>
                    <a:pt x="2106875" y="118445"/>
                  </a:lnTo>
                  <a:lnTo>
                    <a:pt x="2132631" y="119893"/>
                  </a:lnTo>
                  <a:lnTo>
                    <a:pt x="2157822" y="121309"/>
                  </a:lnTo>
                  <a:lnTo>
                    <a:pt x="2182470" y="122695"/>
                  </a:lnTo>
                  <a:lnTo>
                    <a:pt x="2206600" y="124052"/>
                  </a:lnTo>
                  <a:lnTo>
                    <a:pt x="2230232" y="125380"/>
                  </a:lnTo>
                  <a:lnTo>
                    <a:pt x="2253386" y="126682"/>
                  </a:lnTo>
                  <a:lnTo>
                    <a:pt x="2276082" y="127958"/>
                  </a:lnTo>
                  <a:lnTo>
                    <a:pt x="2298338" y="129209"/>
                  </a:lnTo>
                  <a:lnTo>
                    <a:pt x="2320169" y="130436"/>
                  </a:lnTo>
                  <a:lnTo>
                    <a:pt x="2341592" y="131641"/>
                  </a:lnTo>
                  <a:lnTo>
                    <a:pt x="2362622" y="132823"/>
                  </a:lnTo>
                  <a:lnTo>
                    <a:pt x="2383274" y="133984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367948" y="5842002"/>
              <a:ext cx="2383274" cy="122260"/>
            </a:xfrm>
            <a:custGeom>
              <a:avLst/>
              <a:pathLst>
                <a:path w="2383274" h="122260">
                  <a:moveTo>
                    <a:pt x="0" y="0"/>
                  </a:moveTo>
                  <a:lnTo>
                    <a:pt x="153042" y="7850"/>
                  </a:lnTo>
                  <a:lnTo>
                    <a:pt x="288034" y="14776"/>
                  </a:lnTo>
                  <a:lnTo>
                    <a:pt x="408789" y="20970"/>
                  </a:lnTo>
                  <a:lnTo>
                    <a:pt x="518025" y="26574"/>
                  </a:lnTo>
                  <a:lnTo>
                    <a:pt x="617750" y="31690"/>
                  </a:lnTo>
                  <a:lnTo>
                    <a:pt x="709488" y="36396"/>
                  </a:lnTo>
                  <a:lnTo>
                    <a:pt x="794424" y="40753"/>
                  </a:lnTo>
                  <a:lnTo>
                    <a:pt x="873498" y="44810"/>
                  </a:lnTo>
                  <a:lnTo>
                    <a:pt x="947466" y="48604"/>
                  </a:lnTo>
                  <a:lnTo>
                    <a:pt x="1016949" y="52169"/>
                  </a:lnTo>
                  <a:lnTo>
                    <a:pt x="1082459" y="55529"/>
                  </a:lnTo>
                  <a:lnTo>
                    <a:pt x="1144426" y="58708"/>
                  </a:lnTo>
                  <a:lnTo>
                    <a:pt x="1203214" y="61724"/>
                  </a:lnTo>
                  <a:lnTo>
                    <a:pt x="1259133" y="64592"/>
                  </a:lnTo>
                  <a:lnTo>
                    <a:pt x="1312450" y="67328"/>
                  </a:lnTo>
                  <a:lnTo>
                    <a:pt x="1363397" y="69941"/>
                  </a:lnTo>
                  <a:lnTo>
                    <a:pt x="1412175" y="72443"/>
                  </a:lnTo>
                  <a:lnTo>
                    <a:pt x="1458962" y="74844"/>
                  </a:lnTo>
                  <a:lnTo>
                    <a:pt x="1503913" y="77150"/>
                  </a:lnTo>
                  <a:lnTo>
                    <a:pt x="1547168" y="79369"/>
                  </a:lnTo>
                  <a:lnTo>
                    <a:pt x="1588849" y="81507"/>
                  </a:lnTo>
                  <a:lnTo>
                    <a:pt x="1629068" y="83570"/>
                  </a:lnTo>
                  <a:lnTo>
                    <a:pt x="1667923" y="85563"/>
                  </a:lnTo>
                  <a:lnTo>
                    <a:pt x="1705503" y="87491"/>
                  </a:lnTo>
                  <a:lnTo>
                    <a:pt x="1741891" y="89358"/>
                  </a:lnTo>
                  <a:lnTo>
                    <a:pt x="1777159" y="91167"/>
                  </a:lnTo>
                  <a:lnTo>
                    <a:pt x="1811374" y="92922"/>
                  </a:lnTo>
                  <a:lnTo>
                    <a:pt x="1844597" y="94626"/>
                  </a:lnTo>
                  <a:lnTo>
                    <a:pt x="1876884" y="96283"/>
                  </a:lnTo>
                  <a:lnTo>
                    <a:pt x="1908286" y="97894"/>
                  </a:lnTo>
                  <a:lnTo>
                    <a:pt x="1938851" y="99462"/>
                  </a:lnTo>
                  <a:lnTo>
                    <a:pt x="1968622" y="100989"/>
                  </a:lnTo>
                  <a:lnTo>
                    <a:pt x="1997639" y="102477"/>
                  </a:lnTo>
                  <a:lnTo>
                    <a:pt x="2025939" y="103929"/>
                  </a:lnTo>
                  <a:lnTo>
                    <a:pt x="2053558" y="105346"/>
                  </a:lnTo>
                  <a:lnTo>
                    <a:pt x="2080526" y="106730"/>
                  </a:lnTo>
                  <a:lnTo>
                    <a:pt x="2106875" y="108081"/>
                  </a:lnTo>
                  <a:lnTo>
                    <a:pt x="2132631" y="109403"/>
                  </a:lnTo>
                  <a:lnTo>
                    <a:pt x="2157822" y="110695"/>
                  </a:lnTo>
                  <a:lnTo>
                    <a:pt x="2182470" y="111959"/>
                  </a:lnTo>
                  <a:lnTo>
                    <a:pt x="2206600" y="113197"/>
                  </a:lnTo>
                  <a:lnTo>
                    <a:pt x="2230232" y="114409"/>
                  </a:lnTo>
                  <a:lnTo>
                    <a:pt x="2253386" y="115597"/>
                  </a:lnTo>
                  <a:lnTo>
                    <a:pt x="2276082" y="116761"/>
                  </a:lnTo>
                  <a:lnTo>
                    <a:pt x="2298338" y="117903"/>
                  </a:lnTo>
                  <a:lnTo>
                    <a:pt x="2320169" y="119023"/>
                  </a:lnTo>
                  <a:lnTo>
                    <a:pt x="2341592" y="120122"/>
                  </a:lnTo>
                  <a:lnTo>
                    <a:pt x="2362622" y="121201"/>
                  </a:lnTo>
                  <a:lnTo>
                    <a:pt x="2383274" y="12226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367948" y="5677228"/>
              <a:ext cx="2383274" cy="42064"/>
            </a:xfrm>
            <a:custGeom>
              <a:avLst/>
              <a:pathLst>
                <a:path w="2383274" h="42064">
                  <a:moveTo>
                    <a:pt x="0" y="0"/>
                  </a:moveTo>
                  <a:lnTo>
                    <a:pt x="153042" y="2701"/>
                  </a:lnTo>
                  <a:lnTo>
                    <a:pt x="288034" y="5083"/>
                  </a:lnTo>
                  <a:lnTo>
                    <a:pt x="408789" y="7215"/>
                  </a:lnTo>
                  <a:lnTo>
                    <a:pt x="518025" y="9143"/>
                  </a:lnTo>
                  <a:lnTo>
                    <a:pt x="617750" y="10903"/>
                  </a:lnTo>
                  <a:lnTo>
                    <a:pt x="709488" y="12522"/>
                  </a:lnTo>
                  <a:lnTo>
                    <a:pt x="794424" y="14021"/>
                  </a:lnTo>
                  <a:lnTo>
                    <a:pt x="873498" y="15417"/>
                  </a:lnTo>
                  <a:lnTo>
                    <a:pt x="947466" y="16722"/>
                  </a:lnTo>
                  <a:lnTo>
                    <a:pt x="1016949" y="17949"/>
                  </a:lnTo>
                  <a:lnTo>
                    <a:pt x="1082459" y="19105"/>
                  </a:lnTo>
                  <a:lnTo>
                    <a:pt x="1144426" y="20199"/>
                  </a:lnTo>
                  <a:lnTo>
                    <a:pt x="1203214" y="21236"/>
                  </a:lnTo>
                  <a:lnTo>
                    <a:pt x="1259133" y="22223"/>
                  </a:lnTo>
                  <a:lnTo>
                    <a:pt x="1312450" y="23164"/>
                  </a:lnTo>
                  <a:lnTo>
                    <a:pt x="1363397" y="24064"/>
                  </a:lnTo>
                  <a:lnTo>
                    <a:pt x="1412175" y="24924"/>
                  </a:lnTo>
                  <a:lnTo>
                    <a:pt x="1458962" y="25750"/>
                  </a:lnTo>
                  <a:lnTo>
                    <a:pt x="1503913" y="26544"/>
                  </a:lnTo>
                  <a:lnTo>
                    <a:pt x="1547168" y="27307"/>
                  </a:lnTo>
                  <a:lnTo>
                    <a:pt x="1588849" y="28043"/>
                  </a:lnTo>
                  <a:lnTo>
                    <a:pt x="1629068" y="28753"/>
                  </a:lnTo>
                  <a:lnTo>
                    <a:pt x="1667923" y="29438"/>
                  </a:lnTo>
                  <a:lnTo>
                    <a:pt x="1705503" y="30102"/>
                  </a:lnTo>
                  <a:lnTo>
                    <a:pt x="1741891" y="30744"/>
                  </a:lnTo>
                  <a:lnTo>
                    <a:pt x="1777159" y="31366"/>
                  </a:lnTo>
                  <a:lnTo>
                    <a:pt x="1811374" y="31970"/>
                  </a:lnTo>
                  <a:lnTo>
                    <a:pt x="1844597" y="32557"/>
                  </a:lnTo>
                  <a:lnTo>
                    <a:pt x="1876884" y="33127"/>
                  </a:lnTo>
                  <a:lnTo>
                    <a:pt x="1908286" y="33681"/>
                  </a:lnTo>
                  <a:lnTo>
                    <a:pt x="1938851" y="34220"/>
                  </a:lnTo>
                  <a:lnTo>
                    <a:pt x="1968622" y="34746"/>
                  </a:lnTo>
                  <a:lnTo>
                    <a:pt x="1997639" y="35258"/>
                  </a:lnTo>
                  <a:lnTo>
                    <a:pt x="2025939" y="35757"/>
                  </a:lnTo>
                  <a:lnTo>
                    <a:pt x="2053558" y="36245"/>
                  </a:lnTo>
                  <a:lnTo>
                    <a:pt x="2080526" y="36721"/>
                  </a:lnTo>
                  <a:lnTo>
                    <a:pt x="2106875" y="37186"/>
                  </a:lnTo>
                  <a:lnTo>
                    <a:pt x="2132631" y="37641"/>
                  </a:lnTo>
                  <a:lnTo>
                    <a:pt x="2157822" y="38085"/>
                  </a:lnTo>
                  <a:lnTo>
                    <a:pt x="2182470" y="38520"/>
                  </a:lnTo>
                  <a:lnTo>
                    <a:pt x="2206600" y="38946"/>
                  </a:lnTo>
                  <a:lnTo>
                    <a:pt x="2230232" y="39363"/>
                  </a:lnTo>
                  <a:lnTo>
                    <a:pt x="2253386" y="39772"/>
                  </a:lnTo>
                  <a:lnTo>
                    <a:pt x="2276082" y="40172"/>
                  </a:lnTo>
                  <a:lnTo>
                    <a:pt x="2298338" y="40565"/>
                  </a:lnTo>
                  <a:lnTo>
                    <a:pt x="2320169" y="40951"/>
                  </a:lnTo>
                  <a:lnTo>
                    <a:pt x="2341592" y="41329"/>
                  </a:lnTo>
                  <a:lnTo>
                    <a:pt x="2362622" y="41700"/>
                  </a:lnTo>
                  <a:lnTo>
                    <a:pt x="2383274" y="42064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367948" y="5590851"/>
              <a:ext cx="2383274" cy="193649"/>
            </a:xfrm>
            <a:custGeom>
              <a:avLst/>
              <a:pathLst>
                <a:path w="2383274" h="193649">
                  <a:moveTo>
                    <a:pt x="0" y="193649"/>
                  </a:moveTo>
                  <a:lnTo>
                    <a:pt x="153042" y="181214"/>
                  </a:lnTo>
                  <a:lnTo>
                    <a:pt x="288034" y="170245"/>
                  </a:lnTo>
                  <a:lnTo>
                    <a:pt x="408789" y="160433"/>
                  </a:lnTo>
                  <a:lnTo>
                    <a:pt x="518025" y="151558"/>
                  </a:lnTo>
                  <a:lnTo>
                    <a:pt x="617750" y="143455"/>
                  </a:lnTo>
                  <a:lnTo>
                    <a:pt x="709488" y="136001"/>
                  </a:lnTo>
                  <a:lnTo>
                    <a:pt x="794424" y="129099"/>
                  </a:lnTo>
                  <a:lnTo>
                    <a:pt x="873498" y="122674"/>
                  </a:lnTo>
                  <a:lnTo>
                    <a:pt x="947466" y="116664"/>
                  </a:lnTo>
                  <a:lnTo>
                    <a:pt x="1016949" y="111018"/>
                  </a:lnTo>
                  <a:lnTo>
                    <a:pt x="1082459" y="105695"/>
                  </a:lnTo>
                  <a:lnTo>
                    <a:pt x="1144426" y="100660"/>
                  </a:lnTo>
                  <a:lnTo>
                    <a:pt x="1203214" y="95884"/>
                  </a:lnTo>
                  <a:lnTo>
                    <a:pt x="1259133" y="91340"/>
                  </a:lnTo>
                  <a:lnTo>
                    <a:pt x="1312450" y="87008"/>
                  </a:lnTo>
                  <a:lnTo>
                    <a:pt x="1363397" y="82868"/>
                  </a:lnTo>
                  <a:lnTo>
                    <a:pt x="1412175" y="78905"/>
                  </a:lnTo>
                  <a:lnTo>
                    <a:pt x="1458962" y="75103"/>
                  </a:lnTo>
                  <a:lnTo>
                    <a:pt x="1503913" y="71451"/>
                  </a:lnTo>
                  <a:lnTo>
                    <a:pt x="1547168" y="67936"/>
                  </a:lnTo>
                  <a:lnTo>
                    <a:pt x="1588849" y="64549"/>
                  </a:lnTo>
                  <a:lnTo>
                    <a:pt x="1629068" y="61281"/>
                  </a:lnTo>
                  <a:lnTo>
                    <a:pt x="1667923" y="58124"/>
                  </a:lnTo>
                  <a:lnTo>
                    <a:pt x="1705503" y="55071"/>
                  </a:lnTo>
                  <a:lnTo>
                    <a:pt x="1741891" y="52114"/>
                  </a:lnTo>
                  <a:lnTo>
                    <a:pt x="1777159" y="49248"/>
                  </a:lnTo>
                  <a:lnTo>
                    <a:pt x="1811374" y="46468"/>
                  </a:lnTo>
                  <a:lnTo>
                    <a:pt x="1844597" y="43769"/>
                  </a:lnTo>
                  <a:lnTo>
                    <a:pt x="1876884" y="41145"/>
                  </a:lnTo>
                  <a:lnTo>
                    <a:pt x="1908286" y="38594"/>
                  </a:lnTo>
                  <a:lnTo>
                    <a:pt x="1938851" y="36110"/>
                  </a:lnTo>
                  <a:lnTo>
                    <a:pt x="1968622" y="33691"/>
                  </a:lnTo>
                  <a:lnTo>
                    <a:pt x="1997639" y="31334"/>
                  </a:lnTo>
                  <a:lnTo>
                    <a:pt x="2025939" y="29034"/>
                  </a:lnTo>
                  <a:lnTo>
                    <a:pt x="2053558" y="26790"/>
                  </a:lnTo>
                  <a:lnTo>
                    <a:pt x="2080526" y="24599"/>
                  </a:lnTo>
                  <a:lnTo>
                    <a:pt x="2106875" y="22458"/>
                  </a:lnTo>
                  <a:lnTo>
                    <a:pt x="2132631" y="20365"/>
                  </a:lnTo>
                  <a:lnTo>
                    <a:pt x="2157822" y="18318"/>
                  </a:lnTo>
                  <a:lnTo>
                    <a:pt x="2182470" y="16316"/>
                  </a:lnTo>
                  <a:lnTo>
                    <a:pt x="2206600" y="14355"/>
                  </a:lnTo>
                  <a:lnTo>
                    <a:pt x="2230232" y="12435"/>
                  </a:lnTo>
                  <a:lnTo>
                    <a:pt x="2253386" y="10553"/>
                  </a:lnTo>
                  <a:lnTo>
                    <a:pt x="2276082" y="8709"/>
                  </a:lnTo>
                  <a:lnTo>
                    <a:pt x="2298338" y="6901"/>
                  </a:lnTo>
                  <a:lnTo>
                    <a:pt x="2320169" y="5127"/>
                  </a:lnTo>
                  <a:lnTo>
                    <a:pt x="2341592" y="3386"/>
                  </a:lnTo>
                  <a:lnTo>
                    <a:pt x="2362622" y="1677"/>
                  </a:lnTo>
                  <a:lnTo>
                    <a:pt x="2383274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367948" y="5313566"/>
              <a:ext cx="2383274" cy="235414"/>
            </a:xfrm>
            <a:custGeom>
              <a:avLst/>
              <a:pathLst>
                <a:path w="2383274" h="235414">
                  <a:moveTo>
                    <a:pt x="0" y="0"/>
                  </a:moveTo>
                  <a:lnTo>
                    <a:pt x="153042" y="15117"/>
                  </a:lnTo>
                  <a:lnTo>
                    <a:pt x="288034" y="28451"/>
                  </a:lnTo>
                  <a:lnTo>
                    <a:pt x="408789" y="40379"/>
                  </a:lnTo>
                  <a:lnTo>
                    <a:pt x="518025" y="51169"/>
                  </a:lnTo>
                  <a:lnTo>
                    <a:pt x="617750" y="61020"/>
                  </a:lnTo>
                  <a:lnTo>
                    <a:pt x="709488" y="70081"/>
                  </a:lnTo>
                  <a:lnTo>
                    <a:pt x="794424" y="78471"/>
                  </a:lnTo>
                  <a:lnTo>
                    <a:pt x="873498" y="86282"/>
                  </a:lnTo>
                  <a:lnTo>
                    <a:pt x="947466" y="93588"/>
                  </a:lnTo>
                  <a:lnTo>
                    <a:pt x="1016949" y="100452"/>
                  </a:lnTo>
                  <a:lnTo>
                    <a:pt x="1082459" y="106923"/>
                  </a:lnTo>
                  <a:lnTo>
                    <a:pt x="1144426" y="113044"/>
                  </a:lnTo>
                  <a:lnTo>
                    <a:pt x="1203214" y="118851"/>
                  </a:lnTo>
                  <a:lnTo>
                    <a:pt x="1259133" y="124374"/>
                  </a:lnTo>
                  <a:lnTo>
                    <a:pt x="1312450" y="129641"/>
                  </a:lnTo>
                  <a:lnTo>
                    <a:pt x="1363397" y="134673"/>
                  </a:lnTo>
                  <a:lnTo>
                    <a:pt x="1412175" y="139491"/>
                  </a:lnTo>
                  <a:lnTo>
                    <a:pt x="1458962" y="144113"/>
                  </a:lnTo>
                  <a:lnTo>
                    <a:pt x="1503913" y="148553"/>
                  </a:lnTo>
                  <a:lnTo>
                    <a:pt x="1547168" y="152826"/>
                  </a:lnTo>
                  <a:lnTo>
                    <a:pt x="1588849" y="156943"/>
                  </a:lnTo>
                  <a:lnTo>
                    <a:pt x="1629068" y="160916"/>
                  </a:lnTo>
                  <a:lnTo>
                    <a:pt x="1667923" y="164754"/>
                  </a:lnTo>
                  <a:lnTo>
                    <a:pt x="1705503" y="168466"/>
                  </a:lnTo>
                  <a:lnTo>
                    <a:pt x="1741891" y="172060"/>
                  </a:lnTo>
                  <a:lnTo>
                    <a:pt x="1777159" y="175544"/>
                  </a:lnTo>
                  <a:lnTo>
                    <a:pt x="1811374" y="178923"/>
                  </a:lnTo>
                  <a:lnTo>
                    <a:pt x="1844597" y="182205"/>
                  </a:lnTo>
                  <a:lnTo>
                    <a:pt x="1876884" y="185394"/>
                  </a:lnTo>
                  <a:lnTo>
                    <a:pt x="1908286" y="188496"/>
                  </a:lnTo>
                  <a:lnTo>
                    <a:pt x="1938851" y="191515"/>
                  </a:lnTo>
                  <a:lnTo>
                    <a:pt x="1968622" y="194456"/>
                  </a:lnTo>
                  <a:lnTo>
                    <a:pt x="1997639" y="197322"/>
                  </a:lnTo>
                  <a:lnTo>
                    <a:pt x="2025939" y="200118"/>
                  </a:lnTo>
                  <a:lnTo>
                    <a:pt x="2053558" y="202846"/>
                  </a:lnTo>
                  <a:lnTo>
                    <a:pt x="2080526" y="205510"/>
                  </a:lnTo>
                  <a:lnTo>
                    <a:pt x="2106875" y="208112"/>
                  </a:lnTo>
                  <a:lnTo>
                    <a:pt x="2132631" y="210657"/>
                  </a:lnTo>
                  <a:lnTo>
                    <a:pt x="2157822" y="213145"/>
                  </a:lnTo>
                  <a:lnTo>
                    <a:pt x="2182470" y="215579"/>
                  </a:lnTo>
                  <a:lnTo>
                    <a:pt x="2206600" y="217963"/>
                  </a:lnTo>
                  <a:lnTo>
                    <a:pt x="2230232" y="220297"/>
                  </a:lnTo>
                  <a:lnTo>
                    <a:pt x="2253386" y="222584"/>
                  </a:lnTo>
                  <a:lnTo>
                    <a:pt x="2276082" y="224826"/>
                  </a:lnTo>
                  <a:lnTo>
                    <a:pt x="2298338" y="227025"/>
                  </a:lnTo>
                  <a:lnTo>
                    <a:pt x="2320169" y="229181"/>
                  </a:lnTo>
                  <a:lnTo>
                    <a:pt x="2341592" y="231297"/>
                  </a:lnTo>
                  <a:lnTo>
                    <a:pt x="2362622" y="233375"/>
                  </a:lnTo>
                  <a:lnTo>
                    <a:pt x="2383274" y="23541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367948" y="5911885"/>
              <a:ext cx="2383274" cy="48389"/>
            </a:xfrm>
            <a:custGeom>
              <a:avLst/>
              <a:pathLst>
                <a:path w="2383274" h="48389">
                  <a:moveTo>
                    <a:pt x="0" y="48389"/>
                  </a:moveTo>
                  <a:lnTo>
                    <a:pt x="153042" y="45282"/>
                  </a:lnTo>
                  <a:lnTo>
                    <a:pt x="288034" y="42541"/>
                  </a:lnTo>
                  <a:lnTo>
                    <a:pt x="408789" y="40089"/>
                  </a:lnTo>
                  <a:lnTo>
                    <a:pt x="518025" y="37871"/>
                  </a:lnTo>
                  <a:lnTo>
                    <a:pt x="617750" y="35847"/>
                  </a:lnTo>
                  <a:lnTo>
                    <a:pt x="709488" y="33984"/>
                  </a:lnTo>
                  <a:lnTo>
                    <a:pt x="794424" y="32259"/>
                  </a:lnTo>
                  <a:lnTo>
                    <a:pt x="873498" y="30654"/>
                  </a:lnTo>
                  <a:lnTo>
                    <a:pt x="947466" y="29152"/>
                  </a:lnTo>
                  <a:lnTo>
                    <a:pt x="1016949" y="27741"/>
                  </a:lnTo>
                  <a:lnTo>
                    <a:pt x="1082459" y="26411"/>
                  </a:lnTo>
                  <a:lnTo>
                    <a:pt x="1144426" y="25153"/>
                  </a:lnTo>
                  <a:lnTo>
                    <a:pt x="1203214" y="23959"/>
                  </a:lnTo>
                  <a:lnTo>
                    <a:pt x="1259133" y="22824"/>
                  </a:lnTo>
                  <a:lnTo>
                    <a:pt x="1312450" y="21741"/>
                  </a:lnTo>
                  <a:lnTo>
                    <a:pt x="1363397" y="20707"/>
                  </a:lnTo>
                  <a:lnTo>
                    <a:pt x="1412175" y="19717"/>
                  </a:lnTo>
                  <a:lnTo>
                    <a:pt x="1458962" y="18767"/>
                  </a:lnTo>
                  <a:lnTo>
                    <a:pt x="1503913" y="17854"/>
                  </a:lnTo>
                  <a:lnTo>
                    <a:pt x="1547168" y="16976"/>
                  </a:lnTo>
                  <a:lnTo>
                    <a:pt x="1588849" y="16129"/>
                  </a:lnTo>
                  <a:lnTo>
                    <a:pt x="1629068" y="15313"/>
                  </a:lnTo>
                  <a:lnTo>
                    <a:pt x="1667923" y="14524"/>
                  </a:lnTo>
                  <a:lnTo>
                    <a:pt x="1705503" y="13761"/>
                  </a:lnTo>
                  <a:lnTo>
                    <a:pt x="1741891" y="13022"/>
                  </a:lnTo>
                  <a:lnTo>
                    <a:pt x="1777159" y="12306"/>
                  </a:lnTo>
                  <a:lnTo>
                    <a:pt x="1811374" y="11611"/>
                  </a:lnTo>
                  <a:lnTo>
                    <a:pt x="1844597" y="10937"/>
                  </a:lnTo>
                  <a:lnTo>
                    <a:pt x="1876884" y="10281"/>
                  </a:lnTo>
                  <a:lnTo>
                    <a:pt x="1908286" y="9644"/>
                  </a:lnTo>
                  <a:lnTo>
                    <a:pt x="1938851" y="9023"/>
                  </a:lnTo>
                  <a:lnTo>
                    <a:pt x="1968622" y="8419"/>
                  </a:lnTo>
                  <a:lnTo>
                    <a:pt x="1997639" y="7829"/>
                  </a:lnTo>
                  <a:lnTo>
                    <a:pt x="2025939" y="7255"/>
                  </a:lnTo>
                  <a:lnTo>
                    <a:pt x="2053558" y="6694"/>
                  </a:lnTo>
                  <a:lnTo>
                    <a:pt x="2080526" y="6146"/>
                  </a:lnTo>
                  <a:lnTo>
                    <a:pt x="2106875" y="5611"/>
                  </a:lnTo>
                  <a:lnTo>
                    <a:pt x="2132631" y="5089"/>
                  </a:lnTo>
                  <a:lnTo>
                    <a:pt x="2157822" y="4577"/>
                  </a:lnTo>
                  <a:lnTo>
                    <a:pt x="2182470" y="4077"/>
                  </a:lnTo>
                  <a:lnTo>
                    <a:pt x="2206600" y="3587"/>
                  </a:lnTo>
                  <a:lnTo>
                    <a:pt x="2230232" y="3107"/>
                  </a:lnTo>
                  <a:lnTo>
                    <a:pt x="2253386" y="2637"/>
                  </a:lnTo>
                  <a:lnTo>
                    <a:pt x="2276082" y="2176"/>
                  </a:lnTo>
                  <a:lnTo>
                    <a:pt x="2298338" y="1724"/>
                  </a:lnTo>
                  <a:lnTo>
                    <a:pt x="2320169" y="1281"/>
                  </a:lnTo>
                  <a:lnTo>
                    <a:pt x="2341592" y="846"/>
                  </a:lnTo>
                  <a:lnTo>
                    <a:pt x="2362622" y="419"/>
                  </a:lnTo>
                  <a:lnTo>
                    <a:pt x="2383274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367948" y="5585740"/>
              <a:ext cx="2383274" cy="344074"/>
            </a:xfrm>
            <a:custGeom>
              <a:avLst/>
              <a:pathLst>
                <a:path w="2383274" h="344074">
                  <a:moveTo>
                    <a:pt x="0" y="344074"/>
                  </a:moveTo>
                  <a:lnTo>
                    <a:pt x="153042" y="321979"/>
                  </a:lnTo>
                  <a:lnTo>
                    <a:pt x="288034" y="302490"/>
                  </a:lnTo>
                  <a:lnTo>
                    <a:pt x="408789" y="285057"/>
                  </a:lnTo>
                  <a:lnTo>
                    <a:pt x="518025" y="269286"/>
                  </a:lnTo>
                  <a:lnTo>
                    <a:pt x="617750" y="254889"/>
                  </a:lnTo>
                  <a:lnTo>
                    <a:pt x="709488" y="241645"/>
                  </a:lnTo>
                  <a:lnTo>
                    <a:pt x="794424" y="229382"/>
                  </a:lnTo>
                  <a:lnTo>
                    <a:pt x="873498" y="217966"/>
                  </a:lnTo>
                  <a:lnTo>
                    <a:pt x="947466" y="207288"/>
                  </a:lnTo>
                  <a:lnTo>
                    <a:pt x="1016949" y="197256"/>
                  </a:lnTo>
                  <a:lnTo>
                    <a:pt x="1082459" y="187799"/>
                  </a:lnTo>
                  <a:lnTo>
                    <a:pt x="1144426" y="178852"/>
                  </a:lnTo>
                  <a:lnTo>
                    <a:pt x="1203214" y="170365"/>
                  </a:lnTo>
                  <a:lnTo>
                    <a:pt x="1259133" y="162292"/>
                  </a:lnTo>
                  <a:lnTo>
                    <a:pt x="1312450" y="154595"/>
                  </a:lnTo>
                  <a:lnTo>
                    <a:pt x="1363397" y="147240"/>
                  </a:lnTo>
                  <a:lnTo>
                    <a:pt x="1412175" y="140197"/>
                  </a:lnTo>
                  <a:lnTo>
                    <a:pt x="1458962" y="133443"/>
                  </a:lnTo>
                  <a:lnTo>
                    <a:pt x="1503913" y="126953"/>
                  </a:lnTo>
                  <a:lnTo>
                    <a:pt x="1547168" y="120708"/>
                  </a:lnTo>
                  <a:lnTo>
                    <a:pt x="1588849" y="114691"/>
                  </a:lnTo>
                  <a:lnTo>
                    <a:pt x="1629068" y="108885"/>
                  </a:lnTo>
                  <a:lnTo>
                    <a:pt x="1667923" y="103275"/>
                  </a:lnTo>
                  <a:lnTo>
                    <a:pt x="1705503" y="97849"/>
                  </a:lnTo>
                  <a:lnTo>
                    <a:pt x="1741891" y="92596"/>
                  </a:lnTo>
                  <a:lnTo>
                    <a:pt x="1777159" y="87505"/>
                  </a:lnTo>
                  <a:lnTo>
                    <a:pt x="1811374" y="82565"/>
                  </a:lnTo>
                  <a:lnTo>
                    <a:pt x="1844597" y="77769"/>
                  </a:lnTo>
                  <a:lnTo>
                    <a:pt x="1876884" y="73107"/>
                  </a:lnTo>
                  <a:lnTo>
                    <a:pt x="1908286" y="68574"/>
                  </a:lnTo>
                  <a:lnTo>
                    <a:pt x="1938851" y="64161"/>
                  </a:lnTo>
                  <a:lnTo>
                    <a:pt x="1968622" y="59863"/>
                  </a:lnTo>
                  <a:lnTo>
                    <a:pt x="1997639" y="55674"/>
                  </a:lnTo>
                  <a:lnTo>
                    <a:pt x="2025939" y="51588"/>
                  </a:lnTo>
                  <a:lnTo>
                    <a:pt x="2053558" y="47601"/>
                  </a:lnTo>
                  <a:lnTo>
                    <a:pt x="2080526" y="43707"/>
                  </a:lnTo>
                  <a:lnTo>
                    <a:pt x="2106875" y="39903"/>
                  </a:lnTo>
                  <a:lnTo>
                    <a:pt x="2132631" y="36185"/>
                  </a:lnTo>
                  <a:lnTo>
                    <a:pt x="2157822" y="32548"/>
                  </a:lnTo>
                  <a:lnTo>
                    <a:pt x="2182470" y="28990"/>
                  </a:lnTo>
                  <a:lnTo>
                    <a:pt x="2206600" y="25506"/>
                  </a:lnTo>
                  <a:lnTo>
                    <a:pt x="2230232" y="22094"/>
                  </a:lnTo>
                  <a:lnTo>
                    <a:pt x="2253386" y="18751"/>
                  </a:lnTo>
                  <a:lnTo>
                    <a:pt x="2276082" y="15475"/>
                  </a:lnTo>
                  <a:lnTo>
                    <a:pt x="2298338" y="12262"/>
                  </a:lnTo>
                  <a:lnTo>
                    <a:pt x="2320169" y="9110"/>
                  </a:lnTo>
                  <a:lnTo>
                    <a:pt x="2341592" y="6017"/>
                  </a:lnTo>
                  <a:lnTo>
                    <a:pt x="2362622" y="2981"/>
                  </a:lnTo>
                  <a:lnTo>
                    <a:pt x="2383274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367948" y="5596592"/>
              <a:ext cx="2383274" cy="226860"/>
            </a:xfrm>
            <a:custGeom>
              <a:avLst/>
              <a:pathLst>
                <a:path w="2383274" h="226860">
                  <a:moveTo>
                    <a:pt x="0" y="0"/>
                  </a:moveTo>
                  <a:lnTo>
                    <a:pt x="153042" y="14567"/>
                  </a:lnTo>
                  <a:lnTo>
                    <a:pt x="288034" y="27417"/>
                  </a:lnTo>
                  <a:lnTo>
                    <a:pt x="408789" y="38912"/>
                  </a:lnTo>
                  <a:lnTo>
                    <a:pt x="518025" y="49310"/>
                  </a:lnTo>
                  <a:lnTo>
                    <a:pt x="617750" y="58802"/>
                  </a:lnTo>
                  <a:lnTo>
                    <a:pt x="709488" y="67535"/>
                  </a:lnTo>
                  <a:lnTo>
                    <a:pt x="794424" y="75620"/>
                  </a:lnTo>
                  <a:lnTo>
                    <a:pt x="873498" y="83146"/>
                  </a:lnTo>
                  <a:lnTo>
                    <a:pt x="947466" y="90187"/>
                  </a:lnTo>
                  <a:lnTo>
                    <a:pt x="1016949" y="96801"/>
                  </a:lnTo>
                  <a:lnTo>
                    <a:pt x="1082459" y="103037"/>
                  </a:lnTo>
                  <a:lnTo>
                    <a:pt x="1144426" y="108936"/>
                  </a:lnTo>
                  <a:lnTo>
                    <a:pt x="1203214" y="114532"/>
                  </a:lnTo>
                  <a:lnTo>
                    <a:pt x="1259133" y="119854"/>
                  </a:lnTo>
                  <a:lnTo>
                    <a:pt x="1312450" y="124930"/>
                  </a:lnTo>
                  <a:lnTo>
                    <a:pt x="1363397" y="129779"/>
                  </a:lnTo>
                  <a:lnTo>
                    <a:pt x="1412175" y="134422"/>
                  </a:lnTo>
                  <a:lnTo>
                    <a:pt x="1458962" y="138876"/>
                  </a:lnTo>
                  <a:lnTo>
                    <a:pt x="1503913" y="143155"/>
                  </a:lnTo>
                  <a:lnTo>
                    <a:pt x="1547168" y="147272"/>
                  </a:lnTo>
                  <a:lnTo>
                    <a:pt x="1588849" y="151240"/>
                  </a:lnTo>
                  <a:lnTo>
                    <a:pt x="1629068" y="155068"/>
                  </a:lnTo>
                  <a:lnTo>
                    <a:pt x="1667923" y="158766"/>
                  </a:lnTo>
                  <a:lnTo>
                    <a:pt x="1705503" y="162344"/>
                  </a:lnTo>
                  <a:lnTo>
                    <a:pt x="1741891" y="165807"/>
                  </a:lnTo>
                  <a:lnTo>
                    <a:pt x="1777159" y="169165"/>
                  </a:lnTo>
                  <a:lnTo>
                    <a:pt x="1811374" y="172421"/>
                  </a:lnTo>
                  <a:lnTo>
                    <a:pt x="1844597" y="175584"/>
                  </a:lnTo>
                  <a:lnTo>
                    <a:pt x="1876884" y="178657"/>
                  </a:lnTo>
                  <a:lnTo>
                    <a:pt x="1908286" y="181646"/>
                  </a:lnTo>
                  <a:lnTo>
                    <a:pt x="1938851" y="184556"/>
                  </a:lnTo>
                  <a:lnTo>
                    <a:pt x="1968622" y="187390"/>
                  </a:lnTo>
                  <a:lnTo>
                    <a:pt x="1997639" y="190152"/>
                  </a:lnTo>
                  <a:lnTo>
                    <a:pt x="2025939" y="192846"/>
                  </a:lnTo>
                  <a:lnTo>
                    <a:pt x="2053558" y="195474"/>
                  </a:lnTo>
                  <a:lnTo>
                    <a:pt x="2080526" y="198042"/>
                  </a:lnTo>
                  <a:lnTo>
                    <a:pt x="2106875" y="200550"/>
                  </a:lnTo>
                  <a:lnTo>
                    <a:pt x="2132631" y="203001"/>
                  </a:lnTo>
                  <a:lnTo>
                    <a:pt x="2157822" y="205399"/>
                  </a:lnTo>
                  <a:lnTo>
                    <a:pt x="2182470" y="207745"/>
                  </a:lnTo>
                  <a:lnTo>
                    <a:pt x="2206600" y="210042"/>
                  </a:lnTo>
                  <a:lnTo>
                    <a:pt x="2230232" y="212292"/>
                  </a:lnTo>
                  <a:lnTo>
                    <a:pt x="2253386" y="214496"/>
                  </a:lnTo>
                  <a:lnTo>
                    <a:pt x="2276082" y="216656"/>
                  </a:lnTo>
                  <a:lnTo>
                    <a:pt x="2298338" y="218775"/>
                  </a:lnTo>
                  <a:lnTo>
                    <a:pt x="2320169" y="220853"/>
                  </a:lnTo>
                  <a:lnTo>
                    <a:pt x="2341592" y="222892"/>
                  </a:lnTo>
                  <a:lnTo>
                    <a:pt x="2362622" y="224894"/>
                  </a:lnTo>
                  <a:lnTo>
                    <a:pt x="2383274" y="22686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0" name="rc589"/>
            <p:cNvSpPr/>
            <p:nvPr/>
          </p:nvSpPr>
          <p:spPr>
            <a:xfrm>
              <a:off x="4186450" y="4806163"/>
              <a:ext cx="2746729" cy="1538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186450" y="4806163"/>
              <a:ext cx="0" cy="1538730"/>
            </a:xfrm>
            <a:custGeom>
              <a:avLst/>
              <a:pathLst>
                <a:path w="0" h="1538730">
                  <a:moveTo>
                    <a:pt x="0" y="1538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4157982" y="62510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157982" y="59448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157982" y="56386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4157982" y="53324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4157982" y="50262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4186450" y="634489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7"/>
            <p:cNvSpPr/>
            <p:nvPr/>
          </p:nvSpPr>
          <p:spPr>
            <a:xfrm>
              <a:off x="4367948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8"/>
            <p:cNvSpPr/>
            <p:nvPr/>
          </p:nvSpPr>
          <p:spPr>
            <a:xfrm>
              <a:off x="5162373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599"/>
            <p:cNvSpPr/>
            <p:nvPr/>
          </p:nvSpPr>
          <p:spPr>
            <a:xfrm>
              <a:off x="5956798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0"/>
            <p:cNvSpPr/>
            <p:nvPr/>
          </p:nvSpPr>
          <p:spPr>
            <a:xfrm>
              <a:off x="6751222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tx601"/>
            <p:cNvSpPr/>
            <p:nvPr/>
          </p:nvSpPr>
          <p:spPr>
            <a:xfrm>
              <a:off x="4339693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03" name="tx602"/>
            <p:cNvSpPr/>
            <p:nvPr/>
          </p:nvSpPr>
          <p:spPr>
            <a:xfrm>
              <a:off x="5134118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4" name="tx603"/>
            <p:cNvSpPr/>
            <p:nvPr/>
          </p:nvSpPr>
          <p:spPr>
            <a:xfrm>
              <a:off x="5928543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5" name="tx604"/>
            <p:cNvSpPr/>
            <p:nvPr/>
          </p:nvSpPr>
          <p:spPr>
            <a:xfrm>
              <a:off x="6722968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06" name="tx605"/>
            <p:cNvSpPr/>
            <p:nvPr/>
          </p:nvSpPr>
          <p:spPr>
            <a:xfrm>
              <a:off x="5298753" y="6553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07" name="tx606"/>
            <p:cNvSpPr/>
            <p:nvPr/>
          </p:nvSpPr>
          <p:spPr>
            <a:xfrm>
              <a:off x="4186450" y="4629623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8" name="rc607"/>
            <p:cNvSpPr/>
            <p:nvPr/>
          </p:nvSpPr>
          <p:spPr>
            <a:xfrm>
              <a:off x="1711003" y="6778484"/>
              <a:ext cx="482120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tx608"/>
            <p:cNvSpPr/>
            <p:nvPr/>
          </p:nvSpPr>
          <p:spPr>
            <a:xfrm>
              <a:off x="1711003" y="682733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10" name="rc609"/>
            <p:cNvSpPr/>
            <p:nvPr/>
          </p:nvSpPr>
          <p:spPr>
            <a:xfrm>
              <a:off x="2199994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2261921" y="68404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l611"/>
            <p:cNvSpPr/>
            <p:nvPr/>
          </p:nvSpPr>
          <p:spPr>
            <a:xfrm>
              <a:off x="2217994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rc612"/>
            <p:cNvSpPr/>
            <p:nvPr/>
          </p:nvSpPr>
          <p:spPr>
            <a:xfrm>
              <a:off x="2646206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2708133" y="684041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l614"/>
            <p:cNvSpPr/>
            <p:nvPr/>
          </p:nvSpPr>
          <p:spPr>
            <a:xfrm>
              <a:off x="2664206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3098087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3160014" y="684041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l617"/>
            <p:cNvSpPr/>
            <p:nvPr/>
          </p:nvSpPr>
          <p:spPr>
            <a:xfrm>
              <a:off x="3116087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rc618"/>
            <p:cNvSpPr/>
            <p:nvPr/>
          </p:nvSpPr>
          <p:spPr>
            <a:xfrm>
              <a:off x="3533052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3594979" y="684041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l620"/>
            <p:cNvSpPr/>
            <p:nvPr/>
          </p:nvSpPr>
          <p:spPr>
            <a:xfrm>
              <a:off x="3551052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rc621"/>
            <p:cNvSpPr/>
            <p:nvPr/>
          </p:nvSpPr>
          <p:spPr>
            <a:xfrm>
              <a:off x="3979264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041191" y="684041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l623"/>
            <p:cNvSpPr/>
            <p:nvPr/>
          </p:nvSpPr>
          <p:spPr>
            <a:xfrm>
              <a:off x="3997264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rc624"/>
            <p:cNvSpPr/>
            <p:nvPr/>
          </p:nvSpPr>
          <p:spPr>
            <a:xfrm>
              <a:off x="4414229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476156" y="684041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l626"/>
            <p:cNvSpPr/>
            <p:nvPr/>
          </p:nvSpPr>
          <p:spPr>
            <a:xfrm>
              <a:off x="4432229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rc627"/>
            <p:cNvSpPr/>
            <p:nvPr/>
          </p:nvSpPr>
          <p:spPr>
            <a:xfrm>
              <a:off x="4849194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911121" y="68404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l629"/>
            <p:cNvSpPr/>
            <p:nvPr/>
          </p:nvSpPr>
          <p:spPr>
            <a:xfrm>
              <a:off x="4867194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rc630"/>
            <p:cNvSpPr/>
            <p:nvPr/>
          </p:nvSpPr>
          <p:spPr>
            <a:xfrm>
              <a:off x="5272911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334838" y="68404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l632"/>
            <p:cNvSpPr/>
            <p:nvPr/>
          </p:nvSpPr>
          <p:spPr>
            <a:xfrm>
              <a:off x="5290911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rc633"/>
            <p:cNvSpPr/>
            <p:nvPr/>
          </p:nvSpPr>
          <p:spPr>
            <a:xfrm>
              <a:off x="5719123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781050" y="684041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l635"/>
            <p:cNvSpPr/>
            <p:nvPr/>
          </p:nvSpPr>
          <p:spPr>
            <a:xfrm>
              <a:off x="5737123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rc636"/>
            <p:cNvSpPr/>
            <p:nvPr/>
          </p:nvSpPr>
          <p:spPr>
            <a:xfrm>
              <a:off x="6159758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221685" y="684041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l638"/>
            <p:cNvSpPr/>
            <p:nvPr/>
          </p:nvSpPr>
          <p:spPr>
            <a:xfrm>
              <a:off x="6177758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tx639"/>
            <p:cNvSpPr/>
            <p:nvPr/>
          </p:nvSpPr>
          <p:spPr>
            <a:xfrm>
              <a:off x="2436930" y="6832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41" name="tx640"/>
            <p:cNvSpPr/>
            <p:nvPr/>
          </p:nvSpPr>
          <p:spPr>
            <a:xfrm>
              <a:off x="2883142" y="6832045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42" name="tx641"/>
            <p:cNvSpPr/>
            <p:nvPr/>
          </p:nvSpPr>
          <p:spPr>
            <a:xfrm>
              <a:off x="3335023" y="6832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43" name="tx642"/>
            <p:cNvSpPr/>
            <p:nvPr/>
          </p:nvSpPr>
          <p:spPr>
            <a:xfrm>
              <a:off x="3769988" y="6832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44" name="tx643"/>
            <p:cNvSpPr/>
            <p:nvPr/>
          </p:nvSpPr>
          <p:spPr>
            <a:xfrm>
              <a:off x="4216200" y="6832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45" name="tx644"/>
            <p:cNvSpPr/>
            <p:nvPr/>
          </p:nvSpPr>
          <p:spPr>
            <a:xfrm>
              <a:off x="4651165" y="6832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46" name="tx645"/>
            <p:cNvSpPr/>
            <p:nvPr/>
          </p:nvSpPr>
          <p:spPr>
            <a:xfrm>
              <a:off x="5086130" y="6832045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47" name="tx646"/>
            <p:cNvSpPr/>
            <p:nvPr/>
          </p:nvSpPr>
          <p:spPr>
            <a:xfrm>
              <a:off x="5509848" y="6832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48" name="tx647"/>
            <p:cNvSpPr/>
            <p:nvPr/>
          </p:nvSpPr>
          <p:spPr>
            <a:xfrm>
              <a:off x="5956060" y="6832045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49" name="tx648"/>
            <p:cNvSpPr/>
            <p:nvPr/>
          </p:nvSpPr>
          <p:spPr>
            <a:xfrm>
              <a:off x="6396694" y="6832045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2026-07-20T14:52:45Z</dcterms:modified>
  <cp:category/>
</cp:coreProperties>
</file>