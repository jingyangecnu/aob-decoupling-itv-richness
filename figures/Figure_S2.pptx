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3142361" cy="1694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7371" y="939705"/>
              <a:ext cx="2876417" cy="1694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633961"/>
              <a:ext cx="3142361" cy="1694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07371" y="2633961"/>
              <a:ext cx="2876417" cy="1694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328218"/>
              <a:ext cx="3142361" cy="2680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07371" y="4328218"/>
              <a:ext cx="2876417" cy="2680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10032" y="1141550"/>
              <a:ext cx="2746729" cy="1438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456151" y="232551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406811" y="225417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478536" y="236157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505118" y="235862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10327" y="238504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51071" y="223452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76103" y="215070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55694" y="23421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50940" y="241518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14602" y="221375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275533" y="24236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242472" y="235926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269257" y="174744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304446" y="22776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61498" y="235317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45705" y="241804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96562" y="244418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78894" y="22692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303331" y="162029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244519" y="180954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71943" y="243471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291269" y="22288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03070" y="217192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69486" y="218193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43709" y="234609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03660" y="228527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24007" y="180144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05265" y="193974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042190" y="238251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999448" y="21622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16192" y="23953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999375" y="248672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072117" y="222885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99849" y="237194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56709" y="144529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51533" y="241818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79670" y="207040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19463" y="173303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038746" y="117886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57295" y="19690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077572" y="213691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044170" y="199506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103796" y="211060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031437" y="22646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032541" y="217658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81385" y="216184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50264" y="226332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83347" y="225267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900836" y="227017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823602" y="226788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887484" y="222385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818849" y="23630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796177" y="198814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830296" y="200645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793998" y="22262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860286" y="214989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890407" y="205973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850014" y="183282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903837" y="18998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814826" y="176207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98715" y="199595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869985" y="193010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848160" y="233110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875861" y="216688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825282" y="20738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858447" y="213512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893839" y="187575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850192" y="210599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842000" y="197104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849800" y="185968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888159" y="20270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814023" y="199675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487870" y="2150421"/>
              <a:ext cx="2388016" cy="225115"/>
            </a:xfrm>
            <a:custGeom>
              <a:avLst/>
              <a:pathLst>
                <a:path w="2388016" h="225115">
                  <a:moveTo>
                    <a:pt x="0" y="225115"/>
                  </a:moveTo>
                  <a:lnTo>
                    <a:pt x="153346" y="210659"/>
                  </a:lnTo>
                  <a:lnTo>
                    <a:pt x="288607" y="197908"/>
                  </a:lnTo>
                  <a:lnTo>
                    <a:pt x="409603" y="186502"/>
                  </a:lnTo>
                  <a:lnTo>
                    <a:pt x="519056" y="176184"/>
                  </a:lnTo>
                  <a:lnTo>
                    <a:pt x="618979" y="166764"/>
                  </a:lnTo>
                  <a:lnTo>
                    <a:pt x="710900" y="158099"/>
                  </a:lnTo>
                  <a:lnTo>
                    <a:pt x="796005" y="150076"/>
                  </a:lnTo>
                  <a:lnTo>
                    <a:pt x="875236" y="142607"/>
                  </a:lnTo>
                  <a:lnTo>
                    <a:pt x="949352" y="135621"/>
                  </a:lnTo>
                  <a:lnTo>
                    <a:pt x="1018973" y="129058"/>
                  </a:lnTo>
                  <a:lnTo>
                    <a:pt x="1084613" y="122870"/>
                  </a:lnTo>
                  <a:lnTo>
                    <a:pt x="1146703" y="117017"/>
                  </a:lnTo>
                  <a:lnTo>
                    <a:pt x="1205608" y="111464"/>
                  </a:lnTo>
                  <a:lnTo>
                    <a:pt x="1261638" y="106182"/>
                  </a:lnTo>
                  <a:lnTo>
                    <a:pt x="1315062" y="101146"/>
                  </a:lnTo>
                  <a:lnTo>
                    <a:pt x="1366110" y="96333"/>
                  </a:lnTo>
                  <a:lnTo>
                    <a:pt x="1414985" y="91726"/>
                  </a:lnTo>
                  <a:lnTo>
                    <a:pt x="1461865" y="87307"/>
                  </a:lnTo>
                  <a:lnTo>
                    <a:pt x="1506906" y="83061"/>
                  </a:lnTo>
                  <a:lnTo>
                    <a:pt x="1550246" y="78975"/>
                  </a:lnTo>
                  <a:lnTo>
                    <a:pt x="1592011" y="75038"/>
                  </a:lnTo>
                  <a:lnTo>
                    <a:pt x="1632309" y="71239"/>
                  </a:lnTo>
                  <a:lnTo>
                    <a:pt x="1671242" y="67569"/>
                  </a:lnTo>
                  <a:lnTo>
                    <a:pt x="1708897" y="64019"/>
                  </a:lnTo>
                  <a:lnTo>
                    <a:pt x="1745357" y="60582"/>
                  </a:lnTo>
                  <a:lnTo>
                    <a:pt x="1780695" y="57251"/>
                  </a:lnTo>
                  <a:lnTo>
                    <a:pt x="1814978" y="54019"/>
                  </a:lnTo>
                  <a:lnTo>
                    <a:pt x="1848267" y="50881"/>
                  </a:lnTo>
                  <a:lnTo>
                    <a:pt x="1880618" y="47831"/>
                  </a:lnTo>
                  <a:lnTo>
                    <a:pt x="1912083" y="44865"/>
                  </a:lnTo>
                  <a:lnTo>
                    <a:pt x="1942709" y="41978"/>
                  </a:lnTo>
                  <a:lnTo>
                    <a:pt x="1972539" y="39166"/>
                  </a:lnTo>
                  <a:lnTo>
                    <a:pt x="2001614" y="36425"/>
                  </a:lnTo>
                  <a:lnTo>
                    <a:pt x="2029971" y="33752"/>
                  </a:lnTo>
                  <a:lnTo>
                    <a:pt x="2057644" y="31143"/>
                  </a:lnTo>
                  <a:lnTo>
                    <a:pt x="2084666" y="28596"/>
                  </a:lnTo>
                  <a:lnTo>
                    <a:pt x="2111067" y="26107"/>
                  </a:lnTo>
                  <a:lnTo>
                    <a:pt x="2136875" y="23674"/>
                  </a:lnTo>
                  <a:lnTo>
                    <a:pt x="2162115" y="21295"/>
                  </a:lnTo>
                  <a:lnTo>
                    <a:pt x="2186813" y="18967"/>
                  </a:lnTo>
                  <a:lnTo>
                    <a:pt x="2210991" y="16687"/>
                  </a:lnTo>
                  <a:lnTo>
                    <a:pt x="2234670" y="14455"/>
                  </a:lnTo>
                  <a:lnTo>
                    <a:pt x="2257870" y="12268"/>
                  </a:lnTo>
                  <a:lnTo>
                    <a:pt x="2280612" y="10124"/>
                  </a:lnTo>
                  <a:lnTo>
                    <a:pt x="2302911" y="8022"/>
                  </a:lnTo>
                  <a:lnTo>
                    <a:pt x="2324786" y="5960"/>
                  </a:lnTo>
                  <a:lnTo>
                    <a:pt x="2346252" y="3937"/>
                  </a:lnTo>
                  <a:lnTo>
                    <a:pt x="2367324" y="1950"/>
                  </a:lnTo>
                  <a:lnTo>
                    <a:pt x="238801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487870" y="2089434"/>
              <a:ext cx="2388016" cy="322070"/>
            </a:xfrm>
            <a:custGeom>
              <a:avLst/>
              <a:pathLst>
                <a:path w="2388016" h="322070">
                  <a:moveTo>
                    <a:pt x="0" y="322070"/>
                  </a:moveTo>
                  <a:lnTo>
                    <a:pt x="153346" y="301388"/>
                  </a:lnTo>
                  <a:lnTo>
                    <a:pt x="288607" y="283145"/>
                  </a:lnTo>
                  <a:lnTo>
                    <a:pt x="409603" y="266827"/>
                  </a:lnTo>
                  <a:lnTo>
                    <a:pt x="519056" y="252065"/>
                  </a:lnTo>
                  <a:lnTo>
                    <a:pt x="618979" y="238588"/>
                  </a:lnTo>
                  <a:lnTo>
                    <a:pt x="710900" y="226191"/>
                  </a:lnTo>
                  <a:lnTo>
                    <a:pt x="796005" y="214713"/>
                  </a:lnTo>
                  <a:lnTo>
                    <a:pt x="875236" y="204027"/>
                  </a:lnTo>
                  <a:lnTo>
                    <a:pt x="949352" y="194031"/>
                  </a:lnTo>
                  <a:lnTo>
                    <a:pt x="1018973" y="184642"/>
                  </a:lnTo>
                  <a:lnTo>
                    <a:pt x="1084613" y="175789"/>
                  </a:lnTo>
                  <a:lnTo>
                    <a:pt x="1146703" y="167415"/>
                  </a:lnTo>
                  <a:lnTo>
                    <a:pt x="1205608" y="159470"/>
                  </a:lnTo>
                  <a:lnTo>
                    <a:pt x="1261638" y="151913"/>
                  </a:lnTo>
                  <a:lnTo>
                    <a:pt x="1315062" y="144708"/>
                  </a:lnTo>
                  <a:lnTo>
                    <a:pt x="1366110" y="137823"/>
                  </a:lnTo>
                  <a:lnTo>
                    <a:pt x="1414985" y="131232"/>
                  </a:lnTo>
                  <a:lnTo>
                    <a:pt x="1461865" y="124909"/>
                  </a:lnTo>
                  <a:lnTo>
                    <a:pt x="1506906" y="118834"/>
                  </a:lnTo>
                  <a:lnTo>
                    <a:pt x="1550246" y="112989"/>
                  </a:lnTo>
                  <a:lnTo>
                    <a:pt x="1592011" y="107356"/>
                  </a:lnTo>
                  <a:lnTo>
                    <a:pt x="1632309" y="101921"/>
                  </a:lnTo>
                  <a:lnTo>
                    <a:pt x="1671242" y="96670"/>
                  </a:lnTo>
                  <a:lnTo>
                    <a:pt x="1708897" y="91592"/>
                  </a:lnTo>
                  <a:lnTo>
                    <a:pt x="1745357" y="86674"/>
                  </a:lnTo>
                  <a:lnTo>
                    <a:pt x="1780695" y="81908"/>
                  </a:lnTo>
                  <a:lnTo>
                    <a:pt x="1814978" y="77285"/>
                  </a:lnTo>
                  <a:lnTo>
                    <a:pt x="1848267" y="72795"/>
                  </a:lnTo>
                  <a:lnTo>
                    <a:pt x="1880618" y="68432"/>
                  </a:lnTo>
                  <a:lnTo>
                    <a:pt x="1912083" y="64188"/>
                  </a:lnTo>
                  <a:lnTo>
                    <a:pt x="1942709" y="60058"/>
                  </a:lnTo>
                  <a:lnTo>
                    <a:pt x="1972539" y="56035"/>
                  </a:lnTo>
                  <a:lnTo>
                    <a:pt x="2001614" y="52113"/>
                  </a:lnTo>
                  <a:lnTo>
                    <a:pt x="2029971" y="48289"/>
                  </a:lnTo>
                  <a:lnTo>
                    <a:pt x="2057644" y="44557"/>
                  </a:lnTo>
                  <a:lnTo>
                    <a:pt x="2084666" y="40912"/>
                  </a:lnTo>
                  <a:lnTo>
                    <a:pt x="2111067" y="37351"/>
                  </a:lnTo>
                  <a:lnTo>
                    <a:pt x="2136875" y="33871"/>
                  </a:lnTo>
                  <a:lnTo>
                    <a:pt x="2162115" y="30467"/>
                  </a:lnTo>
                  <a:lnTo>
                    <a:pt x="2186813" y="27136"/>
                  </a:lnTo>
                  <a:lnTo>
                    <a:pt x="2210991" y="23875"/>
                  </a:lnTo>
                  <a:lnTo>
                    <a:pt x="2234670" y="20681"/>
                  </a:lnTo>
                  <a:lnTo>
                    <a:pt x="2257870" y="17552"/>
                  </a:lnTo>
                  <a:lnTo>
                    <a:pt x="2280612" y="14485"/>
                  </a:lnTo>
                  <a:lnTo>
                    <a:pt x="2302911" y="11478"/>
                  </a:lnTo>
                  <a:lnTo>
                    <a:pt x="2324786" y="8527"/>
                  </a:lnTo>
                  <a:lnTo>
                    <a:pt x="2346252" y="5632"/>
                  </a:lnTo>
                  <a:lnTo>
                    <a:pt x="2367324" y="2790"/>
                  </a:lnTo>
                  <a:lnTo>
                    <a:pt x="2388016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487870" y="2300304"/>
              <a:ext cx="2388016" cy="113559"/>
            </a:xfrm>
            <a:custGeom>
              <a:avLst/>
              <a:pathLst>
                <a:path w="2388016" h="113559">
                  <a:moveTo>
                    <a:pt x="0" y="113559"/>
                  </a:moveTo>
                  <a:lnTo>
                    <a:pt x="153346" y="106267"/>
                  </a:lnTo>
                  <a:lnTo>
                    <a:pt x="288607" y="99834"/>
                  </a:lnTo>
                  <a:lnTo>
                    <a:pt x="409603" y="94081"/>
                  </a:lnTo>
                  <a:lnTo>
                    <a:pt x="519056" y="88876"/>
                  </a:lnTo>
                  <a:lnTo>
                    <a:pt x="618979" y="84124"/>
                  </a:lnTo>
                  <a:lnTo>
                    <a:pt x="710900" y="79753"/>
                  </a:lnTo>
                  <a:lnTo>
                    <a:pt x="796005" y="75706"/>
                  </a:lnTo>
                  <a:lnTo>
                    <a:pt x="875236" y="71938"/>
                  </a:lnTo>
                  <a:lnTo>
                    <a:pt x="949352" y="68414"/>
                  </a:lnTo>
                  <a:lnTo>
                    <a:pt x="1018973" y="65103"/>
                  </a:lnTo>
                  <a:lnTo>
                    <a:pt x="1084613" y="61981"/>
                  </a:lnTo>
                  <a:lnTo>
                    <a:pt x="1146703" y="59029"/>
                  </a:lnTo>
                  <a:lnTo>
                    <a:pt x="1205608" y="56228"/>
                  </a:lnTo>
                  <a:lnTo>
                    <a:pt x="1261638" y="53563"/>
                  </a:lnTo>
                  <a:lnTo>
                    <a:pt x="1315062" y="51023"/>
                  </a:lnTo>
                  <a:lnTo>
                    <a:pt x="1366110" y="48595"/>
                  </a:lnTo>
                  <a:lnTo>
                    <a:pt x="1414985" y="46271"/>
                  </a:lnTo>
                  <a:lnTo>
                    <a:pt x="1461865" y="44042"/>
                  </a:lnTo>
                  <a:lnTo>
                    <a:pt x="1506906" y="41900"/>
                  </a:lnTo>
                  <a:lnTo>
                    <a:pt x="1550246" y="39839"/>
                  </a:lnTo>
                  <a:lnTo>
                    <a:pt x="1592011" y="37853"/>
                  </a:lnTo>
                  <a:lnTo>
                    <a:pt x="1632309" y="35936"/>
                  </a:lnTo>
                  <a:lnTo>
                    <a:pt x="1671242" y="34085"/>
                  </a:lnTo>
                  <a:lnTo>
                    <a:pt x="1708897" y="32294"/>
                  </a:lnTo>
                  <a:lnTo>
                    <a:pt x="1745357" y="30560"/>
                  </a:lnTo>
                  <a:lnTo>
                    <a:pt x="1780695" y="28880"/>
                  </a:lnTo>
                  <a:lnTo>
                    <a:pt x="1814978" y="27250"/>
                  </a:lnTo>
                  <a:lnTo>
                    <a:pt x="1848267" y="25667"/>
                  </a:lnTo>
                  <a:lnTo>
                    <a:pt x="1880618" y="24128"/>
                  </a:lnTo>
                  <a:lnTo>
                    <a:pt x="1912083" y="22632"/>
                  </a:lnTo>
                  <a:lnTo>
                    <a:pt x="1942709" y="21176"/>
                  </a:lnTo>
                  <a:lnTo>
                    <a:pt x="1972539" y="19757"/>
                  </a:lnTo>
                  <a:lnTo>
                    <a:pt x="2001614" y="18374"/>
                  </a:lnTo>
                  <a:lnTo>
                    <a:pt x="2029971" y="17026"/>
                  </a:lnTo>
                  <a:lnTo>
                    <a:pt x="2057644" y="15710"/>
                  </a:lnTo>
                  <a:lnTo>
                    <a:pt x="2084666" y="14425"/>
                  </a:lnTo>
                  <a:lnTo>
                    <a:pt x="2111067" y="13169"/>
                  </a:lnTo>
                  <a:lnTo>
                    <a:pt x="2136875" y="11942"/>
                  </a:lnTo>
                  <a:lnTo>
                    <a:pt x="2162115" y="10742"/>
                  </a:lnTo>
                  <a:lnTo>
                    <a:pt x="2186813" y="9567"/>
                  </a:lnTo>
                  <a:lnTo>
                    <a:pt x="2210991" y="8418"/>
                  </a:lnTo>
                  <a:lnTo>
                    <a:pt x="2234670" y="7292"/>
                  </a:lnTo>
                  <a:lnTo>
                    <a:pt x="2257870" y="6188"/>
                  </a:lnTo>
                  <a:lnTo>
                    <a:pt x="2280612" y="5107"/>
                  </a:lnTo>
                  <a:lnTo>
                    <a:pt x="2302911" y="4047"/>
                  </a:lnTo>
                  <a:lnTo>
                    <a:pt x="2324786" y="3006"/>
                  </a:lnTo>
                  <a:lnTo>
                    <a:pt x="2346252" y="1986"/>
                  </a:lnTo>
                  <a:lnTo>
                    <a:pt x="2367324" y="983"/>
                  </a:lnTo>
                  <a:lnTo>
                    <a:pt x="2388016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487870" y="1920203"/>
              <a:ext cx="2388016" cy="321954"/>
            </a:xfrm>
            <a:custGeom>
              <a:avLst/>
              <a:pathLst>
                <a:path w="2388016" h="321954">
                  <a:moveTo>
                    <a:pt x="0" y="321954"/>
                  </a:moveTo>
                  <a:lnTo>
                    <a:pt x="153346" y="301279"/>
                  </a:lnTo>
                  <a:lnTo>
                    <a:pt x="288607" y="283043"/>
                  </a:lnTo>
                  <a:lnTo>
                    <a:pt x="409603" y="266731"/>
                  </a:lnTo>
                  <a:lnTo>
                    <a:pt x="519056" y="251974"/>
                  </a:lnTo>
                  <a:lnTo>
                    <a:pt x="618979" y="238502"/>
                  </a:lnTo>
                  <a:lnTo>
                    <a:pt x="710900" y="226110"/>
                  </a:lnTo>
                  <a:lnTo>
                    <a:pt x="796005" y="214636"/>
                  </a:lnTo>
                  <a:lnTo>
                    <a:pt x="875236" y="203954"/>
                  </a:lnTo>
                  <a:lnTo>
                    <a:pt x="949352" y="193961"/>
                  </a:lnTo>
                  <a:lnTo>
                    <a:pt x="1018973" y="184575"/>
                  </a:lnTo>
                  <a:lnTo>
                    <a:pt x="1084613" y="175725"/>
                  </a:lnTo>
                  <a:lnTo>
                    <a:pt x="1146703" y="167354"/>
                  </a:lnTo>
                  <a:lnTo>
                    <a:pt x="1205608" y="159413"/>
                  </a:lnTo>
                  <a:lnTo>
                    <a:pt x="1261638" y="151859"/>
                  </a:lnTo>
                  <a:lnTo>
                    <a:pt x="1315062" y="144656"/>
                  </a:lnTo>
                  <a:lnTo>
                    <a:pt x="1366110" y="137774"/>
                  </a:lnTo>
                  <a:lnTo>
                    <a:pt x="1414985" y="131184"/>
                  </a:lnTo>
                  <a:lnTo>
                    <a:pt x="1461865" y="124864"/>
                  </a:lnTo>
                  <a:lnTo>
                    <a:pt x="1506906" y="118791"/>
                  </a:lnTo>
                  <a:lnTo>
                    <a:pt x="1550246" y="112948"/>
                  </a:lnTo>
                  <a:lnTo>
                    <a:pt x="1592011" y="107318"/>
                  </a:lnTo>
                  <a:lnTo>
                    <a:pt x="1632309" y="101884"/>
                  </a:lnTo>
                  <a:lnTo>
                    <a:pt x="1671242" y="96636"/>
                  </a:lnTo>
                  <a:lnTo>
                    <a:pt x="1708897" y="91559"/>
                  </a:lnTo>
                  <a:lnTo>
                    <a:pt x="1745357" y="86643"/>
                  </a:lnTo>
                  <a:lnTo>
                    <a:pt x="1780695" y="81879"/>
                  </a:lnTo>
                  <a:lnTo>
                    <a:pt x="1814978" y="77257"/>
                  </a:lnTo>
                  <a:lnTo>
                    <a:pt x="1848267" y="72769"/>
                  </a:lnTo>
                  <a:lnTo>
                    <a:pt x="1880618" y="68407"/>
                  </a:lnTo>
                  <a:lnTo>
                    <a:pt x="1912083" y="64165"/>
                  </a:lnTo>
                  <a:lnTo>
                    <a:pt x="1942709" y="60036"/>
                  </a:lnTo>
                  <a:lnTo>
                    <a:pt x="1972539" y="56014"/>
                  </a:lnTo>
                  <a:lnTo>
                    <a:pt x="2001614" y="52095"/>
                  </a:lnTo>
                  <a:lnTo>
                    <a:pt x="2029971" y="48271"/>
                  </a:lnTo>
                  <a:lnTo>
                    <a:pt x="2057644" y="44541"/>
                  </a:lnTo>
                  <a:lnTo>
                    <a:pt x="2084666" y="40897"/>
                  </a:lnTo>
                  <a:lnTo>
                    <a:pt x="2111067" y="37338"/>
                  </a:lnTo>
                  <a:lnTo>
                    <a:pt x="2136875" y="33859"/>
                  </a:lnTo>
                  <a:lnTo>
                    <a:pt x="2162115" y="30456"/>
                  </a:lnTo>
                  <a:lnTo>
                    <a:pt x="2186813" y="27126"/>
                  </a:lnTo>
                  <a:lnTo>
                    <a:pt x="2210991" y="23866"/>
                  </a:lnTo>
                  <a:lnTo>
                    <a:pt x="2234670" y="20674"/>
                  </a:lnTo>
                  <a:lnTo>
                    <a:pt x="2257870" y="17546"/>
                  </a:lnTo>
                  <a:lnTo>
                    <a:pt x="2280612" y="14480"/>
                  </a:lnTo>
                  <a:lnTo>
                    <a:pt x="2302911" y="11473"/>
                  </a:lnTo>
                  <a:lnTo>
                    <a:pt x="2324786" y="8524"/>
                  </a:lnTo>
                  <a:lnTo>
                    <a:pt x="2346252" y="5630"/>
                  </a:lnTo>
                  <a:lnTo>
                    <a:pt x="2367324" y="2789"/>
                  </a:lnTo>
                  <a:lnTo>
                    <a:pt x="238801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487870" y="2134767"/>
              <a:ext cx="2388016" cy="285080"/>
            </a:xfrm>
            <a:custGeom>
              <a:avLst/>
              <a:pathLst>
                <a:path w="2388016" h="285080">
                  <a:moveTo>
                    <a:pt x="0" y="285080"/>
                  </a:moveTo>
                  <a:lnTo>
                    <a:pt x="153346" y="266773"/>
                  </a:lnTo>
                  <a:lnTo>
                    <a:pt x="288607" y="250626"/>
                  </a:lnTo>
                  <a:lnTo>
                    <a:pt x="409603" y="236182"/>
                  </a:lnTo>
                  <a:lnTo>
                    <a:pt x="519056" y="223115"/>
                  </a:lnTo>
                  <a:lnTo>
                    <a:pt x="618979" y="211186"/>
                  </a:lnTo>
                  <a:lnTo>
                    <a:pt x="710900" y="200213"/>
                  </a:lnTo>
                  <a:lnTo>
                    <a:pt x="796005" y="190053"/>
                  </a:lnTo>
                  <a:lnTo>
                    <a:pt x="875236" y="180594"/>
                  </a:lnTo>
                  <a:lnTo>
                    <a:pt x="949352" y="171747"/>
                  </a:lnTo>
                  <a:lnTo>
                    <a:pt x="1018973" y="163435"/>
                  </a:lnTo>
                  <a:lnTo>
                    <a:pt x="1084613" y="155599"/>
                  </a:lnTo>
                  <a:lnTo>
                    <a:pt x="1146703" y="148187"/>
                  </a:lnTo>
                  <a:lnTo>
                    <a:pt x="1205608" y="141155"/>
                  </a:lnTo>
                  <a:lnTo>
                    <a:pt x="1261638" y="134466"/>
                  </a:lnTo>
                  <a:lnTo>
                    <a:pt x="1315062" y="128088"/>
                  </a:lnTo>
                  <a:lnTo>
                    <a:pt x="1366110" y="121994"/>
                  </a:lnTo>
                  <a:lnTo>
                    <a:pt x="1414985" y="116159"/>
                  </a:lnTo>
                  <a:lnTo>
                    <a:pt x="1461865" y="110563"/>
                  </a:lnTo>
                  <a:lnTo>
                    <a:pt x="1506906" y="105186"/>
                  </a:lnTo>
                  <a:lnTo>
                    <a:pt x="1550246" y="100012"/>
                  </a:lnTo>
                  <a:lnTo>
                    <a:pt x="1592011" y="95026"/>
                  </a:lnTo>
                  <a:lnTo>
                    <a:pt x="1632309" y="90215"/>
                  </a:lnTo>
                  <a:lnTo>
                    <a:pt x="1671242" y="85568"/>
                  </a:lnTo>
                  <a:lnTo>
                    <a:pt x="1708897" y="81072"/>
                  </a:lnTo>
                  <a:lnTo>
                    <a:pt x="1745357" y="76720"/>
                  </a:lnTo>
                  <a:lnTo>
                    <a:pt x="1780695" y="72501"/>
                  </a:lnTo>
                  <a:lnTo>
                    <a:pt x="1814978" y="68409"/>
                  </a:lnTo>
                  <a:lnTo>
                    <a:pt x="1848267" y="64434"/>
                  </a:lnTo>
                  <a:lnTo>
                    <a:pt x="1880618" y="60572"/>
                  </a:lnTo>
                  <a:lnTo>
                    <a:pt x="1912083" y="56816"/>
                  </a:lnTo>
                  <a:lnTo>
                    <a:pt x="1942709" y="53160"/>
                  </a:lnTo>
                  <a:lnTo>
                    <a:pt x="1972539" y="49599"/>
                  </a:lnTo>
                  <a:lnTo>
                    <a:pt x="2001614" y="46128"/>
                  </a:lnTo>
                  <a:lnTo>
                    <a:pt x="2029971" y="42743"/>
                  </a:lnTo>
                  <a:lnTo>
                    <a:pt x="2057644" y="39439"/>
                  </a:lnTo>
                  <a:lnTo>
                    <a:pt x="2084666" y="36213"/>
                  </a:lnTo>
                  <a:lnTo>
                    <a:pt x="2111067" y="33062"/>
                  </a:lnTo>
                  <a:lnTo>
                    <a:pt x="2136875" y="29981"/>
                  </a:lnTo>
                  <a:lnTo>
                    <a:pt x="2162115" y="26967"/>
                  </a:lnTo>
                  <a:lnTo>
                    <a:pt x="2186813" y="24019"/>
                  </a:lnTo>
                  <a:lnTo>
                    <a:pt x="2210991" y="21133"/>
                  </a:lnTo>
                  <a:lnTo>
                    <a:pt x="2234670" y="18306"/>
                  </a:lnTo>
                  <a:lnTo>
                    <a:pt x="2257870" y="15536"/>
                  </a:lnTo>
                  <a:lnTo>
                    <a:pt x="2280612" y="12821"/>
                  </a:lnTo>
                  <a:lnTo>
                    <a:pt x="2302911" y="10159"/>
                  </a:lnTo>
                  <a:lnTo>
                    <a:pt x="2324786" y="7548"/>
                  </a:lnTo>
                  <a:lnTo>
                    <a:pt x="2346252" y="4985"/>
                  </a:lnTo>
                  <a:lnTo>
                    <a:pt x="2367324" y="2470"/>
                  </a:lnTo>
                  <a:lnTo>
                    <a:pt x="238801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487870" y="1858724"/>
              <a:ext cx="2388016" cy="138046"/>
            </a:xfrm>
            <a:custGeom>
              <a:avLst/>
              <a:pathLst>
                <a:path w="2388016" h="138046">
                  <a:moveTo>
                    <a:pt x="0" y="138046"/>
                  </a:moveTo>
                  <a:lnTo>
                    <a:pt x="153346" y="129182"/>
                  </a:lnTo>
                  <a:lnTo>
                    <a:pt x="288607" y="121362"/>
                  </a:lnTo>
                  <a:lnTo>
                    <a:pt x="409603" y="114368"/>
                  </a:lnTo>
                  <a:lnTo>
                    <a:pt x="519056" y="108041"/>
                  </a:lnTo>
                  <a:lnTo>
                    <a:pt x="618979" y="102264"/>
                  </a:lnTo>
                  <a:lnTo>
                    <a:pt x="710900" y="96950"/>
                  </a:lnTo>
                  <a:lnTo>
                    <a:pt x="796005" y="92031"/>
                  </a:lnTo>
                  <a:lnTo>
                    <a:pt x="875236" y="87451"/>
                  </a:lnTo>
                  <a:lnTo>
                    <a:pt x="949352" y="83166"/>
                  </a:lnTo>
                  <a:lnTo>
                    <a:pt x="1018973" y="79141"/>
                  </a:lnTo>
                  <a:lnTo>
                    <a:pt x="1084613" y="75347"/>
                  </a:lnTo>
                  <a:lnTo>
                    <a:pt x="1146703" y="71757"/>
                  </a:lnTo>
                  <a:lnTo>
                    <a:pt x="1205608" y="68352"/>
                  </a:lnTo>
                  <a:lnTo>
                    <a:pt x="1261638" y="65113"/>
                  </a:lnTo>
                  <a:lnTo>
                    <a:pt x="1315062" y="62025"/>
                  </a:lnTo>
                  <a:lnTo>
                    <a:pt x="1366110" y="59074"/>
                  </a:lnTo>
                  <a:lnTo>
                    <a:pt x="1414985" y="56249"/>
                  </a:lnTo>
                  <a:lnTo>
                    <a:pt x="1461865" y="53539"/>
                  </a:lnTo>
                  <a:lnTo>
                    <a:pt x="1506906" y="50935"/>
                  </a:lnTo>
                  <a:lnTo>
                    <a:pt x="1550246" y="48429"/>
                  </a:lnTo>
                  <a:lnTo>
                    <a:pt x="1592011" y="46015"/>
                  </a:lnTo>
                  <a:lnTo>
                    <a:pt x="1632309" y="43686"/>
                  </a:lnTo>
                  <a:lnTo>
                    <a:pt x="1671242" y="41435"/>
                  </a:lnTo>
                  <a:lnTo>
                    <a:pt x="1708897" y="39258"/>
                  </a:lnTo>
                  <a:lnTo>
                    <a:pt x="1745357" y="37150"/>
                  </a:lnTo>
                  <a:lnTo>
                    <a:pt x="1780695" y="35108"/>
                  </a:lnTo>
                  <a:lnTo>
                    <a:pt x="1814978" y="33126"/>
                  </a:lnTo>
                  <a:lnTo>
                    <a:pt x="1848267" y="31201"/>
                  </a:lnTo>
                  <a:lnTo>
                    <a:pt x="1880618" y="29331"/>
                  </a:lnTo>
                  <a:lnTo>
                    <a:pt x="1912083" y="27512"/>
                  </a:lnTo>
                  <a:lnTo>
                    <a:pt x="1942709" y="25742"/>
                  </a:lnTo>
                  <a:lnTo>
                    <a:pt x="1972539" y="24017"/>
                  </a:lnTo>
                  <a:lnTo>
                    <a:pt x="2001614" y="22337"/>
                  </a:lnTo>
                  <a:lnTo>
                    <a:pt x="2029971" y="20697"/>
                  </a:lnTo>
                  <a:lnTo>
                    <a:pt x="2057644" y="19098"/>
                  </a:lnTo>
                  <a:lnTo>
                    <a:pt x="2084666" y="17536"/>
                  </a:lnTo>
                  <a:lnTo>
                    <a:pt x="2111067" y="16009"/>
                  </a:lnTo>
                  <a:lnTo>
                    <a:pt x="2136875" y="14518"/>
                  </a:lnTo>
                  <a:lnTo>
                    <a:pt x="2162115" y="13058"/>
                  </a:lnTo>
                  <a:lnTo>
                    <a:pt x="2186813" y="11631"/>
                  </a:lnTo>
                  <a:lnTo>
                    <a:pt x="2210991" y="10233"/>
                  </a:lnTo>
                  <a:lnTo>
                    <a:pt x="2234670" y="8864"/>
                  </a:lnTo>
                  <a:lnTo>
                    <a:pt x="2257870" y="7523"/>
                  </a:lnTo>
                  <a:lnTo>
                    <a:pt x="2280612" y="6208"/>
                  </a:lnTo>
                  <a:lnTo>
                    <a:pt x="2302911" y="4919"/>
                  </a:lnTo>
                  <a:lnTo>
                    <a:pt x="2324786" y="3655"/>
                  </a:lnTo>
                  <a:lnTo>
                    <a:pt x="2346252" y="2414"/>
                  </a:lnTo>
                  <a:lnTo>
                    <a:pt x="2367324" y="1196"/>
                  </a:lnTo>
                  <a:lnTo>
                    <a:pt x="2388016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87870" y="1939545"/>
              <a:ext cx="2388016" cy="137176"/>
            </a:xfrm>
            <a:custGeom>
              <a:avLst/>
              <a:pathLst>
                <a:path w="2388016" h="137176">
                  <a:moveTo>
                    <a:pt x="0" y="137176"/>
                  </a:moveTo>
                  <a:lnTo>
                    <a:pt x="153346" y="128367"/>
                  </a:lnTo>
                  <a:lnTo>
                    <a:pt x="288607" y="120597"/>
                  </a:lnTo>
                  <a:lnTo>
                    <a:pt x="409603" y="113647"/>
                  </a:lnTo>
                  <a:lnTo>
                    <a:pt x="519056" y="107359"/>
                  </a:lnTo>
                  <a:lnTo>
                    <a:pt x="618979" y="101619"/>
                  </a:lnTo>
                  <a:lnTo>
                    <a:pt x="710900" y="96339"/>
                  </a:lnTo>
                  <a:lnTo>
                    <a:pt x="796005" y="91450"/>
                  </a:lnTo>
                  <a:lnTo>
                    <a:pt x="875236" y="86899"/>
                  </a:lnTo>
                  <a:lnTo>
                    <a:pt x="949352" y="82641"/>
                  </a:lnTo>
                  <a:lnTo>
                    <a:pt x="1018973" y="78642"/>
                  </a:lnTo>
                  <a:lnTo>
                    <a:pt x="1084613" y="74872"/>
                  </a:lnTo>
                  <a:lnTo>
                    <a:pt x="1146703" y="71305"/>
                  </a:lnTo>
                  <a:lnTo>
                    <a:pt x="1205608" y="67921"/>
                  </a:lnTo>
                  <a:lnTo>
                    <a:pt x="1261638" y="64703"/>
                  </a:lnTo>
                  <a:lnTo>
                    <a:pt x="1315062" y="61634"/>
                  </a:lnTo>
                  <a:lnTo>
                    <a:pt x="1366110" y="58701"/>
                  </a:lnTo>
                  <a:lnTo>
                    <a:pt x="1414985" y="55894"/>
                  </a:lnTo>
                  <a:lnTo>
                    <a:pt x="1461865" y="53201"/>
                  </a:lnTo>
                  <a:lnTo>
                    <a:pt x="1506906" y="50614"/>
                  </a:lnTo>
                  <a:lnTo>
                    <a:pt x="1550246" y="48124"/>
                  </a:lnTo>
                  <a:lnTo>
                    <a:pt x="1592011" y="45725"/>
                  </a:lnTo>
                  <a:lnTo>
                    <a:pt x="1632309" y="43410"/>
                  </a:lnTo>
                  <a:lnTo>
                    <a:pt x="1671242" y="41174"/>
                  </a:lnTo>
                  <a:lnTo>
                    <a:pt x="1708897" y="39010"/>
                  </a:lnTo>
                  <a:lnTo>
                    <a:pt x="1745357" y="36916"/>
                  </a:lnTo>
                  <a:lnTo>
                    <a:pt x="1780695" y="34886"/>
                  </a:lnTo>
                  <a:lnTo>
                    <a:pt x="1814978" y="32917"/>
                  </a:lnTo>
                  <a:lnTo>
                    <a:pt x="1848267" y="31005"/>
                  </a:lnTo>
                  <a:lnTo>
                    <a:pt x="1880618" y="29146"/>
                  </a:lnTo>
                  <a:lnTo>
                    <a:pt x="1912083" y="27339"/>
                  </a:lnTo>
                  <a:lnTo>
                    <a:pt x="1942709" y="25580"/>
                  </a:lnTo>
                  <a:lnTo>
                    <a:pt x="1972539" y="23866"/>
                  </a:lnTo>
                  <a:lnTo>
                    <a:pt x="2001614" y="22196"/>
                  </a:lnTo>
                  <a:lnTo>
                    <a:pt x="2029971" y="20567"/>
                  </a:lnTo>
                  <a:lnTo>
                    <a:pt x="2057644" y="18977"/>
                  </a:lnTo>
                  <a:lnTo>
                    <a:pt x="2084666" y="17425"/>
                  </a:lnTo>
                  <a:lnTo>
                    <a:pt x="2111067" y="15908"/>
                  </a:lnTo>
                  <a:lnTo>
                    <a:pt x="2136875" y="14426"/>
                  </a:lnTo>
                  <a:lnTo>
                    <a:pt x="2162115" y="12976"/>
                  </a:lnTo>
                  <a:lnTo>
                    <a:pt x="2186813" y="11557"/>
                  </a:lnTo>
                  <a:lnTo>
                    <a:pt x="2210991" y="10168"/>
                  </a:lnTo>
                  <a:lnTo>
                    <a:pt x="2234670" y="8808"/>
                  </a:lnTo>
                  <a:lnTo>
                    <a:pt x="2257870" y="7476"/>
                  </a:lnTo>
                  <a:lnTo>
                    <a:pt x="2280612" y="6169"/>
                  </a:lnTo>
                  <a:lnTo>
                    <a:pt x="2302911" y="4888"/>
                  </a:lnTo>
                  <a:lnTo>
                    <a:pt x="2324786" y="3632"/>
                  </a:lnTo>
                  <a:lnTo>
                    <a:pt x="2346252" y="2399"/>
                  </a:lnTo>
                  <a:lnTo>
                    <a:pt x="2367324" y="1188"/>
                  </a:lnTo>
                  <a:lnTo>
                    <a:pt x="2388016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87870" y="2139764"/>
              <a:ext cx="2388016" cy="199355"/>
            </a:xfrm>
            <a:custGeom>
              <a:avLst/>
              <a:pathLst>
                <a:path w="2388016" h="199355">
                  <a:moveTo>
                    <a:pt x="0" y="199355"/>
                  </a:moveTo>
                  <a:lnTo>
                    <a:pt x="153346" y="186553"/>
                  </a:lnTo>
                  <a:lnTo>
                    <a:pt x="288607" y="175262"/>
                  </a:lnTo>
                  <a:lnTo>
                    <a:pt x="409603" y="165161"/>
                  </a:lnTo>
                  <a:lnTo>
                    <a:pt x="519056" y="156023"/>
                  </a:lnTo>
                  <a:lnTo>
                    <a:pt x="618979" y="147682"/>
                  </a:lnTo>
                  <a:lnTo>
                    <a:pt x="710900" y="140008"/>
                  </a:lnTo>
                  <a:lnTo>
                    <a:pt x="796005" y="132903"/>
                  </a:lnTo>
                  <a:lnTo>
                    <a:pt x="875236" y="126289"/>
                  </a:lnTo>
                  <a:lnTo>
                    <a:pt x="949352" y="120102"/>
                  </a:lnTo>
                  <a:lnTo>
                    <a:pt x="1018973" y="114290"/>
                  </a:lnTo>
                  <a:lnTo>
                    <a:pt x="1084613" y="108810"/>
                  </a:lnTo>
                  <a:lnTo>
                    <a:pt x="1146703" y="103626"/>
                  </a:lnTo>
                  <a:lnTo>
                    <a:pt x="1205608" y="98709"/>
                  </a:lnTo>
                  <a:lnTo>
                    <a:pt x="1261638" y="94031"/>
                  </a:lnTo>
                  <a:lnTo>
                    <a:pt x="1315062" y="89572"/>
                  </a:lnTo>
                  <a:lnTo>
                    <a:pt x="1366110" y="85310"/>
                  </a:lnTo>
                  <a:lnTo>
                    <a:pt x="1414985" y="81230"/>
                  </a:lnTo>
                  <a:lnTo>
                    <a:pt x="1461865" y="77316"/>
                  </a:lnTo>
                  <a:lnTo>
                    <a:pt x="1506906" y="73556"/>
                  </a:lnTo>
                  <a:lnTo>
                    <a:pt x="1550246" y="69938"/>
                  </a:lnTo>
                  <a:lnTo>
                    <a:pt x="1592011" y="66451"/>
                  </a:lnTo>
                  <a:lnTo>
                    <a:pt x="1632309" y="63087"/>
                  </a:lnTo>
                  <a:lnTo>
                    <a:pt x="1671242" y="59837"/>
                  </a:lnTo>
                  <a:lnTo>
                    <a:pt x="1708897" y="56693"/>
                  </a:lnTo>
                  <a:lnTo>
                    <a:pt x="1745357" y="53650"/>
                  </a:lnTo>
                  <a:lnTo>
                    <a:pt x="1780695" y="50700"/>
                  </a:lnTo>
                  <a:lnTo>
                    <a:pt x="1814978" y="47838"/>
                  </a:lnTo>
                  <a:lnTo>
                    <a:pt x="1848267" y="45059"/>
                  </a:lnTo>
                  <a:lnTo>
                    <a:pt x="1880618" y="42358"/>
                  </a:lnTo>
                  <a:lnTo>
                    <a:pt x="1912083" y="39731"/>
                  </a:lnTo>
                  <a:lnTo>
                    <a:pt x="1942709" y="37174"/>
                  </a:lnTo>
                  <a:lnTo>
                    <a:pt x="1972539" y="34684"/>
                  </a:lnTo>
                  <a:lnTo>
                    <a:pt x="2001614" y="32257"/>
                  </a:lnTo>
                  <a:lnTo>
                    <a:pt x="2029971" y="29890"/>
                  </a:lnTo>
                  <a:lnTo>
                    <a:pt x="2057644" y="27580"/>
                  </a:lnTo>
                  <a:lnTo>
                    <a:pt x="2084666" y="25324"/>
                  </a:lnTo>
                  <a:lnTo>
                    <a:pt x="2111067" y="23120"/>
                  </a:lnTo>
                  <a:lnTo>
                    <a:pt x="2136875" y="20965"/>
                  </a:lnTo>
                  <a:lnTo>
                    <a:pt x="2162115" y="18858"/>
                  </a:lnTo>
                  <a:lnTo>
                    <a:pt x="2186813" y="16796"/>
                  </a:lnTo>
                  <a:lnTo>
                    <a:pt x="2210991" y="14778"/>
                  </a:lnTo>
                  <a:lnTo>
                    <a:pt x="2234670" y="12801"/>
                  </a:lnTo>
                  <a:lnTo>
                    <a:pt x="2257870" y="10864"/>
                  </a:lnTo>
                  <a:lnTo>
                    <a:pt x="2280612" y="8966"/>
                  </a:lnTo>
                  <a:lnTo>
                    <a:pt x="2302911" y="7104"/>
                  </a:lnTo>
                  <a:lnTo>
                    <a:pt x="2324786" y="5278"/>
                  </a:lnTo>
                  <a:lnTo>
                    <a:pt x="2346252" y="3486"/>
                  </a:lnTo>
                  <a:lnTo>
                    <a:pt x="2367324" y="1727"/>
                  </a:lnTo>
                  <a:lnTo>
                    <a:pt x="238801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87870" y="2312954"/>
              <a:ext cx="2388016" cy="158920"/>
            </a:xfrm>
            <a:custGeom>
              <a:avLst/>
              <a:pathLst>
                <a:path w="2388016" h="158920">
                  <a:moveTo>
                    <a:pt x="0" y="158920"/>
                  </a:moveTo>
                  <a:lnTo>
                    <a:pt x="153346" y="148715"/>
                  </a:lnTo>
                  <a:lnTo>
                    <a:pt x="288607" y="139713"/>
                  </a:lnTo>
                  <a:lnTo>
                    <a:pt x="409603" y="131661"/>
                  </a:lnTo>
                  <a:lnTo>
                    <a:pt x="519056" y="124377"/>
                  </a:lnTo>
                  <a:lnTo>
                    <a:pt x="618979" y="117727"/>
                  </a:lnTo>
                  <a:lnTo>
                    <a:pt x="710900" y="111610"/>
                  </a:lnTo>
                  <a:lnTo>
                    <a:pt x="796005" y="105947"/>
                  </a:lnTo>
                  <a:lnTo>
                    <a:pt x="875236" y="100674"/>
                  </a:lnTo>
                  <a:lnTo>
                    <a:pt x="949352" y="95741"/>
                  </a:lnTo>
                  <a:lnTo>
                    <a:pt x="1018973" y="91108"/>
                  </a:lnTo>
                  <a:lnTo>
                    <a:pt x="1084613" y="86740"/>
                  </a:lnTo>
                  <a:lnTo>
                    <a:pt x="1146703" y="82608"/>
                  </a:lnTo>
                  <a:lnTo>
                    <a:pt x="1205608" y="78688"/>
                  </a:lnTo>
                  <a:lnTo>
                    <a:pt x="1261638" y="74959"/>
                  </a:lnTo>
                  <a:lnTo>
                    <a:pt x="1315062" y="71404"/>
                  </a:lnTo>
                  <a:lnTo>
                    <a:pt x="1366110" y="68007"/>
                  </a:lnTo>
                  <a:lnTo>
                    <a:pt x="1414985" y="64754"/>
                  </a:lnTo>
                  <a:lnTo>
                    <a:pt x="1461865" y="61634"/>
                  </a:lnTo>
                  <a:lnTo>
                    <a:pt x="1506906" y="58637"/>
                  </a:lnTo>
                  <a:lnTo>
                    <a:pt x="1550246" y="55752"/>
                  </a:lnTo>
                  <a:lnTo>
                    <a:pt x="1592011" y="52973"/>
                  </a:lnTo>
                  <a:lnTo>
                    <a:pt x="1632309" y="50291"/>
                  </a:lnTo>
                  <a:lnTo>
                    <a:pt x="1671242" y="47700"/>
                  </a:lnTo>
                  <a:lnTo>
                    <a:pt x="1708897" y="45194"/>
                  </a:lnTo>
                  <a:lnTo>
                    <a:pt x="1745357" y="42768"/>
                  </a:lnTo>
                  <a:lnTo>
                    <a:pt x="1780695" y="40416"/>
                  </a:lnTo>
                  <a:lnTo>
                    <a:pt x="1814978" y="38135"/>
                  </a:lnTo>
                  <a:lnTo>
                    <a:pt x="1848267" y="35919"/>
                  </a:lnTo>
                  <a:lnTo>
                    <a:pt x="1880618" y="33766"/>
                  </a:lnTo>
                  <a:lnTo>
                    <a:pt x="1912083" y="31672"/>
                  </a:lnTo>
                  <a:lnTo>
                    <a:pt x="1942709" y="29634"/>
                  </a:lnTo>
                  <a:lnTo>
                    <a:pt x="1972539" y="27649"/>
                  </a:lnTo>
                  <a:lnTo>
                    <a:pt x="2001614" y="25714"/>
                  </a:lnTo>
                  <a:lnTo>
                    <a:pt x="2029971" y="23827"/>
                  </a:lnTo>
                  <a:lnTo>
                    <a:pt x="2057644" y="21985"/>
                  </a:lnTo>
                  <a:lnTo>
                    <a:pt x="2084666" y="20187"/>
                  </a:lnTo>
                  <a:lnTo>
                    <a:pt x="2111067" y="18430"/>
                  </a:lnTo>
                  <a:lnTo>
                    <a:pt x="2136875" y="16713"/>
                  </a:lnTo>
                  <a:lnTo>
                    <a:pt x="2162115" y="15033"/>
                  </a:lnTo>
                  <a:lnTo>
                    <a:pt x="2186813" y="13389"/>
                  </a:lnTo>
                  <a:lnTo>
                    <a:pt x="2210991" y="11780"/>
                  </a:lnTo>
                  <a:lnTo>
                    <a:pt x="2234670" y="10205"/>
                  </a:lnTo>
                  <a:lnTo>
                    <a:pt x="2257870" y="8661"/>
                  </a:lnTo>
                  <a:lnTo>
                    <a:pt x="2280612" y="7147"/>
                  </a:lnTo>
                  <a:lnTo>
                    <a:pt x="2302911" y="5663"/>
                  </a:lnTo>
                  <a:lnTo>
                    <a:pt x="2324786" y="4207"/>
                  </a:lnTo>
                  <a:lnTo>
                    <a:pt x="2346252" y="2779"/>
                  </a:lnTo>
                  <a:lnTo>
                    <a:pt x="2367324" y="1377"/>
                  </a:lnTo>
                  <a:lnTo>
                    <a:pt x="238801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487870" y="2133470"/>
              <a:ext cx="2388016" cy="83503"/>
            </a:xfrm>
            <a:custGeom>
              <a:avLst/>
              <a:pathLst>
                <a:path w="2388016" h="83503">
                  <a:moveTo>
                    <a:pt x="0" y="83503"/>
                  </a:moveTo>
                  <a:lnTo>
                    <a:pt x="153346" y="78141"/>
                  </a:lnTo>
                  <a:lnTo>
                    <a:pt x="288607" y="73411"/>
                  </a:lnTo>
                  <a:lnTo>
                    <a:pt x="409603" y="69180"/>
                  </a:lnTo>
                  <a:lnTo>
                    <a:pt x="519056" y="65353"/>
                  </a:lnTo>
                  <a:lnTo>
                    <a:pt x="618979" y="61859"/>
                  </a:lnTo>
                  <a:lnTo>
                    <a:pt x="710900" y="58645"/>
                  </a:lnTo>
                  <a:lnTo>
                    <a:pt x="796005" y="55669"/>
                  </a:lnTo>
                  <a:lnTo>
                    <a:pt x="875236" y="52898"/>
                  </a:lnTo>
                  <a:lnTo>
                    <a:pt x="949352" y="50306"/>
                  </a:lnTo>
                  <a:lnTo>
                    <a:pt x="1018973" y="47872"/>
                  </a:lnTo>
                  <a:lnTo>
                    <a:pt x="1084613" y="45577"/>
                  </a:lnTo>
                  <a:lnTo>
                    <a:pt x="1146703" y="43405"/>
                  </a:lnTo>
                  <a:lnTo>
                    <a:pt x="1205608" y="41346"/>
                  </a:lnTo>
                  <a:lnTo>
                    <a:pt x="1261638" y="39386"/>
                  </a:lnTo>
                  <a:lnTo>
                    <a:pt x="1315062" y="37518"/>
                  </a:lnTo>
                  <a:lnTo>
                    <a:pt x="1366110" y="35733"/>
                  </a:lnTo>
                  <a:lnTo>
                    <a:pt x="1414985" y="34024"/>
                  </a:lnTo>
                  <a:lnTo>
                    <a:pt x="1461865" y="32385"/>
                  </a:lnTo>
                  <a:lnTo>
                    <a:pt x="1506906" y="30810"/>
                  </a:lnTo>
                  <a:lnTo>
                    <a:pt x="1550246" y="29294"/>
                  </a:lnTo>
                  <a:lnTo>
                    <a:pt x="1592011" y="27834"/>
                  </a:lnTo>
                  <a:lnTo>
                    <a:pt x="1632309" y="26425"/>
                  </a:lnTo>
                  <a:lnTo>
                    <a:pt x="1671242" y="25064"/>
                  </a:lnTo>
                  <a:lnTo>
                    <a:pt x="1708897" y="23747"/>
                  </a:lnTo>
                  <a:lnTo>
                    <a:pt x="1745357" y="22472"/>
                  </a:lnTo>
                  <a:lnTo>
                    <a:pt x="1780695" y="21236"/>
                  </a:lnTo>
                  <a:lnTo>
                    <a:pt x="1814978" y="20037"/>
                  </a:lnTo>
                  <a:lnTo>
                    <a:pt x="1848267" y="18873"/>
                  </a:lnTo>
                  <a:lnTo>
                    <a:pt x="1880618" y="17742"/>
                  </a:lnTo>
                  <a:lnTo>
                    <a:pt x="1912083" y="16642"/>
                  </a:lnTo>
                  <a:lnTo>
                    <a:pt x="1942709" y="15571"/>
                  </a:lnTo>
                  <a:lnTo>
                    <a:pt x="1972539" y="14528"/>
                  </a:lnTo>
                  <a:lnTo>
                    <a:pt x="2001614" y="13511"/>
                  </a:lnTo>
                  <a:lnTo>
                    <a:pt x="2029971" y="12520"/>
                  </a:lnTo>
                  <a:lnTo>
                    <a:pt x="2057644" y="11552"/>
                  </a:lnTo>
                  <a:lnTo>
                    <a:pt x="2084666" y="10607"/>
                  </a:lnTo>
                  <a:lnTo>
                    <a:pt x="2111067" y="9684"/>
                  </a:lnTo>
                  <a:lnTo>
                    <a:pt x="2136875" y="8781"/>
                  </a:lnTo>
                  <a:lnTo>
                    <a:pt x="2162115" y="7899"/>
                  </a:lnTo>
                  <a:lnTo>
                    <a:pt x="2186813" y="7035"/>
                  </a:lnTo>
                  <a:lnTo>
                    <a:pt x="2210991" y="6190"/>
                  </a:lnTo>
                  <a:lnTo>
                    <a:pt x="2234670" y="5362"/>
                  </a:lnTo>
                  <a:lnTo>
                    <a:pt x="2257870" y="4550"/>
                  </a:lnTo>
                  <a:lnTo>
                    <a:pt x="2280612" y="3755"/>
                  </a:lnTo>
                  <a:lnTo>
                    <a:pt x="2302911" y="2975"/>
                  </a:lnTo>
                  <a:lnTo>
                    <a:pt x="2324786" y="2211"/>
                  </a:lnTo>
                  <a:lnTo>
                    <a:pt x="2346252" y="1460"/>
                  </a:lnTo>
                  <a:lnTo>
                    <a:pt x="2367324" y="723"/>
                  </a:lnTo>
                  <a:lnTo>
                    <a:pt x="2388016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1310032" y="1141550"/>
              <a:ext cx="2746729" cy="1438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310032" y="1141550"/>
              <a:ext cx="0" cy="1438638"/>
            </a:xfrm>
            <a:custGeom>
              <a:avLst/>
              <a:pathLst>
                <a:path w="0" h="1438638">
                  <a:moveTo>
                    <a:pt x="0" y="1438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140466" y="227750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140466" y="188677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140466" y="149605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112211" y="1105330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1" name="pl100"/>
            <p:cNvSpPr/>
            <p:nvPr/>
          </p:nvSpPr>
          <p:spPr>
            <a:xfrm>
              <a:off x="1281564" y="231393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281564" y="192321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281564" y="15324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281564" y="11417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310032" y="2580188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487870" y="2580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2283875" y="2580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079881" y="2580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3875886" y="2580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>
              <a:off x="1310032" y="965010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186450" y="1141550"/>
              <a:ext cx="2746729" cy="1438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344164" y="218718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298071" y="13985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302490" y="217986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323926" y="208700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363738" y="22579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355416" y="163715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283228" y="123503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321828" y="19631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330682" y="244992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346218" y="192625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136379" y="246910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173503" y="163748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083883" y="21009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23836" y="24867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122613" y="180722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37752" y="117886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73784" y="245615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65278" y="24024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078110" y="212305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103657" y="24624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088802" y="22714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41578" y="24590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29127" y="201765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144386" y="189515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079180" y="194990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086462" y="177027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59625" y="224103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089173" y="245292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890048" y="222159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885914" y="230767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929990" y="240058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873245" y="217864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966553" y="169738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71783" y="137645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910122" y="159339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892937" y="225057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926926" y="219682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877623" y="166222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932745" y="185336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882635" y="237772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882585" y="161555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971413" y="179713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955671" y="197468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918855" y="23507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888565" y="196647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930362" y="232541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977239" y="177828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955325" y="197958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683513" y="208182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756662" y="221745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758977" y="227034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718855" y="206522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671793" y="195233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759019" y="200115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758088" y="22159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684033" y="202361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672630" y="224998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670561" y="214246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765683" y="19848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773763" y="169144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766376" y="223822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747021" y="24319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725555" y="229902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709588" y="208919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740800" y="221013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708909" y="206626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743946" y="204444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780255" y="188344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737151" y="192460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719307" y="198842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669603" y="23345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699375" y="205886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l183"/>
            <p:cNvSpPr/>
            <p:nvPr/>
          </p:nvSpPr>
          <p:spPr>
            <a:xfrm>
              <a:off x="4346545" y="1999629"/>
              <a:ext cx="2408852" cy="134992"/>
            </a:xfrm>
            <a:custGeom>
              <a:avLst/>
              <a:pathLst>
                <a:path w="2408852" h="134992">
                  <a:moveTo>
                    <a:pt x="0" y="0"/>
                  </a:moveTo>
                  <a:lnTo>
                    <a:pt x="154684" y="8668"/>
                  </a:lnTo>
                  <a:lnTo>
                    <a:pt x="291125" y="16314"/>
                  </a:lnTo>
                  <a:lnTo>
                    <a:pt x="413177" y="23154"/>
                  </a:lnTo>
                  <a:lnTo>
                    <a:pt x="523585" y="29341"/>
                  </a:lnTo>
                  <a:lnTo>
                    <a:pt x="624380" y="34990"/>
                  </a:lnTo>
                  <a:lnTo>
                    <a:pt x="717103" y="40186"/>
                  </a:lnTo>
                  <a:lnTo>
                    <a:pt x="802950" y="44997"/>
                  </a:lnTo>
                  <a:lnTo>
                    <a:pt x="882873" y="49476"/>
                  </a:lnTo>
                  <a:lnTo>
                    <a:pt x="957635" y="53666"/>
                  </a:lnTo>
                  <a:lnTo>
                    <a:pt x="1027863" y="57601"/>
                  </a:lnTo>
                  <a:lnTo>
                    <a:pt x="1094076" y="61312"/>
                  </a:lnTo>
                  <a:lnTo>
                    <a:pt x="1156709" y="64822"/>
                  </a:lnTo>
                  <a:lnTo>
                    <a:pt x="1216128" y="68152"/>
                  </a:lnTo>
                  <a:lnTo>
                    <a:pt x="1272647" y="71319"/>
                  </a:lnTo>
                  <a:lnTo>
                    <a:pt x="1326536" y="74339"/>
                  </a:lnTo>
                  <a:lnTo>
                    <a:pt x="1378030" y="77225"/>
                  </a:lnTo>
                  <a:lnTo>
                    <a:pt x="1427331" y="79988"/>
                  </a:lnTo>
                  <a:lnTo>
                    <a:pt x="1474620" y="82638"/>
                  </a:lnTo>
                  <a:lnTo>
                    <a:pt x="1520054" y="85184"/>
                  </a:lnTo>
                  <a:lnTo>
                    <a:pt x="1563773" y="87634"/>
                  </a:lnTo>
                  <a:lnTo>
                    <a:pt x="1605901" y="89995"/>
                  </a:lnTo>
                  <a:lnTo>
                    <a:pt x="1646552" y="92273"/>
                  </a:lnTo>
                  <a:lnTo>
                    <a:pt x="1685824" y="94474"/>
                  </a:lnTo>
                  <a:lnTo>
                    <a:pt x="1723808" y="96602"/>
                  </a:lnTo>
                  <a:lnTo>
                    <a:pt x="1760586" y="98663"/>
                  </a:lnTo>
                  <a:lnTo>
                    <a:pt x="1796232" y="100661"/>
                  </a:lnTo>
                  <a:lnTo>
                    <a:pt x="1830814" y="102599"/>
                  </a:lnTo>
                  <a:lnTo>
                    <a:pt x="1864394" y="104481"/>
                  </a:lnTo>
                  <a:lnTo>
                    <a:pt x="1897027" y="106310"/>
                  </a:lnTo>
                  <a:lnTo>
                    <a:pt x="1928767" y="108088"/>
                  </a:lnTo>
                  <a:lnTo>
                    <a:pt x="1959660" y="109820"/>
                  </a:lnTo>
                  <a:lnTo>
                    <a:pt x="1989750" y="111506"/>
                  </a:lnTo>
                  <a:lnTo>
                    <a:pt x="2019078" y="113149"/>
                  </a:lnTo>
                  <a:lnTo>
                    <a:pt x="2047683" y="114752"/>
                  </a:lnTo>
                  <a:lnTo>
                    <a:pt x="2075598" y="116317"/>
                  </a:lnTo>
                  <a:lnTo>
                    <a:pt x="2102856" y="117844"/>
                  </a:lnTo>
                  <a:lnTo>
                    <a:pt x="2129487" y="119337"/>
                  </a:lnTo>
                  <a:lnTo>
                    <a:pt x="2155520" y="120796"/>
                  </a:lnTo>
                  <a:lnTo>
                    <a:pt x="2180981" y="122222"/>
                  </a:lnTo>
                  <a:lnTo>
                    <a:pt x="2205894" y="123619"/>
                  </a:lnTo>
                  <a:lnTo>
                    <a:pt x="2230282" y="124985"/>
                  </a:lnTo>
                  <a:lnTo>
                    <a:pt x="2254168" y="126324"/>
                  </a:lnTo>
                  <a:lnTo>
                    <a:pt x="2277571" y="127635"/>
                  </a:lnTo>
                  <a:lnTo>
                    <a:pt x="2300511" y="128921"/>
                  </a:lnTo>
                  <a:lnTo>
                    <a:pt x="2323005" y="130181"/>
                  </a:lnTo>
                  <a:lnTo>
                    <a:pt x="2345070" y="131418"/>
                  </a:lnTo>
                  <a:lnTo>
                    <a:pt x="2366724" y="132632"/>
                  </a:lnTo>
                  <a:lnTo>
                    <a:pt x="2387980" y="133823"/>
                  </a:lnTo>
                  <a:lnTo>
                    <a:pt x="2408852" y="134992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346545" y="1458794"/>
              <a:ext cx="2408852" cy="610516"/>
            </a:xfrm>
            <a:custGeom>
              <a:avLst/>
              <a:pathLst>
                <a:path w="2408852" h="610516">
                  <a:moveTo>
                    <a:pt x="0" y="0"/>
                  </a:moveTo>
                  <a:lnTo>
                    <a:pt x="154684" y="39204"/>
                  </a:lnTo>
                  <a:lnTo>
                    <a:pt x="291125" y="73784"/>
                  </a:lnTo>
                  <a:lnTo>
                    <a:pt x="413177" y="104718"/>
                  </a:lnTo>
                  <a:lnTo>
                    <a:pt x="523585" y="132701"/>
                  </a:lnTo>
                  <a:lnTo>
                    <a:pt x="624380" y="158247"/>
                  </a:lnTo>
                  <a:lnTo>
                    <a:pt x="717103" y="181747"/>
                  </a:lnTo>
                  <a:lnTo>
                    <a:pt x="802950" y="203505"/>
                  </a:lnTo>
                  <a:lnTo>
                    <a:pt x="882873" y="223761"/>
                  </a:lnTo>
                  <a:lnTo>
                    <a:pt x="957635" y="242709"/>
                  </a:lnTo>
                  <a:lnTo>
                    <a:pt x="1027863" y="260508"/>
                  </a:lnTo>
                  <a:lnTo>
                    <a:pt x="1094076" y="277290"/>
                  </a:lnTo>
                  <a:lnTo>
                    <a:pt x="1156709" y="293164"/>
                  </a:lnTo>
                  <a:lnTo>
                    <a:pt x="1216128" y="308223"/>
                  </a:lnTo>
                  <a:lnTo>
                    <a:pt x="1272647" y="322548"/>
                  </a:lnTo>
                  <a:lnTo>
                    <a:pt x="1326536" y="336206"/>
                  </a:lnTo>
                  <a:lnTo>
                    <a:pt x="1378030" y="349257"/>
                  </a:lnTo>
                  <a:lnTo>
                    <a:pt x="1427331" y="361752"/>
                  </a:lnTo>
                  <a:lnTo>
                    <a:pt x="1474620" y="373737"/>
                  </a:lnTo>
                  <a:lnTo>
                    <a:pt x="1520054" y="385252"/>
                  </a:lnTo>
                  <a:lnTo>
                    <a:pt x="1563773" y="396333"/>
                  </a:lnTo>
                  <a:lnTo>
                    <a:pt x="1605901" y="407010"/>
                  </a:lnTo>
                  <a:lnTo>
                    <a:pt x="1646552" y="417313"/>
                  </a:lnTo>
                  <a:lnTo>
                    <a:pt x="1685824" y="427266"/>
                  </a:lnTo>
                  <a:lnTo>
                    <a:pt x="1723808" y="436893"/>
                  </a:lnTo>
                  <a:lnTo>
                    <a:pt x="1760586" y="446215"/>
                  </a:lnTo>
                  <a:lnTo>
                    <a:pt x="1796232" y="455249"/>
                  </a:lnTo>
                  <a:lnTo>
                    <a:pt x="1830814" y="464014"/>
                  </a:lnTo>
                  <a:lnTo>
                    <a:pt x="1864394" y="472524"/>
                  </a:lnTo>
                  <a:lnTo>
                    <a:pt x="1897027" y="480795"/>
                  </a:lnTo>
                  <a:lnTo>
                    <a:pt x="1928767" y="488839"/>
                  </a:lnTo>
                  <a:lnTo>
                    <a:pt x="1959660" y="496669"/>
                  </a:lnTo>
                  <a:lnTo>
                    <a:pt x="1989750" y="504295"/>
                  </a:lnTo>
                  <a:lnTo>
                    <a:pt x="2019078" y="511729"/>
                  </a:lnTo>
                  <a:lnTo>
                    <a:pt x="2047683" y="518978"/>
                  </a:lnTo>
                  <a:lnTo>
                    <a:pt x="2075598" y="526053"/>
                  </a:lnTo>
                  <a:lnTo>
                    <a:pt x="2102856" y="532962"/>
                  </a:lnTo>
                  <a:lnTo>
                    <a:pt x="2129487" y="539711"/>
                  </a:lnTo>
                  <a:lnTo>
                    <a:pt x="2155520" y="546309"/>
                  </a:lnTo>
                  <a:lnTo>
                    <a:pt x="2180981" y="552762"/>
                  </a:lnTo>
                  <a:lnTo>
                    <a:pt x="2205894" y="559076"/>
                  </a:lnTo>
                  <a:lnTo>
                    <a:pt x="2230282" y="565258"/>
                  </a:lnTo>
                  <a:lnTo>
                    <a:pt x="2254168" y="571311"/>
                  </a:lnTo>
                  <a:lnTo>
                    <a:pt x="2277571" y="577243"/>
                  </a:lnTo>
                  <a:lnTo>
                    <a:pt x="2300511" y="583057"/>
                  </a:lnTo>
                  <a:lnTo>
                    <a:pt x="2323005" y="588758"/>
                  </a:lnTo>
                  <a:lnTo>
                    <a:pt x="2345070" y="594350"/>
                  </a:lnTo>
                  <a:lnTo>
                    <a:pt x="2366724" y="599838"/>
                  </a:lnTo>
                  <a:lnTo>
                    <a:pt x="2387980" y="605225"/>
                  </a:lnTo>
                  <a:lnTo>
                    <a:pt x="2408852" y="61051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346545" y="2203946"/>
              <a:ext cx="2408852" cy="86593"/>
            </a:xfrm>
            <a:custGeom>
              <a:avLst/>
              <a:pathLst>
                <a:path w="2408852" h="86593">
                  <a:moveTo>
                    <a:pt x="0" y="0"/>
                  </a:moveTo>
                  <a:lnTo>
                    <a:pt x="154684" y="5560"/>
                  </a:lnTo>
                  <a:lnTo>
                    <a:pt x="291125" y="10465"/>
                  </a:lnTo>
                  <a:lnTo>
                    <a:pt x="413177" y="14852"/>
                  </a:lnTo>
                  <a:lnTo>
                    <a:pt x="523585" y="18821"/>
                  </a:lnTo>
                  <a:lnTo>
                    <a:pt x="624380" y="22445"/>
                  </a:lnTo>
                  <a:lnTo>
                    <a:pt x="717103" y="25778"/>
                  </a:lnTo>
                  <a:lnTo>
                    <a:pt x="802950" y="28864"/>
                  </a:lnTo>
                  <a:lnTo>
                    <a:pt x="882873" y="31737"/>
                  </a:lnTo>
                  <a:lnTo>
                    <a:pt x="957635" y="34425"/>
                  </a:lnTo>
                  <a:lnTo>
                    <a:pt x="1027863" y="36949"/>
                  </a:lnTo>
                  <a:lnTo>
                    <a:pt x="1094076" y="39329"/>
                  </a:lnTo>
                  <a:lnTo>
                    <a:pt x="1156709" y="41581"/>
                  </a:lnTo>
                  <a:lnTo>
                    <a:pt x="1216128" y="43717"/>
                  </a:lnTo>
                  <a:lnTo>
                    <a:pt x="1272647" y="45749"/>
                  </a:lnTo>
                  <a:lnTo>
                    <a:pt x="1326536" y="47686"/>
                  </a:lnTo>
                  <a:lnTo>
                    <a:pt x="1378030" y="49537"/>
                  </a:lnTo>
                  <a:lnTo>
                    <a:pt x="1427331" y="51309"/>
                  </a:lnTo>
                  <a:lnTo>
                    <a:pt x="1474620" y="53009"/>
                  </a:lnTo>
                  <a:lnTo>
                    <a:pt x="1520054" y="54643"/>
                  </a:lnTo>
                  <a:lnTo>
                    <a:pt x="1563773" y="56214"/>
                  </a:lnTo>
                  <a:lnTo>
                    <a:pt x="1605901" y="57729"/>
                  </a:lnTo>
                  <a:lnTo>
                    <a:pt x="1646552" y="59190"/>
                  </a:lnTo>
                  <a:lnTo>
                    <a:pt x="1685824" y="60602"/>
                  </a:lnTo>
                  <a:lnTo>
                    <a:pt x="1723808" y="61967"/>
                  </a:lnTo>
                  <a:lnTo>
                    <a:pt x="1760586" y="63289"/>
                  </a:lnTo>
                  <a:lnTo>
                    <a:pt x="1796232" y="64571"/>
                  </a:lnTo>
                  <a:lnTo>
                    <a:pt x="1830814" y="65814"/>
                  </a:lnTo>
                  <a:lnTo>
                    <a:pt x="1864394" y="67021"/>
                  </a:lnTo>
                  <a:lnTo>
                    <a:pt x="1897027" y="68194"/>
                  </a:lnTo>
                  <a:lnTo>
                    <a:pt x="1928767" y="69335"/>
                  </a:lnTo>
                  <a:lnTo>
                    <a:pt x="1959660" y="70446"/>
                  </a:lnTo>
                  <a:lnTo>
                    <a:pt x="1989750" y="71527"/>
                  </a:lnTo>
                  <a:lnTo>
                    <a:pt x="2019078" y="72582"/>
                  </a:lnTo>
                  <a:lnTo>
                    <a:pt x="2047683" y="73610"/>
                  </a:lnTo>
                  <a:lnTo>
                    <a:pt x="2075598" y="74613"/>
                  </a:lnTo>
                  <a:lnTo>
                    <a:pt x="2102856" y="75593"/>
                  </a:lnTo>
                  <a:lnTo>
                    <a:pt x="2129487" y="76551"/>
                  </a:lnTo>
                  <a:lnTo>
                    <a:pt x="2155520" y="77486"/>
                  </a:lnTo>
                  <a:lnTo>
                    <a:pt x="2180981" y="78402"/>
                  </a:lnTo>
                  <a:lnTo>
                    <a:pt x="2205894" y="79297"/>
                  </a:lnTo>
                  <a:lnTo>
                    <a:pt x="2230282" y="80174"/>
                  </a:lnTo>
                  <a:lnTo>
                    <a:pt x="2254168" y="81033"/>
                  </a:lnTo>
                  <a:lnTo>
                    <a:pt x="2277571" y="81874"/>
                  </a:lnTo>
                  <a:lnTo>
                    <a:pt x="2300511" y="82698"/>
                  </a:lnTo>
                  <a:lnTo>
                    <a:pt x="2323005" y="83507"/>
                  </a:lnTo>
                  <a:lnTo>
                    <a:pt x="2345070" y="84300"/>
                  </a:lnTo>
                  <a:lnTo>
                    <a:pt x="2366724" y="85079"/>
                  </a:lnTo>
                  <a:lnTo>
                    <a:pt x="2387980" y="85843"/>
                  </a:lnTo>
                  <a:lnTo>
                    <a:pt x="2408852" y="86593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346545" y="2052505"/>
              <a:ext cx="2408852" cy="120785"/>
            </a:xfrm>
            <a:custGeom>
              <a:avLst/>
              <a:pathLst>
                <a:path w="2408852" h="120785">
                  <a:moveTo>
                    <a:pt x="0" y="120785"/>
                  </a:moveTo>
                  <a:lnTo>
                    <a:pt x="154684" y="113029"/>
                  </a:lnTo>
                  <a:lnTo>
                    <a:pt x="291125" y="106187"/>
                  </a:lnTo>
                  <a:lnTo>
                    <a:pt x="413177" y="100067"/>
                  </a:lnTo>
                  <a:lnTo>
                    <a:pt x="523585" y="94531"/>
                  </a:lnTo>
                  <a:lnTo>
                    <a:pt x="624380" y="89477"/>
                  </a:lnTo>
                  <a:lnTo>
                    <a:pt x="717103" y="84828"/>
                  </a:lnTo>
                  <a:lnTo>
                    <a:pt x="802950" y="80523"/>
                  </a:lnTo>
                  <a:lnTo>
                    <a:pt x="882873" y="76516"/>
                  </a:lnTo>
                  <a:lnTo>
                    <a:pt x="957635" y="72767"/>
                  </a:lnTo>
                  <a:lnTo>
                    <a:pt x="1027863" y="69246"/>
                  </a:lnTo>
                  <a:lnTo>
                    <a:pt x="1094076" y="65926"/>
                  </a:lnTo>
                  <a:lnTo>
                    <a:pt x="1156709" y="62785"/>
                  </a:lnTo>
                  <a:lnTo>
                    <a:pt x="1216128" y="59806"/>
                  </a:lnTo>
                  <a:lnTo>
                    <a:pt x="1272647" y="56972"/>
                  </a:lnTo>
                  <a:lnTo>
                    <a:pt x="1326536" y="54269"/>
                  </a:lnTo>
                  <a:lnTo>
                    <a:pt x="1378030" y="51687"/>
                  </a:lnTo>
                  <a:lnTo>
                    <a:pt x="1427331" y="49215"/>
                  </a:lnTo>
                  <a:lnTo>
                    <a:pt x="1474620" y="46844"/>
                  </a:lnTo>
                  <a:lnTo>
                    <a:pt x="1520054" y="44566"/>
                  </a:lnTo>
                  <a:lnTo>
                    <a:pt x="1563773" y="42374"/>
                  </a:lnTo>
                  <a:lnTo>
                    <a:pt x="1605901" y="40261"/>
                  </a:lnTo>
                  <a:lnTo>
                    <a:pt x="1646552" y="38223"/>
                  </a:lnTo>
                  <a:lnTo>
                    <a:pt x="1685824" y="36254"/>
                  </a:lnTo>
                  <a:lnTo>
                    <a:pt x="1723808" y="34349"/>
                  </a:lnTo>
                  <a:lnTo>
                    <a:pt x="1760586" y="32505"/>
                  </a:lnTo>
                  <a:lnTo>
                    <a:pt x="1796232" y="30718"/>
                  </a:lnTo>
                  <a:lnTo>
                    <a:pt x="1830814" y="28984"/>
                  </a:lnTo>
                  <a:lnTo>
                    <a:pt x="1864394" y="27300"/>
                  </a:lnTo>
                  <a:lnTo>
                    <a:pt x="1897027" y="25664"/>
                  </a:lnTo>
                  <a:lnTo>
                    <a:pt x="1928767" y="24072"/>
                  </a:lnTo>
                  <a:lnTo>
                    <a:pt x="1959660" y="22523"/>
                  </a:lnTo>
                  <a:lnTo>
                    <a:pt x="1989750" y="21014"/>
                  </a:lnTo>
                  <a:lnTo>
                    <a:pt x="2019078" y="19544"/>
                  </a:lnTo>
                  <a:lnTo>
                    <a:pt x="2047683" y="18109"/>
                  </a:lnTo>
                  <a:lnTo>
                    <a:pt x="2075598" y="16710"/>
                  </a:lnTo>
                  <a:lnTo>
                    <a:pt x="2102856" y="15343"/>
                  </a:lnTo>
                  <a:lnTo>
                    <a:pt x="2129487" y="14008"/>
                  </a:lnTo>
                  <a:lnTo>
                    <a:pt x="2155520" y="12702"/>
                  </a:lnTo>
                  <a:lnTo>
                    <a:pt x="2180981" y="11426"/>
                  </a:lnTo>
                  <a:lnTo>
                    <a:pt x="2205894" y="10176"/>
                  </a:lnTo>
                  <a:lnTo>
                    <a:pt x="2230282" y="8953"/>
                  </a:lnTo>
                  <a:lnTo>
                    <a:pt x="2254168" y="7756"/>
                  </a:lnTo>
                  <a:lnTo>
                    <a:pt x="2277571" y="6582"/>
                  </a:lnTo>
                  <a:lnTo>
                    <a:pt x="2300511" y="5432"/>
                  </a:lnTo>
                  <a:lnTo>
                    <a:pt x="2323005" y="4304"/>
                  </a:lnTo>
                  <a:lnTo>
                    <a:pt x="2345070" y="3198"/>
                  </a:lnTo>
                  <a:lnTo>
                    <a:pt x="2366724" y="2112"/>
                  </a:lnTo>
                  <a:lnTo>
                    <a:pt x="2387980" y="1046"/>
                  </a:lnTo>
                  <a:lnTo>
                    <a:pt x="240885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346545" y="1974844"/>
              <a:ext cx="2408852" cy="231887"/>
            </a:xfrm>
            <a:custGeom>
              <a:avLst/>
              <a:pathLst>
                <a:path w="2408852" h="231887">
                  <a:moveTo>
                    <a:pt x="0" y="231887"/>
                  </a:moveTo>
                  <a:lnTo>
                    <a:pt x="154684" y="216997"/>
                  </a:lnTo>
                  <a:lnTo>
                    <a:pt x="291125" y="203862"/>
                  </a:lnTo>
                  <a:lnTo>
                    <a:pt x="413177" y="192113"/>
                  </a:lnTo>
                  <a:lnTo>
                    <a:pt x="523585" y="181484"/>
                  </a:lnTo>
                  <a:lnTo>
                    <a:pt x="624380" y="171781"/>
                  </a:lnTo>
                  <a:lnTo>
                    <a:pt x="717103" y="162856"/>
                  </a:lnTo>
                  <a:lnTo>
                    <a:pt x="802950" y="154591"/>
                  </a:lnTo>
                  <a:lnTo>
                    <a:pt x="882873" y="146898"/>
                  </a:lnTo>
                  <a:lnTo>
                    <a:pt x="957635" y="139701"/>
                  </a:lnTo>
                  <a:lnTo>
                    <a:pt x="1027863" y="132940"/>
                  </a:lnTo>
                  <a:lnTo>
                    <a:pt x="1094076" y="126566"/>
                  </a:lnTo>
                  <a:lnTo>
                    <a:pt x="1156709" y="120537"/>
                  </a:lnTo>
                  <a:lnTo>
                    <a:pt x="1216128" y="114817"/>
                  </a:lnTo>
                  <a:lnTo>
                    <a:pt x="1272647" y="109376"/>
                  </a:lnTo>
                  <a:lnTo>
                    <a:pt x="1326536" y="104189"/>
                  </a:lnTo>
                  <a:lnTo>
                    <a:pt x="1378030" y="99232"/>
                  </a:lnTo>
                  <a:lnTo>
                    <a:pt x="1427331" y="94486"/>
                  </a:lnTo>
                  <a:lnTo>
                    <a:pt x="1474620" y="89933"/>
                  </a:lnTo>
                  <a:lnTo>
                    <a:pt x="1520054" y="85560"/>
                  </a:lnTo>
                  <a:lnTo>
                    <a:pt x="1563773" y="81351"/>
                  </a:lnTo>
                  <a:lnTo>
                    <a:pt x="1605901" y="77295"/>
                  </a:lnTo>
                  <a:lnTo>
                    <a:pt x="1646552" y="73382"/>
                  </a:lnTo>
                  <a:lnTo>
                    <a:pt x="1685824" y="69602"/>
                  </a:lnTo>
                  <a:lnTo>
                    <a:pt x="1723808" y="65945"/>
                  </a:lnTo>
                  <a:lnTo>
                    <a:pt x="1760586" y="62405"/>
                  </a:lnTo>
                  <a:lnTo>
                    <a:pt x="1796232" y="58973"/>
                  </a:lnTo>
                  <a:lnTo>
                    <a:pt x="1830814" y="55644"/>
                  </a:lnTo>
                  <a:lnTo>
                    <a:pt x="1864394" y="52412"/>
                  </a:lnTo>
                  <a:lnTo>
                    <a:pt x="1897027" y="49270"/>
                  </a:lnTo>
                  <a:lnTo>
                    <a:pt x="1928767" y="46215"/>
                  </a:lnTo>
                  <a:lnTo>
                    <a:pt x="1959660" y="43241"/>
                  </a:lnTo>
                  <a:lnTo>
                    <a:pt x="1989750" y="40344"/>
                  </a:lnTo>
                  <a:lnTo>
                    <a:pt x="2019078" y="37521"/>
                  </a:lnTo>
                  <a:lnTo>
                    <a:pt x="2047683" y="34767"/>
                  </a:lnTo>
                  <a:lnTo>
                    <a:pt x="2075598" y="32080"/>
                  </a:lnTo>
                  <a:lnTo>
                    <a:pt x="2102856" y="29456"/>
                  </a:lnTo>
                  <a:lnTo>
                    <a:pt x="2129487" y="26893"/>
                  </a:lnTo>
                  <a:lnTo>
                    <a:pt x="2155520" y="24387"/>
                  </a:lnTo>
                  <a:lnTo>
                    <a:pt x="2180981" y="21936"/>
                  </a:lnTo>
                  <a:lnTo>
                    <a:pt x="2205894" y="19537"/>
                  </a:lnTo>
                  <a:lnTo>
                    <a:pt x="2230282" y="17190"/>
                  </a:lnTo>
                  <a:lnTo>
                    <a:pt x="2254168" y="14890"/>
                  </a:lnTo>
                  <a:lnTo>
                    <a:pt x="2277571" y="12637"/>
                  </a:lnTo>
                  <a:lnTo>
                    <a:pt x="2300511" y="10429"/>
                  </a:lnTo>
                  <a:lnTo>
                    <a:pt x="2323005" y="8264"/>
                  </a:lnTo>
                  <a:lnTo>
                    <a:pt x="2345070" y="6139"/>
                  </a:lnTo>
                  <a:lnTo>
                    <a:pt x="2366724" y="4055"/>
                  </a:lnTo>
                  <a:lnTo>
                    <a:pt x="2387980" y="2009"/>
                  </a:lnTo>
                  <a:lnTo>
                    <a:pt x="240885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346545" y="1829998"/>
              <a:ext cx="2408852" cy="64195"/>
            </a:xfrm>
            <a:custGeom>
              <a:avLst/>
              <a:pathLst>
                <a:path w="2408852" h="64195">
                  <a:moveTo>
                    <a:pt x="0" y="0"/>
                  </a:moveTo>
                  <a:lnTo>
                    <a:pt x="154684" y="4122"/>
                  </a:lnTo>
                  <a:lnTo>
                    <a:pt x="291125" y="7758"/>
                  </a:lnTo>
                  <a:lnTo>
                    <a:pt x="413177" y="11011"/>
                  </a:lnTo>
                  <a:lnTo>
                    <a:pt x="523585" y="13953"/>
                  </a:lnTo>
                  <a:lnTo>
                    <a:pt x="624380" y="16639"/>
                  </a:lnTo>
                  <a:lnTo>
                    <a:pt x="717103" y="19110"/>
                  </a:lnTo>
                  <a:lnTo>
                    <a:pt x="802950" y="21398"/>
                  </a:lnTo>
                  <a:lnTo>
                    <a:pt x="882873" y="23528"/>
                  </a:lnTo>
                  <a:lnTo>
                    <a:pt x="957635" y="25520"/>
                  </a:lnTo>
                  <a:lnTo>
                    <a:pt x="1027863" y="27392"/>
                  </a:lnTo>
                  <a:lnTo>
                    <a:pt x="1094076" y="29156"/>
                  </a:lnTo>
                  <a:lnTo>
                    <a:pt x="1156709" y="30825"/>
                  </a:lnTo>
                  <a:lnTo>
                    <a:pt x="1216128" y="32409"/>
                  </a:lnTo>
                  <a:lnTo>
                    <a:pt x="1272647" y="33915"/>
                  </a:lnTo>
                  <a:lnTo>
                    <a:pt x="1326536" y="35351"/>
                  </a:lnTo>
                  <a:lnTo>
                    <a:pt x="1378030" y="36724"/>
                  </a:lnTo>
                  <a:lnTo>
                    <a:pt x="1427331" y="38037"/>
                  </a:lnTo>
                  <a:lnTo>
                    <a:pt x="1474620" y="39298"/>
                  </a:lnTo>
                  <a:lnTo>
                    <a:pt x="1520054" y="40508"/>
                  </a:lnTo>
                  <a:lnTo>
                    <a:pt x="1563773" y="41674"/>
                  </a:lnTo>
                  <a:lnTo>
                    <a:pt x="1605901" y="42796"/>
                  </a:lnTo>
                  <a:lnTo>
                    <a:pt x="1646552" y="43880"/>
                  </a:lnTo>
                  <a:lnTo>
                    <a:pt x="1685824" y="44926"/>
                  </a:lnTo>
                  <a:lnTo>
                    <a:pt x="1723808" y="45938"/>
                  </a:lnTo>
                  <a:lnTo>
                    <a:pt x="1760586" y="46919"/>
                  </a:lnTo>
                  <a:lnTo>
                    <a:pt x="1796232" y="47869"/>
                  </a:lnTo>
                  <a:lnTo>
                    <a:pt x="1830814" y="48790"/>
                  </a:lnTo>
                  <a:lnTo>
                    <a:pt x="1864394" y="49685"/>
                  </a:lnTo>
                  <a:lnTo>
                    <a:pt x="1897027" y="50555"/>
                  </a:lnTo>
                  <a:lnTo>
                    <a:pt x="1928767" y="51401"/>
                  </a:lnTo>
                  <a:lnTo>
                    <a:pt x="1959660" y="52224"/>
                  </a:lnTo>
                  <a:lnTo>
                    <a:pt x="1989750" y="53026"/>
                  </a:lnTo>
                  <a:lnTo>
                    <a:pt x="2019078" y="53807"/>
                  </a:lnTo>
                  <a:lnTo>
                    <a:pt x="2047683" y="54570"/>
                  </a:lnTo>
                  <a:lnTo>
                    <a:pt x="2075598" y="55314"/>
                  </a:lnTo>
                  <a:lnTo>
                    <a:pt x="2102856" y="56040"/>
                  </a:lnTo>
                  <a:lnTo>
                    <a:pt x="2129487" y="56750"/>
                  </a:lnTo>
                  <a:lnTo>
                    <a:pt x="2155520" y="57443"/>
                  </a:lnTo>
                  <a:lnTo>
                    <a:pt x="2180981" y="58122"/>
                  </a:lnTo>
                  <a:lnTo>
                    <a:pt x="2205894" y="58786"/>
                  </a:lnTo>
                  <a:lnTo>
                    <a:pt x="2230282" y="59436"/>
                  </a:lnTo>
                  <a:lnTo>
                    <a:pt x="2254168" y="60072"/>
                  </a:lnTo>
                  <a:lnTo>
                    <a:pt x="2277571" y="60696"/>
                  </a:lnTo>
                  <a:lnTo>
                    <a:pt x="2300511" y="61307"/>
                  </a:lnTo>
                  <a:lnTo>
                    <a:pt x="2323005" y="61907"/>
                  </a:lnTo>
                  <a:lnTo>
                    <a:pt x="2345070" y="62495"/>
                  </a:lnTo>
                  <a:lnTo>
                    <a:pt x="2366724" y="63072"/>
                  </a:lnTo>
                  <a:lnTo>
                    <a:pt x="2387980" y="63638"/>
                  </a:lnTo>
                  <a:lnTo>
                    <a:pt x="2408852" y="64195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346545" y="1595536"/>
              <a:ext cx="2408852" cy="569571"/>
            </a:xfrm>
            <a:custGeom>
              <a:avLst/>
              <a:pathLst>
                <a:path w="2408852" h="569571">
                  <a:moveTo>
                    <a:pt x="0" y="0"/>
                  </a:moveTo>
                  <a:lnTo>
                    <a:pt x="154684" y="36575"/>
                  </a:lnTo>
                  <a:lnTo>
                    <a:pt x="291125" y="68836"/>
                  </a:lnTo>
                  <a:lnTo>
                    <a:pt x="413177" y="97695"/>
                  </a:lnTo>
                  <a:lnTo>
                    <a:pt x="523585" y="123801"/>
                  </a:lnTo>
                  <a:lnTo>
                    <a:pt x="624380" y="147634"/>
                  </a:lnTo>
                  <a:lnTo>
                    <a:pt x="717103" y="169558"/>
                  </a:lnTo>
                  <a:lnTo>
                    <a:pt x="802950" y="189857"/>
                  </a:lnTo>
                  <a:lnTo>
                    <a:pt x="882873" y="208754"/>
                  </a:lnTo>
                  <a:lnTo>
                    <a:pt x="957635" y="226432"/>
                  </a:lnTo>
                  <a:lnTo>
                    <a:pt x="1027863" y="243037"/>
                  </a:lnTo>
                  <a:lnTo>
                    <a:pt x="1094076" y="258693"/>
                  </a:lnTo>
                  <a:lnTo>
                    <a:pt x="1156709" y="273503"/>
                  </a:lnTo>
                  <a:lnTo>
                    <a:pt x="1216128" y="287552"/>
                  </a:lnTo>
                  <a:lnTo>
                    <a:pt x="1272647" y="300916"/>
                  </a:lnTo>
                  <a:lnTo>
                    <a:pt x="1326536" y="313658"/>
                  </a:lnTo>
                  <a:lnTo>
                    <a:pt x="1378030" y="325834"/>
                  </a:lnTo>
                  <a:lnTo>
                    <a:pt x="1427331" y="337491"/>
                  </a:lnTo>
                  <a:lnTo>
                    <a:pt x="1474620" y="348672"/>
                  </a:lnTo>
                  <a:lnTo>
                    <a:pt x="1520054" y="359415"/>
                  </a:lnTo>
                  <a:lnTo>
                    <a:pt x="1563773" y="369752"/>
                  </a:lnTo>
                  <a:lnTo>
                    <a:pt x="1605901" y="379714"/>
                  </a:lnTo>
                  <a:lnTo>
                    <a:pt x="1646552" y="389326"/>
                  </a:lnTo>
                  <a:lnTo>
                    <a:pt x="1685824" y="398611"/>
                  </a:lnTo>
                  <a:lnTo>
                    <a:pt x="1723808" y="407593"/>
                  </a:lnTo>
                  <a:lnTo>
                    <a:pt x="1760586" y="416289"/>
                  </a:lnTo>
                  <a:lnTo>
                    <a:pt x="1796232" y="424717"/>
                  </a:lnTo>
                  <a:lnTo>
                    <a:pt x="1830814" y="432894"/>
                  </a:lnTo>
                  <a:lnTo>
                    <a:pt x="1864394" y="440834"/>
                  </a:lnTo>
                  <a:lnTo>
                    <a:pt x="1897027" y="448550"/>
                  </a:lnTo>
                  <a:lnTo>
                    <a:pt x="1928767" y="456055"/>
                  </a:lnTo>
                  <a:lnTo>
                    <a:pt x="1959660" y="463360"/>
                  </a:lnTo>
                  <a:lnTo>
                    <a:pt x="1989750" y="470475"/>
                  </a:lnTo>
                  <a:lnTo>
                    <a:pt x="2019078" y="477409"/>
                  </a:lnTo>
                  <a:lnTo>
                    <a:pt x="2047683" y="484173"/>
                  </a:lnTo>
                  <a:lnTo>
                    <a:pt x="2075598" y="490773"/>
                  </a:lnTo>
                  <a:lnTo>
                    <a:pt x="2102856" y="497218"/>
                  </a:lnTo>
                  <a:lnTo>
                    <a:pt x="2129487" y="503515"/>
                  </a:lnTo>
                  <a:lnTo>
                    <a:pt x="2155520" y="509671"/>
                  </a:lnTo>
                  <a:lnTo>
                    <a:pt x="2180981" y="515691"/>
                  </a:lnTo>
                  <a:lnTo>
                    <a:pt x="2205894" y="521582"/>
                  </a:lnTo>
                  <a:lnTo>
                    <a:pt x="2230282" y="527348"/>
                  </a:lnTo>
                  <a:lnTo>
                    <a:pt x="2254168" y="532996"/>
                  </a:lnTo>
                  <a:lnTo>
                    <a:pt x="2277571" y="538530"/>
                  </a:lnTo>
                  <a:lnTo>
                    <a:pt x="2300511" y="543954"/>
                  </a:lnTo>
                  <a:lnTo>
                    <a:pt x="2323005" y="549272"/>
                  </a:lnTo>
                  <a:lnTo>
                    <a:pt x="2345070" y="554490"/>
                  </a:lnTo>
                  <a:lnTo>
                    <a:pt x="2366724" y="559610"/>
                  </a:lnTo>
                  <a:lnTo>
                    <a:pt x="2387980" y="564636"/>
                  </a:lnTo>
                  <a:lnTo>
                    <a:pt x="2408852" y="56957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346545" y="2351993"/>
              <a:ext cx="2408852" cy="53697"/>
            </a:xfrm>
            <a:custGeom>
              <a:avLst/>
              <a:pathLst>
                <a:path w="2408852" h="53697">
                  <a:moveTo>
                    <a:pt x="0" y="0"/>
                  </a:moveTo>
                  <a:lnTo>
                    <a:pt x="154684" y="3448"/>
                  </a:lnTo>
                  <a:lnTo>
                    <a:pt x="291125" y="6489"/>
                  </a:lnTo>
                  <a:lnTo>
                    <a:pt x="413177" y="9210"/>
                  </a:lnTo>
                  <a:lnTo>
                    <a:pt x="523585" y="11671"/>
                  </a:lnTo>
                  <a:lnTo>
                    <a:pt x="624380" y="13918"/>
                  </a:lnTo>
                  <a:lnTo>
                    <a:pt x="717103" y="15985"/>
                  </a:lnTo>
                  <a:lnTo>
                    <a:pt x="802950" y="17899"/>
                  </a:lnTo>
                  <a:lnTo>
                    <a:pt x="882873" y="19680"/>
                  </a:lnTo>
                  <a:lnTo>
                    <a:pt x="957635" y="21347"/>
                  </a:lnTo>
                  <a:lnTo>
                    <a:pt x="1027863" y="22912"/>
                  </a:lnTo>
                  <a:lnTo>
                    <a:pt x="1094076" y="24388"/>
                  </a:lnTo>
                  <a:lnTo>
                    <a:pt x="1156709" y="25784"/>
                  </a:lnTo>
                  <a:lnTo>
                    <a:pt x="1216128" y="27109"/>
                  </a:lnTo>
                  <a:lnTo>
                    <a:pt x="1272647" y="28369"/>
                  </a:lnTo>
                  <a:lnTo>
                    <a:pt x="1326536" y="29570"/>
                  </a:lnTo>
                  <a:lnTo>
                    <a:pt x="1378030" y="30718"/>
                  </a:lnTo>
                  <a:lnTo>
                    <a:pt x="1427331" y="31817"/>
                  </a:lnTo>
                  <a:lnTo>
                    <a:pt x="1474620" y="32871"/>
                  </a:lnTo>
                  <a:lnTo>
                    <a:pt x="1520054" y="33884"/>
                  </a:lnTo>
                  <a:lnTo>
                    <a:pt x="1563773" y="34858"/>
                  </a:lnTo>
                  <a:lnTo>
                    <a:pt x="1605901" y="35798"/>
                  </a:lnTo>
                  <a:lnTo>
                    <a:pt x="1646552" y="36704"/>
                  </a:lnTo>
                  <a:lnTo>
                    <a:pt x="1685824" y="37579"/>
                  </a:lnTo>
                  <a:lnTo>
                    <a:pt x="1723808" y="38426"/>
                  </a:lnTo>
                  <a:lnTo>
                    <a:pt x="1760586" y="39246"/>
                  </a:lnTo>
                  <a:lnTo>
                    <a:pt x="1796232" y="40040"/>
                  </a:lnTo>
                  <a:lnTo>
                    <a:pt x="1830814" y="40811"/>
                  </a:lnTo>
                  <a:lnTo>
                    <a:pt x="1864394" y="41560"/>
                  </a:lnTo>
                  <a:lnTo>
                    <a:pt x="1897027" y="42287"/>
                  </a:lnTo>
                  <a:lnTo>
                    <a:pt x="1928767" y="42995"/>
                  </a:lnTo>
                  <a:lnTo>
                    <a:pt x="1959660" y="43683"/>
                  </a:lnTo>
                  <a:lnTo>
                    <a:pt x="1989750" y="44354"/>
                  </a:lnTo>
                  <a:lnTo>
                    <a:pt x="2019078" y="45008"/>
                  </a:lnTo>
                  <a:lnTo>
                    <a:pt x="2047683" y="45646"/>
                  </a:lnTo>
                  <a:lnTo>
                    <a:pt x="2075598" y="46268"/>
                  </a:lnTo>
                  <a:lnTo>
                    <a:pt x="2102856" y="46876"/>
                  </a:lnTo>
                  <a:lnTo>
                    <a:pt x="2129487" y="47469"/>
                  </a:lnTo>
                  <a:lnTo>
                    <a:pt x="2155520" y="48049"/>
                  </a:lnTo>
                  <a:lnTo>
                    <a:pt x="2180981" y="48617"/>
                  </a:lnTo>
                  <a:lnTo>
                    <a:pt x="2205894" y="49172"/>
                  </a:lnTo>
                  <a:lnTo>
                    <a:pt x="2230282" y="49716"/>
                  </a:lnTo>
                  <a:lnTo>
                    <a:pt x="2254168" y="50248"/>
                  </a:lnTo>
                  <a:lnTo>
                    <a:pt x="2277571" y="50770"/>
                  </a:lnTo>
                  <a:lnTo>
                    <a:pt x="2300511" y="51282"/>
                  </a:lnTo>
                  <a:lnTo>
                    <a:pt x="2323005" y="51783"/>
                  </a:lnTo>
                  <a:lnTo>
                    <a:pt x="2345070" y="52275"/>
                  </a:lnTo>
                  <a:lnTo>
                    <a:pt x="2366724" y="52758"/>
                  </a:lnTo>
                  <a:lnTo>
                    <a:pt x="2387980" y="53231"/>
                  </a:lnTo>
                  <a:lnTo>
                    <a:pt x="2408852" y="53697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346545" y="2128595"/>
              <a:ext cx="2408852" cy="42955"/>
            </a:xfrm>
            <a:custGeom>
              <a:avLst/>
              <a:pathLst>
                <a:path w="2408852" h="42955">
                  <a:moveTo>
                    <a:pt x="0" y="42955"/>
                  </a:moveTo>
                  <a:lnTo>
                    <a:pt x="154684" y="40197"/>
                  </a:lnTo>
                  <a:lnTo>
                    <a:pt x="291125" y="37764"/>
                  </a:lnTo>
                  <a:lnTo>
                    <a:pt x="413177" y="35587"/>
                  </a:lnTo>
                  <a:lnTo>
                    <a:pt x="523585" y="33619"/>
                  </a:lnTo>
                  <a:lnTo>
                    <a:pt x="624380" y="31821"/>
                  </a:lnTo>
                  <a:lnTo>
                    <a:pt x="717103" y="30168"/>
                  </a:lnTo>
                  <a:lnTo>
                    <a:pt x="802950" y="28637"/>
                  </a:lnTo>
                  <a:lnTo>
                    <a:pt x="882873" y="27212"/>
                  </a:lnTo>
                  <a:lnTo>
                    <a:pt x="957635" y="25878"/>
                  </a:lnTo>
                  <a:lnTo>
                    <a:pt x="1027863" y="24626"/>
                  </a:lnTo>
                  <a:lnTo>
                    <a:pt x="1094076" y="23445"/>
                  </a:lnTo>
                  <a:lnTo>
                    <a:pt x="1156709" y="22328"/>
                  </a:lnTo>
                  <a:lnTo>
                    <a:pt x="1216128" y="21269"/>
                  </a:lnTo>
                  <a:lnTo>
                    <a:pt x="1272647" y="20261"/>
                  </a:lnTo>
                  <a:lnTo>
                    <a:pt x="1326536" y="19300"/>
                  </a:lnTo>
                  <a:lnTo>
                    <a:pt x="1378030" y="18382"/>
                  </a:lnTo>
                  <a:lnTo>
                    <a:pt x="1427331" y="17502"/>
                  </a:lnTo>
                  <a:lnTo>
                    <a:pt x="1474620" y="16659"/>
                  </a:lnTo>
                  <a:lnTo>
                    <a:pt x="1520054" y="15849"/>
                  </a:lnTo>
                  <a:lnTo>
                    <a:pt x="1563773" y="15069"/>
                  </a:lnTo>
                  <a:lnTo>
                    <a:pt x="1605901" y="14318"/>
                  </a:lnTo>
                  <a:lnTo>
                    <a:pt x="1646552" y="13593"/>
                  </a:lnTo>
                  <a:lnTo>
                    <a:pt x="1685824" y="12893"/>
                  </a:lnTo>
                  <a:lnTo>
                    <a:pt x="1723808" y="12216"/>
                  </a:lnTo>
                  <a:lnTo>
                    <a:pt x="1760586" y="11560"/>
                  </a:lnTo>
                  <a:lnTo>
                    <a:pt x="1796232" y="10924"/>
                  </a:lnTo>
                  <a:lnTo>
                    <a:pt x="1830814" y="10307"/>
                  </a:lnTo>
                  <a:lnTo>
                    <a:pt x="1864394" y="9709"/>
                  </a:lnTo>
                  <a:lnTo>
                    <a:pt x="1897027" y="9127"/>
                  </a:lnTo>
                  <a:lnTo>
                    <a:pt x="1928767" y="8561"/>
                  </a:lnTo>
                  <a:lnTo>
                    <a:pt x="1959660" y="8010"/>
                  </a:lnTo>
                  <a:lnTo>
                    <a:pt x="1989750" y="7473"/>
                  </a:lnTo>
                  <a:lnTo>
                    <a:pt x="2019078" y="6950"/>
                  </a:lnTo>
                  <a:lnTo>
                    <a:pt x="2047683" y="6440"/>
                  </a:lnTo>
                  <a:lnTo>
                    <a:pt x="2075598" y="5942"/>
                  </a:lnTo>
                  <a:lnTo>
                    <a:pt x="2102856" y="5456"/>
                  </a:lnTo>
                  <a:lnTo>
                    <a:pt x="2129487" y="4981"/>
                  </a:lnTo>
                  <a:lnTo>
                    <a:pt x="2155520" y="4517"/>
                  </a:lnTo>
                  <a:lnTo>
                    <a:pt x="2180981" y="4063"/>
                  </a:lnTo>
                  <a:lnTo>
                    <a:pt x="2205894" y="3619"/>
                  </a:lnTo>
                  <a:lnTo>
                    <a:pt x="2230282" y="3184"/>
                  </a:lnTo>
                  <a:lnTo>
                    <a:pt x="2254168" y="2758"/>
                  </a:lnTo>
                  <a:lnTo>
                    <a:pt x="2277571" y="2341"/>
                  </a:lnTo>
                  <a:lnTo>
                    <a:pt x="2300511" y="1932"/>
                  </a:lnTo>
                  <a:lnTo>
                    <a:pt x="2323005" y="1530"/>
                  </a:lnTo>
                  <a:lnTo>
                    <a:pt x="2345070" y="1137"/>
                  </a:lnTo>
                  <a:lnTo>
                    <a:pt x="2366724" y="751"/>
                  </a:lnTo>
                  <a:lnTo>
                    <a:pt x="2387980" y="372"/>
                  </a:lnTo>
                  <a:lnTo>
                    <a:pt x="240885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346545" y="2036830"/>
              <a:ext cx="2408852" cy="67427"/>
            </a:xfrm>
            <a:custGeom>
              <a:avLst/>
              <a:pathLst>
                <a:path w="2408852" h="67427">
                  <a:moveTo>
                    <a:pt x="0" y="0"/>
                  </a:moveTo>
                  <a:lnTo>
                    <a:pt x="154684" y="4329"/>
                  </a:lnTo>
                  <a:lnTo>
                    <a:pt x="291125" y="8149"/>
                  </a:lnTo>
                  <a:lnTo>
                    <a:pt x="413177" y="11565"/>
                  </a:lnTo>
                  <a:lnTo>
                    <a:pt x="523585" y="14656"/>
                  </a:lnTo>
                  <a:lnTo>
                    <a:pt x="624380" y="17477"/>
                  </a:lnTo>
                  <a:lnTo>
                    <a:pt x="717103" y="20072"/>
                  </a:lnTo>
                  <a:lnTo>
                    <a:pt x="802950" y="22475"/>
                  </a:lnTo>
                  <a:lnTo>
                    <a:pt x="882873" y="24713"/>
                  </a:lnTo>
                  <a:lnTo>
                    <a:pt x="957635" y="26805"/>
                  </a:lnTo>
                  <a:lnTo>
                    <a:pt x="1027863" y="28771"/>
                  </a:lnTo>
                  <a:lnTo>
                    <a:pt x="1094076" y="30625"/>
                  </a:lnTo>
                  <a:lnTo>
                    <a:pt x="1156709" y="32378"/>
                  </a:lnTo>
                  <a:lnTo>
                    <a:pt x="1216128" y="34041"/>
                  </a:lnTo>
                  <a:lnTo>
                    <a:pt x="1272647" y="35623"/>
                  </a:lnTo>
                  <a:lnTo>
                    <a:pt x="1326536" y="37131"/>
                  </a:lnTo>
                  <a:lnTo>
                    <a:pt x="1378030" y="38573"/>
                  </a:lnTo>
                  <a:lnTo>
                    <a:pt x="1427331" y="39953"/>
                  </a:lnTo>
                  <a:lnTo>
                    <a:pt x="1474620" y="41277"/>
                  </a:lnTo>
                  <a:lnTo>
                    <a:pt x="1520054" y="42548"/>
                  </a:lnTo>
                  <a:lnTo>
                    <a:pt x="1563773" y="43772"/>
                  </a:lnTo>
                  <a:lnTo>
                    <a:pt x="1605901" y="44951"/>
                  </a:lnTo>
                  <a:lnTo>
                    <a:pt x="1646552" y="46089"/>
                  </a:lnTo>
                  <a:lnTo>
                    <a:pt x="1685824" y="47188"/>
                  </a:lnTo>
                  <a:lnTo>
                    <a:pt x="1723808" y="48252"/>
                  </a:lnTo>
                  <a:lnTo>
                    <a:pt x="1760586" y="49281"/>
                  </a:lnTo>
                  <a:lnTo>
                    <a:pt x="1796232" y="50279"/>
                  </a:lnTo>
                  <a:lnTo>
                    <a:pt x="1830814" y="51247"/>
                  </a:lnTo>
                  <a:lnTo>
                    <a:pt x="1864394" y="52187"/>
                  </a:lnTo>
                  <a:lnTo>
                    <a:pt x="1897027" y="53100"/>
                  </a:lnTo>
                  <a:lnTo>
                    <a:pt x="1928767" y="53989"/>
                  </a:lnTo>
                  <a:lnTo>
                    <a:pt x="1959660" y="54854"/>
                  </a:lnTo>
                  <a:lnTo>
                    <a:pt x="1989750" y="55696"/>
                  </a:lnTo>
                  <a:lnTo>
                    <a:pt x="2019078" y="56517"/>
                  </a:lnTo>
                  <a:lnTo>
                    <a:pt x="2047683" y="57318"/>
                  </a:lnTo>
                  <a:lnTo>
                    <a:pt x="2075598" y="58099"/>
                  </a:lnTo>
                  <a:lnTo>
                    <a:pt x="2102856" y="58862"/>
                  </a:lnTo>
                  <a:lnTo>
                    <a:pt x="2129487" y="59607"/>
                  </a:lnTo>
                  <a:lnTo>
                    <a:pt x="2155520" y="60336"/>
                  </a:lnTo>
                  <a:lnTo>
                    <a:pt x="2180981" y="61049"/>
                  </a:lnTo>
                  <a:lnTo>
                    <a:pt x="2205894" y="61746"/>
                  </a:lnTo>
                  <a:lnTo>
                    <a:pt x="2230282" y="62429"/>
                  </a:lnTo>
                  <a:lnTo>
                    <a:pt x="2254168" y="63097"/>
                  </a:lnTo>
                  <a:lnTo>
                    <a:pt x="2277571" y="63752"/>
                  </a:lnTo>
                  <a:lnTo>
                    <a:pt x="2300511" y="64395"/>
                  </a:lnTo>
                  <a:lnTo>
                    <a:pt x="2323005" y="65024"/>
                  </a:lnTo>
                  <a:lnTo>
                    <a:pt x="2345070" y="65642"/>
                  </a:lnTo>
                  <a:lnTo>
                    <a:pt x="2366724" y="66248"/>
                  </a:lnTo>
                  <a:lnTo>
                    <a:pt x="2387980" y="66843"/>
                  </a:lnTo>
                  <a:lnTo>
                    <a:pt x="2408852" y="6742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rc193"/>
            <p:cNvSpPr/>
            <p:nvPr/>
          </p:nvSpPr>
          <p:spPr>
            <a:xfrm>
              <a:off x="4186450" y="1141550"/>
              <a:ext cx="2746729" cy="1438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186450" y="1141550"/>
              <a:ext cx="0" cy="1438638"/>
            </a:xfrm>
            <a:custGeom>
              <a:avLst/>
              <a:pathLst>
                <a:path w="0" h="1438638">
                  <a:moveTo>
                    <a:pt x="0" y="1438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157982" y="230043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157982" y="182506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157982" y="13496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186450" y="2580188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4346545" y="2580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5149496" y="2580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5952447" y="2580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6755398" y="2580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tx203"/>
            <p:cNvSpPr/>
            <p:nvPr/>
          </p:nvSpPr>
          <p:spPr>
            <a:xfrm>
              <a:off x="4186450" y="965010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5" name="rc204"/>
            <p:cNvSpPr/>
            <p:nvPr/>
          </p:nvSpPr>
          <p:spPr>
            <a:xfrm>
              <a:off x="1310032" y="2835806"/>
              <a:ext cx="2746729" cy="1438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430734" y="404070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465194" y="388576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456811" y="410942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475322" y="397302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452220" y="400274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504957" y="386978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432618" y="353130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505294" y="39717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493070" y="392592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406811" y="386844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303017" y="41192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297249" y="417010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316631" y="29621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205573" y="403896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296017" y="406193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208109" y="389618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269215" y="406480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262725" y="40660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205645" y="343608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263167" y="357574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313452" y="38065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289069" y="38920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300195" y="373227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225744" y="394976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231991" y="39767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287359" y="384558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307244" y="328583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283746" y="354454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041005" y="383100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109456" y="372045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096643" y="41567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018357" y="415027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019628" y="393980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013312" y="416247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17456" y="317875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027587" y="41809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102126" y="366506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004246" y="298923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029577" y="287312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112636" y="364776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053992" y="350896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098451" y="345977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102677" y="350112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54043" y="40797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64329" y="344893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112975" y="388682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109912" y="390710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036248" y="369677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895177" y="368351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855935" y="379692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852691" y="371849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835583" y="402558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811243" y="345348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827034" y="381816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819244" y="39439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840554" y="363026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903837" y="355646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802383" y="325004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95855" y="327528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879021" y="32566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796435" y="336658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33852" y="36359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872289" y="366738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887436" y="356061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858066" y="351748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897698" y="350293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894695" y="330790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890710" y="343490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58594" y="34829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899514" y="327808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56342" y="351654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879900" y="333313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1491810" y="3635212"/>
              <a:ext cx="2390063" cy="520760"/>
            </a:xfrm>
            <a:custGeom>
              <a:avLst/>
              <a:pathLst>
                <a:path w="2390063" h="520760">
                  <a:moveTo>
                    <a:pt x="0" y="520760"/>
                  </a:moveTo>
                  <a:lnTo>
                    <a:pt x="153477" y="487319"/>
                  </a:lnTo>
                  <a:lnTo>
                    <a:pt x="288855" y="457822"/>
                  </a:lnTo>
                  <a:lnTo>
                    <a:pt x="409954" y="431437"/>
                  </a:lnTo>
                  <a:lnTo>
                    <a:pt x="519501" y="407568"/>
                  </a:lnTo>
                  <a:lnTo>
                    <a:pt x="619510" y="385777"/>
                  </a:lnTo>
                  <a:lnTo>
                    <a:pt x="711509" y="365732"/>
                  </a:lnTo>
                  <a:lnTo>
                    <a:pt x="796687" y="347173"/>
                  </a:lnTo>
                  <a:lnTo>
                    <a:pt x="875986" y="329895"/>
                  </a:lnTo>
                  <a:lnTo>
                    <a:pt x="950165" y="313732"/>
                  </a:lnTo>
                  <a:lnTo>
                    <a:pt x="1019846" y="298550"/>
                  </a:lnTo>
                  <a:lnTo>
                    <a:pt x="1085542" y="284236"/>
                  </a:lnTo>
                  <a:lnTo>
                    <a:pt x="1147686" y="270695"/>
                  </a:lnTo>
                  <a:lnTo>
                    <a:pt x="1206641" y="257850"/>
                  </a:lnTo>
                  <a:lnTo>
                    <a:pt x="1262720" y="245631"/>
                  </a:lnTo>
                  <a:lnTo>
                    <a:pt x="1316189" y="233981"/>
                  </a:lnTo>
                  <a:lnTo>
                    <a:pt x="1367281" y="222849"/>
                  </a:lnTo>
                  <a:lnTo>
                    <a:pt x="1416198" y="212191"/>
                  </a:lnTo>
                  <a:lnTo>
                    <a:pt x="1463118" y="201967"/>
                  </a:lnTo>
                  <a:lnTo>
                    <a:pt x="1508197" y="192145"/>
                  </a:lnTo>
                  <a:lnTo>
                    <a:pt x="1551575" y="182694"/>
                  </a:lnTo>
                  <a:lnTo>
                    <a:pt x="1593375" y="173586"/>
                  </a:lnTo>
                  <a:lnTo>
                    <a:pt x="1633708" y="164798"/>
                  </a:lnTo>
                  <a:lnTo>
                    <a:pt x="1672674" y="156308"/>
                  </a:lnTo>
                  <a:lnTo>
                    <a:pt x="1710362" y="148097"/>
                  </a:lnTo>
                  <a:lnTo>
                    <a:pt x="1746853" y="140146"/>
                  </a:lnTo>
                  <a:lnTo>
                    <a:pt x="1782221" y="132439"/>
                  </a:lnTo>
                  <a:lnTo>
                    <a:pt x="1816533" y="124963"/>
                  </a:lnTo>
                  <a:lnTo>
                    <a:pt x="1849851" y="117704"/>
                  </a:lnTo>
                  <a:lnTo>
                    <a:pt x="1882230" y="110649"/>
                  </a:lnTo>
                  <a:lnTo>
                    <a:pt x="1913722" y="103787"/>
                  </a:lnTo>
                  <a:lnTo>
                    <a:pt x="1944374" y="97109"/>
                  </a:lnTo>
                  <a:lnTo>
                    <a:pt x="1974229" y="90604"/>
                  </a:lnTo>
                  <a:lnTo>
                    <a:pt x="2003329" y="84263"/>
                  </a:lnTo>
                  <a:lnTo>
                    <a:pt x="2031710" y="78079"/>
                  </a:lnTo>
                  <a:lnTo>
                    <a:pt x="2059407" y="72045"/>
                  </a:lnTo>
                  <a:lnTo>
                    <a:pt x="2086453" y="66152"/>
                  </a:lnTo>
                  <a:lnTo>
                    <a:pt x="2112876" y="60394"/>
                  </a:lnTo>
                  <a:lnTo>
                    <a:pt x="2138706" y="54766"/>
                  </a:lnTo>
                  <a:lnTo>
                    <a:pt x="2163968" y="49262"/>
                  </a:lnTo>
                  <a:lnTo>
                    <a:pt x="2188687" y="43876"/>
                  </a:lnTo>
                  <a:lnTo>
                    <a:pt x="2212885" y="38604"/>
                  </a:lnTo>
                  <a:lnTo>
                    <a:pt x="2236585" y="33440"/>
                  </a:lnTo>
                  <a:lnTo>
                    <a:pt x="2259805" y="28381"/>
                  </a:lnTo>
                  <a:lnTo>
                    <a:pt x="2282566" y="23421"/>
                  </a:lnTo>
                  <a:lnTo>
                    <a:pt x="2304885" y="18559"/>
                  </a:lnTo>
                  <a:lnTo>
                    <a:pt x="2326778" y="13788"/>
                  </a:lnTo>
                  <a:lnTo>
                    <a:pt x="2348263" y="9107"/>
                  </a:lnTo>
                  <a:lnTo>
                    <a:pt x="2369353" y="4512"/>
                  </a:lnTo>
                  <a:lnTo>
                    <a:pt x="2390063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491810" y="3533016"/>
              <a:ext cx="2390063" cy="502843"/>
            </a:xfrm>
            <a:custGeom>
              <a:avLst/>
              <a:pathLst>
                <a:path w="2390063" h="502843">
                  <a:moveTo>
                    <a:pt x="0" y="502843"/>
                  </a:moveTo>
                  <a:lnTo>
                    <a:pt x="153477" y="470553"/>
                  </a:lnTo>
                  <a:lnTo>
                    <a:pt x="288855" y="442071"/>
                  </a:lnTo>
                  <a:lnTo>
                    <a:pt x="409954" y="416593"/>
                  </a:lnTo>
                  <a:lnTo>
                    <a:pt x="519501" y="393546"/>
                  </a:lnTo>
                  <a:lnTo>
                    <a:pt x="619510" y="372505"/>
                  </a:lnTo>
                  <a:lnTo>
                    <a:pt x="711509" y="353149"/>
                  </a:lnTo>
                  <a:lnTo>
                    <a:pt x="796687" y="335229"/>
                  </a:lnTo>
                  <a:lnTo>
                    <a:pt x="875986" y="318545"/>
                  </a:lnTo>
                  <a:lnTo>
                    <a:pt x="950165" y="302939"/>
                  </a:lnTo>
                  <a:lnTo>
                    <a:pt x="1019846" y="288279"/>
                  </a:lnTo>
                  <a:lnTo>
                    <a:pt x="1085542" y="274457"/>
                  </a:lnTo>
                  <a:lnTo>
                    <a:pt x="1147686" y="261382"/>
                  </a:lnTo>
                  <a:lnTo>
                    <a:pt x="1206641" y="248979"/>
                  </a:lnTo>
                  <a:lnTo>
                    <a:pt x="1262720" y="237180"/>
                  </a:lnTo>
                  <a:lnTo>
                    <a:pt x="1316189" y="225931"/>
                  </a:lnTo>
                  <a:lnTo>
                    <a:pt x="1367281" y="215182"/>
                  </a:lnTo>
                  <a:lnTo>
                    <a:pt x="1416198" y="204890"/>
                  </a:lnTo>
                  <a:lnTo>
                    <a:pt x="1463118" y="195019"/>
                  </a:lnTo>
                  <a:lnTo>
                    <a:pt x="1508197" y="185535"/>
                  </a:lnTo>
                  <a:lnTo>
                    <a:pt x="1551575" y="176408"/>
                  </a:lnTo>
                  <a:lnTo>
                    <a:pt x="1593375" y="167614"/>
                  </a:lnTo>
                  <a:lnTo>
                    <a:pt x="1633708" y="159128"/>
                  </a:lnTo>
                  <a:lnTo>
                    <a:pt x="1672674" y="150930"/>
                  </a:lnTo>
                  <a:lnTo>
                    <a:pt x="1710362" y="143001"/>
                  </a:lnTo>
                  <a:lnTo>
                    <a:pt x="1746853" y="135324"/>
                  </a:lnTo>
                  <a:lnTo>
                    <a:pt x="1782221" y="127883"/>
                  </a:lnTo>
                  <a:lnTo>
                    <a:pt x="1816533" y="120664"/>
                  </a:lnTo>
                  <a:lnTo>
                    <a:pt x="1849851" y="113654"/>
                  </a:lnTo>
                  <a:lnTo>
                    <a:pt x="1882230" y="106842"/>
                  </a:lnTo>
                  <a:lnTo>
                    <a:pt x="1913722" y="100217"/>
                  </a:lnTo>
                  <a:lnTo>
                    <a:pt x="1944374" y="93768"/>
                  </a:lnTo>
                  <a:lnTo>
                    <a:pt x="1974229" y="87486"/>
                  </a:lnTo>
                  <a:lnTo>
                    <a:pt x="2003329" y="81364"/>
                  </a:lnTo>
                  <a:lnTo>
                    <a:pt x="2031710" y="75393"/>
                  </a:lnTo>
                  <a:lnTo>
                    <a:pt x="2059407" y="69566"/>
                  </a:lnTo>
                  <a:lnTo>
                    <a:pt x="2086453" y="63876"/>
                  </a:lnTo>
                  <a:lnTo>
                    <a:pt x="2112876" y="58317"/>
                  </a:lnTo>
                  <a:lnTo>
                    <a:pt x="2138706" y="52882"/>
                  </a:lnTo>
                  <a:lnTo>
                    <a:pt x="2163968" y="47567"/>
                  </a:lnTo>
                  <a:lnTo>
                    <a:pt x="2188687" y="42367"/>
                  </a:lnTo>
                  <a:lnTo>
                    <a:pt x="2212885" y="37276"/>
                  </a:lnTo>
                  <a:lnTo>
                    <a:pt x="2236585" y="32290"/>
                  </a:lnTo>
                  <a:lnTo>
                    <a:pt x="2259805" y="27404"/>
                  </a:lnTo>
                  <a:lnTo>
                    <a:pt x="2282566" y="22616"/>
                  </a:lnTo>
                  <a:lnTo>
                    <a:pt x="2304885" y="17920"/>
                  </a:lnTo>
                  <a:lnTo>
                    <a:pt x="2326778" y="13314"/>
                  </a:lnTo>
                  <a:lnTo>
                    <a:pt x="2348263" y="8794"/>
                  </a:lnTo>
                  <a:lnTo>
                    <a:pt x="2369353" y="4357"/>
                  </a:lnTo>
                  <a:lnTo>
                    <a:pt x="2390063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491810" y="3739394"/>
              <a:ext cx="2390063" cy="395234"/>
            </a:xfrm>
            <a:custGeom>
              <a:avLst/>
              <a:pathLst>
                <a:path w="2390063" h="395234">
                  <a:moveTo>
                    <a:pt x="0" y="395234"/>
                  </a:moveTo>
                  <a:lnTo>
                    <a:pt x="153477" y="369854"/>
                  </a:lnTo>
                  <a:lnTo>
                    <a:pt x="288855" y="347467"/>
                  </a:lnTo>
                  <a:lnTo>
                    <a:pt x="409954" y="327441"/>
                  </a:lnTo>
                  <a:lnTo>
                    <a:pt x="519501" y="309326"/>
                  </a:lnTo>
                  <a:lnTo>
                    <a:pt x="619510" y="292788"/>
                  </a:lnTo>
                  <a:lnTo>
                    <a:pt x="711509" y="277575"/>
                  </a:lnTo>
                  <a:lnTo>
                    <a:pt x="796687" y="263489"/>
                  </a:lnTo>
                  <a:lnTo>
                    <a:pt x="875986" y="250376"/>
                  </a:lnTo>
                  <a:lnTo>
                    <a:pt x="950165" y="238109"/>
                  </a:lnTo>
                  <a:lnTo>
                    <a:pt x="1019846" y="226586"/>
                  </a:lnTo>
                  <a:lnTo>
                    <a:pt x="1085542" y="215722"/>
                  </a:lnTo>
                  <a:lnTo>
                    <a:pt x="1147686" y="205446"/>
                  </a:lnTo>
                  <a:lnTo>
                    <a:pt x="1206641" y="195697"/>
                  </a:lnTo>
                  <a:lnTo>
                    <a:pt x="1262720" y="186423"/>
                  </a:lnTo>
                  <a:lnTo>
                    <a:pt x="1316189" y="177581"/>
                  </a:lnTo>
                  <a:lnTo>
                    <a:pt x="1367281" y="169132"/>
                  </a:lnTo>
                  <a:lnTo>
                    <a:pt x="1416198" y="161043"/>
                  </a:lnTo>
                  <a:lnTo>
                    <a:pt x="1463118" y="153284"/>
                  </a:lnTo>
                  <a:lnTo>
                    <a:pt x="1508197" y="145830"/>
                  </a:lnTo>
                  <a:lnTo>
                    <a:pt x="1551575" y="138657"/>
                  </a:lnTo>
                  <a:lnTo>
                    <a:pt x="1593375" y="131744"/>
                  </a:lnTo>
                  <a:lnTo>
                    <a:pt x="1633708" y="125075"/>
                  </a:lnTo>
                  <a:lnTo>
                    <a:pt x="1672674" y="118631"/>
                  </a:lnTo>
                  <a:lnTo>
                    <a:pt x="1710362" y="112399"/>
                  </a:lnTo>
                  <a:lnTo>
                    <a:pt x="1746853" y="106364"/>
                  </a:lnTo>
                  <a:lnTo>
                    <a:pt x="1782221" y="100516"/>
                  </a:lnTo>
                  <a:lnTo>
                    <a:pt x="1816533" y="94842"/>
                  </a:lnTo>
                  <a:lnTo>
                    <a:pt x="1849851" y="89332"/>
                  </a:lnTo>
                  <a:lnTo>
                    <a:pt x="1882230" y="83978"/>
                  </a:lnTo>
                  <a:lnTo>
                    <a:pt x="1913722" y="78770"/>
                  </a:lnTo>
                  <a:lnTo>
                    <a:pt x="1944374" y="73701"/>
                  </a:lnTo>
                  <a:lnTo>
                    <a:pt x="1974229" y="68764"/>
                  </a:lnTo>
                  <a:lnTo>
                    <a:pt x="2003329" y="63952"/>
                  </a:lnTo>
                  <a:lnTo>
                    <a:pt x="2031710" y="59259"/>
                  </a:lnTo>
                  <a:lnTo>
                    <a:pt x="2059407" y="54679"/>
                  </a:lnTo>
                  <a:lnTo>
                    <a:pt x="2086453" y="50206"/>
                  </a:lnTo>
                  <a:lnTo>
                    <a:pt x="2112876" y="45837"/>
                  </a:lnTo>
                  <a:lnTo>
                    <a:pt x="2138706" y="41565"/>
                  </a:lnTo>
                  <a:lnTo>
                    <a:pt x="2163968" y="37388"/>
                  </a:lnTo>
                  <a:lnTo>
                    <a:pt x="2188687" y="33300"/>
                  </a:lnTo>
                  <a:lnTo>
                    <a:pt x="2212885" y="29299"/>
                  </a:lnTo>
                  <a:lnTo>
                    <a:pt x="2236585" y="25379"/>
                  </a:lnTo>
                  <a:lnTo>
                    <a:pt x="2259805" y="21540"/>
                  </a:lnTo>
                  <a:lnTo>
                    <a:pt x="2282566" y="17776"/>
                  </a:lnTo>
                  <a:lnTo>
                    <a:pt x="2304885" y="14085"/>
                  </a:lnTo>
                  <a:lnTo>
                    <a:pt x="2326778" y="10465"/>
                  </a:lnTo>
                  <a:lnTo>
                    <a:pt x="2348263" y="6912"/>
                  </a:lnTo>
                  <a:lnTo>
                    <a:pt x="2369353" y="3424"/>
                  </a:lnTo>
                  <a:lnTo>
                    <a:pt x="239006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491810" y="3255962"/>
              <a:ext cx="2390063" cy="550748"/>
            </a:xfrm>
            <a:custGeom>
              <a:avLst/>
              <a:pathLst>
                <a:path w="2390063" h="550748">
                  <a:moveTo>
                    <a:pt x="0" y="550748"/>
                  </a:moveTo>
                  <a:lnTo>
                    <a:pt x="153477" y="515382"/>
                  </a:lnTo>
                  <a:lnTo>
                    <a:pt x="288855" y="484186"/>
                  </a:lnTo>
                  <a:lnTo>
                    <a:pt x="409954" y="456281"/>
                  </a:lnTo>
                  <a:lnTo>
                    <a:pt x="519501" y="431038"/>
                  </a:lnTo>
                  <a:lnTo>
                    <a:pt x="619510" y="407992"/>
                  </a:lnTo>
                  <a:lnTo>
                    <a:pt x="711509" y="386793"/>
                  </a:lnTo>
                  <a:lnTo>
                    <a:pt x="796687" y="367165"/>
                  </a:lnTo>
                  <a:lnTo>
                    <a:pt x="875986" y="348892"/>
                  </a:lnTo>
                  <a:lnTo>
                    <a:pt x="950165" y="331799"/>
                  </a:lnTo>
                  <a:lnTo>
                    <a:pt x="1019846" y="315742"/>
                  </a:lnTo>
                  <a:lnTo>
                    <a:pt x="1085542" y="300603"/>
                  </a:lnTo>
                  <a:lnTo>
                    <a:pt x="1147686" y="286284"/>
                  </a:lnTo>
                  <a:lnTo>
                    <a:pt x="1206641" y="272698"/>
                  </a:lnTo>
                  <a:lnTo>
                    <a:pt x="1262720" y="259776"/>
                  </a:lnTo>
                  <a:lnTo>
                    <a:pt x="1316189" y="247455"/>
                  </a:lnTo>
                  <a:lnTo>
                    <a:pt x="1367281" y="235682"/>
                  </a:lnTo>
                  <a:lnTo>
                    <a:pt x="1416198" y="224410"/>
                  </a:lnTo>
                  <a:lnTo>
                    <a:pt x="1463118" y="213598"/>
                  </a:lnTo>
                  <a:lnTo>
                    <a:pt x="1508197" y="203210"/>
                  </a:lnTo>
                  <a:lnTo>
                    <a:pt x="1551575" y="193214"/>
                  </a:lnTo>
                  <a:lnTo>
                    <a:pt x="1593375" y="183582"/>
                  </a:lnTo>
                  <a:lnTo>
                    <a:pt x="1633708" y="174288"/>
                  </a:lnTo>
                  <a:lnTo>
                    <a:pt x="1672674" y="165309"/>
                  </a:lnTo>
                  <a:lnTo>
                    <a:pt x="1710362" y="156625"/>
                  </a:lnTo>
                  <a:lnTo>
                    <a:pt x="1746853" y="148216"/>
                  </a:lnTo>
                  <a:lnTo>
                    <a:pt x="1782221" y="140066"/>
                  </a:lnTo>
                  <a:lnTo>
                    <a:pt x="1816533" y="132159"/>
                  </a:lnTo>
                  <a:lnTo>
                    <a:pt x="1849851" y="124482"/>
                  </a:lnTo>
                  <a:lnTo>
                    <a:pt x="1882230" y="117021"/>
                  </a:lnTo>
                  <a:lnTo>
                    <a:pt x="1913722" y="109764"/>
                  </a:lnTo>
                  <a:lnTo>
                    <a:pt x="1944374" y="102701"/>
                  </a:lnTo>
                  <a:lnTo>
                    <a:pt x="1974229" y="95821"/>
                  </a:lnTo>
                  <a:lnTo>
                    <a:pt x="2003329" y="89116"/>
                  </a:lnTo>
                  <a:lnTo>
                    <a:pt x="2031710" y="82576"/>
                  </a:lnTo>
                  <a:lnTo>
                    <a:pt x="2059407" y="76193"/>
                  </a:lnTo>
                  <a:lnTo>
                    <a:pt x="2086453" y="69961"/>
                  </a:lnTo>
                  <a:lnTo>
                    <a:pt x="2112876" y="63872"/>
                  </a:lnTo>
                  <a:lnTo>
                    <a:pt x="2138706" y="57920"/>
                  </a:lnTo>
                  <a:lnTo>
                    <a:pt x="2163968" y="52099"/>
                  </a:lnTo>
                  <a:lnTo>
                    <a:pt x="2188687" y="46403"/>
                  </a:lnTo>
                  <a:lnTo>
                    <a:pt x="2212885" y="40827"/>
                  </a:lnTo>
                  <a:lnTo>
                    <a:pt x="2236585" y="35366"/>
                  </a:lnTo>
                  <a:lnTo>
                    <a:pt x="2259805" y="30015"/>
                  </a:lnTo>
                  <a:lnTo>
                    <a:pt x="2282566" y="24770"/>
                  </a:lnTo>
                  <a:lnTo>
                    <a:pt x="2304885" y="19627"/>
                  </a:lnTo>
                  <a:lnTo>
                    <a:pt x="2326778" y="14582"/>
                  </a:lnTo>
                  <a:lnTo>
                    <a:pt x="2348263" y="9632"/>
                  </a:lnTo>
                  <a:lnTo>
                    <a:pt x="2369353" y="4772"/>
                  </a:lnTo>
                  <a:lnTo>
                    <a:pt x="239006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491810" y="3599851"/>
              <a:ext cx="2390063" cy="410189"/>
            </a:xfrm>
            <a:custGeom>
              <a:avLst/>
              <a:pathLst>
                <a:path w="2390063" h="410189">
                  <a:moveTo>
                    <a:pt x="0" y="410189"/>
                  </a:moveTo>
                  <a:lnTo>
                    <a:pt x="153477" y="383848"/>
                  </a:lnTo>
                  <a:lnTo>
                    <a:pt x="288855" y="360615"/>
                  </a:lnTo>
                  <a:lnTo>
                    <a:pt x="409954" y="339831"/>
                  </a:lnTo>
                  <a:lnTo>
                    <a:pt x="519501" y="321030"/>
                  </a:lnTo>
                  <a:lnTo>
                    <a:pt x="619510" y="303867"/>
                  </a:lnTo>
                  <a:lnTo>
                    <a:pt x="711509" y="288077"/>
                  </a:lnTo>
                  <a:lnTo>
                    <a:pt x="796687" y="273459"/>
                  </a:lnTo>
                  <a:lnTo>
                    <a:pt x="875986" y="259849"/>
                  </a:lnTo>
                  <a:lnTo>
                    <a:pt x="950165" y="247119"/>
                  </a:lnTo>
                  <a:lnTo>
                    <a:pt x="1019846" y="235160"/>
                  </a:lnTo>
                  <a:lnTo>
                    <a:pt x="1085542" y="223885"/>
                  </a:lnTo>
                  <a:lnTo>
                    <a:pt x="1147686" y="213220"/>
                  </a:lnTo>
                  <a:lnTo>
                    <a:pt x="1206641" y="203102"/>
                  </a:lnTo>
                  <a:lnTo>
                    <a:pt x="1262720" y="193477"/>
                  </a:lnTo>
                  <a:lnTo>
                    <a:pt x="1316189" y="184301"/>
                  </a:lnTo>
                  <a:lnTo>
                    <a:pt x="1367281" y="175532"/>
                  </a:lnTo>
                  <a:lnTo>
                    <a:pt x="1416198" y="167137"/>
                  </a:lnTo>
                  <a:lnTo>
                    <a:pt x="1463118" y="159084"/>
                  </a:lnTo>
                  <a:lnTo>
                    <a:pt x="1508197" y="151348"/>
                  </a:lnTo>
                  <a:lnTo>
                    <a:pt x="1551575" y="143903"/>
                  </a:lnTo>
                  <a:lnTo>
                    <a:pt x="1593375" y="136729"/>
                  </a:lnTo>
                  <a:lnTo>
                    <a:pt x="1633708" y="129807"/>
                  </a:lnTo>
                  <a:lnTo>
                    <a:pt x="1672674" y="123120"/>
                  </a:lnTo>
                  <a:lnTo>
                    <a:pt x="1710362" y="116652"/>
                  </a:lnTo>
                  <a:lnTo>
                    <a:pt x="1746853" y="110389"/>
                  </a:lnTo>
                  <a:lnTo>
                    <a:pt x="1782221" y="104319"/>
                  </a:lnTo>
                  <a:lnTo>
                    <a:pt x="1816533" y="98430"/>
                  </a:lnTo>
                  <a:lnTo>
                    <a:pt x="1849851" y="92712"/>
                  </a:lnTo>
                  <a:lnTo>
                    <a:pt x="1882230" y="87155"/>
                  </a:lnTo>
                  <a:lnTo>
                    <a:pt x="1913722" y="81750"/>
                  </a:lnTo>
                  <a:lnTo>
                    <a:pt x="1944374" y="76490"/>
                  </a:lnTo>
                  <a:lnTo>
                    <a:pt x="1974229" y="71366"/>
                  </a:lnTo>
                  <a:lnTo>
                    <a:pt x="2003329" y="66372"/>
                  </a:lnTo>
                  <a:lnTo>
                    <a:pt x="2031710" y="61501"/>
                  </a:lnTo>
                  <a:lnTo>
                    <a:pt x="2059407" y="56747"/>
                  </a:lnTo>
                  <a:lnTo>
                    <a:pt x="2086453" y="52106"/>
                  </a:lnTo>
                  <a:lnTo>
                    <a:pt x="2112876" y="47571"/>
                  </a:lnTo>
                  <a:lnTo>
                    <a:pt x="2138706" y="43138"/>
                  </a:lnTo>
                  <a:lnTo>
                    <a:pt x="2163968" y="38802"/>
                  </a:lnTo>
                  <a:lnTo>
                    <a:pt x="2188687" y="34560"/>
                  </a:lnTo>
                  <a:lnTo>
                    <a:pt x="2212885" y="30407"/>
                  </a:lnTo>
                  <a:lnTo>
                    <a:pt x="2236585" y="26340"/>
                  </a:lnTo>
                  <a:lnTo>
                    <a:pt x="2259805" y="22355"/>
                  </a:lnTo>
                  <a:lnTo>
                    <a:pt x="2282566" y="18448"/>
                  </a:lnTo>
                  <a:lnTo>
                    <a:pt x="2304885" y="14618"/>
                  </a:lnTo>
                  <a:lnTo>
                    <a:pt x="2326778" y="10861"/>
                  </a:lnTo>
                  <a:lnTo>
                    <a:pt x="2348263" y="7173"/>
                  </a:lnTo>
                  <a:lnTo>
                    <a:pt x="2369353" y="3554"/>
                  </a:lnTo>
                  <a:lnTo>
                    <a:pt x="239006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491810" y="3372260"/>
              <a:ext cx="2390063" cy="369207"/>
            </a:xfrm>
            <a:custGeom>
              <a:avLst/>
              <a:pathLst>
                <a:path w="2390063" h="369207">
                  <a:moveTo>
                    <a:pt x="0" y="369207"/>
                  </a:moveTo>
                  <a:lnTo>
                    <a:pt x="153477" y="345499"/>
                  </a:lnTo>
                  <a:lnTo>
                    <a:pt x="288855" y="324586"/>
                  </a:lnTo>
                  <a:lnTo>
                    <a:pt x="409954" y="305879"/>
                  </a:lnTo>
                  <a:lnTo>
                    <a:pt x="519501" y="288957"/>
                  </a:lnTo>
                  <a:lnTo>
                    <a:pt x="619510" y="273508"/>
                  </a:lnTo>
                  <a:lnTo>
                    <a:pt x="711509" y="259296"/>
                  </a:lnTo>
                  <a:lnTo>
                    <a:pt x="796687" y="246138"/>
                  </a:lnTo>
                  <a:lnTo>
                    <a:pt x="875986" y="233888"/>
                  </a:lnTo>
                  <a:lnTo>
                    <a:pt x="950165" y="222429"/>
                  </a:lnTo>
                  <a:lnTo>
                    <a:pt x="1019846" y="211665"/>
                  </a:lnTo>
                  <a:lnTo>
                    <a:pt x="1085542" y="201517"/>
                  </a:lnTo>
                  <a:lnTo>
                    <a:pt x="1147686" y="191917"/>
                  </a:lnTo>
                  <a:lnTo>
                    <a:pt x="1206641" y="182810"/>
                  </a:lnTo>
                  <a:lnTo>
                    <a:pt x="1262720" y="174147"/>
                  </a:lnTo>
                  <a:lnTo>
                    <a:pt x="1316189" y="165887"/>
                  </a:lnTo>
                  <a:lnTo>
                    <a:pt x="1367281" y="157995"/>
                  </a:lnTo>
                  <a:lnTo>
                    <a:pt x="1416198" y="150438"/>
                  </a:lnTo>
                  <a:lnTo>
                    <a:pt x="1463118" y="143190"/>
                  </a:lnTo>
                  <a:lnTo>
                    <a:pt x="1508197" y="136227"/>
                  </a:lnTo>
                  <a:lnTo>
                    <a:pt x="1551575" y="129526"/>
                  </a:lnTo>
                  <a:lnTo>
                    <a:pt x="1593375" y="123069"/>
                  </a:lnTo>
                  <a:lnTo>
                    <a:pt x="1633708" y="116838"/>
                  </a:lnTo>
                  <a:lnTo>
                    <a:pt x="1672674" y="110819"/>
                  </a:lnTo>
                  <a:lnTo>
                    <a:pt x="1710362" y="104997"/>
                  </a:lnTo>
                  <a:lnTo>
                    <a:pt x="1746853" y="99360"/>
                  </a:lnTo>
                  <a:lnTo>
                    <a:pt x="1782221" y="93897"/>
                  </a:lnTo>
                  <a:lnTo>
                    <a:pt x="1816533" y="88596"/>
                  </a:lnTo>
                  <a:lnTo>
                    <a:pt x="1849851" y="83449"/>
                  </a:lnTo>
                  <a:lnTo>
                    <a:pt x="1882230" y="78448"/>
                  </a:lnTo>
                  <a:lnTo>
                    <a:pt x="1913722" y="73583"/>
                  </a:lnTo>
                  <a:lnTo>
                    <a:pt x="1944374" y="68848"/>
                  </a:lnTo>
                  <a:lnTo>
                    <a:pt x="1974229" y="64236"/>
                  </a:lnTo>
                  <a:lnTo>
                    <a:pt x="2003329" y="59741"/>
                  </a:lnTo>
                  <a:lnTo>
                    <a:pt x="2031710" y="55356"/>
                  </a:lnTo>
                  <a:lnTo>
                    <a:pt x="2059407" y="51078"/>
                  </a:lnTo>
                  <a:lnTo>
                    <a:pt x="2086453" y="46900"/>
                  </a:lnTo>
                  <a:lnTo>
                    <a:pt x="2112876" y="42818"/>
                  </a:lnTo>
                  <a:lnTo>
                    <a:pt x="2138706" y="38828"/>
                  </a:lnTo>
                  <a:lnTo>
                    <a:pt x="2163968" y="34926"/>
                  </a:lnTo>
                  <a:lnTo>
                    <a:pt x="2188687" y="31107"/>
                  </a:lnTo>
                  <a:lnTo>
                    <a:pt x="2212885" y="27369"/>
                  </a:lnTo>
                  <a:lnTo>
                    <a:pt x="2236585" y="23708"/>
                  </a:lnTo>
                  <a:lnTo>
                    <a:pt x="2259805" y="20121"/>
                  </a:lnTo>
                  <a:lnTo>
                    <a:pt x="2282566" y="16605"/>
                  </a:lnTo>
                  <a:lnTo>
                    <a:pt x="2304885" y="13157"/>
                  </a:lnTo>
                  <a:lnTo>
                    <a:pt x="2326778" y="9775"/>
                  </a:lnTo>
                  <a:lnTo>
                    <a:pt x="2348263" y="6457"/>
                  </a:lnTo>
                  <a:lnTo>
                    <a:pt x="2369353" y="3199"/>
                  </a:lnTo>
                  <a:lnTo>
                    <a:pt x="239006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1491810" y="3501778"/>
              <a:ext cx="2390063" cy="11769"/>
            </a:xfrm>
            <a:custGeom>
              <a:avLst/>
              <a:pathLst>
                <a:path w="2390063" h="11769">
                  <a:moveTo>
                    <a:pt x="0" y="11769"/>
                  </a:moveTo>
                  <a:lnTo>
                    <a:pt x="153477" y="11013"/>
                  </a:lnTo>
                  <a:lnTo>
                    <a:pt x="288855" y="10347"/>
                  </a:lnTo>
                  <a:lnTo>
                    <a:pt x="409954" y="9750"/>
                  </a:lnTo>
                  <a:lnTo>
                    <a:pt x="519501" y="9211"/>
                  </a:lnTo>
                  <a:lnTo>
                    <a:pt x="619510" y="8718"/>
                  </a:lnTo>
                  <a:lnTo>
                    <a:pt x="711509" y="8265"/>
                  </a:lnTo>
                  <a:lnTo>
                    <a:pt x="796687" y="7846"/>
                  </a:lnTo>
                  <a:lnTo>
                    <a:pt x="875986" y="7455"/>
                  </a:lnTo>
                  <a:lnTo>
                    <a:pt x="950165" y="7090"/>
                  </a:lnTo>
                  <a:lnTo>
                    <a:pt x="1019846" y="6747"/>
                  </a:lnTo>
                  <a:lnTo>
                    <a:pt x="1085542" y="6423"/>
                  </a:lnTo>
                  <a:lnTo>
                    <a:pt x="1147686" y="6117"/>
                  </a:lnTo>
                  <a:lnTo>
                    <a:pt x="1206641" y="5827"/>
                  </a:lnTo>
                  <a:lnTo>
                    <a:pt x="1262720" y="5551"/>
                  </a:lnTo>
                  <a:lnTo>
                    <a:pt x="1316189" y="5288"/>
                  </a:lnTo>
                  <a:lnTo>
                    <a:pt x="1367281" y="5036"/>
                  </a:lnTo>
                  <a:lnTo>
                    <a:pt x="1416198" y="4795"/>
                  </a:lnTo>
                  <a:lnTo>
                    <a:pt x="1463118" y="4564"/>
                  </a:lnTo>
                  <a:lnTo>
                    <a:pt x="1508197" y="4342"/>
                  </a:lnTo>
                  <a:lnTo>
                    <a:pt x="1551575" y="4129"/>
                  </a:lnTo>
                  <a:lnTo>
                    <a:pt x="1593375" y="3923"/>
                  </a:lnTo>
                  <a:lnTo>
                    <a:pt x="1633708" y="3724"/>
                  </a:lnTo>
                  <a:lnTo>
                    <a:pt x="1672674" y="3532"/>
                  </a:lnTo>
                  <a:lnTo>
                    <a:pt x="1710362" y="3347"/>
                  </a:lnTo>
                  <a:lnTo>
                    <a:pt x="1746853" y="3167"/>
                  </a:lnTo>
                  <a:lnTo>
                    <a:pt x="1782221" y="2993"/>
                  </a:lnTo>
                  <a:lnTo>
                    <a:pt x="1816533" y="2824"/>
                  </a:lnTo>
                  <a:lnTo>
                    <a:pt x="1849851" y="2660"/>
                  </a:lnTo>
                  <a:lnTo>
                    <a:pt x="1882230" y="2500"/>
                  </a:lnTo>
                  <a:lnTo>
                    <a:pt x="1913722" y="2345"/>
                  </a:lnTo>
                  <a:lnTo>
                    <a:pt x="1944374" y="2194"/>
                  </a:lnTo>
                  <a:lnTo>
                    <a:pt x="1974229" y="2047"/>
                  </a:lnTo>
                  <a:lnTo>
                    <a:pt x="2003329" y="1904"/>
                  </a:lnTo>
                  <a:lnTo>
                    <a:pt x="2031710" y="1764"/>
                  </a:lnTo>
                  <a:lnTo>
                    <a:pt x="2059407" y="1628"/>
                  </a:lnTo>
                  <a:lnTo>
                    <a:pt x="2086453" y="1495"/>
                  </a:lnTo>
                  <a:lnTo>
                    <a:pt x="2112876" y="1364"/>
                  </a:lnTo>
                  <a:lnTo>
                    <a:pt x="2138706" y="1237"/>
                  </a:lnTo>
                  <a:lnTo>
                    <a:pt x="2163968" y="1113"/>
                  </a:lnTo>
                  <a:lnTo>
                    <a:pt x="2188687" y="991"/>
                  </a:lnTo>
                  <a:lnTo>
                    <a:pt x="2212885" y="872"/>
                  </a:lnTo>
                  <a:lnTo>
                    <a:pt x="2236585" y="755"/>
                  </a:lnTo>
                  <a:lnTo>
                    <a:pt x="2259805" y="641"/>
                  </a:lnTo>
                  <a:lnTo>
                    <a:pt x="2282566" y="529"/>
                  </a:lnTo>
                  <a:lnTo>
                    <a:pt x="2304885" y="419"/>
                  </a:lnTo>
                  <a:lnTo>
                    <a:pt x="2326778" y="311"/>
                  </a:lnTo>
                  <a:lnTo>
                    <a:pt x="2348263" y="205"/>
                  </a:lnTo>
                  <a:lnTo>
                    <a:pt x="2369353" y="101"/>
                  </a:lnTo>
                  <a:lnTo>
                    <a:pt x="2390063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491810" y="3828361"/>
              <a:ext cx="2390063" cy="251236"/>
            </a:xfrm>
            <a:custGeom>
              <a:avLst/>
              <a:pathLst>
                <a:path w="2390063" h="251236">
                  <a:moveTo>
                    <a:pt x="0" y="251236"/>
                  </a:moveTo>
                  <a:lnTo>
                    <a:pt x="153477" y="235103"/>
                  </a:lnTo>
                  <a:lnTo>
                    <a:pt x="288855" y="220872"/>
                  </a:lnTo>
                  <a:lnTo>
                    <a:pt x="409954" y="208143"/>
                  </a:lnTo>
                  <a:lnTo>
                    <a:pt x="519501" y="196627"/>
                  </a:lnTo>
                  <a:lnTo>
                    <a:pt x="619510" y="186115"/>
                  </a:lnTo>
                  <a:lnTo>
                    <a:pt x="711509" y="176444"/>
                  </a:lnTo>
                  <a:lnTo>
                    <a:pt x="796687" y="167490"/>
                  </a:lnTo>
                  <a:lnTo>
                    <a:pt x="875986" y="159155"/>
                  </a:lnTo>
                  <a:lnTo>
                    <a:pt x="950165" y="151357"/>
                  </a:lnTo>
                  <a:lnTo>
                    <a:pt x="1019846" y="144033"/>
                  </a:lnTo>
                  <a:lnTo>
                    <a:pt x="1085542" y="137127"/>
                  </a:lnTo>
                  <a:lnTo>
                    <a:pt x="1147686" y="130594"/>
                  </a:lnTo>
                  <a:lnTo>
                    <a:pt x="1206641" y="124397"/>
                  </a:lnTo>
                  <a:lnTo>
                    <a:pt x="1262720" y="118502"/>
                  </a:lnTo>
                  <a:lnTo>
                    <a:pt x="1316189" y="112882"/>
                  </a:lnTo>
                  <a:lnTo>
                    <a:pt x="1367281" y="107511"/>
                  </a:lnTo>
                  <a:lnTo>
                    <a:pt x="1416198" y="102369"/>
                  </a:lnTo>
                  <a:lnTo>
                    <a:pt x="1463118" y="97437"/>
                  </a:lnTo>
                  <a:lnTo>
                    <a:pt x="1508197" y="92699"/>
                  </a:lnTo>
                  <a:lnTo>
                    <a:pt x="1551575" y="88139"/>
                  </a:lnTo>
                  <a:lnTo>
                    <a:pt x="1593375" y="83745"/>
                  </a:lnTo>
                  <a:lnTo>
                    <a:pt x="1633708" y="79505"/>
                  </a:lnTo>
                  <a:lnTo>
                    <a:pt x="1672674" y="75409"/>
                  </a:lnTo>
                  <a:lnTo>
                    <a:pt x="1710362" y="71448"/>
                  </a:lnTo>
                  <a:lnTo>
                    <a:pt x="1746853" y="67612"/>
                  </a:lnTo>
                  <a:lnTo>
                    <a:pt x="1782221" y="63894"/>
                  </a:lnTo>
                  <a:lnTo>
                    <a:pt x="1816533" y="60287"/>
                  </a:lnTo>
                  <a:lnTo>
                    <a:pt x="1849851" y="56785"/>
                  </a:lnTo>
                  <a:lnTo>
                    <a:pt x="1882230" y="53381"/>
                  </a:lnTo>
                  <a:lnTo>
                    <a:pt x="1913722" y="50071"/>
                  </a:lnTo>
                  <a:lnTo>
                    <a:pt x="1944374" y="46849"/>
                  </a:lnTo>
                  <a:lnTo>
                    <a:pt x="1974229" y="43711"/>
                  </a:lnTo>
                  <a:lnTo>
                    <a:pt x="2003329" y="40652"/>
                  </a:lnTo>
                  <a:lnTo>
                    <a:pt x="2031710" y="37668"/>
                  </a:lnTo>
                  <a:lnTo>
                    <a:pt x="2059407" y="34757"/>
                  </a:lnTo>
                  <a:lnTo>
                    <a:pt x="2086453" y="31914"/>
                  </a:lnTo>
                  <a:lnTo>
                    <a:pt x="2112876" y="29136"/>
                  </a:lnTo>
                  <a:lnTo>
                    <a:pt x="2138706" y="26421"/>
                  </a:lnTo>
                  <a:lnTo>
                    <a:pt x="2163968" y="23766"/>
                  </a:lnTo>
                  <a:lnTo>
                    <a:pt x="2188687" y="21168"/>
                  </a:lnTo>
                  <a:lnTo>
                    <a:pt x="2212885" y="18624"/>
                  </a:lnTo>
                  <a:lnTo>
                    <a:pt x="2236585" y="16133"/>
                  </a:lnTo>
                  <a:lnTo>
                    <a:pt x="2259805" y="13692"/>
                  </a:lnTo>
                  <a:lnTo>
                    <a:pt x="2282566" y="11299"/>
                  </a:lnTo>
                  <a:lnTo>
                    <a:pt x="2304885" y="8953"/>
                  </a:lnTo>
                  <a:lnTo>
                    <a:pt x="2326778" y="6652"/>
                  </a:lnTo>
                  <a:lnTo>
                    <a:pt x="2348263" y="4393"/>
                  </a:lnTo>
                  <a:lnTo>
                    <a:pt x="2369353" y="2176"/>
                  </a:lnTo>
                  <a:lnTo>
                    <a:pt x="2390063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1491810" y="3792396"/>
              <a:ext cx="2390063" cy="360387"/>
            </a:xfrm>
            <a:custGeom>
              <a:avLst/>
              <a:pathLst>
                <a:path w="2390063" h="360387">
                  <a:moveTo>
                    <a:pt x="0" y="360387"/>
                  </a:moveTo>
                  <a:lnTo>
                    <a:pt x="153477" y="337245"/>
                  </a:lnTo>
                  <a:lnTo>
                    <a:pt x="288855" y="316832"/>
                  </a:lnTo>
                  <a:lnTo>
                    <a:pt x="409954" y="298572"/>
                  </a:lnTo>
                  <a:lnTo>
                    <a:pt x="519501" y="282054"/>
                  </a:lnTo>
                  <a:lnTo>
                    <a:pt x="619510" y="266974"/>
                  </a:lnTo>
                  <a:lnTo>
                    <a:pt x="711509" y="253102"/>
                  </a:lnTo>
                  <a:lnTo>
                    <a:pt x="796687" y="240258"/>
                  </a:lnTo>
                  <a:lnTo>
                    <a:pt x="875986" y="228301"/>
                  </a:lnTo>
                  <a:lnTo>
                    <a:pt x="950165" y="217116"/>
                  </a:lnTo>
                  <a:lnTo>
                    <a:pt x="1019846" y="206609"/>
                  </a:lnTo>
                  <a:lnTo>
                    <a:pt x="1085542" y="196703"/>
                  </a:lnTo>
                  <a:lnTo>
                    <a:pt x="1147686" y="187332"/>
                  </a:lnTo>
                  <a:lnTo>
                    <a:pt x="1206641" y="178443"/>
                  </a:lnTo>
                  <a:lnTo>
                    <a:pt x="1262720" y="169987"/>
                  </a:lnTo>
                  <a:lnTo>
                    <a:pt x="1316189" y="161925"/>
                  </a:lnTo>
                  <a:lnTo>
                    <a:pt x="1367281" y="154221"/>
                  </a:lnTo>
                  <a:lnTo>
                    <a:pt x="1416198" y="146845"/>
                  </a:lnTo>
                  <a:lnTo>
                    <a:pt x="1463118" y="139770"/>
                  </a:lnTo>
                  <a:lnTo>
                    <a:pt x="1508197" y="132972"/>
                  </a:lnTo>
                  <a:lnTo>
                    <a:pt x="1551575" y="126432"/>
                  </a:lnTo>
                  <a:lnTo>
                    <a:pt x="1593375" y="120129"/>
                  </a:lnTo>
                  <a:lnTo>
                    <a:pt x="1633708" y="114047"/>
                  </a:lnTo>
                  <a:lnTo>
                    <a:pt x="1672674" y="108172"/>
                  </a:lnTo>
                  <a:lnTo>
                    <a:pt x="1710362" y="102489"/>
                  </a:lnTo>
                  <a:lnTo>
                    <a:pt x="1746853" y="96986"/>
                  </a:lnTo>
                  <a:lnTo>
                    <a:pt x="1782221" y="91653"/>
                  </a:lnTo>
                  <a:lnTo>
                    <a:pt x="1816533" y="86480"/>
                  </a:lnTo>
                  <a:lnTo>
                    <a:pt x="1849851" y="81456"/>
                  </a:lnTo>
                  <a:lnTo>
                    <a:pt x="1882230" y="76573"/>
                  </a:lnTo>
                  <a:lnTo>
                    <a:pt x="1913722" y="71825"/>
                  </a:lnTo>
                  <a:lnTo>
                    <a:pt x="1944374" y="67203"/>
                  </a:lnTo>
                  <a:lnTo>
                    <a:pt x="1974229" y="62701"/>
                  </a:lnTo>
                  <a:lnTo>
                    <a:pt x="2003329" y="58313"/>
                  </a:lnTo>
                  <a:lnTo>
                    <a:pt x="2031710" y="54034"/>
                  </a:lnTo>
                  <a:lnTo>
                    <a:pt x="2059407" y="49858"/>
                  </a:lnTo>
                  <a:lnTo>
                    <a:pt x="2086453" y="45780"/>
                  </a:lnTo>
                  <a:lnTo>
                    <a:pt x="2112876" y="41795"/>
                  </a:lnTo>
                  <a:lnTo>
                    <a:pt x="2138706" y="37900"/>
                  </a:lnTo>
                  <a:lnTo>
                    <a:pt x="2163968" y="34091"/>
                  </a:lnTo>
                  <a:lnTo>
                    <a:pt x="2188687" y="30364"/>
                  </a:lnTo>
                  <a:lnTo>
                    <a:pt x="2212885" y="26715"/>
                  </a:lnTo>
                  <a:lnTo>
                    <a:pt x="2236585" y="23142"/>
                  </a:lnTo>
                  <a:lnTo>
                    <a:pt x="2259805" y="19640"/>
                  </a:lnTo>
                  <a:lnTo>
                    <a:pt x="2282566" y="16208"/>
                  </a:lnTo>
                  <a:lnTo>
                    <a:pt x="2304885" y="12843"/>
                  </a:lnTo>
                  <a:lnTo>
                    <a:pt x="2326778" y="9542"/>
                  </a:lnTo>
                  <a:lnTo>
                    <a:pt x="2348263" y="6302"/>
                  </a:lnTo>
                  <a:lnTo>
                    <a:pt x="2369353" y="3122"/>
                  </a:lnTo>
                  <a:lnTo>
                    <a:pt x="2390063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1491810" y="3496257"/>
              <a:ext cx="2390063" cy="389287"/>
            </a:xfrm>
            <a:custGeom>
              <a:avLst/>
              <a:pathLst>
                <a:path w="2390063" h="389287">
                  <a:moveTo>
                    <a:pt x="0" y="389287"/>
                  </a:moveTo>
                  <a:lnTo>
                    <a:pt x="153477" y="364289"/>
                  </a:lnTo>
                  <a:lnTo>
                    <a:pt x="288855" y="342239"/>
                  </a:lnTo>
                  <a:lnTo>
                    <a:pt x="409954" y="322515"/>
                  </a:lnTo>
                  <a:lnTo>
                    <a:pt x="519501" y="304672"/>
                  </a:lnTo>
                  <a:lnTo>
                    <a:pt x="619510" y="288383"/>
                  </a:lnTo>
                  <a:lnTo>
                    <a:pt x="711509" y="273398"/>
                  </a:lnTo>
                  <a:lnTo>
                    <a:pt x="796687" y="259525"/>
                  </a:lnTo>
                  <a:lnTo>
                    <a:pt x="875986" y="246609"/>
                  </a:lnTo>
                  <a:lnTo>
                    <a:pt x="950165" y="234527"/>
                  </a:lnTo>
                  <a:lnTo>
                    <a:pt x="1019846" y="223177"/>
                  </a:lnTo>
                  <a:lnTo>
                    <a:pt x="1085542" y="212477"/>
                  </a:lnTo>
                  <a:lnTo>
                    <a:pt x="1147686" y="202355"/>
                  </a:lnTo>
                  <a:lnTo>
                    <a:pt x="1206641" y="192752"/>
                  </a:lnTo>
                  <a:lnTo>
                    <a:pt x="1262720" y="183618"/>
                  </a:lnTo>
                  <a:lnTo>
                    <a:pt x="1316189" y="174910"/>
                  </a:lnTo>
                  <a:lnTo>
                    <a:pt x="1367281" y="166588"/>
                  </a:lnTo>
                  <a:lnTo>
                    <a:pt x="1416198" y="158620"/>
                  </a:lnTo>
                  <a:lnTo>
                    <a:pt x="1463118" y="150978"/>
                  </a:lnTo>
                  <a:lnTo>
                    <a:pt x="1508197" y="143636"/>
                  </a:lnTo>
                  <a:lnTo>
                    <a:pt x="1551575" y="136570"/>
                  </a:lnTo>
                  <a:lnTo>
                    <a:pt x="1593375" y="129762"/>
                  </a:lnTo>
                  <a:lnTo>
                    <a:pt x="1633708" y="123193"/>
                  </a:lnTo>
                  <a:lnTo>
                    <a:pt x="1672674" y="116846"/>
                  </a:lnTo>
                  <a:lnTo>
                    <a:pt x="1710362" y="110708"/>
                  </a:lnTo>
                  <a:lnTo>
                    <a:pt x="1746853" y="104764"/>
                  </a:lnTo>
                  <a:lnTo>
                    <a:pt x="1782221" y="99003"/>
                  </a:lnTo>
                  <a:lnTo>
                    <a:pt x="1816533" y="93415"/>
                  </a:lnTo>
                  <a:lnTo>
                    <a:pt x="1849851" y="87988"/>
                  </a:lnTo>
                  <a:lnTo>
                    <a:pt x="1882230" y="82714"/>
                  </a:lnTo>
                  <a:lnTo>
                    <a:pt x="1913722" y="77585"/>
                  </a:lnTo>
                  <a:lnTo>
                    <a:pt x="1944374" y="72592"/>
                  </a:lnTo>
                  <a:lnTo>
                    <a:pt x="1974229" y="67729"/>
                  </a:lnTo>
                  <a:lnTo>
                    <a:pt x="2003329" y="62990"/>
                  </a:lnTo>
                  <a:lnTo>
                    <a:pt x="2031710" y="58367"/>
                  </a:lnTo>
                  <a:lnTo>
                    <a:pt x="2059407" y="53856"/>
                  </a:lnTo>
                  <a:lnTo>
                    <a:pt x="2086453" y="49451"/>
                  </a:lnTo>
                  <a:lnTo>
                    <a:pt x="2112876" y="45147"/>
                  </a:lnTo>
                  <a:lnTo>
                    <a:pt x="2138706" y="40940"/>
                  </a:lnTo>
                  <a:lnTo>
                    <a:pt x="2163968" y="36825"/>
                  </a:lnTo>
                  <a:lnTo>
                    <a:pt x="2188687" y="32799"/>
                  </a:lnTo>
                  <a:lnTo>
                    <a:pt x="2212885" y="28858"/>
                  </a:lnTo>
                  <a:lnTo>
                    <a:pt x="2236585" y="24998"/>
                  </a:lnTo>
                  <a:lnTo>
                    <a:pt x="2259805" y="21216"/>
                  </a:lnTo>
                  <a:lnTo>
                    <a:pt x="2282566" y="17508"/>
                  </a:lnTo>
                  <a:lnTo>
                    <a:pt x="2304885" y="13873"/>
                  </a:lnTo>
                  <a:lnTo>
                    <a:pt x="2326778" y="10307"/>
                  </a:lnTo>
                  <a:lnTo>
                    <a:pt x="2348263" y="6808"/>
                  </a:lnTo>
                  <a:lnTo>
                    <a:pt x="2369353" y="3373"/>
                  </a:lnTo>
                  <a:lnTo>
                    <a:pt x="2390063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rc287"/>
            <p:cNvSpPr/>
            <p:nvPr/>
          </p:nvSpPr>
          <p:spPr>
            <a:xfrm>
              <a:off x="1310032" y="2835806"/>
              <a:ext cx="2746729" cy="1438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1310032" y="2835806"/>
              <a:ext cx="0" cy="1438638"/>
            </a:xfrm>
            <a:custGeom>
              <a:avLst/>
              <a:pathLst>
                <a:path w="0" h="1438638">
                  <a:moveTo>
                    <a:pt x="0" y="1438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tx289"/>
            <p:cNvSpPr/>
            <p:nvPr/>
          </p:nvSpPr>
          <p:spPr>
            <a:xfrm rot="-5400000">
              <a:off x="1140466" y="418011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91" name="tx290"/>
            <p:cNvSpPr/>
            <p:nvPr/>
          </p:nvSpPr>
          <p:spPr>
            <a:xfrm rot="-5400000">
              <a:off x="1140466" y="389017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92" name="tx291"/>
            <p:cNvSpPr/>
            <p:nvPr/>
          </p:nvSpPr>
          <p:spPr>
            <a:xfrm rot="-5400000">
              <a:off x="1140466" y="360023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93" name="tx292"/>
            <p:cNvSpPr/>
            <p:nvPr/>
          </p:nvSpPr>
          <p:spPr>
            <a:xfrm rot="-5400000">
              <a:off x="1140466" y="331030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4" name="tx293"/>
            <p:cNvSpPr/>
            <p:nvPr/>
          </p:nvSpPr>
          <p:spPr>
            <a:xfrm rot="-5400000">
              <a:off x="1140466" y="302036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5" name="pl294"/>
            <p:cNvSpPr/>
            <p:nvPr/>
          </p:nvSpPr>
          <p:spPr>
            <a:xfrm>
              <a:off x="1281564" y="42165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281564" y="39266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281564" y="363667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281564" y="334673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281564" y="305680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310032" y="4274445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1491810" y="4274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2288498" y="4274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3085186" y="4274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3881874" y="4274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tx304"/>
            <p:cNvSpPr/>
            <p:nvPr/>
          </p:nvSpPr>
          <p:spPr>
            <a:xfrm rot="-5400000">
              <a:off x="129703" y="3509543"/>
              <a:ext cx="180667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1310032" y="2659266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4186450" y="2835806"/>
              <a:ext cx="2746729" cy="1438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4283228" y="371226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342343" y="301123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294154" y="378455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286880" y="353881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389889" y="383892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388651" y="291490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330083" y="287312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300683" y="32568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372791" y="399334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349303" y="360159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5094486" y="38862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092286" y="334981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149177" y="378940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153149" y="40393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164463" y="367407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094697" y="332508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189551" y="412206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145228" y="40099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66385" y="386992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127488" y="41155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107674" y="399990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167156" y="41166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140769" y="382723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136129" y="377087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110431" y="351330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088075" y="355285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125656" y="388614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187930" y="418097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980794" y="387227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973403" y="394206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929847" y="39152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919526" y="397363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934281" y="307486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890032" y="312210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918352" y="369151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979564" y="386426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915331" y="398903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877828" y="365581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936543" y="343524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954562" y="404300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959909" y="32667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963708" y="36363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891557" y="369840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977725" y="39763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906212" y="343513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945849" y="368451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912581" y="341021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890418" y="365181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704932" y="381674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78231" y="391449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04043" y="366694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75144" y="344444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689771" y="364137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57394" y="36826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47485" y="383408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698356" y="372297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00282" y="383443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15413" y="374558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687482" y="348515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699037" y="318594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779546" y="384859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713714" y="40146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689683" y="397684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711480" y="371754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688022" y="391136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677184" y="379758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780255" y="326714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718917" y="361629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701305" y="370779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746239" y="365211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674069" y="39722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742336" y="360469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4364443" y="3628750"/>
              <a:ext cx="2389094" cy="172801"/>
            </a:xfrm>
            <a:custGeom>
              <a:avLst/>
              <a:pathLst>
                <a:path w="2389094" h="172801">
                  <a:moveTo>
                    <a:pt x="0" y="0"/>
                  </a:moveTo>
                  <a:lnTo>
                    <a:pt x="153415" y="11096"/>
                  </a:lnTo>
                  <a:lnTo>
                    <a:pt x="288738" y="20884"/>
                  </a:lnTo>
                  <a:lnTo>
                    <a:pt x="409787" y="29639"/>
                  </a:lnTo>
                  <a:lnTo>
                    <a:pt x="519290" y="37560"/>
                  </a:lnTo>
                  <a:lnTo>
                    <a:pt x="619259" y="44790"/>
                  </a:lnTo>
                  <a:lnTo>
                    <a:pt x="711221" y="51442"/>
                  </a:lnTo>
                  <a:lnTo>
                    <a:pt x="796364" y="57600"/>
                  </a:lnTo>
                  <a:lnTo>
                    <a:pt x="875631" y="63333"/>
                  </a:lnTo>
                  <a:lnTo>
                    <a:pt x="949780" y="68697"/>
                  </a:lnTo>
                  <a:lnTo>
                    <a:pt x="1019432" y="73734"/>
                  </a:lnTo>
                  <a:lnTo>
                    <a:pt x="1085102" y="78484"/>
                  </a:lnTo>
                  <a:lnTo>
                    <a:pt x="1147221" y="82977"/>
                  </a:lnTo>
                  <a:lnTo>
                    <a:pt x="1206152" y="87240"/>
                  </a:lnTo>
                  <a:lnTo>
                    <a:pt x="1262208" y="91294"/>
                  </a:lnTo>
                  <a:lnTo>
                    <a:pt x="1315655" y="95160"/>
                  </a:lnTo>
                  <a:lnTo>
                    <a:pt x="1366726" y="98854"/>
                  </a:lnTo>
                  <a:lnTo>
                    <a:pt x="1415624" y="102391"/>
                  </a:lnTo>
                  <a:lnTo>
                    <a:pt x="1462524" y="105783"/>
                  </a:lnTo>
                  <a:lnTo>
                    <a:pt x="1507586" y="109042"/>
                  </a:lnTo>
                  <a:lnTo>
                    <a:pt x="1550946" y="112179"/>
                  </a:lnTo>
                  <a:lnTo>
                    <a:pt x="1592729" y="115201"/>
                  </a:lnTo>
                  <a:lnTo>
                    <a:pt x="1633046" y="118117"/>
                  </a:lnTo>
                  <a:lnTo>
                    <a:pt x="1671996" y="120934"/>
                  </a:lnTo>
                  <a:lnTo>
                    <a:pt x="1709668" y="123659"/>
                  </a:lnTo>
                  <a:lnTo>
                    <a:pt x="1746145" y="126297"/>
                  </a:lnTo>
                  <a:lnTo>
                    <a:pt x="1781499" y="128854"/>
                  </a:lnTo>
                  <a:lnTo>
                    <a:pt x="1815797" y="131335"/>
                  </a:lnTo>
                  <a:lnTo>
                    <a:pt x="1849101" y="133744"/>
                  </a:lnTo>
                  <a:lnTo>
                    <a:pt x="1881467" y="136085"/>
                  </a:lnTo>
                  <a:lnTo>
                    <a:pt x="1912946" y="138362"/>
                  </a:lnTo>
                  <a:lnTo>
                    <a:pt x="1943586" y="140578"/>
                  </a:lnTo>
                  <a:lnTo>
                    <a:pt x="1973429" y="142737"/>
                  </a:lnTo>
                  <a:lnTo>
                    <a:pt x="2002517" y="144840"/>
                  </a:lnTo>
                  <a:lnTo>
                    <a:pt x="2030887" y="146892"/>
                  </a:lnTo>
                  <a:lnTo>
                    <a:pt x="2058573" y="148895"/>
                  </a:lnTo>
                  <a:lnTo>
                    <a:pt x="2085607" y="150850"/>
                  </a:lnTo>
                  <a:lnTo>
                    <a:pt x="2112020" y="152761"/>
                  </a:lnTo>
                  <a:lnTo>
                    <a:pt x="2137839" y="154628"/>
                  </a:lnTo>
                  <a:lnTo>
                    <a:pt x="2163091" y="156455"/>
                  </a:lnTo>
                  <a:lnTo>
                    <a:pt x="2187800" y="158242"/>
                  </a:lnTo>
                  <a:lnTo>
                    <a:pt x="2211988" y="159991"/>
                  </a:lnTo>
                  <a:lnTo>
                    <a:pt x="2235678" y="161705"/>
                  </a:lnTo>
                  <a:lnTo>
                    <a:pt x="2258889" y="163384"/>
                  </a:lnTo>
                  <a:lnTo>
                    <a:pt x="2281641" y="165029"/>
                  </a:lnTo>
                  <a:lnTo>
                    <a:pt x="2303950" y="166643"/>
                  </a:lnTo>
                  <a:lnTo>
                    <a:pt x="2325835" y="168226"/>
                  </a:lnTo>
                  <a:lnTo>
                    <a:pt x="2347311" y="169779"/>
                  </a:lnTo>
                  <a:lnTo>
                    <a:pt x="2368392" y="171304"/>
                  </a:lnTo>
                  <a:lnTo>
                    <a:pt x="2389094" y="172801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4364443" y="3281803"/>
              <a:ext cx="2389094" cy="532926"/>
            </a:xfrm>
            <a:custGeom>
              <a:avLst/>
              <a:pathLst>
                <a:path w="2389094" h="532926">
                  <a:moveTo>
                    <a:pt x="0" y="0"/>
                  </a:moveTo>
                  <a:lnTo>
                    <a:pt x="153415" y="34221"/>
                  </a:lnTo>
                  <a:lnTo>
                    <a:pt x="288738" y="64407"/>
                  </a:lnTo>
                  <a:lnTo>
                    <a:pt x="409787" y="91409"/>
                  </a:lnTo>
                  <a:lnTo>
                    <a:pt x="519290" y="115836"/>
                  </a:lnTo>
                  <a:lnTo>
                    <a:pt x="619259" y="138135"/>
                  </a:lnTo>
                  <a:lnTo>
                    <a:pt x="711221" y="158649"/>
                  </a:lnTo>
                  <a:lnTo>
                    <a:pt x="796364" y="177642"/>
                  </a:lnTo>
                  <a:lnTo>
                    <a:pt x="875631" y="195323"/>
                  </a:lnTo>
                  <a:lnTo>
                    <a:pt x="949780" y="211863"/>
                  </a:lnTo>
                  <a:lnTo>
                    <a:pt x="1019432" y="227401"/>
                  </a:lnTo>
                  <a:lnTo>
                    <a:pt x="1085102" y="242049"/>
                  </a:lnTo>
                  <a:lnTo>
                    <a:pt x="1147221" y="255906"/>
                  </a:lnTo>
                  <a:lnTo>
                    <a:pt x="1206152" y="269051"/>
                  </a:lnTo>
                  <a:lnTo>
                    <a:pt x="1262208" y="281556"/>
                  </a:lnTo>
                  <a:lnTo>
                    <a:pt x="1315655" y="293478"/>
                  </a:lnTo>
                  <a:lnTo>
                    <a:pt x="1366726" y="304870"/>
                  </a:lnTo>
                  <a:lnTo>
                    <a:pt x="1415624" y="315777"/>
                  </a:lnTo>
                  <a:lnTo>
                    <a:pt x="1462524" y="326239"/>
                  </a:lnTo>
                  <a:lnTo>
                    <a:pt x="1507586" y="336291"/>
                  </a:lnTo>
                  <a:lnTo>
                    <a:pt x="1550946" y="345963"/>
                  </a:lnTo>
                  <a:lnTo>
                    <a:pt x="1592729" y="355284"/>
                  </a:lnTo>
                  <a:lnTo>
                    <a:pt x="1633046" y="364277"/>
                  </a:lnTo>
                  <a:lnTo>
                    <a:pt x="1671996" y="372965"/>
                  </a:lnTo>
                  <a:lnTo>
                    <a:pt x="1709668" y="381369"/>
                  </a:lnTo>
                  <a:lnTo>
                    <a:pt x="1746145" y="389506"/>
                  </a:lnTo>
                  <a:lnTo>
                    <a:pt x="1781499" y="397392"/>
                  </a:lnTo>
                  <a:lnTo>
                    <a:pt x="1815797" y="405043"/>
                  </a:lnTo>
                  <a:lnTo>
                    <a:pt x="1849101" y="412472"/>
                  </a:lnTo>
                  <a:lnTo>
                    <a:pt x="1881467" y="419691"/>
                  </a:lnTo>
                  <a:lnTo>
                    <a:pt x="1912946" y="426713"/>
                  </a:lnTo>
                  <a:lnTo>
                    <a:pt x="1943586" y="433548"/>
                  </a:lnTo>
                  <a:lnTo>
                    <a:pt x="1973429" y="440205"/>
                  </a:lnTo>
                  <a:lnTo>
                    <a:pt x="2002517" y="446694"/>
                  </a:lnTo>
                  <a:lnTo>
                    <a:pt x="2030887" y="453022"/>
                  </a:lnTo>
                  <a:lnTo>
                    <a:pt x="2058573" y="459198"/>
                  </a:lnTo>
                  <a:lnTo>
                    <a:pt x="2085607" y="465228"/>
                  </a:lnTo>
                  <a:lnTo>
                    <a:pt x="2112020" y="471120"/>
                  </a:lnTo>
                  <a:lnTo>
                    <a:pt x="2137839" y="476879"/>
                  </a:lnTo>
                  <a:lnTo>
                    <a:pt x="2163091" y="482512"/>
                  </a:lnTo>
                  <a:lnTo>
                    <a:pt x="2187800" y="488024"/>
                  </a:lnTo>
                  <a:lnTo>
                    <a:pt x="2211988" y="493420"/>
                  </a:lnTo>
                  <a:lnTo>
                    <a:pt x="2235678" y="498704"/>
                  </a:lnTo>
                  <a:lnTo>
                    <a:pt x="2258889" y="503882"/>
                  </a:lnTo>
                  <a:lnTo>
                    <a:pt x="2281641" y="508957"/>
                  </a:lnTo>
                  <a:lnTo>
                    <a:pt x="2303950" y="513933"/>
                  </a:lnTo>
                  <a:lnTo>
                    <a:pt x="2325835" y="518815"/>
                  </a:lnTo>
                  <a:lnTo>
                    <a:pt x="2347311" y="523605"/>
                  </a:lnTo>
                  <a:lnTo>
                    <a:pt x="2368392" y="528308"/>
                  </a:lnTo>
                  <a:lnTo>
                    <a:pt x="2389094" y="53292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4364443" y="3766881"/>
              <a:ext cx="2389094" cy="83211"/>
            </a:xfrm>
            <a:custGeom>
              <a:avLst/>
              <a:pathLst>
                <a:path w="2389094" h="83211">
                  <a:moveTo>
                    <a:pt x="0" y="83211"/>
                  </a:moveTo>
                  <a:lnTo>
                    <a:pt x="153415" y="77867"/>
                  </a:lnTo>
                  <a:lnTo>
                    <a:pt x="288738" y="73154"/>
                  </a:lnTo>
                  <a:lnTo>
                    <a:pt x="409787" y="68938"/>
                  </a:lnTo>
                  <a:lnTo>
                    <a:pt x="519290" y="65124"/>
                  </a:lnTo>
                  <a:lnTo>
                    <a:pt x="619259" y="61642"/>
                  </a:lnTo>
                  <a:lnTo>
                    <a:pt x="711221" y="58439"/>
                  </a:lnTo>
                  <a:lnTo>
                    <a:pt x="796364" y="55474"/>
                  </a:lnTo>
                  <a:lnTo>
                    <a:pt x="875631" y="52713"/>
                  </a:lnTo>
                  <a:lnTo>
                    <a:pt x="949780" y="50130"/>
                  </a:lnTo>
                  <a:lnTo>
                    <a:pt x="1019432" y="47704"/>
                  </a:lnTo>
                  <a:lnTo>
                    <a:pt x="1085102" y="45417"/>
                  </a:lnTo>
                  <a:lnTo>
                    <a:pt x="1147221" y="43253"/>
                  </a:lnTo>
                  <a:lnTo>
                    <a:pt x="1206152" y="41201"/>
                  </a:lnTo>
                  <a:lnTo>
                    <a:pt x="1262208" y="39248"/>
                  </a:lnTo>
                  <a:lnTo>
                    <a:pt x="1315655" y="37387"/>
                  </a:lnTo>
                  <a:lnTo>
                    <a:pt x="1366726" y="35608"/>
                  </a:lnTo>
                  <a:lnTo>
                    <a:pt x="1415624" y="33905"/>
                  </a:lnTo>
                  <a:lnTo>
                    <a:pt x="1462524" y="32272"/>
                  </a:lnTo>
                  <a:lnTo>
                    <a:pt x="1507586" y="30702"/>
                  </a:lnTo>
                  <a:lnTo>
                    <a:pt x="1550946" y="29192"/>
                  </a:lnTo>
                  <a:lnTo>
                    <a:pt x="1592729" y="27737"/>
                  </a:lnTo>
                  <a:lnTo>
                    <a:pt x="1633046" y="26332"/>
                  </a:lnTo>
                  <a:lnTo>
                    <a:pt x="1671996" y="24976"/>
                  </a:lnTo>
                  <a:lnTo>
                    <a:pt x="1709668" y="23664"/>
                  </a:lnTo>
                  <a:lnTo>
                    <a:pt x="1746145" y="22393"/>
                  </a:lnTo>
                  <a:lnTo>
                    <a:pt x="1781499" y="21162"/>
                  </a:lnTo>
                  <a:lnTo>
                    <a:pt x="1815797" y="19967"/>
                  </a:lnTo>
                  <a:lnTo>
                    <a:pt x="1849101" y="18807"/>
                  </a:lnTo>
                  <a:lnTo>
                    <a:pt x="1881467" y="17680"/>
                  </a:lnTo>
                  <a:lnTo>
                    <a:pt x="1912946" y="16584"/>
                  </a:lnTo>
                  <a:lnTo>
                    <a:pt x="1943586" y="15516"/>
                  </a:lnTo>
                  <a:lnTo>
                    <a:pt x="1973429" y="14477"/>
                  </a:lnTo>
                  <a:lnTo>
                    <a:pt x="2002517" y="13464"/>
                  </a:lnTo>
                  <a:lnTo>
                    <a:pt x="2030887" y="12476"/>
                  </a:lnTo>
                  <a:lnTo>
                    <a:pt x="2058573" y="11511"/>
                  </a:lnTo>
                  <a:lnTo>
                    <a:pt x="2085607" y="10570"/>
                  </a:lnTo>
                  <a:lnTo>
                    <a:pt x="2112020" y="9650"/>
                  </a:lnTo>
                  <a:lnTo>
                    <a:pt x="2137839" y="8751"/>
                  </a:lnTo>
                  <a:lnTo>
                    <a:pt x="2163091" y="7871"/>
                  </a:lnTo>
                  <a:lnTo>
                    <a:pt x="2187800" y="7010"/>
                  </a:lnTo>
                  <a:lnTo>
                    <a:pt x="2211988" y="6168"/>
                  </a:lnTo>
                  <a:lnTo>
                    <a:pt x="2235678" y="5343"/>
                  </a:lnTo>
                  <a:lnTo>
                    <a:pt x="2258889" y="4534"/>
                  </a:lnTo>
                  <a:lnTo>
                    <a:pt x="2281641" y="3742"/>
                  </a:lnTo>
                  <a:lnTo>
                    <a:pt x="2303950" y="2965"/>
                  </a:lnTo>
                  <a:lnTo>
                    <a:pt x="2325835" y="2203"/>
                  </a:lnTo>
                  <a:lnTo>
                    <a:pt x="2347311" y="1455"/>
                  </a:lnTo>
                  <a:lnTo>
                    <a:pt x="2368392" y="721"/>
                  </a:lnTo>
                  <a:lnTo>
                    <a:pt x="2389094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364443" y="3370500"/>
              <a:ext cx="2389094" cy="377445"/>
            </a:xfrm>
            <a:custGeom>
              <a:avLst/>
              <a:pathLst>
                <a:path w="2389094" h="377445">
                  <a:moveTo>
                    <a:pt x="0" y="377445"/>
                  </a:moveTo>
                  <a:lnTo>
                    <a:pt x="153415" y="353208"/>
                  </a:lnTo>
                  <a:lnTo>
                    <a:pt x="288738" y="331828"/>
                  </a:lnTo>
                  <a:lnTo>
                    <a:pt x="409787" y="312704"/>
                  </a:lnTo>
                  <a:lnTo>
                    <a:pt x="519290" y="295404"/>
                  </a:lnTo>
                  <a:lnTo>
                    <a:pt x="619259" y="279610"/>
                  </a:lnTo>
                  <a:lnTo>
                    <a:pt x="711221" y="265082"/>
                  </a:lnTo>
                  <a:lnTo>
                    <a:pt x="796364" y="251630"/>
                  </a:lnTo>
                  <a:lnTo>
                    <a:pt x="875631" y="239107"/>
                  </a:lnTo>
                  <a:lnTo>
                    <a:pt x="949780" y="227392"/>
                  </a:lnTo>
                  <a:lnTo>
                    <a:pt x="1019432" y="216388"/>
                  </a:lnTo>
                  <a:lnTo>
                    <a:pt x="1085102" y="206013"/>
                  </a:lnTo>
                  <a:lnTo>
                    <a:pt x="1147221" y="196199"/>
                  </a:lnTo>
                  <a:lnTo>
                    <a:pt x="1206152" y="186889"/>
                  </a:lnTo>
                  <a:lnTo>
                    <a:pt x="1262208" y="178033"/>
                  </a:lnTo>
                  <a:lnTo>
                    <a:pt x="1315655" y="169589"/>
                  </a:lnTo>
                  <a:lnTo>
                    <a:pt x="1366726" y="161520"/>
                  </a:lnTo>
                  <a:lnTo>
                    <a:pt x="1415624" y="153795"/>
                  </a:lnTo>
                  <a:lnTo>
                    <a:pt x="1462524" y="146385"/>
                  </a:lnTo>
                  <a:lnTo>
                    <a:pt x="1507586" y="139266"/>
                  </a:lnTo>
                  <a:lnTo>
                    <a:pt x="1550946" y="132416"/>
                  </a:lnTo>
                  <a:lnTo>
                    <a:pt x="1592729" y="125815"/>
                  </a:lnTo>
                  <a:lnTo>
                    <a:pt x="1633046" y="119445"/>
                  </a:lnTo>
                  <a:lnTo>
                    <a:pt x="1671996" y="113292"/>
                  </a:lnTo>
                  <a:lnTo>
                    <a:pt x="1709668" y="107340"/>
                  </a:lnTo>
                  <a:lnTo>
                    <a:pt x="1746145" y="101577"/>
                  </a:lnTo>
                  <a:lnTo>
                    <a:pt x="1781499" y="95992"/>
                  </a:lnTo>
                  <a:lnTo>
                    <a:pt x="1815797" y="90573"/>
                  </a:lnTo>
                  <a:lnTo>
                    <a:pt x="1849101" y="85311"/>
                  </a:lnTo>
                  <a:lnTo>
                    <a:pt x="1881467" y="80198"/>
                  </a:lnTo>
                  <a:lnTo>
                    <a:pt x="1912946" y="75225"/>
                  </a:lnTo>
                  <a:lnTo>
                    <a:pt x="1943586" y="70384"/>
                  </a:lnTo>
                  <a:lnTo>
                    <a:pt x="1973429" y="65669"/>
                  </a:lnTo>
                  <a:lnTo>
                    <a:pt x="2002517" y="61074"/>
                  </a:lnTo>
                  <a:lnTo>
                    <a:pt x="2030887" y="56592"/>
                  </a:lnTo>
                  <a:lnTo>
                    <a:pt x="2058573" y="52218"/>
                  </a:lnTo>
                  <a:lnTo>
                    <a:pt x="2085607" y="47946"/>
                  </a:lnTo>
                  <a:lnTo>
                    <a:pt x="2112020" y="43774"/>
                  </a:lnTo>
                  <a:lnTo>
                    <a:pt x="2137839" y="39694"/>
                  </a:lnTo>
                  <a:lnTo>
                    <a:pt x="2163091" y="35705"/>
                  </a:lnTo>
                  <a:lnTo>
                    <a:pt x="2187800" y="31801"/>
                  </a:lnTo>
                  <a:lnTo>
                    <a:pt x="2211988" y="27980"/>
                  </a:lnTo>
                  <a:lnTo>
                    <a:pt x="2235678" y="24237"/>
                  </a:lnTo>
                  <a:lnTo>
                    <a:pt x="2258889" y="20570"/>
                  </a:lnTo>
                  <a:lnTo>
                    <a:pt x="2281641" y="16976"/>
                  </a:lnTo>
                  <a:lnTo>
                    <a:pt x="2303950" y="13451"/>
                  </a:lnTo>
                  <a:lnTo>
                    <a:pt x="2325835" y="9994"/>
                  </a:lnTo>
                  <a:lnTo>
                    <a:pt x="2347311" y="6601"/>
                  </a:lnTo>
                  <a:lnTo>
                    <a:pt x="2368392" y="3270"/>
                  </a:lnTo>
                  <a:lnTo>
                    <a:pt x="238909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364443" y="3503865"/>
              <a:ext cx="2389094" cy="379107"/>
            </a:xfrm>
            <a:custGeom>
              <a:avLst/>
              <a:pathLst>
                <a:path w="2389094" h="379107">
                  <a:moveTo>
                    <a:pt x="0" y="379107"/>
                  </a:moveTo>
                  <a:lnTo>
                    <a:pt x="153415" y="354762"/>
                  </a:lnTo>
                  <a:lnTo>
                    <a:pt x="288738" y="333289"/>
                  </a:lnTo>
                  <a:lnTo>
                    <a:pt x="409787" y="314081"/>
                  </a:lnTo>
                  <a:lnTo>
                    <a:pt x="519290" y="296705"/>
                  </a:lnTo>
                  <a:lnTo>
                    <a:pt x="619259" y="280841"/>
                  </a:lnTo>
                  <a:lnTo>
                    <a:pt x="711221" y="266249"/>
                  </a:lnTo>
                  <a:lnTo>
                    <a:pt x="796364" y="252738"/>
                  </a:lnTo>
                  <a:lnTo>
                    <a:pt x="875631" y="240160"/>
                  </a:lnTo>
                  <a:lnTo>
                    <a:pt x="949780" y="228393"/>
                  </a:lnTo>
                  <a:lnTo>
                    <a:pt x="1019432" y="217341"/>
                  </a:lnTo>
                  <a:lnTo>
                    <a:pt x="1085102" y="206920"/>
                  </a:lnTo>
                  <a:lnTo>
                    <a:pt x="1147221" y="197063"/>
                  </a:lnTo>
                  <a:lnTo>
                    <a:pt x="1206152" y="187712"/>
                  </a:lnTo>
                  <a:lnTo>
                    <a:pt x="1262208" y="178817"/>
                  </a:lnTo>
                  <a:lnTo>
                    <a:pt x="1315655" y="170335"/>
                  </a:lnTo>
                  <a:lnTo>
                    <a:pt x="1366726" y="162231"/>
                  </a:lnTo>
                  <a:lnTo>
                    <a:pt x="1415624" y="154472"/>
                  </a:lnTo>
                  <a:lnTo>
                    <a:pt x="1462524" y="147030"/>
                  </a:lnTo>
                  <a:lnTo>
                    <a:pt x="1507586" y="139879"/>
                  </a:lnTo>
                  <a:lnTo>
                    <a:pt x="1550946" y="132999"/>
                  </a:lnTo>
                  <a:lnTo>
                    <a:pt x="1592729" y="126369"/>
                  </a:lnTo>
                  <a:lnTo>
                    <a:pt x="1633046" y="119971"/>
                  </a:lnTo>
                  <a:lnTo>
                    <a:pt x="1671996" y="113790"/>
                  </a:lnTo>
                  <a:lnTo>
                    <a:pt x="1709668" y="107812"/>
                  </a:lnTo>
                  <a:lnTo>
                    <a:pt x="1746145" y="102024"/>
                  </a:lnTo>
                  <a:lnTo>
                    <a:pt x="1781499" y="96414"/>
                  </a:lnTo>
                  <a:lnTo>
                    <a:pt x="1815797" y="90972"/>
                  </a:lnTo>
                  <a:lnTo>
                    <a:pt x="1849101" y="85687"/>
                  </a:lnTo>
                  <a:lnTo>
                    <a:pt x="1881467" y="80551"/>
                  </a:lnTo>
                  <a:lnTo>
                    <a:pt x="1912946" y="75556"/>
                  </a:lnTo>
                  <a:lnTo>
                    <a:pt x="1943586" y="70694"/>
                  </a:lnTo>
                  <a:lnTo>
                    <a:pt x="1973429" y="65958"/>
                  </a:lnTo>
                  <a:lnTo>
                    <a:pt x="2002517" y="61342"/>
                  </a:lnTo>
                  <a:lnTo>
                    <a:pt x="2030887" y="56841"/>
                  </a:lnTo>
                  <a:lnTo>
                    <a:pt x="2058573" y="52447"/>
                  </a:lnTo>
                  <a:lnTo>
                    <a:pt x="2085607" y="48158"/>
                  </a:lnTo>
                  <a:lnTo>
                    <a:pt x="2112020" y="43966"/>
                  </a:lnTo>
                  <a:lnTo>
                    <a:pt x="2137839" y="39869"/>
                  </a:lnTo>
                  <a:lnTo>
                    <a:pt x="2163091" y="35862"/>
                  </a:lnTo>
                  <a:lnTo>
                    <a:pt x="2187800" y="31941"/>
                  </a:lnTo>
                  <a:lnTo>
                    <a:pt x="2211988" y="28103"/>
                  </a:lnTo>
                  <a:lnTo>
                    <a:pt x="2235678" y="24344"/>
                  </a:lnTo>
                  <a:lnTo>
                    <a:pt x="2258889" y="20661"/>
                  </a:lnTo>
                  <a:lnTo>
                    <a:pt x="2281641" y="17050"/>
                  </a:lnTo>
                  <a:lnTo>
                    <a:pt x="2303950" y="13510"/>
                  </a:lnTo>
                  <a:lnTo>
                    <a:pt x="2325835" y="10038"/>
                  </a:lnTo>
                  <a:lnTo>
                    <a:pt x="2347311" y="6630"/>
                  </a:lnTo>
                  <a:lnTo>
                    <a:pt x="2368392" y="3284"/>
                  </a:lnTo>
                  <a:lnTo>
                    <a:pt x="2389094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364443" y="3294519"/>
              <a:ext cx="2389094" cy="312596"/>
            </a:xfrm>
            <a:custGeom>
              <a:avLst/>
              <a:pathLst>
                <a:path w="2389094" h="312596">
                  <a:moveTo>
                    <a:pt x="0" y="0"/>
                  </a:moveTo>
                  <a:lnTo>
                    <a:pt x="153415" y="20073"/>
                  </a:lnTo>
                  <a:lnTo>
                    <a:pt x="288738" y="37779"/>
                  </a:lnTo>
                  <a:lnTo>
                    <a:pt x="409787" y="53617"/>
                  </a:lnTo>
                  <a:lnTo>
                    <a:pt x="519290" y="67945"/>
                  </a:lnTo>
                  <a:lnTo>
                    <a:pt x="619259" y="81025"/>
                  </a:lnTo>
                  <a:lnTo>
                    <a:pt x="711221" y="93058"/>
                  </a:lnTo>
                  <a:lnTo>
                    <a:pt x="796364" y="104198"/>
                  </a:lnTo>
                  <a:lnTo>
                    <a:pt x="875631" y="114570"/>
                  </a:lnTo>
                  <a:lnTo>
                    <a:pt x="949780" y="124272"/>
                  </a:lnTo>
                  <a:lnTo>
                    <a:pt x="1019432" y="133385"/>
                  </a:lnTo>
                  <a:lnTo>
                    <a:pt x="1085102" y="141978"/>
                  </a:lnTo>
                  <a:lnTo>
                    <a:pt x="1147221" y="150105"/>
                  </a:lnTo>
                  <a:lnTo>
                    <a:pt x="1206152" y="157816"/>
                  </a:lnTo>
                  <a:lnTo>
                    <a:pt x="1262208" y="165151"/>
                  </a:lnTo>
                  <a:lnTo>
                    <a:pt x="1315655" y="172144"/>
                  </a:lnTo>
                  <a:lnTo>
                    <a:pt x="1366726" y="178826"/>
                  </a:lnTo>
                  <a:lnTo>
                    <a:pt x="1415624" y="185224"/>
                  </a:lnTo>
                  <a:lnTo>
                    <a:pt x="1462524" y="191361"/>
                  </a:lnTo>
                  <a:lnTo>
                    <a:pt x="1507586" y="197257"/>
                  </a:lnTo>
                  <a:lnTo>
                    <a:pt x="1550946" y="202930"/>
                  </a:lnTo>
                  <a:lnTo>
                    <a:pt x="1592729" y="208397"/>
                  </a:lnTo>
                  <a:lnTo>
                    <a:pt x="1633046" y="213672"/>
                  </a:lnTo>
                  <a:lnTo>
                    <a:pt x="1671996" y="218769"/>
                  </a:lnTo>
                  <a:lnTo>
                    <a:pt x="1709668" y="223698"/>
                  </a:lnTo>
                  <a:lnTo>
                    <a:pt x="1746145" y="228471"/>
                  </a:lnTo>
                  <a:lnTo>
                    <a:pt x="1781499" y="233096"/>
                  </a:lnTo>
                  <a:lnTo>
                    <a:pt x="1815797" y="237584"/>
                  </a:lnTo>
                  <a:lnTo>
                    <a:pt x="1849101" y="241942"/>
                  </a:lnTo>
                  <a:lnTo>
                    <a:pt x="1881467" y="246177"/>
                  </a:lnTo>
                  <a:lnTo>
                    <a:pt x="1912946" y="250295"/>
                  </a:lnTo>
                  <a:lnTo>
                    <a:pt x="1943586" y="254304"/>
                  </a:lnTo>
                  <a:lnTo>
                    <a:pt x="1973429" y="258209"/>
                  </a:lnTo>
                  <a:lnTo>
                    <a:pt x="2002517" y="262015"/>
                  </a:lnTo>
                  <a:lnTo>
                    <a:pt x="2030887" y="265727"/>
                  </a:lnTo>
                  <a:lnTo>
                    <a:pt x="2058573" y="269350"/>
                  </a:lnTo>
                  <a:lnTo>
                    <a:pt x="2085607" y="272887"/>
                  </a:lnTo>
                  <a:lnTo>
                    <a:pt x="2112020" y="276343"/>
                  </a:lnTo>
                  <a:lnTo>
                    <a:pt x="2137839" y="279721"/>
                  </a:lnTo>
                  <a:lnTo>
                    <a:pt x="2163091" y="283025"/>
                  </a:lnTo>
                  <a:lnTo>
                    <a:pt x="2187800" y="286258"/>
                  </a:lnTo>
                  <a:lnTo>
                    <a:pt x="2211988" y="289423"/>
                  </a:lnTo>
                  <a:lnTo>
                    <a:pt x="2235678" y="292523"/>
                  </a:lnTo>
                  <a:lnTo>
                    <a:pt x="2258889" y="295560"/>
                  </a:lnTo>
                  <a:lnTo>
                    <a:pt x="2281641" y="298537"/>
                  </a:lnTo>
                  <a:lnTo>
                    <a:pt x="2303950" y="301456"/>
                  </a:lnTo>
                  <a:lnTo>
                    <a:pt x="2325835" y="304319"/>
                  </a:lnTo>
                  <a:lnTo>
                    <a:pt x="2347311" y="307129"/>
                  </a:lnTo>
                  <a:lnTo>
                    <a:pt x="2368392" y="309887"/>
                  </a:lnTo>
                  <a:lnTo>
                    <a:pt x="2389094" y="312596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364443" y="3363834"/>
              <a:ext cx="2389094" cy="517046"/>
            </a:xfrm>
            <a:custGeom>
              <a:avLst/>
              <a:pathLst>
                <a:path w="2389094" h="517046">
                  <a:moveTo>
                    <a:pt x="0" y="0"/>
                  </a:moveTo>
                  <a:lnTo>
                    <a:pt x="153415" y="33202"/>
                  </a:lnTo>
                  <a:lnTo>
                    <a:pt x="288738" y="62488"/>
                  </a:lnTo>
                  <a:lnTo>
                    <a:pt x="409787" y="88686"/>
                  </a:lnTo>
                  <a:lnTo>
                    <a:pt x="519290" y="112384"/>
                  </a:lnTo>
                  <a:lnTo>
                    <a:pt x="619259" y="134019"/>
                  </a:lnTo>
                  <a:lnTo>
                    <a:pt x="711221" y="153922"/>
                  </a:lnTo>
                  <a:lnTo>
                    <a:pt x="796364" y="172348"/>
                  </a:lnTo>
                  <a:lnTo>
                    <a:pt x="875631" y="189503"/>
                  </a:lnTo>
                  <a:lnTo>
                    <a:pt x="949780" y="205550"/>
                  </a:lnTo>
                  <a:lnTo>
                    <a:pt x="1019432" y="220625"/>
                  </a:lnTo>
                  <a:lnTo>
                    <a:pt x="1085102" y="234837"/>
                  </a:lnTo>
                  <a:lnTo>
                    <a:pt x="1147221" y="248280"/>
                  </a:lnTo>
                  <a:lnTo>
                    <a:pt x="1206152" y="261034"/>
                  </a:lnTo>
                  <a:lnTo>
                    <a:pt x="1262208" y="273166"/>
                  </a:lnTo>
                  <a:lnTo>
                    <a:pt x="1315655" y="284733"/>
                  </a:lnTo>
                  <a:lnTo>
                    <a:pt x="1366726" y="295786"/>
                  </a:lnTo>
                  <a:lnTo>
                    <a:pt x="1415624" y="306368"/>
                  </a:lnTo>
                  <a:lnTo>
                    <a:pt x="1462524" y="316518"/>
                  </a:lnTo>
                  <a:lnTo>
                    <a:pt x="1507586" y="326270"/>
                  </a:lnTo>
                  <a:lnTo>
                    <a:pt x="1550946" y="335654"/>
                  </a:lnTo>
                  <a:lnTo>
                    <a:pt x="1592729" y="344697"/>
                  </a:lnTo>
                  <a:lnTo>
                    <a:pt x="1633046" y="353422"/>
                  </a:lnTo>
                  <a:lnTo>
                    <a:pt x="1671996" y="361852"/>
                  </a:lnTo>
                  <a:lnTo>
                    <a:pt x="1709668" y="370005"/>
                  </a:lnTo>
                  <a:lnTo>
                    <a:pt x="1746145" y="377899"/>
                  </a:lnTo>
                  <a:lnTo>
                    <a:pt x="1781499" y="385550"/>
                  </a:lnTo>
                  <a:lnTo>
                    <a:pt x="1815797" y="392973"/>
                  </a:lnTo>
                  <a:lnTo>
                    <a:pt x="1849101" y="400181"/>
                  </a:lnTo>
                  <a:lnTo>
                    <a:pt x="1881467" y="407186"/>
                  </a:lnTo>
                  <a:lnTo>
                    <a:pt x="1912946" y="413998"/>
                  </a:lnTo>
                  <a:lnTo>
                    <a:pt x="1943586" y="420629"/>
                  </a:lnTo>
                  <a:lnTo>
                    <a:pt x="1973429" y="427088"/>
                  </a:lnTo>
                  <a:lnTo>
                    <a:pt x="2002517" y="433383"/>
                  </a:lnTo>
                  <a:lnTo>
                    <a:pt x="2030887" y="439523"/>
                  </a:lnTo>
                  <a:lnTo>
                    <a:pt x="2058573" y="445515"/>
                  </a:lnTo>
                  <a:lnTo>
                    <a:pt x="2085607" y="451365"/>
                  </a:lnTo>
                  <a:lnTo>
                    <a:pt x="2112020" y="457082"/>
                  </a:lnTo>
                  <a:lnTo>
                    <a:pt x="2137839" y="462669"/>
                  </a:lnTo>
                  <a:lnTo>
                    <a:pt x="2163091" y="468134"/>
                  </a:lnTo>
                  <a:lnTo>
                    <a:pt x="2187800" y="473482"/>
                  </a:lnTo>
                  <a:lnTo>
                    <a:pt x="2211988" y="478717"/>
                  </a:lnTo>
                  <a:lnTo>
                    <a:pt x="2235678" y="483844"/>
                  </a:lnTo>
                  <a:lnTo>
                    <a:pt x="2258889" y="488867"/>
                  </a:lnTo>
                  <a:lnTo>
                    <a:pt x="2281641" y="493791"/>
                  </a:lnTo>
                  <a:lnTo>
                    <a:pt x="2303950" y="498619"/>
                  </a:lnTo>
                  <a:lnTo>
                    <a:pt x="2325835" y="503355"/>
                  </a:lnTo>
                  <a:lnTo>
                    <a:pt x="2347311" y="508003"/>
                  </a:lnTo>
                  <a:lnTo>
                    <a:pt x="2368392" y="512566"/>
                  </a:lnTo>
                  <a:lnTo>
                    <a:pt x="2389094" y="51704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364443" y="3822503"/>
              <a:ext cx="2389094" cy="234544"/>
            </a:xfrm>
            <a:custGeom>
              <a:avLst/>
              <a:pathLst>
                <a:path w="2389094" h="234544">
                  <a:moveTo>
                    <a:pt x="0" y="0"/>
                  </a:moveTo>
                  <a:lnTo>
                    <a:pt x="153415" y="15061"/>
                  </a:lnTo>
                  <a:lnTo>
                    <a:pt x="288738" y="28346"/>
                  </a:lnTo>
                  <a:lnTo>
                    <a:pt x="409787" y="40230"/>
                  </a:lnTo>
                  <a:lnTo>
                    <a:pt x="519290" y="50980"/>
                  </a:lnTo>
                  <a:lnTo>
                    <a:pt x="619259" y="60794"/>
                  </a:lnTo>
                  <a:lnTo>
                    <a:pt x="711221" y="69822"/>
                  </a:lnTo>
                  <a:lnTo>
                    <a:pt x="796364" y="78181"/>
                  </a:lnTo>
                  <a:lnTo>
                    <a:pt x="875631" y="85963"/>
                  </a:lnTo>
                  <a:lnTo>
                    <a:pt x="949780" y="93242"/>
                  </a:lnTo>
                  <a:lnTo>
                    <a:pt x="1019432" y="100080"/>
                  </a:lnTo>
                  <a:lnTo>
                    <a:pt x="1085102" y="106527"/>
                  </a:lnTo>
                  <a:lnTo>
                    <a:pt x="1147221" y="112626"/>
                  </a:lnTo>
                  <a:lnTo>
                    <a:pt x="1206152" y="118411"/>
                  </a:lnTo>
                  <a:lnTo>
                    <a:pt x="1262208" y="123914"/>
                  </a:lnTo>
                  <a:lnTo>
                    <a:pt x="1315655" y="129161"/>
                  </a:lnTo>
                  <a:lnTo>
                    <a:pt x="1366726" y="134175"/>
                  </a:lnTo>
                  <a:lnTo>
                    <a:pt x="1415624" y="138976"/>
                  </a:lnTo>
                  <a:lnTo>
                    <a:pt x="1462524" y="143580"/>
                  </a:lnTo>
                  <a:lnTo>
                    <a:pt x="1507586" y="148004"/>
                  </a:lnTo>
                  <a:lnTo>
                    <a:pt x="1550946" y="152260"/>
                  </a:lnTo>
                  <a:lnTo>
                    <a:pt x="1592729" y="156362"/>
                  </a:lnTo>
                  <a:lnTo>
                    <a:pt x="1633046" y="160320"/>
                  </a:lnTo>
                  <a:lnTo>
                    <a:pt x="1671996" y="164144"/>
                  </a:lnTo>
                  <a:lnTo>
                    <a:pt x="1709668" y="167843"/>
                  </a:lnTo>
                  <a:lnTo>
                    <a:pt x="1746145" y="171424"/>
                  </a:lnTo>
                  <a:lnTo>
                    <a:pt x="1781499" y="174895"/>
                  </a:lnTo>
                  <a:lnTo>
                    <a:pt x="1815797" y="178262"/>
                  </a:lnTo>
                  <a:lnTo>
                    <a:pt x="1849101" y="181531"/>
                  </a:lnTo>
                  <a:lnTo>
                    <a:pt x="1881467" y="184709"/>
                  </a:lnTo>
                  <a:lnTo>
                    <a:pt x="1912946" y="187799"/>
                  </a:lnTo>
                  <a:lnTo>
                    <a:pt x="1943586" y="190807"/>
                  </a:lnTo>
                  <a:lnTo>
                    <a:pt x="1973429" y="193737"/>
                  </a:lnTo>
                  <a:lnTo>
                    <a:pt x="2002517" y="196593"/>
                  </a:lnTo>
                  <a:lnTo>
                    <a:pt x="2030887" y="199378"/>
                  </a:lnTo>
                  <a:lnTo>
                    <a:pt x="2058573" y="202096"/>
                  </a:lnTo>
                  <a:lnTo>
                    <a:pt x="2085607" y="204750"/>
                  </a:lnTo>
                  <a:lnTo>
                    <a:pt x="2112020" y="207343"/>
                  </a:lnTo>
                  <a:lnTo>
                    <a:pt x="2137839" y="209878"/>
                  </a:lnTo>
                  <a:lnTo>
                    <a:pt x="2163091" y="212357"/>
                  </a:lnTo>
                  <a:lnTo>
                    <a:pt x="2187800" y="214782"/>
                  </a:lnTo>
                  <a:lnTo>
                    <a:pt x="2211988" y="217157"/>
                  </a:lnTo>
                  <a:lnTo>
                    <a:pt x="2235678" y="219483"/>
                  </a:lnTo>
                  <a:lnTo>
                    <a:pt x="2258889" y="221761"/>
                  </a:lnTo>
                  <a:lnTo>
                    <a:pt x="2281641" y="223995"/>
                  </a:lnTo>
                  <a:lnTo>
                    <a:pt x="2303950" y="226185"/>
                  </a:lnTo>
                  <a:lnTo>
                    <a:pt x="2325835" y="228334"/>
                  </a:lnTo>
                  <a:lnTo>
                    <a:pt x="2347311" y="230442"/>
                  </a:lnTo>
                  <a:lnTo>
                    <a:pt x="2368392" y="232512"/>
                  </a:lnTo>
                  <a:lnTo>
                    <a:pt x="2389094" y="234544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364443" y="3787417"/>
              <a:ext cx="2389094" cy="74008"/>
            </a:xfrm>
            <a:custGeom>
              <a:avLst/>
              <a:pathLst>
                <a:path w="2389094" h="74008">
                  <a:moveTo>
                    <a:pt x="0" y="0"/>
                  </a:moveTo>
                  <a:lnTo>
                    <a:pt x="153415" y="4752"/>
                  </a:lnTo>
                  <a:lnTo>
                    <a:pt x="288738" y="8944"/>
                  </a:lnTo>
                  <a:lnTo>
                    <a:pt x="409787" y="12694"/>
                  </a:lnTo>
                  <a:lnTo>
                    <a:pt x="519290" y="16086"/>
                  </a:lnTo>
                  <a:lnTo>
                    <a:pt x="619259" y="19183"/>
                  </a:lnTo>
                  <a:lnTo>
                    <a:pt x="711221" y="22032"/>
                  </a:lnTo>
                  <a:lnTo>
                    <a:pt x="796364" y="24669"/>
                  </a:lnTo>
                  <a:lnTo>
                    <a:pt x="875631" y="27125"/>
                  </a:lnTo>
                  <a:lnTo>
                    <a:pt x="949780" y="29422"/>
                  </a:lnTo>
                  <a:lnTo>
                    <a:pt x="1019432" y="31579"/>
                  </a:lnTo>
                  <a:lnTo>
                    <a:pt x="1085102" y="33614"/>
                  </a:lnTo>
                  <a:lnTo>
                    <a:pt x="1147221" y="35538"/>
                  </a:lnTo>
                  <a:lnTo>
                    <a:pt x="1206152" y="37363"/>
                  </a:lnTo>
                  <a:lnTo>
                    <a:pt x="1262208" y="39100"/>
                  </a:lnTo>
                  <a:lnTo>
                    <a:pt x="1315655" y="40756"/>
                  </a:lnTo>
                  <a:lnTo>
                    <a:pt x="1366726" y="42338"/>
                  </a:lnTo>
                  <a:lnTo>
                    <a:pt x="1415624" y="43852"/>
                  </a:lnTo>
                  <a:lnTo>
                    <a:pt x="1462524" y="45305"/>
                  </a:lnTo>
                  <a:lnTo>
                    <a:pt x="1507586" y="46701"/>
                  </a:lnTo>
                  <a:lnTo>
                    <a:pt x="1550946" y="48044"/>
                  </a:lnTo>
                  <a:lnTo>
                    <a:pt x="1592729" y="49339"/>
                  </a:lnTo>
                  <a:lnTo>
                    <a:pt x="1633046" y="50588"/>
                  </a:lnTo>
                  <a:lnTo>
                    <a:pt x="1671996" y="51794"/>
                  </a:lnTo>
                  <a:lnTo>
                    <a:pt x="1709668" y="52961"/>
                  </a:lnTo>
                  <a:lnTo>
                    <a:pt x="1746145" y="54091"/>
                  </a:lnTo>
                  <a:lnTo>
                    <a:pt x="1781499" y="55186"/>
                  </a:lnTo>
                  <a:lnTo>
                    <a:pt x="1815797" y="56249"/>
                  </a:lnTo>
                  <a:lnTo>
                    <a:pt x="1849101" y="57281"/>
                  </a:lnTo>
                  <a:lnTo>
                    <a:pt x="1881467" y="58283"/>
                  </a:lnTo>
                  <a:lnTo>
                    <a:pt x="1912946" y="59258"/>
                  </a:lnTo>
                  <a:lnTo>
                    <a:pt x="1943586" y="60208"/>
                  </a:lnTo>
                  <a:lnTo>
                    <a:pt x="1973429" y="61132"/>
                  </a:lnTo>
                  <a:lnTo>
                    <a:pt x="2002517" y="62033"/>
                  </a:lnTo>
                  <a:lnTo>
                    <a:pt x="2030887" y="62912"/>
                  </a:lnTo>
                  <a:lnTo>
                    <a:pt x="2058573" y="63770"/>
                  </a:lnTo>
                  <a:lnTo>
                    <a:pt x="2085607" y="64607"/>
                  </a:lnTo>
                  <a:lnTo>
                    <a:pt x="2112020" y="65425"/>
                  </a:lnTo>
                  <a:lnTo>
                    <a:pt x="2137839" y="66225"/>
                  </a:lnTo>
                  <a:lnTo>
                    <a:pt x="2163091" y="67007"/>
                  </a:lnTo>
                  <a:lnTo>
                    <a:pt x="2187800" y="67773"/>
                  </a:lnTo>
                  <a:lnTo>
                    <a:pt x="2211988" y="68522"/>
                  </a:lnTo>
                  <a:lnTo>
                    <a:pt x="2235678" y="69256"/>
                  </a:lnTo>
                  <a:lnTo>
                    <a:pt x="2258889" y="69975"/>
                  </a:lnTo>
                  <a:lnTo>
                    <a:pt x="2281641" y="70680"/>
                  </a:lnTo>
                  <a:lnTo>
                    <a:pt x="2303950" y="71371"/>
                  </a:lnTo>
                  <a:lnTo>
                    <a:pt x="2325835" y="72049"/>
                  </a:lnTo>
                  <a:lnTo>
                    <a:pt x="2347311" y="72714"/>
                  </a:lnTo>
                  <a:lnTo>
                    <a:pt x="2368392" y="73367"/>
                  </a:lnTo>
                  <a:lnTo>
                    <a:pt x="2389094" y="74008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364443" y="3714668"/>
              <a:ext cx="2389094" cy="70603"/>
            </a:xfrm>
            <a:custGeom>
              <a:avLst/>
              <a:pathLst>
                <a:path w="2389094" h="70603">
                  <a:moveTo>
                    <a:pt x="0" y="70603"/>
                  </a:moveTo>
                  <a:lnTo>
                    <a:pt x="153415" y="66069"/>
                  </a:lnTo>
                  <a:lnTo>
                    <a:pt x="288738" y="62070"/>
                  </a:lnTo>
                  <a:lnTo>
                    <a:pt x="409787" y="58493"/>
                  </a:lnTo>
                  <a:lnTo>
                    <a:pt x="519290" y="55257"/>
                  </a:lnTo>
                  <a:lnTo>
                    <a:pt x="619259" y="52302"/>
                  </a:lnTo>
                  <a:lnTo>
                    <a:pt x="711221" y="49585"/>
                  </a:lnTo>
                  <a:lnTo>
                    <a:pt x="796364" y="47068"/>
                  </a:lnTo>
                  <a:lnTo>
                    <a:pt x="875631" y="44726"/>
                  </a:lnTo>
                  <a:lnTo>
                    <a:pt x="949780" y="42535"/>
                  </a:lnTo>
                  <a:lnTo>
                    <a:pt x="1019432" y="40476"/>
                  </a:lnTo>
                  <a:lnTo>
                    <a:pt x="1085102" y="38536"/>
                  </a:lnTo>
                  <a:lnTo>
                    <a:pt x="1147221" y="36700"/>
                  </a:lnTo>
                  <a:lnTo>
                    <a:pt x="1206152" y="34958"/>
                  </a:lnTo>
                  <a:lnTo>
                    <a:pt x="1262208" y="33302"/>
                  </a:lnTo>
                  <a:lnTo>
                    <a:pt x="1315655" y="31722"/>
                  </a:lnTo>
                  <a:lnTo>
                    <a:pt x="1366726" y="30213"/>
                  </a:lnTo>
                  <a:lnTo>
                    <a:pt x="1415624" y="28768"/>
                  </a:lnTo>
                  <a:lnTo>
                    <a:pt x="1462524" y="27382"/>
                  </a:lnTo>
                  <a:lnTo>
                    <a:pt x="1507586" y="26050"/>
                  </a:lnTo>
                  <a:lnTo>
                    <a:pt x="1550946" y="24769"/>
                  </a:lnTo>
                  <a:lnTo>
                    <a:pt x="1592729" y="23534"/>
                  </a:lnTo>
                  <a:lnTo>
                    <a:pt x="1633046" y="22343"/>
                  </a:lnTo>
                  <a:lnTo>
                    <a:pt x="1671996" y="21191"/>
                  </a:lnTo>
                  <a:lnTo>
                    <a:pt x="1709668" y="20078"/>
                  </a:lnTo>
                  <a:lnTo>
                    <a:pt x="1746145" y="19000"/>
                  </a:lnTo>
                  <a:lnTo>
                    <a:pt x="1781499" y="17955"/>
                  </a:lnTo>
                  <a:lnTo>
                    <a:pt x="1815797" y="16942"/>
                  </a:lnTo>
                  <a:lnTo>
                    <a:pt x="1849101" y="15958"/>
                  </a:lnTo>
                  <a:lnTo>
                    <a:pt x="1881467" y="15001"/>
                  </a:lnTo>
                  <a:lnTo>
                    <a:pt x="1912946" y="14071"/>
                  </a:lnTo>
                  <a:lnTo>
                    <a:pt x="1943586" y="13165"/>
                  </a:lnTo>
                  <a:lnTo>
                    <a:pt x="1973429" y="12283"/>
                  </a:lnTo>
                  <a:lnTo>
                    <a:pt x="2002517" y="11424"/>
                  </a:lnTo>
                  <a:lnTo>
                    <a:pt x="2030887" y="10585"/>
                  </a:lnTo>
                  <a:lnTo>
                    <a:pt x="2058573" y="9767"/>
                  </a:lnTo>
                  <a:lnTo>
                    <a:pt x="2085607" y="8968"/>
                  </a:lnTo>
                  <a:lnTo>
                    <a:pt x="2112020" y="8188"/>
                  </a:lnTo>
                  <a:lnTo>
                    <a:pt x="2137839" y="7425"/>
                  </a:lnTo>
                  <a:lnTo>
                    <a:pt x="2163091" y="6678"/>
                  </a:lnTo>
                  <a:lnTo>
                    <a:pt x="2187800" y="5948"/>
                  </a:lnTo>
                  <a:lnTo>
                    <a:pt x="2211988" y="5233"/>
                  </a:lnTo>
                  <a:lnTo>
                    <a:pt x="2235678" y="4533"/>
                  </a:lnTo>
                  <a:lnTo>
                    <a:pt x="2258889" y="3847"/>
                  </a:lnTo>
                  <a:lnTo>
                    <a:pt x="2281641" y="3175"/>
                  </a:lnTo>
                  <a:lnTo>
                    <a:pt x="2303950" y="2516"/>
                  </a:lnTo>
                  <a:lnTo>
                    <a:pt x="2325835" y="1869"/>
                  </a:lnTo>
                  <a:lnTo>
                    <a:pt x="2347311" y="1234"/>
                  </a:lnTo>
                  <a:lnTo>
                    <a:pt x="2368392" y="611"/>
                  </a:lnTo>
                  <a:lnTo>
                    <a:pt x="2389094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rc389"/>
            <p:cNvSpPr/>
            <p:nvPr/>
          </p:nvSpPr>
          <p:spPr>
            <a:xfrm>
              <a:off x="4186450" y="2835806"/>
              <a:ext cx="2746729" cy="1438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186450" y="2835806"/>
              <a:ext cx="0" cy="1438638"/>
            </a:xfrm>
            <a:custGeom>
              <a:avLst/>
              <a:pathLst>
                <a:path w="0" h="1438638">
                  <a:moveTo>
                    <a:pt x="0" y="1438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157982" y="40835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157982" y="38170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157982" y="355043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4157982" y="32838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157982" y="30172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186450" y="4274445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4364443" y="4274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5160808" y="4274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5957172" y="4274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6753537" y="4274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tx401"/>
            <p:cNvSpPr/>
            <p:nvPr/>
          </p:nvSpPr>
          <p:spPr>
            <a:xfrm>
              <a:off x="4186450" y="2659266"/>
              <a:ext cx="8892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3" name="rc402"/>
            <p:cNvSpPr/>
            <p:nvPr/>
          </p:nvSpPr>
          <p:spPr>
            <a:xfrm>
              <a:off x="1310032" y="4530063"/>
              <a:ext cx="2746729" cy="1438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80053" y="543365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424809" y="529654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467128" y="537844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428777" y="556834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477322" y="573427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406811" y="540327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456779" y="553648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433994" y="55732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431238" y="567514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487918" y="536141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189582" y="55489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237531" y="479600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281022" y="495243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195027" y="51983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281334" y="533943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226482" y="587523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256658" y="559452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241990" y="51517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197500" y="465583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242918" y="45673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288304" y="542690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16294" y="51321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18277" y="492456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295558" y="50654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264348" y="558864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96687" y="553159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250685" y="497107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89433" y="501959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3031487" y="563177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087275" y="531817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093144" y="54367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080011" y="570599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056756" y="529118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034797" y="559064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988690" y="471965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020367" y="55103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000260" y="518510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041964" y="498575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062989" y="46276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004193" y="48602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015121" y="553590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092294" y="51121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044318" y="52589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044634" y="506428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015570" y="550771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086658" y="510881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100308" y="546669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020203" y="542521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896836" y="548015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798911" y="542969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827266" y="561645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869272" y="51619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813649" y="522383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802438" y="466146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879877" y="520009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903837" y="542288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903653" y="521472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831762" y="509186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790750" y="503099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836913" y="488353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851554" y="537531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848158" y="477791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894050" y="568730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853056" y="553475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798533" y="535247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882792" y="544864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851133" y="530575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813535" y="549836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825923" y="527960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894357" y="519566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14548" y="52034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860600" y="527329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472404" y="5336532"/>
              <a:ext cx="2402468" cy="60171"/>
            </a:xfrm>
            <a:custGeom>
              <a:avLst/>
              <a:pathLst>
                <a:path w="2402468" h="60171">
                  <a:moveTo>
                    <a:pt x="0" y="60171"/>
                  </a:moveTo>
                  <a:lnTo>
                    <a:pt x="154274" y="56307"/>
                  </a:lnTo>
                  <a:lnTo>
                    <a:pt x="290354" y="52898"/>
                  </a:lnTo>
                  <a:lnTo>
                    <a:pt x="412081" y="49850"/>
                  </a:lnTo>
                  <a:lnTo>
                    <a:pt x="522197" y="47092"/>
                  </a:lnTo>
                  <a:lnTo>
                    <a:pt x="622725" y="44574"/>
                  </a:lnTo>
                  <a:lnTo>
                    <a:pt x="715202" y="42258"/>
                  </a:lnTo>
                  <a:lnTo>
                    <a:pt x="800822" y="40114"/>
                  </a:lnTo>
                  <a:lnTo>
                    <a:pt x="880533" y="38117"/>
                  </a:lnTo>
                  <a:lnTo>
                    <a:pt x="955097" y="36250"/>
                  </a:lnTo>
                  <a:lnTo>
                    <a:pt x="1025139" y="34495"/>
                  </a:lnTo>
                  <a:lnTo>
                    <a:pt x="1091177" y="32841"/>
                  </a:lnTo>
                  <a:lnTo>
                    <a:pt x="1153643" y="31277"/>
                  </a:lnTo>
                  <a:lnTo>
                    <a:pt x="1212904" y="29793"/>
                  </a:lnTo>
                  <a:lnTo>
                    <a:pt x="1269274" y="28381"/>
                  </a:lnTo>
                  <a:lnTo>
                    <a:pt x="1323020" y="27035"/>
                  </a:lnTo>
                  <a:lnTo>
                    <a:pt x="1374377" y="25749"/>
                  </a:lnTo>
                  <a:lnTo>
                    <a:pt x="1423548" y="24517"/>
                  </a:lnTo>
                  <a:lnTo>
                    <a:pt x="1470712" y="23336"/>
                  </a:lnTo>
                  <a:lnTo>
                    <a:pt x="1516025" y="22201"/>
                  </a:lnTo>
                  <a:lnTo>
                    <a:pt x="1559628" y="21109"/>
                  </a:lnTo>
                  <a:lnTo>
                    <a:pt x="1601645" y="20057"/>
                  </a:lnTo>
                  <a:lnTo>
                    <a:pt x="1642188" y="19041"/>
                  </a:lnTo>
                  <a:lnTo>
                    <a:pt x="1681356" y="18060"/>
                  </a:lnTo>
                  <a:lnTo>
                    <a:pt x="1719239" y="17111"/>
                  </a:lnTo>
                  <a:lnTo>
                    <a:pt x="1755920" y="16193"/>
                  </a:lnTo>
                  <a:lnTo>
                    <a:pt x="1791472" y="15302"/>
                  </a:lnTo>
                  <a:lnTo>
                    <a:pt x="1825962" y="14438"/>
                  </a:lnTo>
                  <a:lnTo>
                    <a:pt x="1859453" y="13600"/>
                  </a:lnTo>
                  <a:lnTo>
                    <a:pt x="1892000" y="12784"/>
                  </a:lnTo>
                  <a:lnTo>
                    <a:pt x="1923655" y="11992"/>
                  </a:lnTo>
                  <a:lnTo>
                    <a:pt x="1954466" y="11220"/>
                  </a:lnTo>
                  <a:lnTo>
                    <a:pt x="1984477" y="10468"/>
                  </a:lnTo>
                  <a:lnTo>
                    <a:pt x="2013727" y="9736"/>
                  </a:lnTo>
                  <a:lnTo>
                    <a:pt x="2042256" y="9021"/>
                  </a:lnTo>
                  <a:lnTo>
                    <a:pt x="2070097" y="8324"/>
                  </a:lnTo>
                  <a:lnTo>
                    <a:pt x="2097282" y="7643"/>
                  </a:lnTo>
                  <a:lnTo>
                    <a:pt x="2123843" y="6978"/>
                  </a:lnTo>
                  <a:lnTo>
                    <a:pt x="2149807" y="6328"/>
                  </a:lnTo>
                  <a:lnTo>
                    <a:pt x="2175200" y="5692"/>
                  </a:lnTo>
                  <a:lnTo>
                    <a:pt x="2200047" y="5069"/>
                  </a:lnTo>
                  <a:lnTo>
                    <a:pt x="2224371" y="4460"/>
                  </a:lnTo>
                  <a:lnTo>
                    <a:pt x="2248194" y="3863"/>
                  </a:lnTo>
                  <a:lnTo>
                    <a:pt x="2271535" y="3279"/>
                  </a:lnTo>
                  <a:lnTo>
                    <a:pt x="2294413" y="2706"/>
                  </a:lnTo>
                  <a:lnTo>
                    <a:pt x="2316848" y="2144"/>
                  </a:lnTo>
                  <a:lnTo>
                    <a:pt x="2338855" y="1593"/>
                  </a:lnTo>
                  <a:lnTo>
                    <a:pt x="2360451" y="1052"/>
                  </a:lnTo>
                  <a:lnTo>
                    <a:pt x="2381651" y="521"/>
                  </a:lnTo>
                  <a:lnTo>
                    <a:pt x="240246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472404" y="5355738"/>
              <a:ext cx="2402468" cy="230103"/>
            </a:xfrm>
            <a:custGeom>
              <a:avLst/>
              <a:pathLst>
                <a:path w="2402468" h="230103">
                  <a:moveTo>
                    <a:pt x="0" y="230103"/>
                  </a:moveTo>
                  <a:lnTo>
                    <a:pt x="154274" y="215327"/>
                  </a:lnTo>
                  <a:lnTo>
                    <a:pt x="290354" y="202293"/>
                  </a:lnTo>
                  <a:lnTo>
                    <a:pt x="412081" y="190635"/>
                  </a:lnTo>
                  <a:lnTo>
                    <a:pt x="522197" y="180088"/>
                  </a:lnTo>
                  <a:lnTo>
                    <a:pt x="622725" y="170460"/>
                  </a:lnTo>
                  <a:lnTo>
                    <a:pt x="715202" y="161602"/>
                  </a:lnTo>
                  <a:lnTo>
                    <a:pt x="800822" y="153402"/>
                  </a:lnTo>
                  <a:lnTo>
                    <a:pt x="880533" y="145767"/>
                  </a:lnTo>
                  <a:lnTo>
                    <a:pt x="955097" y="138626"/>
                  </a:lnTo>
                  <a:lnTo>
                    <a:pt x="1025139" y="131917"/>
                  </a:lnTo>
                  <a:lnTo>
                    <a:pt x="1091177" y="125592"/>
                  </a:lnTo>
                  <a:lnTo>
                    <a:pt x="1153643" y="119609"/>
                  </a:lnTo>
                  <a:lnTo>
                    <a:pt x="1212904" y="113933"/>
                  </a:lnTo>
                  <a:lnTo>
                    <a:pt x="1269274" y="108534"/>
                  </a:lnTo>
                  <a:lnTo>
                    <a:pt x="1323020" y="103387"/>
                  </a:lnTo>
                  <a:lnTo>
                    <a:pt x="1374377" y="98468"/>
                  </a:lnTo>
                  <a:lnTo>
                    <a:pt x="1423548" y="93758"/>
                  </a:lnTo>
                  <a:lnTo>
                    <a:pt x="1470712" y="89241"/>
                  </a:lnTo>
                  <a:lnTo>
                    <a:pt x="1516025" y="84901"/>
                  </a:lnTo>
                  <a:lnTo>
                    <a:pt x="1559628" y="80725"/>
                  </a:lnTo>
                  <a:lnTo>
                    <a:pt x="1601645" y="76701"/>
                  </a:lnTo>
                  <a:lnTo>
                    <a:pt x="1642188" y="72818"/>
                  </a:lnTo>
                  <a:lnTo>
                    <a:pt x="1681356" y="69066"/>
                  </a:lnTo>
                  <a:lnTo>
                    <a:pt x="1719239" y="65438"/>
                  </a:lnTo>
                  <a:lnTo>
                    <a:pt x="1755920" y="61925"/>
                  </a:lnTo>
                  <a:lnTo>
                    <a:pt x="1791472" y="58519"/>
                  </a:lnTo>
                  <a:lnTo>
                    <a:pt x="1825962" y="55216"/>
                  </a:lnTo>
                  <a:lnTo>
                    <a:pt x="1859453" y="52008"/>
                  </a:lnTo>
                  <a:lnTo>
                    <a:pt x="1892000" y="48891"/>
                  </a:lnTo>
                  <a:lnTo>
                    <a:pt x="1923655" y="45859"/>
                  </a:lnTo>
                  <a:lnTo>
                    <a:pt x="1954466" y="42908"/>
                  </a:lnTo>
                  <a:lnTo>
                    <a:pt x="1984477" y="40034"/>
                  </a:lnTo>
                  <a:lnTo>
                    <a:pt x="2013727" y="37232"/>
                  </a:lnTo>
                  <a:lnTo>
                    <a:pt x="2042256" y="34500"/>
                  </a:lnTo>
                  <a:lnTo>
                    <a:pt x="2070097" y="31833"/>
                  </a:lnTo>
                  <a:lnTo>
                    <a:pt x="2097282" y="29230"/>
                  </a:lnTo>
                  <a:lnTo>
                    <a:pt x="2123843" y="26686"/>
                  </a:lnTo>
                  <a:lnTo>
                    <a:pt x="2149807" y="24199"/>
                  </a:lnTo>
                  <a:lnTo>
                    <a:pt x="2175200" y="21767"/>
                  </a:lnTo>
                  <a:lnTo>
                    <a:pt x="2200047" y="19387"/>
                  </a:lnTo>
                  <a:lnTo>
                    <a:pt x="2224371" y="17057"/>
                  </a:lnTo>
                  <a:lnTo>
                    <a:pt x="2248194" y="14776"/>
                  </a:lnTo>
                  <a:lnTo>
                    <a:pt x="2271535" y="12540"/>
                  </a:lnTo>
                  <a:lnTo>
                    <a:pt x="2294413" y="10349"/>
                  </a:lnTo>
                  <a:lnTo>
                    <a:pt x="2316848" y="8200"/>
                  </a:lnTo>
                  <a:lnTo>
                    <a:pt x="2338855" y="6092"/>
                  </a:lnTo>
                  <a:lnTo>
                    <a:pt x="2360451" y="4024"/>
                  </a:lnTo>
                  <a:lnTo>
                    <a:pt x="2381651" y="1993"/>
                  </a:lnTo>
                  <a:lnTo>
                    <a:pt x="2402468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472404" y="5428135"/>
              <a:ext cx="2402468" cy="258396"/>
            </a:xfrm>
            <a:custGeom>
              <a:avLst/>
              <a:pathLst>
                <a:path w="2402468" h="258396">
                  <a:moveTo>
                    <a:pt x="0" y="0"/>
                  </a:moveTo>
                  <a:lnTo>
                    <a:pt x="154274" y="16592"/>
                  </a:lnTo>
                  <a:lnTo>
                    <a:pt x="290354" y="31228"/>
                  </a:lnTo>
                  <a:lnTo>
                    <a:pt x="412081" y="44321"/>
                  </a:lnTo>
                  <a:lnTo>
                    <a:pt x="522197" y="56164"/>
                  </a:lnTo>
                  <a:lnTo>
                    <a:pt x="622725" y="66977"/>
                  </a:lnTo>
                  <a:lnTo>
                    <a:pt x="715202" y="76923"/>
                  </a:lnTo>
                  <a:lnTo>
                    <a:pt x="800822" y="86132"/>
                  </a:lnTo>
                  <a:lnTo>
                    <a:pt x="880533" y="94705"/>
                  </a:lnTo>
                  <a:lnTo>
                    <a:pt x="955097" y="102725"/>
                  </a:lnTo>
                  <a:lnTo>
                    <a:pt x="1025139" y="110258"/>
                  </a:lnTo>
                  <a:lnTo>
                    <a:pt x="1091177" y="117361"/>
                  </a:lnTo>
                  <a:lnTo>
                    <a:pt x="1153643" y="124079"/>
                  </a:lnTo>
                  <a:lnTo>
                    <a:pt x="1212904" y="130453"/>
                  </a:lnTo>
                  <a:lnTo>
                    <a:pt x="1269274" y="136516"/>
                  </a:lnTo>
                  <a:lnTo>
                    <a:pt x="1323020" y="142297"/>
                  </a:lnTo>
                  <a:lnTo>
                    <a:pt x="1374377" y="147820"/>
                  </a:lnTo>
                  <a:lnTo>
                    <a:pt x="1423548" y="153109"/>
                  </a:lnTo>
                  <a:lnTo>
                    <a:pt x="1470712" y="158181"/>
                  </a:lnTo>
                  <a:lnTo>
                    <a:pt x="1516025" y="163055"/>
                  </a:lnTo>
                  <a:lnTo>
                    <a:pt x="1559628" y="167745"/>
                  </a:lnTo>
                  <a:lnTo>
                    <a:pt x="1601645" y="172264"/>
                  </a:lnTo>
                  <a:lnTo>
                    <a:pt x="1642188" y="176625"/>
                  </a:lnTo>
                  <a:lnTo>
                    <a:pt x="1681356" y="180837"/>
                  </a:lnTo>
                  <a:lnTo>
                    <a:pt x="1719239" y="184912"/>
                  </a:lnTo>
                  <a:lnTo>
                    <a:pt x="1755920" y="188857"/>
                  </a:lnTo>
                  <a:lnTo>
                    <a:pt x="1791472" y="192681"/>
                  </a:lnTo>
                  <a:lnTo>
                    <a:pt x="1825962" y="196390"/>
                  </a:lnTo>
                  <a:lnTo>
                    <a:pt x="1859453" y="199992"/>
                  </a:lnTo>
                  <a:lnTo>
                    <a:pt x="1892000" y="203493"/>
                  </a:lnTo>
                  <a:lnTo>
                    <a:pt x="1923655" y="206898"/>
                  </a:lnTo>
                  <a:lnTo>
                    <a:pt x="1954466" y="210212"/>
                  </a:lnTo>
                  <a:lnTo>
                    <a:pt x="1984477" y="213439"/>
                  </a:lnTo>
                  <a:lnTo>
                    <a:pt x="2013727" y="216585"/>
                  </a:lnTo>
                  <a:lnTo>
                    <a:pt x="2042256" y="219654"/>
                  </a:lnTo>
                  <a:lnTo>
                    <a:pt x="2070097" y="222648"/>
                  </a:lnTo>
                  <a:lnTo>
                    <a:pt x="2097282" y="225572"/>
                  </a:lnTo>
                  <a:lnTo>
                    <a:pt x="2123843" y="228429"/>
                  </a:lnTo>
                  <a:lnTo>
                    <a:pt x="2149807" y="231221"/>
                  </a:lnTo>
                  <a:lnTo>
                    <a:pt x="2175200" y="233953"/>
                  </a:lnTo>
                  <a:lnTo>
                    <a:pt x="2200047" y="236625"/>
                  </a:lnTo>
                  <a:lnTo>
                    <a:pt x="2224371" y="239241"/>
                  </a:lnTo>
                  <a:lnTo>
                    <a:pt x="2248194" y="241803"/>
                  </a:lnTo>
                  <a:lnTo>
                    <a:pt x="2271535" y="244314"/>
                  </a:lnTo>
                  <a:lnTo>
                    <a:pt x="2294413" y="246774"/>
                  </a:lnTo>
                  <a:lnTo>
                    <a:pt x="2316848" y="249187"/>
                  </a:lnTo>
                  <a:lnTo>
                    <a:pt x="2338855" y="251554"/>
                  </a:lnTo>
                  <a:lnTo>
                    <a:pt x="2360451" y="253877"/>
                  </a:lnTo>
                  <a:lnTo>
                    <a:pt x="2381651" y="256157"/>
                  </a:lnTo>
                  <a:lnTo>
                    <a:pt x="2402468" y="258396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472404" y="5328735"/>
              <a:ext cx="2402468" cy="75851"/>
            </a:xfrm>
            <a:custGeom>
              <a:avLst/>
              <a:pathLst>
                <a:path w="2402468" h="75851">
                  <a:moveTo>
                    <a:pt x="0" y="75851"/>
                  </a:moveTo>
                  <a:lnTo>
                    <a:pt x="154274" y="70981"/>
                  </a:lnTo>
                  <a:lnTo>
                    <a:pt x="290354" y="66684"/>
                  </a:lnTo>
                  <a:lnTo>
                    <a:pt x="412081" y="62841"/>
                  </a:lnTo>
                  <a:lnTo>
                    <a:pt x="522197" y="59364"/>
                  </a:lnTo>
                  <a:lnTo>
                    <a:pt x="622725" y="56190"/>
                  </a:lnTo>
                  <a:lnTo>
                    <a:pt x="715202" y="53271"/>
                  </a:lnTo>
                  <a:lnTo>
                    <a:pt x="800822" y="50567"/>
                  </a:lnTo>
                  <a:lnTo>
                    <a:pt x="880533" y="48051"/>
                  </a:lnTo>
                  <a:lnTo>
                    <a:pt x="955097" y="45697"/>
                  </a:lnTo>
                  <a:lnTo>
                    <a:pt x="1025139" y="43485"/>
                  </a:lnTo>
                  <a:lnTo>
                    <a:pt x="1091177" y="41400"/>
                  </a:lnTo>
                  <a:lnTo>
                    <a:pt x="1153643" y="39428"/>
                  </a:lnTo>
                  <a:lnTo>
                    <a:pt x="1212904" y="37557"/>
                  </a:lnTo>
                  <a:lnTo>
                    <a:pt x="1269274" y="35777"/>
                  </a:lnTo>
                  <a:lnTo>
                    <a:pt x="1323020" y="34080"/>
                  </a:lnTo>
                  <a:lnTo>
                    <a:pt x="1374377" y="32459"/>
                  </a:lnTo>
                  <a:lnTo>
                    <a:pt x="1423548" y="30906"/>
                  </a:lnTo>
                  <a:lnTo>
                    <a:pt x="1470712" y="29417"/>
                  </a:lnTo>
                  <a:lnTo>
                    <a:pt x="1516025" y="27987"/>
                  </a:lnTo>
                  <a:lnTo>
                    <a:pt x="1559628" y="26610"/>
                  </a:lnTo>
                  <a:lnTo>
                    <a:pt x="1601645" y="25283"/>
                  </a:lnTo>
                  <a:lnTo>
                    <a:pt x="1642188" y="24003"/>
                  </a:lnTo>
                  <a:lnTo>
                    <a:pt x="1681356" y="22767"/>
                  </a:lnTo>
                  <a:lnTo>
                    <a:pt x="1719239" y="21571"/>
                  </a:lnTo>
                  <a:lnTo>
                    <a:pt x="1755920" y="20413"/>
                  </a:lnTo>
                  <a:lnTo>
                    <a:pt x="1791472" y="19290"/>
                  </a:lnTo>
                  <a:lnTo>
                    <a:pt x="1825962" y="18201"/>
                  </a:lnTo>
                  <a:lnTo>
                    <a:pt x="1859453" y="17144"/>
                  </a:lnTo>
                  <a:lnTo>
                    <a:pt x="1892000" y="16116"/>
                  </a:lnTo>
                  <a:lnTo>
                    <a:pt x="1923655" y="15117"/>
                  </a:lnTo>
                  <a:lnTo>
                    <a:pt x="1954466" y="14144"/>
                  </a:lnTo>
                  <a:lnTo>
                    <a:pt x="1984477" y="13197"/>
                  </a:lnTo>
                  <a:lnTo>
                    <a:pt x="2013727" y="12273"/>
                  </a:lnTo>
                  <a:lnTo>
                    <a:pt x="2042256" y="11372"/>
                  </a:lnTo>
                  <a:lnTo>
                    <a:pt x="2070097" y="10493"/>
                  </a:lnTo>
                  <a:lnTo>
                    <a:pt x="2097282" y="9635"/>
                  </a:lnTo>
                  <a:lnTo>
                    <a:pt x="2123843" y="8796"/>
                  </a:lnTo>
                  <a:lnTo>
                    <a:pt x="2149807" y="7977"/>
                  </a:lnTo>
                  <a:lnTo>
                    <a:pt x="2175200" y="7175"/>
                  </a:lnTo>
                  <a:lnTo>
                    <a:pt x="2200047" y="6390"/>
                  </a:lnTo>
                  <a:lnTo>
                    <a:pt x="2224371" y="5622"/>
                  </a:lnTo>
                  <a:lnTo>
                    <a:pt x="2248194" y="4870"/>
                  </a:lnTo>
                  <a:lnTo>
                    <a:pt x="2271535" y="4133"/>
                  </a:lnTo>
                  <a:lnTo>
                    <a:pt x="2294413" y="3411"/>
                  </a:lnTo>
                  <a:lnTo>
                    <a:pt x="2316848" y="2703"/>
                  </a:lnTo>
                  <a:lnTo>
                    <a:pt x="2338855" y="2008"/>
                  </a:lnTo>
                  <a:lnTo>
                    <a:pt x="2360451" y="1326"/>
                  </a:lnTo>
                  <a:lnTo>
                    <a:pt x="2381651" y="657"/>
                  </a:lnTo>
                  <a:lnTo>
                    <a:pt x="240246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472404" y="5227181"/>
              <a:ext cx="2402468" cy="331088"/>
            </a:xfrm>
            <a:custGeom>
              <a:avLst/>
              <a:pathLst>
                <a:path w="2402468" h="331088">
                  <a:moveTo>
                    <a:pt x="0" y="331088"/>
                  </a:moveTo>
                  <a:lnTo>
                    <a:pt x="154274" y="309828"/>
                  </a:lnTo>
                  <a:lnTo>
                    <a:pt x="290354" y="291074"/>
                  </a:lnTo>
                  <a:lnTo>
                    <a:pt x="412081" y="274299"/>
                  </a:lnTo>
                  <a:lnTo>
                    <a:pt x="522197" y="259123"/>
                  </a:lnTo>
                  <a:lnTo>
                    <a:pt x="622725" y="245269"/>
                  </a:lnTo>
                  <a:lnTo>
                    <a:pt x="715202" y="232525"/>
                  </a:lnTo>
                  <a:lnTo>
                    <a:pt x="800822" y="220725"/>
                  </a:lnTo>
                  <a:lnTo>
                    <a:pt x="880533" y="209740"/>
                  </a:lnTo>
                  <a:lnTo>
                    <a:pt x="955097" y="199465"/>
                  </a:lnTo>
                  <a:lnTo>
                    <a:pt x="1025139" y="189812"/>
                  </a:lnTo>
                  <a:lnTo>
                    <a:pt x="1091177" y="180711"/>
                  </a:lnTo>
                  <a:lnTo>
                    <a:pt x="1153643" y="172103"/>
                  </a:lnTo>
                  <a:lnTo>
                    <a:pt x="1212904" y="163936"/>
                  </a:lnTo>
                  <a:lnTo>
                    <a:pt x="1269274" y="156167"/>
                  </a:lnTo>
                  <a:lnTo>
                    <a:pt x="1323020" y="148760"/>
                  </a:lnTo>
                  <a:lnTo>
                    <a:pt x="1374377" y="141683"/>
                  </a:lnTo>
                  <a:lnTo>
                    <a:pt x="1423548" y="134906"/>
                  </a:lnTo>
                  <a:lnTo>
                    <a:pt x="1470712" y="128407"/>
                  </a:lnTo>
                  <a:lnTo>
                    <a:pt x="1516025" y="122162"/>
                  </a:lnTo>
                  <a:lnTo>
                    <a:pt x="1559628" y="116153"/>
                  </a:lnTo>
                  <a:lnTo>
                    <a:pt x="1601645" y="110362"/>
                  </a:lnTo>
                  <a:lnTo>
                    <a:pt x="1642188" y="104775"/>
                  </a:lnTo>
                  <a:lnTo>
                    <a:pt x="1681356" y="99377"/>
                  </a:lnTo>
                  <a:lnTo>
                    <a:pt x="1719239" y="94157"/>
                  </a:lnTo>
                  <a:lnTo>
                    <a:pt x="1755920" y="89102"/>
                  </a:lnTo>
                  <a:lnTo>
                    <a:pt x="1791472" y="84202"/>
                  </a:lnTo>
                  <a:lnTo>
                    <a:pt x="1825962" y="79449"/>
                  </a:lnTo>
                  <a:lnTo>
                    <a:pt x="1859453" y="74834"/>
                  </a:lnTo>
                  <a:lnTo>
                    <a:pt x="1892000" y="70348"/>
                  </a:lnTo>
                  <a:lnTo>
                    <a:pt x="1923655" y="65986"/>
                  </a:lnTo>
                  <a:lnTo>
                    <a:pt x="1954466" y="61740"/>
                  </a:lnTo>
                  <a:lnTo>
                    <a:pt x="1984477" y="57604"/>
                  </a:lnTo>
                  <a:lnTo>
                    <a:pt x="2013727" y="53573"/>
                  </a:lnTo>
                  <a:lnTo>
                    <a:pt x="2042256" y="49641"/>
                  </a:lnTo>
                  <a:lnTo>
                    <a:pt x="2070097" y="45804"/>
                  </a:lnTo>
                  <a:lnTo>
                    <a:pt x="2097282" y="42058"/>
                  </a:lnTo>
                  <a:lnTo>
                    <a:pt x="2123843" y="38397"/>
                  </a:lnTo>
                  <a:lnTo>
                    <a:pt x="2149807" y="34819"/>
                  </a:lnTo>
                  <a:lnTo>
                    <a:pt x="2175200" y="31320"/>
                  </a:lnTo>
                  <a:lnTo>
                    <a:pt x="2200047" y="27896"/>
                  </a:lnTo>
                  <a:lnTo>
                    <a:pt x="2224371" y="24543"/>
                  </a:lnTo>
                  <a:lnTo>
                    <a:pt x="2248194" y="21260"/>
                  </a:lnTo>
                  <a:lnTo>
                    <a:pt x="2271535" y="18044"/>
                  </a:lnTo>
                  <a:lnTo>
                    <a:pt x="2294413" y="14891"/>
                  </a:lnTo>
                  <a:lnTo>
                    <a:pt x="2316848" y="11799"/>
                  </a:lnTo>
                  <a:lnTo>
                    <a:pt x="2338855" y="8766"/>
                  </a:lnTo>
                  <a:lnTo>
                    <a:pt x="2360451" y="5790"/>
                  </a:lnTo>
                  <a:lnTo>
                    <a:pt x="2381651" y="2868"/>
                  </a:lnTo>
                  <a:lnTo>
                    <a:pt x="240246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472404" y="5099842"/>
              <a:ext cx="2402468" cy="29173"/>
            </a:xfrm>
            <a:custGeom>
              <a:avLst/>
              <a:pathLst>
                <a:path w="2402468" h="29173">
                  <a:moveTo>
                    <a:pt x="0" y="29173"/>
                  </a:moveTo>
                  <a:lnTo>
                    <a:pt x="154274" y="27300"/>
                  </a:lnTo>
                  <a:lnTo>
                    <a:pt x="290354" y="25647"/>
                  </a:lnTo>
                  <a:lnTo>
                    <a:pt x="412081" y="24169"/>
                  </a:lnTo>
                  <a:lnTo>
                    <a:pt x="522197" y="22832"/>
                  </a:lnTo>
                  <a:lnTo>
                    <a:pt x="622725" y="21611"/>
                  </a:lnTo>
                  <a:lnTo>
                    <a:pt x="715202" y="20488"/>
                  </a:lnTo>
                  <a:lnTo>
                    <a:pt x="800822" y="19449"/>
                  </a:lnTo>
                  <a:lnTo>
                    <a:pt x="880533" y="18481"/>
                  </a:lnTo>
                  <a:lnTo>
                    <a:pt x="955097" y="17575"/>
                  </a:lnTo>
                  <a:lnTo>
                    <a:pt x="1025139" y="16725"/>
                  </a:lnTo>
                  <a:lnTo>
                    <a:pt x="1091177" y="15923"/>
                  </a:lnTo>
                  <a:lnTo>
                    <a:pt x="1153643" y="15164"/>
                  </a:lnTo>
                  <a:lnTo>
                    <a:pt x="1212904" y="14445"/>
                  </a:lnTo>
                  <a:lnTo>
                    <a:pt x="1269274" y="13760"/>
                  </a:lnTo>
                  <a:lnTo>
                    <a:pt x="1323020" y="13108"/>
                  </a:lnTo>
                  <a:lnTo>
                    <a:pt x="1374377" y="12484"/>
                  </a:lnTo>
                  <a:lnTo>
                    <a:pt x="1423548" y="11887"/>
                  </a:lnTo>
                  <a:lnTo>
                    <a:pt x="1470712" y="11314"/>
                  </a:lnTo>
                  <a:lnTo>
                    <a:pt x="1516025" y="10764"/>
                  </a:lnTo>
                  <a:lnTo>
                    <a:pt x="1559628" y="10234"/>
                  </a:lnTo>
                  <a:lnTo>
                    <a:pt x="1601645" y="9724"/>
                  </a:lnTo>
                  <a:lnTo>
                    <a:pt x="1642188" y="9232"/>
                  </a:lnTo>
                  <a:lnTo>
                    <a:pt x="1681356" y="8756"/>
                  </a:lnTo>
                  <a:lnTo>
                    <a:pt x="1719239" y="8296"/>
                  </a:lnTo>
                  <a:lnTo>
                    <a:pt x="1755920" y="7851"/>
                  </a:lnTo>
                  <a:lnTo>
                    <a:pt x="1791472" y="7419"/>
                  </a:lnTo>
                  <a:lnTo>
                    <a:pt x="1825962" y="7000"/>
                  </a:lnTo>
                  <a:lnTo>
                    <a:pt x="1859453" y="6593"/>
                  </a:lnTo>
                  <a:lnTo>
                    <a:pt x="1892000" y="6198"/>
                  </a:lnTo>
                  <a:lnTo>
                    <a:pt x="1923655" y="5814"/>
                  </a:lnTo>
                  <a:lnTo>
                    <a:pt x="1954466" y="5440"/>
                  </a:lnTo>
                  <a:lnTo>
                    <a:pt x="1984477" y="5075"/>
                  </a:lnTo>
                  <a:lnTo>
                    <a:pt x="2013727" y="4720"/>
                  </a:lnTo>
                  <a:lnTo>
                    <a:pt x="2042256" y="4374"/>
                  </a:lnTo>
                  <a:lnTo>
                    <a:pt x="2070097" y="4036"/>
                  </a:lnTo>
                  <a:lnTo>
                    <a:pt x="2097282" y="3705"/>
                  </a:lnTo>
                  <a:lnTo>
                    <a:pt x="2123843" y="3383"/>
                  </a:lnTo>
                  <a:lnTo>
                    <a:pt x="2149807" y="3068"/>
                  </a:lnTo>
                  <a:lnTo>
                    <a:pt x="2175200" y="2759"/>
                  </a:lnTo>
                  <a:lnTo>
                    <a:pt x="2200047" y="2458"/>
                  </a:lnTo>
                  <a:lnTo>
                    <a:pt x="2224371" y="2162"/>
                  </a:lnTo>
                  <a:lnTo>
                    <a:pt x="2248194" y="1873"/>
                  </a:lnTo>
                  <a:lnTo>
                    <a:pt x="2271535" y="1589"/>
                  </a:lnTo>
                  <a:lnTo>
                    <a:pt x="2294413" y="1312"/>
                  </a:lnTo>
                  <a:lnTo>
                    <a:pt x="2316848" y="1039"/>
                  </a:lnTo>
                  <a:lnTo>
                    <a:pt x="2338855" y="772"/>
                  </a:lnTo>
                  <a:lnTo>
                    <a:pt x="2360451" y="510"/>
                  </a:lnTo>
                  <a:lnTo>
                    <a:pt x="2381651" y="252"/>
                  </a:lnTo>
                  <a:lnTo>
                    <a:pt x="240246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472404" y="5055474"/>
              <a:ext cx="2402468" cy="248706"/>
            </a:xfrm>
            <a:custGeom>
              <a:avLst/>
              <a:pathLst>
                <a:path w="2402468" h="248706">
                  <a:moveTo>
                    <a:pt x="0" y="248706"/>
                  </a:moveTo>
                  <a:lnTo>
                    <a:pt x="154274" y="232736"/>
                  </a:lnTo>
                  <a:lnTo>
                    <a:pt x="290354" y="218648"/>
                  </a:lnTo>
                  <a:lnTo>
                    <a:pt x="412081" y="206047"/>
                  </a:lnTo>
                  <a:lnTo>
                    <a:pt x="522197" y="194648"/>
                  </a:lnTo>
                  <a:lnTo>
                    <a:pt x="622725" y="184241"/>
                  </a:lnTo>
                  <a:lnTo>
                    <a:pt x="715202" y="174668"/>
                  </a:lnTo>
                  <a:lnTo>
                    <a:pt x="800822" y="165804"/>
                  </a:lnTo>
                  <a:lnTo>
                    <a:pt x="880533" y="157552"/>
                  </a:lnTo>
                  <a:lnTo>
                    <a:pt x="955097" y="149833"/>
                  </a:lnTo>
                  <a:lnTo>
                    <a:pt x="1025139" y="142582"/>
                  </a:lnTo>
                  <a:lnTo>
                    <a:pt x="1091177" y="135746"/>
                  </a:lnTo>
                  <a:lnTo>
                    <a:pt x="1153643" y="129280"/>
                  </a:lnTo>
                  <a:lnTo>
                    <a:pt x="1212904" y="123145"/>
                  </a:lnTo>
                  <a:lnTo>
                    <a:pt x="1269274" y="117309"/>
                  </a:lnTo>
                  <a:lnTo>
                    <a:pt x="1323020" y="111745"/>
                  </a:lnTo>
                  <a:lnTo>
                    <a:pt x="1374377" y="106429"/>
                  </a:lnTo>
                  <a:lnTo>
                    <a:pt x="1423548" y="101339"/>
                  </a:lnTo>
                  <a:lnTo>
                    <a:pt x="1470712" y="96456"/>
                  </a:lnTo>
                  <a:lnTo>
                    <a:pt x="1516025" y="91765"/>
                  </a:lnTo>
                  <a:lnTo>
                    <a:pt x="1559628" y="87251"/>
                  </a:lnTo>
                  <a:lnTo>
                    <a:pt x="1601645" y="82902"/>
                  </a:lnTo>
                  <a:lnTo>
                    <a:pt x="1642188" y="78705"/>
                  </a:lnTo>
                  <a:lnTo>
                    <a:pt x="1681356" y="74650"/>
                  </a:lnTo>
                  <a:lnTo>
                    <a:pt x="1719239" y="70728"/>
                  </a:lnTo>
                  <a:lnTo>
                    <a:pt x="1755920" y="66931"/>
                  </a:lnTo>
                  <a:lnTo>
                    <a:pt x="1791472" y="63251"/>
                  </a:lnTo>
                  <a:lnTo>
                    <a:pt x="1825962" y="59680"/>
                  </a:lnTo>
                  <a:lnTo>
                    <a:pt x="1859453" y="56213"/>
                  </a:lnTo>
                  <a:lnTo>
                    <a:pt x="1892000" y="52844"/>
                  </a:lnTo>
                  <a:lnTo>
                    <a:pt x="1923655" y="49567"/>
                  </a:lnTo>
                  <a:lnTo>
                    <a:pt x="1954466" y="46377"/>
                  </a:lnTo>
                  <a:lnTo>
                    <a:pt x="1984477" y="43271"/>
                  </a:lnTo>
                  <a:lnTo>
                    <a:pt x="2013727" y="40242"/>
                  </a:lnTo>
                  <a:lnTo>
                    <a:pt x="2042256" y="37289"/>
                  </a:lnTo>
                  <a:lnTo>
                    <a:pt x="2070097" y="34407"/>
                  </a:lnTo>
                  <a:lnTo>
                    <a:pt x="2097282" y="31593"/>
                  </a:lnTo>
                  <a:lnTo>
                    <a:pt x="2123843" y="28843"/>
                  </a:lnTo>
                  <a:lnTo>
                    <a:pt x="2149807" y="26155"/>
                  </a:lnTo>
                  <a:lnTo>
                    <a:pt x="2175200" y="23527"/>
                  </a:lnTo>
                  <a:lnTo>
                    <a:pt x="2200047" y="20954"/>
                  </a:lnTo>
                  <a:lnTo>
                    <a:pt x="2224371" y="18436"/>
                  </a:lnTo>
                  <a:lnTo>
                    <a:pt x="2248194" y="15970"/>
                  </a:lnTo>
                  <a:lnTo>
                    <a:pt x="2271535" y="13554"/>
                  </a:lnTo>
                  <a:lnTo>
                    <a:pt x="2294413" y="11185"/>
                  </a:lnTo>
                  <a:lnTo>
                    <a:pt x="2316848" y="8863"/>
                  </a:lnTo>
                  <a:lnTo>
                    <a:pt x="2338855" y="6585"/>
                  </a:lnTo>
                  <a:lnTo>
                    <a:pt x="2360451" y="4349"/>
                  </a:lnTo>
                  <a:lnTo>
                    <a:pt x="2381651" y="2155"/>
                  </a:lnTo>
                  <a:lnTo>
                    <a:pt x="2402468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472404" y="5092566"/>
              <a:ext cx="2402468" cy="245685"/>
            </a:xfrm>
            <a:custGeom>
              <a:avLst/>
              <a:pathLst>
                <a:path w="2402468" h="245685">
                  <a:moveTo>
                    <a:pt x="0" y="245685"/>
                  </a:moveTo>
                  <a:lnTo>
                    <a:pt x="154274" y="229908"/>
                  </a:lnTo>
                  <a:lnTo>
                    <a:pt x="290354" y="215992"/>
                  </a:lnTo>
                  <a:lnTo>
                    <a:pt x="412081" y="203544"/>
                  </a:lnTo>
                  <a:lnTo>
                    <a:pt x="522197" y="192283"/>
                  </a:lnTo>
                  <a:lnTo>
                    <a:pt x="622725" y="182003"/>
                  </a:lnTo>
                  <a:lnTo>
                    <a:pt x="715202" y="172546"/>
                  </a:lnTo>
                  <a:lnTo>
                    <a:pt x="800822" y="163790"/>
                  </a:lnTo>
                  <a:lnTo>
                    <a:pt x="880533" y="155638"/>
                  </a:lnTo>
                  <a:lnTo>
                    <a:pt x="955097" y="148013"/>
                  </a:lnTo>
                  <a:lnTo>
                    <a:pt x="1025139" y="140850"/>
                  </a:lnTo>
                  <a:lnTo>
                    <a:pt x="1091177" y="134097"/>
                  </a:lnTo>
                  <a:lnTo>
                    <a:pt x="1153643" y="127709"/>
                  </a:lnTo>
                  <a:lnTo>
                    <a:pt x="1212904" y="121649"/>
                  </a:lnTo>
                  <a:lnTo>
                    <a:pt x="1269274" y="115884"/>
                  </a:lnTo>
                  <a:lnTo>
                    <a:pt x="1323020" y="110388"/>
                  </a:lnTo>
                  <a:lnTo>
                    <a:pt x="1374377" y="105136"/>
                  </a:lnTo>
                  <a:lnTo>
                    <a:pt x="1423548" y="100107"/>
                  </a:lnTo>
                  <a:lnTo>
                    <a:pt x="1470712" y="95284"/>
                  </a:lnTo>
                  <a:lnTo>
                    <a:pt x="1516025" y="90650"/>
                  </a:lnTo>
                  <a:lnTo>
                    <a:pt x="1559628" y="86191"/>
                  </a:lnTo>
                  <a:lnTo>
                    <a:pt x="1601645" y="81895"/>
                  </a:lnTo>
                  <a:lnTo>
                    <a:pt x="1642188" y="77749"/>
                  </a:lnTo>
                  <a:lnTo>
                    <a:pt x="1681356" y="73743"/>
                  </a:lnTo>
                  <a:lnTo>
                    <a:pt x="1719239" y="69869"/>
                  </a:lnTo>
                  <a:lnTo>
                    <a:pt x="1755920" y="66118"/>
                  </a:lnTo>
                  <a:lnTo>
                    <a:pt x="1791472" y="62482"/>
                  </a:lnTo>
                  <a:lnTo>
                    <a:pt x="1825962" y="58955"/>
                  </a:lnTo>
                  <a:lnTo>
                    <a:pt x="1859453" y="55530"/>
                  </a:lnTo>
                  <a:lnTo>
                    <a:pt x="1892000" y="52202"/>
                  </a:lnTo>
                  <a:lnTo>
                    <a:pt x="1923655" y="48965"/>
                  </a:lnTo>
                  <a:lnTo>
                    <a:pt x="1954466" y="45814"/>
                  </a:lnTo>
                  <a:lnTo>
                    <a:pt x="1984477" y="42745"/>
                  </a:lnTo>
                  <a:lnTo>
                    <a:pt x="2013727" y="39754"/>
                  </a:lnTo>
                  <a:lnTo>
                    <a:pt x="2042256" y="36836"/>
                  </a:lnTo>
                  <a:lnTo>
                    <a:pt x="2070097" y="33989"/>
                  </a:lnTo>
                  <a:lnTo>
                    <a:pt x="2097282" y="31209"/>
                  </a:lnTo>
                  <a:lnTo>
                    <a:pt x="2123843" y="28493"/>
                  </a:lnTo>
                  <a:lnTo>
                    <a:pt x="2149807" y="25838"/>
                  </a:lnTo>
                  <a:lnTo>
                    <a:pt x="2175200" y="23241"/>
                  </a:lnTo>
                  <a:lnTo>
                    <a:pt x="2200047" y="20700"/>
                  </a:lnTo>
                  <a:lnTo>
                    <a:pt x="2224371" y="18212"/>
                  </a:lnTo>
                  <a:lnTo>
                    <a:pt x="2248194" y="15776"/>
                  </a:lnTo>
                  <a:lnTo>
                    <a:pt x="2271535" y="13389"/>
                  </a:lnTo>
                  <a:lnTo>
                    <a:pt x="2294413" y="11050"/>
                  </a:lnTo>
                  <a:lnTo>
                    <a:pt x="2316848" y="8755"/>
                  </a:lnTo>
                  <a:lnTo>
                    <a:pt x="2338855" y="6505"/>
                  </a:lnTo>
                  <a:lnTo>
                    <a:pt x="2360451" y="4296"/>
                  </a:lnTo>
                  <a:lnTo>
                    <a:pt x="2381651" y="2128"/>
                  </a:lnTo>
                  <a:lnTo>
                    <a:pt x="240246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472404" y="5375099"/>
              <a:ext cx="2402468" cy="184481"/>
            </a:xfrm>
            <a:custGeom>
              <a:avLst/>
              <a:pathLst>
                <a:path w="2402468" h="184481">
                  <a:moveTo>
                    <a:pt x="0" y="0"/>
                  </a:moveTo>
                  <a:lnTo>
                    <a:pt x="154274" y="11846"/>
                  </a:lnTo>
                  <a:lnTo>
                    <a:pt x="290354" y="22295"/>
                  </a:lnTo>
                  <a:lnTo>
                    <a:pt x="412081" y="31643"/>
                  </a:lnTo>
                  <a:lnTo>
                    <a:pt x="522197" y="40098"/>
                  </a:lnTo>
                  <a:lnTo>
                    <a:pt x="622725" y="47818"/>
                  </a:lnTo>
                  <a:lnTo>
                    <a:pt x="715202" y="54919"/>
                  </a:lnTo>
                  <a:lnTo>
                    <a:pt x="800822" y="61493"/>
                  </a:lnTo>
                  <a:lnTo>
                    <a:pt x="880533" y="67614"/>
                  </a:lnTo>
                  <a:lnTo>
                    <a:pt x="955097" y="73340"/>
                  </a:lnTo>
                  <a:lnTo>
                    <a:pt x="1025139" y="78718"/>
                  </a:lnTo>
                  <a:lnTo>
                    <a:pt x="1091177" y="83789"/>
                  </a:lnTo>
                  <a:lnTo>
                    <a:pt x="1153643" y="88586"/>
                  </a:lnTo>
                  <a:lnTo>
                    <a:pt x="1212904" y="93136"/>
                  </a:lnTo>
                  <a:lnTo>
                    <a:pt x="1269274" y="97465"/>
                  </a:lnTo>
                  <a:lnTo>
                    <a:pt x="1323020" y="101592"/>
                  </a:lnTo>
                  <a:lnTo>
                    <a:pt x="1374377" y="105536"/>
                  </a:lnTo>
                  <a:lnTo>
                    <a:pt x="1423548" y="109311"/>
                  </a:lnTo>
                  <a:lnTo>
                    <a:pt x="1470712" y="112933"/>
                  </a:lnTo>
                  <a:lnTo>
                    <a:pt x="1516025" y="116413"/>
                  </a:lnTo>
                  <a:lnTo>
                    <a:pt x="1559628" y="119761"/>
                  </a:lnTo>
                  <a:lnTo>
                    <a:pt x="1601645" y="122987"/>
                  </a:lnTo>
                  <a:lnTo>
                    <a:pt x="1642188" y="126100"/>
                  </a:lnTo>
                  <a:lnTo>
                    <a:pt x="1681356" y="129108"/>
                  </a:lnTo>
                  <a:lnTo>
                    <a:pt x="1719239" y="132017"/>
                  </a:lnTo>
                  <a:lnTo>
                    <a:pt x="1755920" y="134834"/>
                  </a:lnTo>
                  <a:lnTo>
                    <a:pt x="1791472" y="137564"/>
                  </a:lnTo>
                  <a:lnTo>
                    <a:pt x="1825962" y="140212"/>
                  </a:lnTo>
                  <a:lnTo>
                    <a:pt x="1859453" y="142784"/>
                  </a:lnTo>
                  <a:lnTo>
                    <a:pt x="1892000" y="145283"/>
                  </a:lnTo>
                  <a:lnTo>
                    <a:pt x="1923655" y="147714"/>
                  </a:lnTo>
                  <a:lnTo>
                    <a:pt x="1954466" y="150080"/>
                  </a:lnTo>
                  <a:lnTo>
                    <a:pt x="1984477" y="152384"/>
                  </a:lnTo>
                  <a:lnTo>
                    <a:pt x="2013727" y="154630"/>
                  </a:lnTo>
                  <a:lnTo>
                    <a:pt x="2042256" y="156821"/>
                  </a:lnTo>
                  <a:lnTo>
                    <a:pt x="2070097" y="158959"/>
                  </a:lnTo>
                  <a:lnTo>
                    <a:pt x="2097282" y="161046"/>
                  </a:lnTo>
                  <a:lnTo>
                    <a:pt x="2123843" y="163086"/>
                  </a:lnTo>
                  <a:lnTo>
                    <a:pt x="2149807" y="165080"/>
                  </a:lnTo>
                  <a:lnTo>
                    <a:pt x="2175200" y="167030"/>
                  </a:lnTo>
                  <a:lnTo>
                    <a:pt x="2200047" y="168937"/>
                  </a:lnTo>
                  <a:lnTo>
                    <a:pt x="2224371" y="170805"/>
                  </a:lnTo>
                  <a:lnTo>
                    <a:pt x="2248194" y="172635"/>
                  </a:lnTo>
                  <a:lnTo>
                    <a:pt x="2271535" y="174427"/>
                  </a:lnTo>
                  <a:lnTo>
                    <a:pt x="2294413" y="176184"/>
                  </a:lnTo>
                  <a:lnTo>
                    <a:pt x="2316848" y="177906"/>
                  </a:lnTo>
                  <a:lnTo>
                    <a:pt x="2338855" y="179596"/>
                  </a:lnTo>
                  <a:lnTo>
                    <a:pt x="2360451" y="181255"/>
                  </a:lnTo>
                  <a:lnTo>
                    <a:pt x="2381651" y="182882"/>
                  </a:lnTo>
                  <a:lnTo>
                    <a:pt x="2402468" y="184481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472404" y="5328205"/>
              <a:ext cx="2402468" cy="102771"/>
            </a:xfrm>
            <a:custGeom>
              <a:avLst/>
              <a:pathLst>
                <a:path w="2402468" h="102771">
                  <a:moveTo>
                    <a:pt x="0" y="0"/>
                  </a:moveTo>
                  <a:lnTo>
                    <a:pt x="154274" y="6599"/>
                  </a:lnTo>
                  <a:lnTo>
                    <a:pt x="290354" y="12420"/>
                  </a:lnTo>
                  <a:lnTo>
                    <a:pt x="412081" y="17627"/>
                  </a:lnTo>
                  <a:lnTo>
                    <a:pt x="522197" y="22338"/>
                  </a:lnTo>
                  <a:lnTo>
                    <a:pt x="622725" y="26638"/>
                  </a:lnTo>
                  <a:lnTo>
                    <a:pt x="715202" y="30594"/>
                  </a:lnTo>
                  <a:lnTo>
                    <a:pt x="800822" y="34257"/>
                  </a:lnTo>
                  <a:lnTo>
                    <a:pt x="880533" y="37666"/>
                  </a:lnTo>
                  <a:lnTo>
                    <a:pt x="955097" y="40856"/>
                  </a:lnTo>
                  <a:lnTo>
                    <a:pt x="1025139" y="43852"/>
                  </a:lnTo>
                  <a:lnTo>
                    <a:pt x="1091177" y="46677"/>
                  </a:lnTo>
                  <a:lnTo>
                    <a:pt x="1153643" y="49349"/>
                  </a:lnTo>
                  <a:lnTo>
                    <a:pt x="1212904" y="51884"/>
                  </a:lnTo>
                  <a:lnTo>
                    <a:pt x="1269274" y="54296"/>
                  </a:lnTo>
                  <a:lnTo>
                    <a:pt x="1323020" y="56595"/>
                  </a:lnTo>
                  <a:lnTo>
                    <a:pt x="1374377" y="58792"/>
                  </a:lnTo>
                  <a:lnTo>
                    <a:pt x="1423548" y="60895"/>
                  </a:lnTo>
                  <a:lnTo>
                    <a:pt x="1470712" y="62913"/>
                  </a:lnTo>
                  <a:lnTo>
                    <a:pt x="1516025" y="64851"/>
                  </a:lnTo>
                  <a:lnTo>
                    <a:pt x="1559628" y="66716"/>
                  </a:lnTo>
                  <a:lnTo>
                    <a:pt x="1601645" y="68514"/>
                  </a:lnTo>
                  <a:lnTo>
                    <a:pt x="1642188" y="70248"/>
                  </a:lnTo>
                  <a:lnTo>
                    <a:pt x="1681356" y="71924"/>
                  </a:lnTo>
                  <a:lnTo>
                    <a:pt x="1719239" y="73544"/>
                  </a:lnTo>
                  <a:lnTo>
                    <a:pt x="1755920" y="75113"/>
                  </a:lnTo>
                  <a:lnTo>
                    <a:pt x="1791472" y="76634"/>
                  </a:lnTo>
                  <a:lnTo>
                    <a:pt x="1825962" y="78109"/>
                  </a:lnTo>
                  <a:lnTo>
                    <a:pt x="1859453" y="79542"/>
                  </a:lnTo>
                  <a:lnTo>
                    <a:pt x="1892000" y="80934"/>
                  </a:lnTo>
                  <a:lnTo>
                    <a:pt x="1923655" y="82289"/>
                  </a:lnTo>
                  <a:lnTo>
                    <a:pt x="1954466" y="83607"/>
                  </a:lnTo>
                  <a:lnTo>
                    <a:pt x="1984477" y="84890"/>
                  </a:lnTo>
                  <a:lnTo>
                    <a:pt x="2013727" y="86142"/>
                  </a:lnTo>
                  <a:lnTo>
                    <a:pt x="2042256" y="87362"/>
                  </a:lnTo>
                  <a:lnTo>
                    <a:pt x="2070097" y="88553"/>
                  </a:lnTo>
                  <a:lnTo>
                    <a:pt x="2097282" y="89716"/>
                  </a:lnTo>
                  <a:lnTo>
                    <a:pt x="2123843" y="90852"/>
                  </a:lnTo>
                  <a:lnTo>
                    <a:pt x="2149807" y="91963"/>
                  </a:lnTo>
                  <a:lnTo>
                    <a:pt x="2175200" y="93049"/>
                  </a:lnTo>
                  <a:lnTo>
                    <a:pt x="2200047" y="94112"/>
                  </a:lnTo>
                  <a:lnTo>
                    <a:pt x="2224371" y="95152"/>
                  </a:lnTo>
                  <a:lnTo>
                    <a:pt x="2248194" y="96171"/>
                  </a:lnTo>
                  <a:lnTo>
                    <a:pt x="2271535" y="97170"/>
                  </a:lnTo>
                  <a:lnTo>
                    <a:pt x="2294413" y="98149"/>
                  </a:lnTo>
                  <a:lnTo>
                    <a:pt x="2316848" y="99108"/>
                  </a:lnTo>
                  <a:lnTo>
                    <a:pt x="2338855" y="100050"/>
                  </a:lnTo>
                  <a:lnTo>
                    <a:pt x="2360451" y="100974"/>
                  </a:lnTo>
                  <a:lnTo>
                    <a:pt x="2381651" y="101880"/>
                  </a:lnTo>
                  <a:lnTo>
                    <a:pt x="2402468" y="10277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6" name="rc485"/>
            <p:cNvSpPr/>
            <p:nvPr/>
          </p:nvSpPr>
          <p:spPr>
            <a:xfrm>
              <a:off x="1310032" y="4530063"/>
              <a:ext cx="2746729" cy="1438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7" name="pl486"/>
            <p:cNvSpPr/>
            <p:nvPr/>
          </p:nvSpPr>
          <p:spPr>
            <a:xfrm>
              <a:off x="1310032" y="4530063"/>
              <a:ext cx="0" cy="1438638"/>
            </a:xfrm>
            <a:custGeom>
              <a:avLst/>
              <a:pathLst>
                <a:path w="0" h="1438638">
                  <a:moveTo>
                    <a:pt x="0" y="1438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tx487"/>
            <p:cNvSpPr/>
            <p:nvPr/>
          </p:nvSpPr>
          <p:spPr>
            <a:xfrm rot="-5400000">
              <a:off x="1140466" y="583461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40466" y="543404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140466" y="503347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1" name="tx490"/>
            <p:cNvSpPr/>
            <p:nvPr/>
          </p:nvSpPr>
          <p:spPr>
            <a:xfrm rot="-5400000">
              <a:off x="1140466" y="463290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92" name="pl491"/>
            <p:cNvSpPr/>
            <p:nvPr/>
          </p:nvSpPr>
          <p:spPr>
            <a:xfrm>
              <a:off x="1281564" y="58710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281564" y="54704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281564" y="50699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281564" y="466934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310032" y="5968701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472404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273227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3074050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499"/>
            <p:cNvSpPr/>
            <p:nvPr/>
          </p:nvSpPr>
          <p:spPr>
            <a:xfrm>
              <a:off x="3874873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tx500"/>
            <p:cNvSpPr/>
            <p:nvPr/>
          </p:nvSpPr>
          <p:spPr>
            <a:xfrm>
              <a:off x="1444149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2244972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03" name="tx502"/>
            <p:cNvSpPr/>
            <p:nvPr/>
          </p:nvSpPr>
          <p:spPr>
            <a:xfrm>
              <a:off x="3045795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04" name="tx503"/>
            <p:cNvSpPr/>
            <p:nvPr/>
          </p:nvSpPr>
          <p:spPr>
            <a:xfrm>
              <a:off x="3846618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5" name="tx504"/>
            <p:cNvSpPr/>
            <p:nvPr/>
          </p:nvSpPr>
          <p:spPr>
            <a:xfrm>
              <a:off x="2422335" y="6177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6" name="tx505"/>
            <p:cNvSpPr/>
            <p:nvPr/>
          </p:nvSpPr>
          <p:spPr>
            <a:xfrm>
              <a:off x="1310032" y="4353523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7" name="rc506"/>
            <p:cNvSpPr/>
            <p:nvPr/>
          </p:nvSpPr>
          <p:spPr>
            <a:xfrm>
              <a:off x="4186450" y="4530063"/>
              <a:ext cx="2746729" cy="1438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283228" y="53478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380573" y="527310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385591" y="533220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365779" y="564593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302177" y="560551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350286" y="556133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349500" y="509221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334686" y="53687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301229" y="558566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386784" y="524675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163596" y="58752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082842" y="549444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134883" y="527928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093169" y="573658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074893" y="541263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102985" y="502397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103683" y="545006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125665" y="55180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119974" y="525996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126632" y="56100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140451" y="520165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114958" y="55705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086668" y="517335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080143" y="48193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142240" y="50954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136423" y="514327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118346" y="526481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083987" y="554976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948601" y="532238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911239" y="537937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902360" y="55891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979679" y="514493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966754" y="538245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952641" y="516483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970281" y="470887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977783" y="54391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894590" y="526113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903032" y="456738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892856" y="526780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867998" y="53824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929970" y="51418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940245" y="507130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891132" y="493483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872234" y="54817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887623" y="551344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868712" y="571545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928672" y="531209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969236" y="523118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751772" y="527746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710145" y="540445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727365" y="548174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740627" y="551803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764996" y="531904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716940" y="525316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692756" y="54779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708290" y="518617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732746" y="555434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734622" y="540086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732533" y="532453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692348" y="540965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709371" y="536917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676959" y="567473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715052" y="538930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780255" y="540739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683985" y="529083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719829" y="531954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732813" y="568932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749057" y="52842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673071" y="517110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741726" y="519996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718241" y="55077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763287" y="557824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4357475" y="5385782"/>
              <a:ext cx="2394227" cy="4897"/>
            </a:xfrm>
            <a:custGeom>
              <a:avLst/>
              <a:pathLst>
                <a:path w="2394227" h="4897">
                  <a:moveTo>
                    <a:pt x="0" y="0"/>
                  </a:moveTo>
                  <a:lnTo>
                    <a:pt x="153745" y="314"/>
                  </a:lnTo>
                  <a:lnTo>
                    <a:pt x="289358" y="591"/>
                  </a:lnTo>
                  <a:lnTo>
                    <a:pt x="410668" y="839"/>
                  </a:lnTo>
                  <a:lnTo>
                    <a:pt x="520406" y="1064"/>
                  </a:lnTo>
                  <a:lnTo>
                    <a:pt x="620589" y="1269"/>
                  </a:lnTo>
                  <a:lnTo>
                    <a:pt x="712749" y="1457"/>
                  </a:lnTo>
                  <a:lnTo>
                    <a:pt x="798075" y="1632"/>
                  </a:lnTo>
                  <a:lnTo>
                    <a:pt x="877512" y="1794"/>
                  </a:lnTo>
                  <a:lnTo>
                    <a:pt x="951821" y="1946"/>
                  </a:lnTo>
                  <a:lnTo>
                    <a:pt x="1021623" y="2089"/>
                  </a:lnTo>
                  <a:lnTo>
                    <a:pt x="1087434" y="2224"/>
                  </a:lnTo>
                  <a:lnTo>
                    <a:pt x="1149686" y="2351"/>
                  </a:lnTo>
                  <a:lnTo>
                    <a:pt x="1208744" y="2472"/>
                  </a:lnTo>
                  <a:lnTo>
                    <a:pt x="1264920" y="2587"/>
                  </a:lnTo>
                  <a:lnTo>
                    <a:pt x="1318482" y="2696"/>
                  </a:lnTo>
                  <a:lnTo>
                    <a:pt x="1369663" y="2801"/>
                  </a:lnTo>
                  <a:lnTo>
                    <a:pt x="1418665" y="2901"/>
                  </a:lnTo>
                  <a:lnTo>
                    <a:pt x="1465667" y="2997"/>
                  </a:lnTo>
                  <a:lnTo>
                    <a:pt x="1510825" y="3090"/>
                  </a:lnTo>
                  <a:lnTo>
                    <a:pt x="1554278" y="3179"/>
                  </a:lnTo>
                  <a:lnTo>
                    <a:pt x="1596151" y="3264"/>
                  </a:lnTo>
                  <a:lnTo>
                    <a:pt x="1636555" y="3347"/>
                  </a:lnTo>
                  <a:lnTo>
                    <a:pt x="1675588" y="3427"/>
                  </a:lnTo>
                  <a:lnTo>
                    <a:pt x="1713342" y="3504"/>
                  </a:lnTo>
                  <a:lnTo>
                    <a:pt x="1749897" y="3579"/>
                  </a:lnTo>
                  <a:lnTo>
                    <a:pt x="1785326" y="3651"/>
                  </a:lnTo>
                  <a:lnTo>
                    <a:pt x="1819699" y="3722"/>
                  </a:lnTo>
                  <a:lnTo>
                    <a:pt x="1853074" y="3790"/>
                  </a:lnTo>
                  <a:lnTo>
                    <a:pt x="1885510" y="3856"/>
                  </a:lnTo>
                  <a:lnTo>
                    <a:pt x="1917056" y="3921"/>
                  </a:lnTo>
                  <a:lnTo>
                    <a:pt x="1947762" y="3983"/>
                  </a:lnTo>
                  <a:lnTo>
                    <a:pt x="1977669" y="4045"/>
                  </a:lnTo>
                  <a:lnTo>
                    <a:pt x="2006820" y="4104"/>
                  </a:lnTo>
                  <a:lnTo>
                    <a:pt x="2035250" y="4162"/>
                  </a:lnTo>
                  <a:lnTo>
                    <a:pt x="2062996" y="4219"/>
                  </a:lnTo>
                  <a:lnTo>
                    <a:pt x="2090088" y="4275"/>
                  </a:lnTo>
                  <a:lnTo>
                    <a:pt x="2116558" y="4329"/>
                  </a:lnTo>
                  <a:lnTo>
                    <a:pt x="2142433" y="4382"/>
                  </a:lnTo>
                  <a:lnTo>
                    <a:pt x="2167739" y="4433"/>
                  </a:lnTo>
                  <a:lnTo>
                    <a:pt x="2192501" y="4484"/>
                  </a:lnTo>
                  <a:lnTo>
                    <a:pt x="2216741" y="4534"/>
                  </a:lnTo>
                  <a:lnTo>
                    <a:pt x="2240482" y="4582"/>
                  </a:lnTo>
                  <a:lnTo>
                    <a:pt x="2263743" y="4630"/>
                  </a:lnTo>
                  <a:lnTo>
                    <a:pt x="2286543" y="4676"/>
                  </a:lnTo>
                  <a:lnTo>
                    <a:pt x="2308901" y="4722"/>
                  </a:lnTo>
                  <a:lnTo>
                    <a:pt x="2330832" y="4767"/>
                  </a:lnTo>
                  <a:lnTo>
                    <a:pt x="2352354" y="4811"/>
                  </a:lnTo>
                  <a:lnTo>
                    <a:pt x="2373481" y="4854"/>
                  </a:lnTo>
                  <a:lnTo>
                    <a:pt x="2394227" y="4897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4357475" y="5163584"/>
              <a:ext cx="2394227" cy="103737"/>
            </a:xfrm>
            <a:custGeom>
              <a:avLst/>
              <a:pathLst>
                <a:path w="2394227" h="103737">
                  <a:moveTo>
                    <a:pt x="0" y="0"/>
                  </a:moveTo>
                  <a:lnTo>
                    <a:pt x="153745" y="6661"/>
                  </a:lnTo>
                  <a:lnTo>
                    <a:pt x="289358" y="12537"/>
                  </a:lnTo>
                  <a:lnTo>
                    <a:pt x="410668" y="17793"/>
                  </a:lnTo>
                  <a:lnTo>
                    <a:pt x="520406" y="22548"/>
                  </a:lnTo>
                  <a:lnTo>
                    <a:pt x="620589" y="26888"/>
                  </a:lnTo>
                  <a:lnTo>
                    <a:pt x="712749" y="30882"/>
                  </a:lnTo>
                  <a:lnTo>
                    <a:pt x="798075" y="34579"/>
                  </a:lnTo>
                  <a:lnTo>
                    <a:pt x="877512" y="38020"/>
                  </a:lnTo>
                  <a:lnTo>
                    <a:pt x="951821" y="41240"/>
                  </a:lnTo>
                  <a:lnTo>
                    <a:pt x="1021623" y="44264"/>
                  </a:lnTo>
                  <a:lnTo>
                    <a:pt x="1087434" y="47116"/>
                  </a:lnTo>
                  <a:lnTo>
                    <a:pt x="1149686" y="49813"/>
                  </a:lnTo>
                  <a:lnTo>
                    <a:pt x="1208744" y="52372"/>
                  </a:lnTo>
                  <a:lnTo>
                    <a:pt x="1264920" y="54806"/>
                  </a:lnTo>
                  <a:lnTo>
                    <a:pt x="1318482" y="57127"/>
                  </a:lnTo>
                  <a:lnTo>
                    <a:pt x="1369663" y="59344"/>
                  </a:lnTo>
                  <a:lnTo>
                    <a:pt x="1418665" y="61467"/>
                  </a:lnTo>
                  <a:lnTo>
                    <a:pt x="1465667" y="63504"/>
                  </a:lnTo>
                  <a:lnTo>
                    <a:pt x="1510825" y="65461"/>
                  </a:lnTo>
                  <a:lnTo>
                    <a:pt x="1554278" y="67343"/>
                  </a:lnTo>
                  <a:lnTo>
                    <a:pt x="1596151" y="69158"/>
                  </a:lnTo>
                  <a:lnTo>
                    <a:pt x="1636555" y="70908"/>
                  </a:lnTo>
                  <a:lnTo>
                    <a:pt x="1675588" y="72599"/>
                  </a:lnTo>
                  <a:lnTo>
                    <a:pt x="1713342" y="74235"/>
                  </a:lnTo>
                  <a:lnTo>
                    <a:pt x="1749897" y="75819"/>
                  </a:lnTo>
                  <a:lnTo>
                    <a:pt x="1785326" y="77354"/>
                  </a:lnTo>
                  <a:lnTo>
                    <a:pt x="1819699" y="78843"/>
                  </a:lnTo>
                  <a:lnTo>
                    <a:pt x="1853074" y="80290"/>
                  </a:lnTo>
                  <a:lnTo>
                    <a:pt x="1885510" y="81695"/>
                  </a:lnTo>
                  <a:lnTo>
                    <a:pt x="1917056" y="83062"/>
                  </a:lnTo>
                  <a:lnTo>
                    <a:pt x="1947762" y="84392"/>
                  </a:lnTo>
                  <a:lnTo>
                    <a:pt x="1977669" y="85688"/>
                  </a:lnTo>
                  <a:lnTo>
                    <a:pt x="2006820" y="86951"/>
                  </a:lnTo>
                  <a:lnTo>
                    <a:pt x="2035250" y="88183"/>
                  </a:lnTo>
                  <a:lnTo>
                    <a:pt x="2062996" y="89385"/>
                  </a:lnTo>
                  <a:lnTo>
                    <a:pt x="2090088" y="90559"/>
                  </a:lnTo>
                  <a:lnTo>
                    <a:pt x="2116558" y="91706"/>
                  </a:lnTo>
                  <a:lnTo>
                    <a:pt x="2142433" y="92827"/>
                  </a:lnTo>
                  <a:lnTo>
                    <a:pt x="2167739" y="93923"/>
                  </a:lnTo>
                  <a:lnTo>
                    <a:pt x="2192501" y="94996"/>
                  </a:lnTo>
                  <a:lnTo>
                    <a:pt x="2216741" y="96046"/>
                  </a:lnTo>
                  <a:lnTo>
                    <a:pt x="2240482" y="97075"/>
                  </a:lnTo>
                  <a:lnTo>
                    <a:pt x="2263743" y="98083"/>
                  </a:lnTo>
                  <a:lnTo>
                    <a:pt x="2286543" y="99071"/>
                  </a:lnTo>
                  <a:lnTo>
                    <a:pt x="2308901" y="100040"/>
                  </a:lnTo>
                  <a:lnTo>
                    <a:pt x="2330832" y="100990"/>
                  </a:lnTo>
                  <a:lnTo>
                    <a:pt x="2352354" y="101922"/>
                  </a:lnTo>
                  <a:lnTo>
                    <a:pt x="2373481" y="102838"/>
                  </a:lnTo>
                  <a:lnTo>
                    <a:pt x="2394227" y="103737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357475" y="5336810"/>
              <a:ext cx="2394227" cy="125367"/>
            </a:xfrm>
            <a:custGeom>
              <a:avLst/>
              <a:pathLst>
                <a:path w="2394227" h="125367">
                  <a:moveTo>
                    <a:pt x="0" y="0"/>
                  </a:moveTo>
                  <a:lnTo>
                    <a:pt x="153745" y="8050"/>
                  </a:lnTo>
                  <a:lnTo>
                    <a:pt x="289358" y="15151"/>
                  </a:lnTo>
                  <a:lnTo>
                    <a:pt x="410668" y="21503"/>
                  </a:lnTo>
                  <a:lnTo>
                    <a:pt x="520406" y="27249"/>
                  </a:lnTo>
                  <a:lnTo>
                    <a:pt x="620589" y="32495"/>
                  </a:lnTo>
                  <a:lnTo>
                    <a:pt x="712749" y="37321"/>
                  </a:lnTo>
                  <a:lnTo>
                    <a:pt x="798075" y="41789"/>
                  </a:lnTo>
                  <a:lnTo>
                    <a:pt x="877512" y="45948"/>
                  </a:lnTo>
                  <a:lnTo>
                    <a:pt x="951821" y="49839"/>
                  </a:lnTo>
                  <a:lnTo>
                    <a:pt x="1021623" y="53494"/>
                  </a:lnTo>
                  <a:lnTo>
                    <a:pt x="1087434" y="56940"/>
                  </a:lnTo>
                  <a:lnTo>
                    <a:pt x="1149686" y="60200"/>
                  </a:lnTo>
                  <a:lnTo>
                    <a:pt x="1208744" y="63292"/>
                  </a:lnTo>
                  <a:lnTo>
                    <a:pt x="1264920" y="66234"/>
                  </a:lnTo>
                  <a:lnTo>
                    <a:pt x="1318482" y="69038"/>
                  </a:lnTo>
                  <a:lnTo>
                    <a:pt x="1369663" y="71718"/>
                  </a:lnTo>
                  <a:lnTo>
                    <a:pt x="1418665" y="74284"/>
                  </a:lnTo>
                  <a:lnTo>
                    <a:pt x="1465667" y="76745"/>
                  </a:lnTo>
                  <a:lnTo>
                    <a:pt x="1510825" y="79110"/>
                  </a:lnTo>
                  <a:lnTo>
                    <a:pt x="1554278" y="81385"/>
                  </a:lnTo>
                  <a:lnTo>
                    <a:pt x="1596151" y="83578"/>
                  </a:lnTo>
                  <a:lnTo>
                    <a:pt x="1636555" y="85693"/>
                  </a:lnTo>
                  <a:lnTo>
                    <a:pt x="1675588" y="87737"/>
                  </a:lnTo>
                  <a:lnTo>
                    <a:pt x="1713342" y="89714"/>
                  </a:lnTo>
                  <a:lnTo>
                    <a:pt x="1749897" y="91628"/>
                  </a:lnTo>
                  <a:lnTo>
                    <a:pt x="1785326" y="93483"/>
                  </a:lnTo>
                  <a:lnTo>
                    <a:pt x="1819699" y="95283"/>
                  </a:lnTo>
                  <a:lnTo>
                    <a:pt x="1853074" y="97031"/>
                  </a:lnTo>
                  <a:lnTo>
                    <a:pt x="1885510" y="98729"/>
                  </a:lnTo>
                  <a:lnTo>
                    <a:pt x="1917056" y="100381"/>
                  </a:lnTo>
                  <a:lnTo>
                    <a:pt x="1947762" y="101989"/>
                  </a:lnTo>
                  <a:lnTo>
                    <a:pt x="1977669" y="103555"/>
                  </a:lnTo>
                  <a:lnTo>
                    <a:pt x="2006820" y="105081"/>
                  </a:lnTo>
                  <a:lnTo>
                    <a:pt x="2035250" y="106570"/>
                  </a:lnTo>
                  <a:lnTo>
                    <a:pt x="2062996" y="108023"/>
                  </a:lnTo>
                  <a:lnTo>
                    <a:pt x="2090088" y="109441"/>
                  </a:lnTo>
                  <a:lnTo>
                    <a:pt x="2116558" y="110827"/>
                  </a:lnTo>
                  <a:lnTo>
                    <a:pt x="2142433" y="112182"/>
                  </a:lnTo>
                  <a:lnTo>
                    <a:pt x="2167739" y="113507"/>
                  </a:lnTo>
                  <a:lnTo>
                    <a:pt x="2192501" y="114804"/>
                  </a:lnTo>
                  <a:lnTo>
                    <a:pt x="2216741" y="116073"/>
                  </a:lnTo>
                  <a:lnTo>
                    <a:pt x="2240482" y="117316"/>
                  </a:lnTo>
                  <a:lnTo>
                    <a:pt x="2263743" y="118534"/>
                  </a:lnTo>
                  <a:lnTo>
                    <a:pt x="2286543" y="119728"/>
                  </a:lnTo>
                  <a:lnTo>
                    <a:pt x="2308901" y="120899"/>
                  </a:lnTo>
                  <a:lnTo>
                    <a:pt x="2330832" y="122047"/>
                  </a:lnTo>
                  <a:lnTo>
                    <a:pt x="2352354" y="123174"/>
                  </a:lnTo>
                  <a:lnTo>
                    <a:pt x="2373481" y="124281"/>
                  </a:lnTo>
                  <a:lnTo>
                    <a:pt x="2394227" y="125367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357475" y="5499004"/>
              <a:ext cx="2394227" cy="114397"/>
            </a:xfrm>
            <a:custGeom>
              <a:avLst/>
              <a:pathLst>
                <a:path w="2394227" h="114397">
                  <a:moveTo>
                    <a:pt x="0" y="0"/>
                  </a:moveTo>
                  <a:lnTo>
                    <a:pt x="153745" y="7346"/>
                  </a:lnTo>
                  <a:lnTo>
                    <a:pt x="289358" y="13825"/>
                  </a:lnTo>
                  <a:lnTo>
                    <a:pt x="410668" y="19622"/>
                  </a:lnTo>
                  <a:lnTo>
                    <a:pt x="520406" y="24865"/>
                  </a:lnTo>
                  <a:lnTo>
                    <a:pt x="620589" y="29652"/>
                  </a:lnTo>
                  <a:lnTo>
                    <a:pt x="712749" y="34055"/>
                  </a:lnTo>
                  <a:lnTo>
                    <a:pt x="798075" y="38132"/>
                  </a:lnTo>
                  <a:lnTo>
                    <a:pt x="877512" y="41928"/>
                  </a:lnTo>
                  <a:lnTo>
                    <a:pt x="951821" y="45478"/>
                  </a:lnTo>
                  <a:lnTo>
                    <a:pt x="1021623" y="48813"/>
                  </a:lnTo>
                  <a:lnTo>
                    <a:pt x="1087434" y="51958"/>
                  </a:lnTo>
                  <a:lnTo>
                    <a:pt x="1149686" y="54932"/>
                  </a:lnTo>
                  <a:lnTo>
                    <a:pt x="1208744" y="57754"/>
                  </a:lnTo>
                  <a:lnTo>
                    <a:pt x="1264920" y="60438"/>
                  </a:lnTo>
                  <a:lnTo>
                    <a:pt x="1318482" y="62997"/>
                  </a:lnTo>
                  <a:lnTo>
                    <a:pt x="1369663" y="65443"/>
                  </a:lnTo>
                  <a:lnTo>
                    <a:pt x="1418665" y="67784"/>
                  </a:lnTo>
                  <a:lnTo>
                    <a:pt x="1465667" y="70030"/>
                  </a:lnTo>
                  <a:lnTo>
                    <a:pt x="1510825" y="72188"/>
                  </a:lnTo>
                  <a:lnTo>
                    <a:pt x="1554278" y="74264"/>
                  </a:lnTo>
                  <a:lnTo>
                    <a:pt x="1596151" y="76265"/>
                  </a:lnTo>
                  <a:lnTo>
                    <a:pt x="1636555" y="78195"/>
                  </a:lnTo>
                  <a:lnTo>
                    <a:pt x="1675588" y="80060"/>
                  </a:lnTo>
                  <a:lnTo>
                    <a:pt x="1713342" y="81864"/>
                  </a:lnTo>
                  <a:lnTo>
                    <a:pt x="1749897" y="83611"/>
                  </a:lnTo>
                  <a:lnTo>
                    <a:pt x="1785326" y="85304"/>
                  </a:lnTo>
                  <a:lnTo>
                    <a:pt x="1819699" y="86946"/>
                  </a:lnTo>
                  <a:lnTo>
                    <a:pt x="1853074" y="88541"/>
                  </a:lnTo>
                  <a:lnTo>
                    <a:pt x="1885510" y="90090"/>
                  </a:lnTo>
                  <a:lnTo>
                    <a:pt x="1917056" y="91598"/>
                  </a:lnTo>
                  <a:lnTo>
                    <a:pt x="1947762" y="93065"/>
                  </a:lnTo>
                  <a:lnTo>
                    <a:pt x="1977669" y="94494"/>
                  </a:lnTo>
                  <a:lnTo>
                    <a:pt x="2006820" y="95887"/>
                  </a:lnTo>
                  <a:lnTo>
                    <a:pt x="2035250" y="97245"/>
                  </a:lnTo>
                  <a:lnTo>
                    <a:pt x="2062996" y="98571"/>
                  </a:lnTo>
                  <a:lnTo>
                    <a:pt x="2090088" y="99865"/>
                  </a:lnTo>
                  <a:lnTo>
                    <a:pt x="2116558" y="101130"/>
                  </a:lnTo>
                  <a:lnTo>
                    <a:pt x="2142433" y="102366"/>
                  </a:lnTo>
                  <a:lnTo>
                    <a:pt x="2167739" y="103575"/>
                  </a:lnTo>
                  <a:lnTo>
                    <a:pt x="2192501" y="104759"/>
                  </a:lnTo>
                  <a:lnTo>
                    <a:pt x="2216741" y="105917"/>
                  </a:lnTo>
                  <a:lnTo>
                    <a:pt x="2240482" y="107051"/>
                  </a:lnTo>
                  <a:lnTo>
                    <a:pt x="2263743" y="108163"/>
                  </a:lnTo>
                  <a:lnTo>
                    <a:pt x="2286543" y="109252"/>
                  </a:lnTo>
                  <a:lnTo>
                    <a:pt x="2308901" y="110320"/>
                  </a:lnTo>
                  <a:lnTo>
                    <a:pt x="2330832" y="111368"/>
                  </a:lnTo>
                  <a:lnTo>
                    <a:pt x="2352354" y="112397"/>
                  </a:lnTo>
                  <a:lnTo>
                    <a:pt x="2373481" y="113406"/>
                  </a:lnTo>
                  <a:lnTo>
                    <a:pt x="2394227" y="114397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357475" y="5344828"/>
              <a:ext cx="2394227" cy="39359"/>
            </a:xfrm>
            <a:custGeom>
              <a:avLst/>
              <a:pathLst>
                <a:path w="2394227" h="39359">
                  <a:moveTo>
                    <a:pt x="0" y="0"/>
                  </a:moveTo>
                  <a:lnTo>
                    <a:pt x="153745" y="2527"/>
                  </a:lnTo>
                  <a:lnTo>
                    <a:pt x="289358" y="4756"/>
                  </a:lnTo>
                  <a:lnTo>
                    <a:pt x="410668" y="6751"/>
                  </a:lnTo>
                  <a:lnTo>
                    <a:pt x="520406" y="8555"/>
                  </a:lnTo>
                  <a:lnTo>
                    <a:pt x="620589" y="10202"/>
                  </a:lnTo>
                  <a:lnTo>
                    <a:pt x="712749" y="11717"/>
                  </a:lnTo>
                  <a:lnTo>
                    <a:pt x="798075" y="13119"/>
                  </a:lnTo>
                  <a:lnTo>
                    <a:pt x="877512" y="14425"/>
                  </a:lnTo>
                  <a:lnTo>
                    <a:pt x="951821" y="15647"/>
                  </a:lnTo>
                  <a:lnTo>
                    <a:pt x="1021623" y="16794"/>
                  </a:lnTo>
                  <a:lnTo>
                    <a:pt x="1087434" y="17876"/>
                  </a:lnTo>
                  <a:lnTo>
                    <a:pt x="1149686" y="18900"/>
                  </a:lnTo>
                  <a:lnTo>
                    <a:pt x="1208744" y="19870"/>
                  </a:lnTo>
                  <a:lnTo>
                    <a:pt x="1264920" y="20794"/>
                  </a:lnTo>
                  <a:lnTo>
                    <a:pt x="1318482" y="21674"/>
                  </a:lnTo>
                  <a:lnTo>
                    <a:pt x="1369663" y="22516"/>
                  </a:lnTo>
                  <a:lnTo>
                    <a:pt x="1418665" y="23321"/>
                  </a:lnTo>
                  <a:lnTo>
                    <a:pt x="1465667" y="24094"/>
                  </a:lnTo>
                  <a:lnTo>
                    <a:pt x="1510825" y="24836"/>
                  </a:lnTo>
                  <a:lnTo>
                    <a:pt x="1554278" y="25551"/>
                  </a:lnTo>
                  <a:lnTo>
                    <a:pt x="1596151" y="26239"/>
                  </a:lnTo>
                  <a:lnTo>
                    <a:pt x="1636555" y="26903"/>
                  </a:lnTo>
                  <a:lnTo>
                    <a:pt x="1675588" y="27545"/>
                  </a:lnTo>
                  <a:lnTo>
                    <a:pt x="1713342" y="28166"/>
                  </a:lnTo>
                  <a:lnTo>
                    <a:pt x="1749897" y="28767"/>
                  </a:lnTo>
                  <a:lnTo>
                    <a:pt x="1785326" y="29349"/>
                  </a:lnTo>
                  <a:lnTo>
                    <a:pt x="1819699" y="29914"/>
                  </a:lnTo>
                  <a:lnTo>
                    <a:pt x="1853074" y="30463"/>
                  </a:lnTo>
                  <a:lnTo>
                    <a:pt x="1885510" y="30996"/>
                  </a:lnTo>
                  <a:lnTo>
                    <a:pt x="1917056" y="31515"/>
                  </a:lnTo>
                  <a:lnTo>
                    <a:pt x="1947762" y="32019"/>
                  </a:lnTo>
                  <a:lnTo>
                    <a:pt x="1977669" y="32511"/>
                  </a:lnTo>
                  <a:lnTo>
                    <a:pt x="2006820" y="32990"/>
                  </a:lnTo>
                  <a:lnTo>
                    <a:pt x="2035250" y="33458"/>
                  </a:lnTo>
                  <a:lnTo>
                    <a:pt x="2062996" y="33914"/>
                  </a:lnTo>
                  <a:lnTo>
                    <a:pt x="2090088" y="34359"/>
                  </a:lnTo>
                  <a:lnTo>
                    <a:pt x="2116558" y="34794"/>
                  </a:lnTo>
                  <a:lnTo>
                    <a:pt x="2142433" y="35220"/>
                  </a:lnTo>
                  <a:lnTo>
                    <a:pt x="2167739" y="35636"/>
                  </a:lnTo>
                  <a:lnTo>
                    <a:pt x="2192501" y="36043"/>
                  </a:lnTo>
                  <a:lnTo>
                    <a:pt x="2216741" y="36441"/>
                  </a:lnTo>
                  <a:lnTo>
                    <a:pt x="2240482" y="36832"/>
                  </a:lnTo>
                  <a:lnTo>
                    <a:pt x="2263743" y="37214"/>
                  </a:lnTo>
                  <a:lnTo>
                    <a:pt x="2286543" y="37589"/>
                  </a:lnTo>
                  <a:lnTo>
                    <a:pt x="2308901" y="37956"/>
                  </a:lnTo>
                  <a:lnTo>
                    <a:pt x="2330832" y="38317"/>
                  </a:lnTo>
                  <a:lnTo>
                    <a:pt x="2352354" y="38671"/>
                  </a:lnTo>
                  <a:lnTo>
                    <a:pt x="2373481" y="39018"/>
                  </a:lnTo>
                  <a:lnTo>
                    <a:pt x="2394227" y="39359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4357475" y="5264006"/>
              <a:ext cx="2394227" cy="181195"/>
            </a:xfrm>
            <a:custGeom>
              <a:avLst/>
              <a:pathLst>
                <a:path w="2394227" h="181195">
                  <a:moveTo>
                    <a:pt x="0" y="181195"/>
                  </a:moveTo>
                  <a:lnTo>
                    <a:pt x="153745" y="169559"/>
                  </a:lnTo>
                  <a:lnTo>
                    <a:pt x="289358" y="159296"/>
                  </a:lnTo>
                  <a:lnTo>
                    <a:pt x="410668" y="150115"/>
                  </a:lnTo>
                  <a:lnTo>
                    <a:pt x="520406" y="141810"/>
                  </a:lnTo>
                  <a:lnTo>
                    <a:pt x="620589" y="134228"/>
                  </a:lnTo>
                  <a:lnTo>
                    <a:pt x="712749" y="127254"/>
                  </a:lnTo>
                  <a:lnTo>
                    <a:pt x="798075" y="120796"/>
                  </a:lnTo>
                  <a:lnTo>
                    <a:pt x="877512" y="114784"/>
                  </a:lnTo>
                  <a:lnTo>
                    <a:pt x="951821" y="109161"/>
                  </a:lnTo>
                  <a:lnTo>
                    <a:pt x="1021623" y="103878"/>
                  </a:lnTo>
                  <a:lnTo>
                    <a:pt x="1087434" y="98898"/>
                  </a:lnTo>
                  <a:lnTo>
                    <a:pt x="1149686" y="94186"/>
                  </a:lnTo>
                  <a:lnTo>
                    <a:pt x="1208744" y="89717"/>
                  </a:lnTo>
                  <a:lnTo>
                    <a:pt x="1264920" y="85465"/>
                  </a:lnTo>
                  <a:lnTo>
                    <a:pt x="1318482" y="81412"/>
                  </a:lnTo>
                  <a:lnTo>
                    <a:pt x="1369663" y="77538"/>
                  </a:lnTo>
                  <a:lnTo>
                    <a:pt x="1418665" y="73830"/>
                  </a:lnTo>
                  <a:lnTo>
                    <a:pt x="1465667" y="70273"/>
                  </a:lnTo>
                  <a:lnTo>
                    <a:pt x="1510825" y="66855"/>
                  </a:lnTo>
                  <a:lnTo>
                    <a:pt x="1554278" y="63567"/>
                  </a:lnTo>
                  <a:lnTo>
                    <a:pt x="1596151" y="60398"/>
                  </a:lnTo>
                  <a:lnTo>
                    <a:pt x="1636555" y="57340"/>
                  </a:lnTo>
                  <a:lnTo>
                    <a:pt x="1675588" y="54386"/>
                  </a:lnTo>
                  <a:lnTo>
                    <a:pt x="1713342" y="51529"/>
                  </a:lnTo>
                  <a:lnTo>
                    <a:pt x="1749897" y="48762"/>
                  </a:lnTo>
                  <a:lnTo>
                    <a:pt x="1785326" y="46081"/>
                  </a:lnTo>
                  <a:lnTo>
                    <a:pt x="1819699" y="43480"/>
                  </a:lnTo>
                  <a:lnTo>
                    <a:pt x="1853074" y="40954"/>
                  </a:lnTo>
                  <a:lnTo>
                    <a:pt x="1885510" y="38499"/>
                  </a:lnTo>
                  <a:lnTo>
                    <a:pt x="1917056" y="36112"/>
                  </a:lnTo>
                  <a:lnTo>
                    <a:pt x="1947762" y="33788"/>
                  </a:lnTo>
                  <a:lnTo>
                    <a:pt x="1977669" y="31525"/>
                  </a:lnTo>
                  <a:lnTo>
                    <a:pt x="2006820" y="29318"/>
                  </a:lnTo>
                  <a:lnTo>
                    <a:pt x="2035250" y="27167"/>
                  </a:lnTo>
                  <a:lnTo>
                    <a:pt x="2062996" y="25067"/>
                  </a:lnTo>
                  <a:lnTo>
                    <a:pt x="2090088" y="23017"/>
                  </a:lnTo>
                  <a:lnTo>
                    <a:pt x="2116558" y="21013"/>
                  </a:lnTo>
                  <a:lnTo>
                    <a:pt x="2142433" y="19055"/>
                  </a:lnTo>
                  <a:lnTo>
                    <a:pt x="2167739" y="17140"/>
                  </a:lnTo>
                  <a:lnTo>
                    <a:pt x="2192501" y="15266"/>
                  </a:lnTo>
                  <a:lnTo>
                    <a:pt x="2216741" y="13432"/>
                  </a:lnTo>
                  <a:lnTo>
                    <a:pt x="2240482" y="11635"/>
                  </a:lnTo>
                  <a:lnTo>
                    <a:pt x="2263743" y="9875"/>
                  </a:lnTo>
                  <a:lnTo>
                    <a:pt x="2286543" y="8149"/>
                  </a:lnTo>
                  <a:lnTo>
                    <a:pt x="2308901" y="6457"/>
                  </a:lnTo>
                  <a:lnTo>
                    <a:pt x="2330832" y="4797"/>
                  </a:lnTo>
                  <a:lnTo>
                    <a:pt x="2352354" y="3168"/>
                  </a:lnTo>
                  <a:lnTo>
                    <a:pt x="2373481" y="1570"/>
                  </a:lnTo>
                  <a:lnTo>
                    <a:pt x="2394227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357475" y="5004554"/>
              <a:ext cx="2394227" cy="220274"/>
            </a:xfrm>
            <a:custGeom>
              <a:avLst/>
              <a:pathLst>
                <a:path w="2394227" h="220274">
                  <a:moveTo>
                    <a:pt x="0" y="0"/>
                  </a:moveTo>
                  <a:lnTo>
                    <a:pt x="153745" y="14144"/>
                  </a:lnTo>
                  <a:lnTo>
                    <a:pt x="289358" y="26621"/>
                  </a:lnTo>
                  <a:lnTo>
                    <a:pt x="410668" y="37782"/>
                  </a:lnTo>
                  <a:lnTo>
                    <a:pt x="520406" y="47878"/>
                  </a:lnTo>
                  <a:lnTo>
                    <a:pt x="620589" y="57095"/>
                  </a:lnTo>
                  <a:lnTo>
                    <a:pt x="712749" y="65574"/>
                  </a:lnTo>
                  <a:lnTo>
                    <a:pt x="798075" y="73424"/>
                  </a:lnTo>
                  <a:lnTo>
                    <a:pt x="877512" y="80733"/>
                  </a:lnTo>
                  <a:lnTo>
                    <a:pt x="951821" y="87569"/>
                  </a:lnTo>
                  <a:lnTo>
                    <a:pt x="1021623" y="93991"/>
                  </a:lnTo>
                  <a:lnTo>
                    <a:pt x="1087434" y="100046"/>
                  </a:lnTo>
                  <a:lnTo>
                    <a:pt x="1149686" y="105773"/>
                  </a:lnTo>
                  <a:lnTo>
                    <a:pt x="1208744" y="111207"/>
                  </a:lnTo>
                  <a:lnTo>
                    <a:pt x="1264920" y="116375"/>
                  </a:lnTo>
                  <a:lnTo>
                    <a:pt x="1318482" y="121303"/>
                  </a:lnTo>
                  <a:lnTo>
                    <a:pt x="1369663" y="126012"/>
                  </a:lnTo>
                  <a:lnTo>
                    <a:pt x="1418665" y="130520"/>
                  </a:lnTo>
                  <a:lnTo>
                    <a:pt x="1465667" y="134844"/>
                  </a:lnTo>
                  <a:lnTo>
                    <a:pt x="1510825" y="138999"/>
                  </a:lnTo>
                  <a:lnTo>
                    <a:pt x="1554278" y="142997"/>
                  </a:lnTo>
                  <a:lnTo>
                    <a:pt x="1596151" y="146849"/>
                  </a:lnTo>
                  <a:lnTo>
                    <a:pt x="1636555" y="150566"/>
                  </a:lnTo>
                  <a:lnTo>
                    <a:pt x="1675588" y="154158"/>
                  </a:lnTo>
                  <a:lnTo>
                    <a:pt x="1713342" y="157631"/>
                  </a:lnTo>
                  <a:lnTo>
                    <a:pt x="1749897" y="160994"/>
                  </a:lnTo>
                  <a:lnTo>
                    <a:pt x="1785326" y="164254"/>
                  </a:lnTo>
                  <a:lnTo>
                    <a:pt x="1819699" y="167416"/>
                  </a:lnTo>
                  <a:lnTo>
                    <a:pt x="1853074" y="170487"/>
                  </a:lnTo>
                  <a:lnTo>
                    <a:pt x="1885510" y="173471"/>
                  </a:lnTo>
                  <a:lnTo>
                    <a:pt x="1917056" y="176373"/>
                  </a:lnTo>
                  <a:lnTo>
                    <a:pt x="1947762" y="179198"/>
                  </a:lnTo>
                  <a:lnTo>
                    <a:pt x="1977669" y="181950"/>
                  </a:lnTo>
                  <a:lnTo>
                    <a:pt x="2006820" y="184632"/>
                  </a:lnTo>
                  <a:lnTo>
                    <a:pt x="2035250" y="187247"/>
                  </a:lnTo>
                  <a:lnTo>
                    <a:pt x="2062996" y="189800"/>
                  </a:lnTo>
                  <a:lnTo>
                    <a:pt x="2090088" y="192292"/>
                  </a:lnTo>
                  <a:lnTo>
                    <a:pt x="2116558" y="194728"/>
                  </a:lnTo>
                  <a:lnTo>
                    <a:pt x="2142433" y="197108"/>
                  </a:lnTo>
                  <a:lnTo>
                    <a:pt x="2167739" y="199436"/>
                  </a:lnTo>
                  <a:lnTo>
                    <a:pt x="2192501" y="201715"/>
                  </a:lnTo>
                  <a:lnTo>
                    <a:pt x="2216741" y="203945"/>
                  </a:lnTo>
                  <a:lnTo>
                    <a:pt x="2240482" y="206129"/>
                  </a:lnTo>
                  <a:lnTo>
                    <a:pt x="2263743" y="208269"/>
                  </a:lnTo>
                  <a:lnTo>
                    <a:pt x="2286543" y="210367"/>
                  </a:lnTo>
                  <a:lnTo>
                    <a:pt x="2308901" y="212424"/>
                  </a:lnTo>
                  <a:lnTo>
                    <a:pt x="2330832" y="214441"/>
                  </a:lnTo>
                  <a:lnTo>
                    <a:pt x="2352354" y="216422"/>
                  </a:lnTo>
                  <a:lnTo>
                    <a:pt x="2373481" y="218365"/>
                  </a:lnTo>
                  <a:lnTo>
                    <a:pt x="2394227" y="22027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357475" y="5564393"/>
              <a:ext cx="2394227" cy="45277"/>
            </a:xfrm>
            <a:custGeom>
              <a:avLst/>
              <a:pathLst>
                <a:path w="2394227" h="45277">
                  <a:moveTo>
                    <a:pt x="0" y="45277"/>
                  </a:moveTo>
                  <a:lnTo>
                    <a:pt x="153745" y="42370"/>
                  </a:lnTo>
                  <a:lnTo>
                    <a:pt x="289358" y="39805"/>
                  </a:lnTo>
                  <a:lnTo>
                    <a:pt x="410668" y="37511"/>
                  </a:lnTo>
                  <a:lnTo>
                    <a:pt x="520406" y="35436"/>
                  </a:lnTo>
                  <a:lnTo>
                    <a:pt x="620589" y="33541"/>
                  </a:lnTo>
                  <a:lnTo>
                    <a:pt x="712749" y="31798"/>
                  </a:lnTo>
                  <a:lnTo>
                    <a:pt x="798075" y="30185"/>
                  </a:lnTo>
                  <a:lnTo>
                    <a:pt x="877512" y="28682"/>
                  </a:lnTo>
                  <a:lnTo>
                    <a:pt x="951821" y="27277"/>
                  </a:lnTo>
                  <a:lnTo>
                    <a:pt x="1021623" y="25957"/>
                  </a:lnTo>
                  <a:lnTo>
                    <a:pt x="1087434" y="24713"/>
                  </a:lnTo>
                  <a:lnTo>
                    <a:pt x="1149686" y="23535"/>
                  </a:lnTo>
                  <a:lnTo>
                    <a:pt x="1208744" y="22418"/>
                  </a:lnTo>
                  <a:lnTo>
                    <a:pt x="1264920" y="21356"/>
                  </a:lnTo>
                  <a:lnTo>
                    <a:pt x="1318482" y="20343"/>
                  </a:lnTo>
                  <a:lnTo>
                    <a:pt x="1369663" y="19375"/>
                  </a:lnTo>
                  <a:lnTo>
                    <a:pt x="1418665" y="18449"/>
                  </a:lnTo>
                  <a:lnTo>
                    <a:pt x="1465667" y="17560"/>
                  </a:lnTo>
                  <a:lnTo>
                    <a:pt x="1510825" y="16706"/>
                  </a:lnTo>
                  <a:lnTo>
                    <a:pt x="1554278" y="15884"/>
                  </a:lnTo>
                  <a:lnTo>
                    <a:pt x="1596151" y="15092"/>
                  </a:lnTo>
                  <a:lnTo>
                    <a:pt x="1636555" y="14328"/>
                  </a:lnTo>
                  <a:lnTo>
                    <a:pt x="1675588" y="13590"/>
                  </a:lnTo>
                  <a:lnTo>
                    <a:pt x="1713342" y="12876"/>
                  </a:lnTo>
                  <a:lnTo>
                    <a:pt x="1749897" y="12185"/>
                  </a:lnTo>
                  <a:lnTo>
                    <a:pt x="1785326" y="11515"/>
                  </a:lnTo>
                  <a:lnTo>
                    <a:pt x="1819699" y="10865"/>
                  </a:lnTo>
                  <a:lnTo>
                    <a:pt x="1853074" y="10233"/>
                  </a:lnTo>
                  <a:lnTo>
                    <a:pt x="1885510" y="9620"/>
                  </a:lnTo>
                  <a:lnTo>
                    <a:pt x="1917056" y="9023"/>
                  </a:lnTo>
                  <a:lnTo>
                    <a:pt x="1947762" y="8443"/>
                  </a:lnTo>
                  <a:lnTo>
                    <a:pt x="1977669" y="7877"/>
                  </a:lnTo>
                  <a:lnTo>
                    <a:pt x="2006820" y="7326"/>
                  </a:lnTo>
                  <a:lnTo>
                    <a:pt x="2035250" y="6788"/>
                  </a:lnTo>
                  <a:lnTo>
                    <a:pt x="2062996" y="6263"/>
                  </a:lnTo>
                  <a:lnTo>
                    <a:pt x="2090088" y="5751"/>
                  </a:lnTo>
                  <a:lnTo>
                    <a:pt x="2116558" y="5251"/>
                  </a:lnTo>
                  <a:lnTo>
                    <a:pt x="2142433" y="4761"/>
                  </a:lnTo>
                  <a:lnTo>
                    <a:pt x="2167739" y="4283"/>
                  </a:lnTo>
                  <a:lnTo>
                    <a:pt x="2192501" y="3814"/>
                  </a:lnTo>
                  <a:lnTo>
                    <a:pt x="2216741" y="3356"/>
                  </a:lnTo>
                  <a:lnTo>
                    <a:pt x="2240482" y="2907"/>
                  </a:lnTo>
                  <a:lnTo>
                    <a:pt x="2263743" y="2467"/>
                  </a:lnTo>
                  <a:lnTo>
                    <a:pt x="2286543" y="2036"/>
                  </a:lnTo>
                  <a:lnTo>
                    <a:pt x="2308901" y="1613"/>
                  </a:lnTo>
                  <a:lnTo>
                    <a:pt x="2330832" y="1198"/>
                  </a:lnTo>
                  <a:lnTo>
                    <a:pt x="2352354" y="791"/>
                  </a:lnTo>
                  <a:lnTo>
                    <a:pt x="2373481" y="392"/>
                  </a:lnTo>
                  <a:lnTo>
                    <a:pt x="2394227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357475" y="5259224"/>
              <a:ext cx="2394227" cy="321945"/>
            </a:xfrm>
            <a:custGeom>
              <a:avLst/>
              <a:pathLst>
                <a:path w="2394227" h="321945">
                  <a:moveTo>
                    <a:pt x="0" y="321945"/>
                  </a:moveTo>
                  <a:lnTo>
                    <a:pt x="153745" y="301271"/>
                  </a:lnTo>
                  <a:lnTo>
                    <a:pt x="289358" y="283036"/>
                  </a:lnTo>
                  <a:lnTo>
                    <a:pt x="410668" y="266723"/>
                  </a:lnTo>
                  <a:lnTo>
                    <a:pt x="520406" y="251967"/>
                  </a:lnTo>
                  <a:lnTo>
                    <a:pt x="620589" y="238496"/>
                  </a:lnTo>
                  <a:lnTo>
                    <a:pt x="712749" y="226103"/>
                  </a:lnTo>
                  <a:lnTo>
                    <a:pt x="798075" y="214630"/>
                  </a:lnTo>
                  <a:lnTo>
                    <a:pt x="877512" y="203948"/>
                  </a:lnTo>
                  <a:lnTo>
                    <a:pt x="951821" y="193956"/>
                  </a:lnTo>
                  <a:lnTo>
                    <a:pt x="1021623" y="184570"/>
                  </a:lnTo>
                  <a:lnTo>
                    <a:pt x="1087434" y="175720"/>
                  </a:lnTo>
                  <a:lnTo>
                    <a:pt x="1149686" y="167350"/>
                  </a:lnTo>
                  <a:lnTo>
                    <a:pt x="1208744" y="159408"/>
                  </a:lnTo>
                  <a:lnTo>
                    <a:pt x="1264920" y="151854"/>
                  </a:lnTo>
                  <a:lnTo>
                    <a:pt x="1318482" y="144652"/>
                  </a:lnTo>
                  <a:lnTo>
                    <a:pt x="1369663" y="137770"/>
                  </a:lnTo>
                  <a:lnTo>
                    <a:pt x="1418665" y="131181"/>
                  </a:lnTo>
                  <a:lnTo>
                    <a:pt x="1465667" y="124860"/>
                  </a:lnTo>
                  <a:lnTo>
                    <a:pt x="1510825" y="118788"/>
                  </a:lnTo>
                  <a:lnTo>
                    <a:pt x="1554278" y="112945"/>
                  </a:lnTo>
                  <a:lnTo>
                    <a:pt x="1596151" y="107315"/>
                  </a:lnTo>
                  <a:lnTo>
                    <a:pt x="1636555" y="101882"/>
                  </a:lnTo>
                  <a:lnTo>
                    <a:pt x="1675588" y="96633"/>
                  </a:lnTo>
                  <a:lnTo>
                    <a:pt x="1713342" y="91556"/>
                  </a:lnTo>
                  <a:lnTo>
                    <a:pt x="1749897" y="86641"/>
                  </a:lnTo>
                  <a:lnTo>
                    <a:pt x="1785326" y="81877"/>
                  </a:lnTo>
                  <a:lnTo>
                    <a:pt x="1819699" y="77255"/>
                  </a:lnTo>
                  <a:lnTo>
                    <a:pt x="1853074" y="72767"/>
                  </a:lnTo>
                  <a:lnTo>
                    <a:pt x="1885510" y="68405"/>
                  </a:lnTo>
                  <a:lnTo>
                    <a:pt x="1917056" y="64163"/>
                  </a:lnTo>
                  <a:lnTo>
                    <a:pt x="1947762" y="60035"/>
                  </a:lnTo>
                  <a:lnTo>
                    <a:pt x="1977669" y="56013"/>
                  </a:lnTo>
                  <a:lnTo>
                    <a:pt x="2006820" y="52093"/>
                  </a:lnTo>
                  <a:lnTo>
                    <a:pt x="2035250" y="48270"/>
                  </a:lnTo>
                  <a:lnTo>
                    <a:pt x="2062996" y="44539"/>
                  </a:lnTo>
                  <a:lnTo>
                    <a:pt x="2090088" y="40896"/>
                  </a:lnTo>
                  <a:lnTo>
                    <a:pt x="2116558" y="37337"/>
                  </a:lnTo>
                  <a:lnTo>
                    <a:pt x="2142433" y="33858"/>
                  </a:lnTo>
                  <a:lnTo>
                    <a:pt x="2167739" y="30455"/>
                  </a:lnTo>
                  <a:lnTo>
                    <a:pt x="2192501" y="27125"/>
                  </a:lnTo>
                  <a:lnTo>
                    <a:pt x="2216741" y="23866"/>
                  </a:lnTo>
                  <a:lnTo>
                    <a:pt x="2240482" y="20673"/>
                  </a:lnTo>
                  <a:lnTo>
                    <a:pt x="2263743" y="17545"/>
                  </a:lnTo>
                  <a:lnTo>
                    <a:pt x="2286543" y="14479"/>
                  </a:lnTo>
                  <a:lnTo>
                    <a:pt x="2308901" y="11473"/>
                  </a:lnTo>
                  <a:lnTo>
                    <a:pt x="2330832" y="8524"/>
                  </a:lnTo>
                  <a:lnTo>
                    <a:pt x="2352354" y="5630"/>
                  </a:lnTo>
                  <a:lnTo>
                    <a:pt x="2373481" y="2789"/>
                  </a:lnTo>
                  <a:lnTo>
                    <a:pt x="2394227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357475" y="5269378"/>
              <a:ext cx="2394227" cy="212269"/>
            </a:xfrm>
            <a:custGeom>
              <a:avLst/>
              <a:pathLst>
                <a:path w="2394227" h="212269">
                  <a:moveTo>
                    <a:pt x="0" y="0"/>
                  </a:moveTo>
                  <a:lnTo>
                    <a:pt x="153745" y="13630"/>
                  </a:lnTo>
                  <a:lnTo>
                    <a:pt x="289358" y="25654"/>
                  </a:lnTo>
                  <a:lnTo>
                    <a:pt x="410668" y="36409"/>
                  </a:lnTo>
                  <a:lnTo>
                    <a:pt x="520406" y="46138"/>
                  </a:lnTo>
                  <a:lnTo>
                    <a:pt x="620589" y="55020"/>
                  </a:lnTo>
                  <a:lnTo>
                    <a:pt x="712749" y="63191"/>
                  </a:lnTo>
                  <a:lnTo>
                    <a:pt x="798075" y="70756"/>
                  </a:lnTo>
                  <a:lnTo>
                    <a:pt x="877512" y="77799"/>
                  </a:lnTo>
                  <a:lnTo>
                    <a:pt x="951821" y="84387"/>
                  </a:lnTo>
                  <a:lnTo>
                    <a:pt x="1021623" y="90576"/>
                  </a:lnTo>
                  <a:lnTo>
                    <a:pt x="1087434" y="96410"/>
                  </a:lnTo>
                  <a:lnTo>
                    <a:pt x="1149686" y="101930"/>
                  </a:lnTo>
                  <a:lnTo>
                    <a:pt x="1208744" y="107166"/>
                  </a:lnTo>
                  <a:lnTo>
                    <a:pt x="1264920" y="112146"/>
                  </a:lnTo>
                  <a:lnTo>
                    <a:pt x="1318482" y="116895"/>
                  </a:lnTo>
                  <a:lnTo>
                    <a:pt x="1369663" y="121432"/>
                  </a:lnTo>
                  <a:lnTo>
                    <a:pt x="1418665" y="125777"/>
                  </a:lnTo>
                  <a:lnTo>
                    <a:pt x="1465667" y="129944"/>
                  </a:lnTo>
                  <a:lnTo>
                    <a:pt x="1510825" y="133948"/>
                  </a:lnTo>
                  <a:lnTo>
                    <a:pt x="1554278" y="137800"/>
                  </a:lnTo>
                  <a:lnTo>
                    <a:pt x="1596151" y="141513"/>
                  </a:lnTo>
                  <a:lnTo>
                    <a:pt x="1636555" y="145095"/>
                  </a:lnTo>
                  <a:lnTo>
                    <a:pt x="1675588" y="148555"/>
                  </a:lnTo>
                  <a:lnTo>
                    <a:pt x="1713342" y="151903"/>
                  </a:lnTo>
                  <a:lnTo>
                    <a:pt x="1749897" y="155144"/>
                  </a:lnTo>
                  <a:lnTo>
                    <a:pt x="1785326" y="158285"/>
                  </a:lnTo>
                  <a:lnTo>
                    <a:pt x="1819699" y="161332"/>
                  </a:lnTo>
                  <a:lnTo>
                    <a:pt x="1853074" y="164291"/>
                  </a:lnTo>
                  <a:lnTo>
                    <a:pt x="1885510" y="167167"/>
                  </a:lnTo>
                  <a:lnTo>
                    <a:pt x="1917056" y="169964"/>
                  </a:lnTo>
                  <a:lnTo>
                    <a:pt x="1947762" y="172686"/>
                  </a:lnTo>
                  <a:lnTo>
                    <a:pt x="1977669" y="175338"/>
                  </a:lnTo>
                  <a:lnTo>
                    <a:pt x="2006820" y="177922"/>
                  </a:lnTo>
                  <a:lnTo>
                    <a:pt x="2035250" y="180443"/>
                  </a:lnTo>
                  <a:lnTo>
                    <a:pt x="2062996" y="182903"/>
                  </a:lnTo>
                  <a:lnTo>
                    <a:pt x="2090088" y="185305"/>
                  </a:lnTo>
                  <a:lnTo>
                    <a:pt x="2116558" y="187651"/>
                  </a:lnTo>
                  <a:lnTo>
                    <a:pt x="2142433" y="189945"/>
                  </a:lnTo>
                  <a:lnTo>
                    <a:pt x="2167739" y="192189"/>
                  </a:lnTo>
                  <a:lnTo>
                    <a:pt x="2192501" y="194384"/>
                  </a:lnTo>
                  <a:lnTo>
                    <a:pt x="2216741" y="196534"/>
                  </a:lnTo>
                  <a:lnTo>
                    <a:pt x="2240482" y="198638"/>
                  </a:lnTo>
                  <a:lnTo>
                    <a:pt x="2263743" y="200701"/>
                  </a:lnTo>
                  <a:lnTo>
                    <a:pt x="2286543" y="202722"/>
                  </a:lnTo>
                  <a:lnTo>
                    <a:pt x="2308901" y="204704"/>
                  </a:lnTo>
                  <a:lnTo>
                    <a:pt x="2330832" y="206649"/>
                  </a:lnTo>
                  <a:lnTo>
                    <a:pt x="2352354" y="208557"/>
                  </a:lnTo>
                  <a:lnTo>
                    <a:pt x="2373481" y="210430"/>
                  </a:lnTo>
                  <a:lnTo>
                    <a:pt x="2394227" y="212269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0" name="rc589"/>
            <p:cNvSpPr/>
            <p:nvPr/>
          </p:nvSpPr>
          <p:spPr>
            <a:xfrm>
              <a:off x="4186450" y="4530063"/>
              <a:ext cx="2746729" cy="1438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186450" y="4530063"/>
              <a:ext cx="0" cy="1438638"/>
            </a:xfrm>
            <a:custGeom>
              <a:avLst/>
              <a:pathLst>
                <a:path w="0" h="1438638">
                  <a:moveTo>
                    <a:pt x="0" y="1438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4157982" y="58816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157982" y="55952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157982" y="53087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4157982" y="50222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4157982" y="47357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4186450" y="5968701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7"/>
            <p:cNvSpPr/>
            <p:nvPr/>
          </p:nvSpPr>
          <p:spPr>
            <a:xfrm>
              <a:off x="4357475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8"/>
            <p:cNvSpPr/>
            <p:nvPr/>
          </p:nvSpPr>
          <p:spPr>
            <a:xfrm>
              <a:off x="5155551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599"/>
            <p:cNvSpPr/>
            <p:nvPr/>
          </p:nvSpPr>
          <p:spPr>
            <a:xfrm>
              <a:off x="5953627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0"/>
            <p:cNvSpPr/>
            <p:nvPr/>
          </p:nvSpPr>
          <p:spPr>
            <a:xfrm>
              <a:off x="6751703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tx601"/>
            <p:cNvSpPr/>
            <p:nvPr/>
          </p:nvSpPr>
          <p:spPr>
            <a:xfrm>
              <a:off x="4329220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03" name="tx602"/>
            <p:cNvSpPr/>
            <p:nvPr/>
          </p:nvSpPr>
          <p:spPr>
            <a:xfrm>
              <a:off x="5127296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4" name="tx603"/>
            <p:cNvSpPr/>
            <p:nvPr/>
          </p:nvSpPr>
          <p:spPr>
            <a:xfrm>
              <a:off x="5925372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5" name="tx604"/>
            <p:cNvSpPr/>
            <p:nvPr/>
          </p:nvSpPr>
          <p:spPr>
            <a:xfrm>
              <a:off x="6723448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06" name="tx605"/>
            <p:cNvSpPr/>
            <p:nvPr/>
          </p:nvSpPr>
          <p:spPr>
            <a:xfrm>
              <a:off x="5298753" y="6177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07" name="tx606"/>
            <p:cNvSpPr/>
            <p:nvPr/>
          </p:nvSpPr>
          <p:spPr>
            <a:xfrm>
              <a:off x="4186450" y="4353523"/>
              <a:ext cx="85404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8" name="rc607"/>
            <p:cNvSpPr/>
            <p:nvPr/>
          </p:nvSpPr>
          <p:spPr>
            <a:xfrm>
              <a:off x="3040122" y="6402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tx608"/>
            <p:cNvSpPr/>
            <p:nvPr/>
          </p:nvSpPr>
          <p:spPr>
            <a:xfrm>
              <a:off x="3905579" y="6414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10" name="rc609"/>
            <p:cNvSpPr/>
            <p:nvPr/>
          </p:nvSpPr>
          <p:spPr>
            <a:xfrm>
              <a:off x="3040122" y="6566853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3102049" y="662878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l611"/>
            <p:cNvSpPr/>
            <p:nvPr/>
          </p:nvSpPr>
          <p:spPr>
            <a:xfrm>
              <a:off x="3058122" y="6656853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rc612"/>
            <p:cNvSpPr/>
            <p:nvPr/>
          </p:nvSpPr>
          <p:spPr>
            <a:xfrm>
              <a:off x="3040122" y="68037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3102049" y="686571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l614"/>
            <p:cNvSpPr/>
            <p:nvPr/>
          </p:nvSpPr>
          <p:spPr>
            <a:xfrm>
              <a:off x="3058122" y="6893789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3492003" y="6566853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3553930" y="662878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l617"/>
            <p:cNvSpPr/>
            <p:nvPr/>
          </p:nvSpPr>
          <p:spPr>
            <a:xfrm>
              <a:off x="3510003" y="6656853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rc618"/>
            <p:cNvSpPr/>
            <p:nvPr/>
          </p:nvSpPr>
          <p:spPr>
            <a:xfrm>
              <a:off x="3492003" y="68037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3553930" y="686571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l620"/>
            <p:cNvSpPr/>
            <p:nvPr/>
          </p:nvSpPr>
          <p:spPr>
            <a:xfrm>
              <a:off x="3510003" y="6893789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rc621"/>
            <p:cNvSpPr/>
            <p:nvPr/>
          </p:nvSpPr>
          <p:spPr>
            <a:xfrm>
              <a:off x="3938215" y="6566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000142" y="662878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l623"/>
            <p:cNvSpPr/>
            <p:nvPr/>
          </p:nvSpPr>
          <p:spPr>
            <a:xfrm>
              <a:off x="3956215" y="6656853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rc624"/>
            <p:cNvSpPr/>
            <p:nvPr/>
          </p:nvSpPr>
          <p:spPr>
            <a:xfrm>
              <a:off x="3938215" y="68037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000142" y="686571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l626"/>
            <p:cNvSpPr/>
            <p:nvPr/>
          </p:nvSpPr>
          <p:spPr>
            <a:xfrm>
              <a:off x="3956215" y="6893789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rc627"/>
            <p:cNvSpPr/>
            <p:nvPr/>
          </p:nvSpPr>
          <p:spPr>
            <a:xfrm>
              <a:off x="4373180" y="6566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435107" y="662878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l629"/>
            <p:cNvSpPr/>
            <p:nvPr/>
          </p:nvSpPr>
          <p:spPr>
            <a:xfrm>
              <a:off x="4391180" y="6656853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rc630"/>
            <p:cNvSpPr/>
            <p:nvPr/>
          </p:nvSpPr>
          <p:spPr>
            <a:xfrm>
              <a:off x="4373180" y="68037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4435107" y="68657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l632"/>
            <p:cNvSpPr/>
            <p:nvPr/>
          </p:nvSpPr>
          <p:spPr>
            <a:xfrm>
              <a:off x="4391180" y="6893789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rc633"/>
            <p:cNvSpPr/>
            <p:nvPr/>
          </p:nvSpPr>
          <p:spPr>
            <a:xfrm>
              <a:off x="4819392" y="6566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881319" y="662878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l635"/>
            <p:cNvSpPr/>
            <p:nvPr/>
          </p:nvSpPr>
          <p:spPr>
            <a:xfrm>
              <a:off x="4837392" y="6656853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rc636"/>
            <p:cNvSpPr/>
            <p:nvPr/>
          </p:nvSpPr>
          <p:spPr>
            <a:xfrm>
              <a:off x="4819392" y="68037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4881319" y="686571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l638"/>
            <p:cNvSpPr/>
            <p:nvPr/>
          </p:nvSpPr>
          <p:spPr>
            <a:xfrm>
              <a:off x="4837392" y="6893789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tx639"/>
            <p:cNvSpPr/>
            <p:nvPr/>
          </p:nvSpPr>
          <p:spPr>
            <a:xfrm>
              <a:off x="3277058" y="6620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41" name="tx640"/>
            <p:cNvSpPr/>
            <p:nvPr/>
          </p:nvSpPr>
          <p:spPr>
            <a:xfrm>
              <a:off x="3277058" y="6857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42" name="tx641"/>
            <p:cNvSpPr/>
            <p:nvPr/>
          </p:nvSpPr>
          <p:spPr>
            <a:xfrm>
              <a:off x="3728939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43" name="tx642"/>
            <p:cNvSpPr/>
            <p:nvPr/>
          </p:nvSpPr>
          <p:spPr>
            <a:xfrm>
              <a:off x="3728939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44" name="tx643"/>
            <p:cNvSpPr/>
            <p:nvPr/>
          </p:nvSpPr>
          <p:spPr>
            <a:xfrm>
              <a:off x="4175151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45" name="tx644"/>
            <p:cNvSpPr/>
            <p:nvPr/>
          </p:nvSpPr>
          <p:spPr>
            <a:xfrm>
              <a:off x="4175151" y="6857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46" name="tx645"/>
            <p:cNvSpPr/>
            <p:nvPr/>
          </p:nvSpPr>
          <p:spPr>
            <a:xfrm>
              <a:off x="4610116" y="6620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47" name="tx646"/>
            <p:cNvSpPr/>
            <p:nvPr/>
          </p:nvSpPr>
          <p:spPr>
            <a:xfrm>
              <a:off x="4610116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48" name="tx647"/>
            <p:cNvSpPr/>
            <p:nvPr/>
          </p:nvSpPr>
          <p:spPr>
            <a:xfrm>
              <a:off x="5056328" y="6620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49" name="tx648"/>
            <p:cNvSpPr/>
            <p:nvPr/>
          </p:nvSpPr>
          <p:spPr>
            <a:xfrm>
              <a:off x="5056328" y="6857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2026-07-20T13:31:37Z</dcterms:modified>
  <cp:category/>
</cp:coreProperties>
</file>