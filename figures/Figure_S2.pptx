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123520" cy="1753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509" y="983989"/>
              <a:ext cx="2857301" cy="1753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83989" y="2737371"/>
              <a:ext cx="3123520" cy="1753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509" y="2737371"/>
              <a:ext cx="2857301" cy="1753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4490753"/>
              <a:ext cx="3123520" cy="24740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509" y="4490753"/>
              <a:ext cx="2857301" cy="24740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405201" y="1287054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25593" y="21259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46788" y="20749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94209" y="215183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34450" y="214966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47215" y="21685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60300" y="20609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65268" y="20009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57318" y="21378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06150" y="219011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63551" y="20460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72055" y="21962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62008" y="215021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48760" y="17124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306703" y="20916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31863" y="21457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83972" y="21921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46766" y="22109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332333" y="20858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85294" y="16214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51734" y="17569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43614" y="22040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42017" y="20568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27680" y="20161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47873" y="20232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94208" y="21407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60936" y="20971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00366" y="175102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320150" y="185002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28714" y="216679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49748" y="20092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56223" y="21759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37957" y="22413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981652" y="20568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93170" y="21591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18132" y="149631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46624" y="21922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14823" y="194355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03142" y="17020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87986" y="13057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14954" y="18709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00146" y="19910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74345" y="18896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42283" y="197231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21056" y="20824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82270" y="201948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21476" y="20088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42445" y="20814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49093" y="20738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43421" y="20864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46365" y="20847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35829" y="205333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96578" y="21528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46751" y="18847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77667" y="18977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759377" y="20549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788299" y="20002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50374" y="193591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40428" y="17734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15094" y="18215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80229" y="172284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35703" y="18902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41350" y="18431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35230" y="21300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747111" y="20124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770422" y="19459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746726" y="19897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04063" y="180428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785024" y="19690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22470" y="18724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748136" y="17927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25647" y="1912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792051" y="189076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556246" y="2008721"/>
              <a:ext cx="2255681" cy="161039"/>
            </a:xfrm>
            <a:custGeom>
              <a:avLst/>
              <a:pathLst>
                <a:path w="2255681" h="161039">
                  <a:moveTo>
                    <a:pt x="0" y="161039"/>
                  </a:moveTo>
                  <a:lnTo>
                    <a:pt x="144848" y="150698"/>
                  </a:lnTo>
                  <a:lnTo>
                    <a:pt x="272614" y="141576"/>
                  </a:lnTo>
                  <a:lnTo>
                    <a:pt x="386904" y="133417"/>
                  </a:lnTo>
                  <a:lnTo>
                    <a:pt x="490292" y="126035"/>
                  </a:lnTo>
                  <a:lnTo>
                    <a:pt x="584678" y="119297"/>
                  </a:lnTo>
                  <a:lnTo>
                    <a:pt x="671504" y="113098"/>
                  </a:lnTo>
                  <a:lnTo>
                    <a:pt x="751893" y="107359"/>
                  </a:lnTo>
                  <a:lnTo>
                    <a:pt x="826733" y="102016"/>
                  </a:lnTo>
                  <a:lnTo>
                    <a:pt x="896742" y="97018"/>
                  </a:lnTo>
                  <a:lnTo>
                    <a:pt x="962505" y="92323"/>
                  </a:lnTo>
                  <a:lnTo>
                    <a:pt x="1024507" y="87896"/>
                  </a:lnTo>
                  <a:lnTo>
                    <a:pt x="1083157" y="83709"/>
                  </a:lnTo>
                  <a:lnTo>
                    <a:pt x="1138797" y="79737"/>
                  </a:lnTo>
                  <a:lnTo>
                    <a:pt x="1191723" y="75958"/>
                  </a:lnTo>
                  <a:lnTo>
                    <a:pt x="1242186" y="72356"/>
                  </a:lnTo>
                  <a:lnTo>
                    <a:pt x="1290405" y="68913"/>
                  </a:lnTo>
                  <a:lnTo>
                    <a:pt x="1336571" y="65617"/>
                  </a:lnTo>
                  <a:lnTo>
                    <a:pt x="1380853" y="62456"/>
                  </a:lnTo>
                  <a:lnTo>
                    <a:pt x="1423398" y="59418"/>
                  </a:lnTo>
                  <a:lnTo>
                    <a:pt x="1464337" y="56496"/>
                  </a:lnTo>
                  <a:lnTo>
                    <a:pt x="1503787" y="53679"/>
                  </a:lnTo>
                  <a:lnTo>
                    <a:pt x="1541852" y="50962"/>
                  </a:lnTo>
                  <a:lnTo>
                    <a:pt x="1578627" y="48336"/>
                  </a:lnTo>
                  <a:lnTo>
                    <a:pt x="1614196" y="45797"/>
                  </a:lnTo>
                  <a:lnTo>
                    <a:pt x="1648635" y="43338"/>
                  </a:lnTo>
                  <a:lnTo>
                    <a:pt x="1682015" y="40955"/>
                  </a:lnTo>
                  <a:lnTo>
                    <a:pt x="1714398" y="38643"/>
                  </a:lnTo>
                  <a:lnTo>
                    <a:pt x="1745843" y="36398"/>
                  </a:lnTo>
                  <a:lnTo>
                    <a:pt x="1776401" y="34217"/>
                  </a:lnTo>
                  <a:lnTo>
                    <a:pt x="1806122" y="32095"/>
                  </a:lnTo>
                  <a:lnTo>
                    <a:pt x="1835051" y="30029"/>
                  </a:lnTo>
                  <a:lnTo>
                    <a:pt x="1863228" y="28018"/>
                  </a:lnTo>
                  <a:lnTo>
                    <a:pt x="1890691" y="26057"/>
                  </a:lnTo>
                  <a:lnTo>
                    <a:pt x="1917477" y="24145"/>
                  </a:lnTo>
                  <a:lnTo>
                    <a:pt x="1943616" y="22279"/>
                  </a:lnTo>
                  <a:lnTo>
                    <a:pt x="1969141" y="20456"/>
                  </a:lnTo>
                  <a:lnTo>
                    <a:pt x="1994079" y="18676"/>
                  </a:lnTo>
                  <a:lnTo>
                    <a:pt x="2018457" y="16936"/>
                  </a:lnTo>
                  <a:lnTo>
                    <a:pt x="2042298" y="15233"/>
                  </a:lnTo>
                  <a:lnTo>
                    <a:pt x="2065627" y="13568"/>
                  </a:lnTo>
                  <a:lnTo>
                    <a:pt x="2088465" y="11937"/>
                  </a:lnTo>
                  <a:lnTo>
                    <a:pt x="2110832" y="10341"/>
                  </a:lnTo>
                  <a:lnTo>
                    <a:pt x="2132747" y="8776"/>
                  </a:lnTo>
                  <a:lnTo>
                    <a:pt x="2154228" y="7242"/>
                  </a:lnTo>
                  <a:lnTo>
                    <a:pt x="2175292" y="5739"/>
                  </a:lnTo>
                  <a:lnTo>
                    <a:pt x="2195954" y="4264"/>
                  </a:lnTo>
                  <a:lnTo>
                    <a:pt x="2216231" y="2816"/>
                  </a:lnTo>
                  <a:lnTo>
                    <a:pt x="2236135" y="1395"/>
                  </a:lnTo>
                  <a:lnTo>
                    <a:pt x="225568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56246" y="1965093"/>
              <a:ext cx="2255681" cy="230397"/>
            </a:xfrm>
            <a:custGeom>
              <a:avLst/>
              <a:pathLst>
                <a:path w="2255681" h="230397">
                  <a:moveTo>
                    <a:pt x="0" y="230397"/>
                  </a:moveTo>
                  <a:lnTo>
                    <a:pt x="144848" y="215602"/>
                  </a:lnTo>
                  <a:lnTo>
                    <a:pt x="272614" y="202552"/>
                  </a:lnTo>
                  <a:lnTo>
                    <a:pt x="386904" y="190878"/>
                  </a:lnTo>
                  <a:lnTo>
                    <a:pt x="490292" y="180318"/>
                  </a:lnTo>
                  <a:lnTo>
                    <a:pt x="584678" y="170677"/>
                  </a:lnTo>
                  <a:lnTo>
                    <a:pt x="671504" y="161809"/>
                  </a:lnTo>
                  <a:lnTo>
                    <a:pt x="751893" y="153598"/>
                  </a:lnTo>
                  <a:lnTo>
                    <a:pt x="826733" y="145953"/>
                  </a:lnTo>
                  <a:lnTo>
                    <a:pt x="896742" y="138803"/>
                  </a:lnTo>
                  <a:lnTo>
                    <a:pt x="962505" y="132086"/>
                  </a:lnTo>
                  <a:lnTo>
                    <a:pt x="1024507" y="125753"/>
                  </a:lnTo>
                  <a:lnTo>
                    <a:pt x="1083157" y="119762"/>
                  </a:lnTo>
                  <a:lnTo>
                    <a:pt x="1138797" y="114079"/>
                  </a:lnTo>
                  <a:lnTo>
                    <a:pt x="1191723" y="108673"/>
                  </a:lnTo>
                  <a:lnTo>
                    <a:pt x="1242186" y="103519"/>
                  </a:lnTo>
                  <a:lnTo>
                    <a:pt x="1290405" y="98594"/>
                  </a:lnTo>
                  <a:lnTo>
                    <a:pt x="1336571" y="93878"/>
                  </a:lnTo>
                  <a:lnTo>
                    <a:pt x="1380853" y="89355"/>
                  </a:lnTo>
                  <a:lnTo>
                    <a:pt x="1423398" y="85010"/>
                  </a:lnTo>
                  <a:lnTo>
                    <a:pt x="1464337" y="80828"/>
                  </a:lnTo>
                  <a:lnTo>
                    <a:pt x="1503787" y="76799"/>
                  </a:lnTo>
                  <a:lnTo>
                    <a:pt x="1541852" y="72911"/>
                  </a:lnTo>
                  <a:lnTo>
                    <a:pt x="1578627" y="69154"/>
                  </a:lnTo>
                  <a:lnTo>
                    <a:pt x="1614196" y="65521"/>
                  </a:lnTo>
                  <a:lnTo>
                    <a:pt x="1648635" y="62004"/>
                  </a:lnTo>
                  <a:lnTo>
                    <a:pt x="1682015" y="58594"/>
                  </a:lnTo>
                  <a:lnTo>
                    <a:pt x="1714398" y="55287"/>
                  </a:lnTo>
                  <a:lnTo>
                    <a:pt x="1745843" y="52075"/>
                  </a:lnTo>
                  <a:lnTo>
                    <a:pt x="1776401" y="48954"/>
                  </a:lnTo>
                  <a:lnTo>
                    <a:pt x="1806122" y="45918"/>
                  </a:lnTo>
                  <a:lnTo>
                    <a:pt x="1835051" y="42963"/>
                  </a:lnTo>
                  <a:lnTo>
                    <a:pt x="1863228" y="40085"/>
                  </a:lnTo>
                  <a:lnTo>
                    <a:pt x="1890691" y="37280"/>
                  </a:lnTo>
                  <a:lnTo>
                    <a:pt x="1917477" y="34544"/>
                  </a:lnTo>
                  <a:lnTo>
                    <a:pt x="1943616" y="31874"/>
                  </a:lnTo>
                  <a:lnTo>
                    <a:pt x="1969141" y="29267"/>
                  </a:lnTo>
                  <a:lnTo>
                    <a:pt x="1994079" y="26720"/>
                  </a:lnTo>
                  <a:lnTo>
                    <a:pt x="2018457" y="24230"/>
                  </a:lnTo>
                  <a:lnTo>
                    <a:pt x="2042298" y="21795"/>
                  </a:lnTo>
                  <a:lnTo>
                    <a:pt x="2065627" y="19412"/>
                  </a:lnTo>
                  <a:lnTo>
                    <a:pt x="2088465" y="17079"/>
                  </a:lnTo>
                  <a:lnTo>
                    <a:pt x="2110832" y="14794"/>
                  </a:lnTo>
                  <a:lnTo>
                    <a:pt x="2132747" y="12556"/>
                  </a:lnTo>
                  <a:lnTo>
                    <a:pt x="2154228" y="10362"/>
                  </a:lnTo>
                  <a:lnTo>
                    <a:pt x="2175292" y="8210"/>
                  </a:lnTo>
                  <a:lnTo>
                    <a:pt x="2195954" y="6100"/>
                  </a:lnTo>
                  <a:lnTo>
                    <a:pt x="2216231" y="4029"/>
                  </a:lnTo>
                  <a:lnTo>
                    <a:pt x="2236135" y="1996"/>
                  </a:lnTo>
                  <a:lnTo>
                    <a:pt x="225568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56246" y="2115942"/>
              <a:ext cx="2255681" cy="81236"/>
            </a:xfrm>
            <a:custGeom>
              <a:avLst/>
              <a:pathLst>
                <a:path w="2255681" h="81236">
                  <a:moveTo>
                    <a:pt x="0" y="81236"/>
                  </a:moveTo>
                  <a:lnTo>
                    <a:pt x="144848" y="76019"/>
                  </a:lnTo>
                  <a:lnTo>
                    <a:pt x="272614" y="71418"/>
                  </a:lnTo>
                  <a:lnTo>
                    <a:pt x="386904" y="67302"/>
                  </a:lnTo>
                  <a:lnTo>
                    <a:pt x="490292" y="63578"/>
                  </a:lnTo>
                  <a:lnTo>
                    <a:pt x="584678" y="60179"/>
                  </a:lnTo>
                  <a:lnTo>
                    <a:pt x="671504" y="57052"/>
                  </a:lnTo>
                  <a:lnTo>
                    <a:pt x="751893" y="54157"/>
                  </a:lnTo>
                  <a:lnTo>
                    <a:pt x="826733" y="51462"/>
                  </a:lnTo>
                  <a:lnTo>
                    <a:pt x="896742" y="48940"/>
                  </a:lnTo>
                  <a:lnTo>
                    <a:pt x="962505" y="46572"/>
                  </a:lnTo>
                  <a:lnTo>
                    <a:pt x="1024507" y="44339"/>
                  </a:lnTo>
                  <a:lnTo>
                    <a:pt x="1083157" y="42227"/>
                  </a:lnTo>
                  <a:lnTo>
                    <a:pt x="1138797" y="40223"/>
                  </a:lnTo>
                  <a:lnTo>
                    <a:pt x="1191723" y="38317"/>
                  </a:lnTo>
                  <a:lnTo>
                    <a:pt x="1242186" y="36500"/>
                  </a:lnTo>
                  <a:lnTo>
                    <a:pt x="1290405" y="34763"/>
                  </a:lnTo>
                  <a:lnTo>
                    <a:pt x="1336571" y="33100"/>
                  </a:lnTo>
                  <a:lnTo>
                    <a:pt x="1380853" y="31506"/>
                  </a:lnTo>
                  <a:lnTo>
                    <a:pt x="1423398" y="29973"/>
                  </a:lnTo>
                  <a:lnTo>
                    <a:pt x="1464337" y="28499"/>
                  </a:lnTo>
                  <a:lnTo>
                    <a:pt x="1503787" y="27078"/>
                  </a:lnTo>
                  <a:lnTo>
                    <a:pt x="1541852" y="25707"/>
                  </a:lnTo>
                  <a:lnTo>
                    <a:pt x="1578627" y="24383"/>
                  </a:lnTo>
                  <a:lnTo>
                    <a:pt x="1614196" y="23102"/>
                  </a:lnTo>
                  <a:lnTo>
                    <a:pt x="1648635" y="21862"/>
                  </a:lnTo>
                  <a:lnTo>
                    <a:pt x="1682015" y="20660"/>
                  </a:lnTo>
                  <a:lnTo>
                    <a:pt x="1714398" y="19493"/>
                  </a:lnTo>
                  <a:lnTo>
                    <a:pt x="1745843" y="18361"/>
                  </a:lnTo>
                  <a:lnTo>
                    <a:pt x="1776401" y="17260"/>
                  </a:lnTo>
                  <a:lnTo>
                    <a:pt x="1806122" y="16190"/>
                  </a:lnTo>
                  <a:lnTo>
                    <a:pt x="1835051" y="15148"/>
                  </a:lnTo>
                  <a:lnTo>
                    <a:pt x="1863228" y="14133"/>
                  </a:lnTo>
                  <a:lnTo>
                    <a:pt x="1890691" y="13144"/>
                  </a:lnTo>
                  <a:lnTo>
                    <a:pt x="1917477" y="12180"/>
                  </a:lnTo>
                  <a:lnTo>
                    <a:pt x="1943616" y="11238"/>
                  </a:lnTo>
                  <a:lnTo>
                    <a:pt x="1969141" y="10319"/>
                  </a:lnTo>
                  <a:lnTo>
                    <a:pt x="1994079" y="9421"/>
                  </a:lnTo>
                  <a:lnTo>
                    <a:pt x="2018457" y="8543"/>
                  </a:lnTo>
                  <a:lnTo>
                    <a:pt x="2042298" y="7684"/>
                  </a:lnTo>
                  <a:lnTo>
                    <a:pt x="2065627" y="6844"/>
                  </a:lnTo>
                  <a:lnTo>
                    <a:pt x="2088465" y="6022"/>
                  </a:lnTo>
                  <a:lnTo>
                    <a:pt x="2110832" y="5216"/>
                  </a:lnTo>
                  <a:lnTo>
                    <a:pt x="2132747" y="4427"/>
                  </a:lnTo>
                  <a:lnTo>
                    <a:pt x="2154228" y="3653"/>
                  </a:lnTo>
                  <a:lnTo>
                    <a:pt x="2175292" y="2895"/>
                  </a:lnTo>
                  <a:lnTo>
                    <a:pt x="2195954" y="2150"/>
                  </a:lnTo>
                  <a:lnTo>
                    <a:pt x="2216231" y="1420"/>
                  </a:lnTo>
                  <a:lnTo>
                    <a:pt x="2236135" y="703"/>
                  </a:lnTo>
                  <a:lnTo>
                    <a:pt x="2255681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56246" y="1844032"/>
              <a:ext cx="2255681" cy="230314"/>
            </a:xfrm>
            <a:custGeom>
              <a:avLst/>
              <a:pathLst>
                <a:path w="2255681" h="230314">
                  <a:moveTo>
                    <a:pt x="0" y="230314"/>
                  </a:moveTo>
                  <a:lnTo>
                    <a:pt x="144848" y="215524"/>
                  </a:lnTo>
                  <a:lnTo>
                    <a:pt x="272614" y="202479"/>
                  </a:lnTo>
                  <a:lnTo>
                    <a:pt x="386904" y="190809"/>
                  </a:lnTo>
                  <a:lnTo>
                    <a:pt x="490292" y="180253"/>
                  </a:lnTo>
                  <a:lnTo>
                    <a:pt x="584678" y="170616"/>
                  </a:lnTo>
                  <a:lnTo>
                    <a:pt x="671504" y="161750"/>
                  </a:lnTo>
                  <a:lnTo>
                    <a:pt x="751893" y="153542"/>
                  </a:lnTo>
                  <a:lnTo>
                    <a:pt x="826733" y="145901"/>
                  </a:lnTo>
                  <a:lnTo>
                    <a:pt x="896742" y="138753"/>
                  </a:lnTo>
                  <a:lnTo>
                    <a:pt x="962505" y="132038"/>
                  </a:lnTo>
                  <a:lnTo>
                    <a:pt x="1024507" y="125707"/>
                  </a:lnTo>
                  <a:lnTo>
                    <a:pt x="1083157" y="119719"/>
                  </a:lnTo>
                  <a:lnTo>
                    <a:pt x="1138797" y="114038"/>
                  </a:lnTo>
                  <a:lnTo>
                    <a:pt x="1191723" y="108634"/>
                  </a:lnTo>
                  <a:lnTo>
                    <a:pt x="1242186" y="103481"/>
                  </a:lnTo>
                  <a:lnTo>
                    <a:pt x="1290405" y="98558"/>
                  </a:lnTo>
                  <a:lnTo>
                    <a:pt x="1336571" y="93844"/>
                  </a:lnTo>
                  <a:lnTo>
                    <a:pt x="1380853" y="89323"/>
                  </a:lnTo>
                  <a:lnTo>
                    <a:pt x="1423398" y="84979"/>
                  </a:lnTo>
                  <a:lnTo>
                    <a:pt x="1464337" y="80799"/>
                  </a:lnTo>
                  <a:lnTo>
                    <a:pt x="1503787" y="76771"/>
                  </a:lnTo>
                  <a:lnTo>
                    <a:pt x="1541852" y="72884"/>
                  </a:lnTo>
                  <a:lnTo>
                    <a:pt x="1578627" y="69129"/>
                  </a:lnTo>
                  <a:lnTo>
                    <a:pt x="1614196" y="65498"/>
                  </a:lnTo>
                  <a:lnTo>
                    <a:pt x="1648635" y="61981"/>
                  </a:lnTo>
                  <a:lnTo>
                    <a:pt x="1682015" y="58573"/>
                  </a:lnTo>
                  <a:lnTo>
                    <a:pt x="1714398" y="55267"/>
                  </a:lnTo>
                  <a:lnTo>
                    <a:pt x="1745843" y="52056"/>
                  </a:lnTo>
                  <a:lnTo>
                    <a:pt x="1776401" y="48936"/>
                  </a:lnTo>
                  <a:lnTo>
                    <a:pt x="1806122" y="45901"/>
                  </a:lnTo>
                  <a:lnTo>
                    <a:pt x="1835051" y="42948"/>
                  </a:lnTo>
                  <a:lnTo>
                    <a:pt x="1863228" y="40071"/>
                  </a:lnTo>
                  <a:lnTo>
                    <a:pt x="1890691" y="37266"/>
                  </a:lnTo>
                  <a:lnTo>
                    <a:pt x="1917477" y="34531"/>
                  </a:lnTo>
                  <a:lnTo>
                    <a:pt x="1943616" y="31863"/>
                  </a:lnTo>
                  <a:lnTo>
                    <a:pt x="1969141" y="29256"/>
                  </a:lnTo>
                  <a:lnTo>
                    <a:pt x="1994079" y="26710"/>
                  </a:lnTo>
                  <a:lnTo>
                    <a:pt x="2018457" y="24221"/>
                  </a:lnTo>
                  <a:lnTo>
                    <a:pt x="2042298" y="21787"/>
                  </a:lnTo>
                  <a:lnTo>
                    <a:pt x="2065627" y="19405"/>
                  </a:lnTo>
                  <a:lnTo>
                    <a:pt x="2088465" y="17073"/>
                  </a:lnTo>
                  <a:lnTo>
                    <a:pt x="2110832" y="14789"/>
                  </a:lnTo>
                  <a:lnTo>
                    <a:pt x="2132747" y="12552"/>
                  </a:lnTo>
                  <a:lnTo>
                    <a:pt x="2154228" y="10358"/>
                  </a:lnTo>
                  <a:lnTo>
                    <a:pt x="2175292" y="8208"/>
                  </a:lnTo>
                  <a:lnTo>
                    <a:pt x="2195954" y="6098"/>
                  </a:lnTo>
                  <a:lnTo>
                    <a:pt x="2216231" y="4027"/>
                  </a:lnTo>
                  <a:lnTo>
                    <a:pt x="2236135" y="1995"/>
                  </a:lnTo>
                  <a:lnTo>
                    <a:pt x="225568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556246" y="1997523"/>
              <a:ext cx="2255681" cy="203935"/>
            </a:xfrm>
            <a:custGeom>
              <a:avLst/>
              <a:pathLst>
                <a:path w="2255681" h="203935">
                  <a:moveTo>
                    <a:pt x="0" y="203935"/>
                  </a:moveTo>
                  <a:lnTo>
                    <a:pt x="144848" y="190840"/>
                  </a:lnTo>
                  <a:lnTo>
                    <a:pt x="272614" y="179288"/>
                  </a:lnTo>
                  <a:lnTo>
                    <a:pt x="386904" y="168955"/>
                  </a:lnTo>
                  <a:lnTo>
                    <a:pt x="490292" y="159608"/>
                  </a:lnTo>
                  <a:lnTo>
                    <a:pt x="584678" y="151075"/>
                  </a:lnTo>
                  <a:lnTo>
                    <a:pt x="671504" y="143225"/>
                  </a:lnTo>
                  <a:lnTo>
                    <a:pt x="751893" y="135957"/>
                  </a:lnTo>
                  <a:lnTo>
                    <a:pt x="826733" y="129191"/>
                  </a:lnTo>
                  <a:lnTo>
                    <a:pt x="896742" y="122861"/>
                  </a:lnTo>
                  <a:lnTo>
                    <a:pt x="962505" y="116915"/>
                  </a:lnTo>
                  <a:lnTo>
                    <a:pt x="1024507" y="111310"/>
                  </a:lnTo>
                  <a:lnTo>
                    <a:pt x="1083157" y="106007"/>
                  </a:lnTo>
                  <a:lnTo>
                    <a:pt x="1138797" y="100977"/>
                  </a:lnTo>
                  <a:lnTo>
                    <a:pt x="1191723" y="96192"/>
                  </a:lnTo>
                  <a:lnTo>
                    <a:pt x="1242186" y="91630"/>
                  </a:lnTo>
                  <a:lnTo>
                    <a:pt x="1290405" y="87270"/>
                  </a:lnTo>
                  <a:lnTo>
                    <a:pt x="1336571" y="83096"/>
                  </a:lnTo>
                  <a:lnTo>
                    <a:pt x="1380853" y="79093"/>
                  </a:lnTo>
                  <a:lnTo>
                    <a:pt x="1423398" y="75246"/>
                  </a:lnTo>
                  <a:lnTo>
                    <a:pt x="1464337" y="71545"/>
                  </a:lnTo>
                  <a:lnTo>
                    <a:pt x="1503787" y="67978"/>
                  </a:lnTo>
                  <a:lnTo>
                    <a:pt x="1541852" y="64537"/>
                  </a:lnTo>
                  <a:lnTo>
                    <a:pt x="1578627" y="61212"/>
                  </a:lnTo>
                  <a:lnTo>
                    <a:pt x="1614196" y="57996"/>
                  </a:lnTo>
                  <a:lnTo>
                    <a:pt x="1648635" y="54882"/>
                  </a:lnTo>
                  <a:lnTo>
                    <a:pt x="1682015" y="51865"/>
                  </a:lnTo>
                  <a:lnTo>
                    <a:pt x="1714398" y="48937"/>
                  </a:lnTo>
                  <a:lnTo>
                    <a:pt x="1745843" y="46094"/>
                  </a:lnTo>
                  <a:lnTo>
                    <a:pt x="1776401" y="43331"/>
                  </a:lnTo>
                  <a:lnTo>
                    <a:pt x="1806122" y="40644"/>
                  </a:lnTo>
                  <a:lnTo>
                    <a:pt x="1835051" y="38029"/>
                  </a:lnTo>
                  <a:lnTo>
                    <a:pt x="1863228" y="35481"/>
                  </a:lnTo>
                  <a:lnTo>
                    <a:pt x="1890691" y="32998"/>
                  </a:lnTo>
                  <a:lnTo>
                    <a:pt x="1917477" y="30576"/>
                  </a:lnTo>
                  <a:lnTo>
                    <a:pt x="1943616" y="28213"/>
                  </a:lnTo>
                  <a:lnTo>
                    <a:pt x="1969141" y="25905"/>
                  </a:lnTo>
                  <a:lnTo>
                    <a:pt x="1994079" y="23651"/>
                  </a:lnTo>
                  <a:lnTo>
                    <a:pt x="2018457" y="21447"/>
                  </a:lnTo>
                  <a:lnTo>
                    <a:pt x="2042298" y="19291"/>
                  </a:lnTo>
                  <a:lnTo>
                    <a:pt x="2065627" y="17182"/>
                  </a:lnTo>
                  <a:lnTo>
                    <a:pt x="2088465" y="15117"/>
                  </a:lnTo>
                  <a:lnTo>
                    <a:pt x="2110832" y="13095"/>
                  </a:lnTo>
                  <a:lnTo>
                    <a:pt x="2132747" y="11114"/>
                  </a:lnTo>
                  <a:lnTo>
                    <a:pt x="2154228" y="9172"/>
                  </a:lnTo>
                  <a:lnTo>
                    <a:pt x="2175292" y="7267"/>
                  </a:lnTo>
                  <a:lnTo>
                    <a:pt x="2195954" y="5399"/>
                  </a:lnTo>
                  <a:lnTo>
                    <a:pt x="2216231" y="3566"/>
                  </a:lnTo>
                  <a:lnTo>
                    <a:pt x="2236135" y="1767"/>
                  </a:lnTo>
                  <a:lnTo>
                    <a:pt x="225568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556246" y="1800051"/>
              <a:ext cx="2255681" cy="98753"/>
            </a:xfrm>
            <a:custGeom>
              <a:avLst/>
              <a:pathLst>
                <a:path w="2255681" h="98753">
                  <a:moveTo>
                    <a:pt x="0" y="98753"/>
                  </a:moveTo>
                  <a:lnTo>
                    <a:pt x="144848" y="92412"/>
                  </a:lnTo>
                  <a:lnTo>
                    <a:pt x="272614" y="86818"/>
                  </a:lnTo>
                  <a:lnTo>
                    <a:pt x="386904" y="81814"/>
                  </a:lnTo>
                  <a:lnTo>
                    <a:pt x="490292" y="77288"/>
                  </a:lnTo>
                  <a:lnTo>
                    <a:pt x="584678" y="73156"/>
                  </a:lnTo>
                  <a:lnTo>
                    <a:pt x="671504" y="69355"/>
                  </a:lnTo>
                  <a:lnTo>
                    <a:pt x="751893" y="65835"/>
                  </a:lnTo>
                  <a:lnTo>
                    <a:pt x="826733" y="62559"/>
                  </a:lnTo>
                  <a:lnTo>
                    <a:pt x="896742" y="59494"/>
                  </a:lnTo>
                  <a:lnTo>
                    <a:pt x="962505" y="56615"/>
                  </a:lnTo>
                  <a:lnTo>
                    <a:pt x="1024507" y="53900"/>
                  </a:lnTo>
                  <a:lnTo>
                    <a:pt x="1083157" y="51333"/>
                  </a:lnTo>
                  <a:lnTo>
                    <a:pt x="1138797" y="48897"/>
                  </a:lnTo>
                  <a:lnTo>
                    <a:pt x="1191723" y="46580"/>
                  </a:lnTo>
                  <a:lnTo>
                    <a:pt x="1242186" y="44370"/>
                  </a:lnTo>
                  <a:lnTo>
                    <a:pt x="1290405" y="42259"/>
                  </a:lnTo>
                  <a:lnTo>
                    <a:pt x="1336571" y="40238"/>
                  </a:lnTo>
                  <a:lnTo>
                    <a:pt x="1380853" y="38299"/>
                  </a:lnTo>
                  <a:lnTo>
                    <a:pt x="1423398" y="36437"/>
                  </a:lnTo>
                  <a:lnTo>
                    <a:pt x="1464337" y="34644"/>
                  </a:lnTo>
                  <a:lnTo>
                    <a:pt x="1503787" y="32917"/>
                  </a:lnTo>
                  <a:lnTo>
                    <a:pt x="1541852" y="31251"/>
                  </a:lnTo>
                  <a:lnTo>
                    <a:pt x="1578627" y="29641"/>
                  </a:lnTo>
                  <a:lnTo>
                    <a:pt x="1614196" y="28084"/>
                  </a:lnTo>
                  <a:lnTo>
                    <a:pt x="1648635" y="26576"/>
                  </a:lnTo>
                  <a:lnTo>
                    <a:pt x="1682015" y="25115"/>
                  </a:lnTo>
                  <a:lnTo>
                    <a:pt x="1714398" y="23697"/>
                  </a:lnTo>
                  <a:lnTo>
                    <a:pt x="1745843" y="22320"/>
                  </a:lnTo>
                  <a:lnTo>
                    <a:pt x="1776401" y="20982"/>
                  </a:lnTo>
                  <a:lnTo>
                    <a:pt x="1806122" y="19681"/>
                  </a:lnTo>
                  <a:lnTo>
                    <a:pt x="1835051" y="18415"/>
                  </a:lnTo>
                  <a:lnTo>
                    <a:pt x="1863228" y="17181"/>
                  </a:lnTo>
                  <a:lnTo>
                    <a:pt x="1890691" y="15979"/>
                  </a:lnTo>
                  <a:lnTo>
                    <a:pt x="1917477" y="14806"/>
                  </a:lnTo>
                  <a:lnTo>
                    <a:pt x="1943616" y="13662"/>
                  </a:lnTo>
                  <a:lnTo>
                    <a:pt x="1969141" y="12544"/>
                  </a:lnTo>
                  <a:lnTo>
                    <a:pt x="1994079" y="11452"/>
                  </a:lnTo>
                  <a:lnTo>
                    <a:pt x="2018457" y="10385"/>
                  </a:lnTo>
                  <a:lnTo>
                    <a:pt x="2042298" y="9341"/>
                  </a:lnTo>
                  <a:lnTo>
                    <a:pt x="2065627" y="8320"/>
                  </a:lnTo>
                  <a:lnTo>
                    <a:pt x="2088465" y="7320"/>
                  </a:lnTo>
                  <a:lnTo>
                    <a:pt x="2110832" y="6341"/>
                  </a:lnTo>
                  <a:lnTo>
                    <a:pt x="2132747" y="5382"/>
                  </a:lnTo>
                  <a:lnTo>
                    <a:pt x="2154228" y="4441"/>
                  </a:lnTo>
                  <a:lnTo>
                    <a:pt x="2175292" y="3519"/>
                  </a:lnTo>
                  <a:lnTo>
                    <a:pt x="2195954" y="2614"/>
                  </a:lnTo>
                  <a:lnTo>
                    <a:pt x="2216231" y="1727"/>
                  </a:lnTo>
                  <a:lnTo>
                    <a:pt x="2236135" y="855"/>
                  </a:lnTo>
                  <a:lnTo>
                    <a:pt x="2255681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56246" y="1857868"/>
              <a:ext cx="2255681" cy="98130"/>
            </a:xfrm>
            <a:custGeom>
              <a:avLst/>
              <a:pathLst>
                <a:path w="2255681" h="98130">
                  <a:moveTo>
                    <a:pt x="0" y="98130"/>
                  </a:moveTo>
                  <a:lnTo>
                    <a:pt x="144848" y="91829"/>
                  </a:lnTo>
                  <a:lnTo>
                    <a:pt x="272614" y="86271"/>
                  </a:lnTo>
                  <a:lnTo>
                    <a:pt x="386904" y="81298"/>
                  </a:lnTo>
                  <a:lnTo>
                    <a:pt x="490292" y="76801"/>
                  </a:lnTo>
                  <a:lnTo>
                    <a:pt x="584678" y="72695"/>
                  </a:lnTo>
                  <a:lnTo>
                    <a:pt x="671504" y="68917"/>
                  </a:lnTo>
                  <a:lnTo>
                    <a:pt x="751893" y="65420"/>
                  </a:lnTo>
                  <a:lnTo>
                    <a:pt x="826733" y="62164"/>
                  </a:lnTo>
                  <a:lnTo>
                    <a:pt x="896742" y="59119"/>
                  </a:lnTo>
                  <a:lnTo>
                    <a:pt x="962505" y="56258"/>
                  </a:lnTo>
                  <a:lnTo>
                    <a:pt x="1024507" y="53560"/>
                  </a:lnTo>
                  <a:lnTo>
                    <a:pt x="1083157" y="51009"/>
                  </a:lnTo>
                  <a:lnTo>
                    <a:pt x="1138797" y="48588"/>
                  </a:lnTo>
                  <a:lnTo>
                    <a:pt x="1191723" y="46286"/>
                  </a:lnTo>
                  <a:lnTo>
                    <a:pt x="1242186" y="44090"/>
                  </a:lnTo>
                  <a:lnTo>
                    <a:pt x="1290405" y="41993"/>
                  </a:lnTo>
                  <a:lnTo>
                    <a:pt x="1336571" y="39984"/>
                  </a:lnTo>
                  <a:lnTo>
                    <a:pt x="1380853" y="38058"/>
                  </a:lnTo>
                  <a:lnTo>
                    <a:pt x="1423398" y="36207"/>
                  </a:lnTo>
                  <a:lnTo>
                    <a:pt x="1464337" y="34426"/>
                  </a:lnTo>
                  <a:lnTo>
                    <a:pt x="1503787" y="32710"/>
                  </a:lnTo>
                  <a:lnTo>
                    <a:pt x="1541852" y="31054"/>
                  </a:lnTo>
                  <a:lnTo>
                    <a:pt x="1578627" y="29454"/>
                  </a:lnTo>
                  <a:lnTo>
                    <a:pt x="1614196" y="27907"/>
                  </a:lnTo>
                  <a:lnTo>
                    <a:pt x="1648635" y="26408"/>
                  </a:lnTo>
                  <a:lnTo>
                    <a:pt x="1682015" y="24956"/>
                  </a:lnTo>
                  <a:lnTo>
                    <a:pt x="1714398" y="23547"/>
                  </a:lnTo>
                  <a:lnTo>
                    <a:pt x="1745843" y="22179"/>
                  </a:lnTo>
                  <a:lnTo>
                    <a:pt x="1776401" y="20850"/>
                  </a:lnTo>
                  <a:lnTo>
                    <a:pt x="1806122" y="19557"/>
                  </a:lnTo>
                  <a:lnTo>
                    <a:pt x="1835051" y="18299"/>
                  </a:lnTo>
                  <a:lnTo>
                    <a:pt x="1863228" y="17073"/>
                  </a:lnTo>
                  <a:lnTo>
                    <a:pt x="1890691" y="15878"/>
                  </a:lnTo>
                  <a:lnTo>
                    <a:pt x="1917477" y="14713"/>
                  </a:lnTo>
                  <a:lnTo>
                    <a:pt x="1943616" y="13575"/>
                  </a:lnTo>
                  <a:lnTo>
                    <a:pt x="1969141" y="12465"/>
                  </a:lnTo>
                  <a:lnTo>
                    <a:pt x="1994079" y="11380"/>
                  </a:lnTo>
                  <a:lnTo>
                    <a:pt x="2018457" y="10320"/>
                  </a:lnTo>
                  <a:lnTo>
                    <a:pt x="2042298" y="9282"/>
                  </a:lnTo>
                  <a:lnTo>
                    <a:pt x="2065627" y="8268"/>
                  </a:lnTo>
                  <a:lnTo>
                    <a:pt x="2088465" y="7274"/>
                  </a:lnTo>
                  <a:lnTo>
                    <a:pt x="2110832" y="6301"/>
                  </a:lnTo>
                  <a:lnTo>
                    <a:pt x="2132747" y="5348"/>
                  </a:lnTo>
                  <a:lnTo>
                    <a:pt x="2154228" y="4413"/>
                  </a:lnTo>
                  <a:lnTo>
                    <a:pt x="2175292" y="3497"/>
                  </a:lnTo>
                  <a:lnTo>
                    <a:pt x="2195954" y="2598"/>
                  </a:lnTo>
                  <a:lnTo>
                    <a:pt x="2216231" y="1716"/>
                  </a:lnTo>
                  <a:lnTo>
                    <a:pt x="2236135" y="850"/>
                  </a:lnTo>
                  <a:lnTo>
                    <a:pt x="2255681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56246" y="2001097"/>
              <a:ext cx="2255681" cy="142611"/>
            </a:xfrm>
            <a:custGeom>
              <a:avLst/>
              <a:pathLst>
                <a:path w="2255681" h="142611">
                  <a:moveTo>
                    <a:pt x="0" y="142611"/>
                  </a:moveTo>
                  <a:lnTo>
                    <a:pt x="144848" y="133453"/>
                  </a:lnTo>
                  <a:lnTo>
                    <a:pt x="272614" y="125376"/>
                  </a:lnTo>
                  <a:lnTo>
                    <a:pt x="386904" y="118150"/>
                  </a:lnTo>
                  <a:lnTo>
                    <a:pt x="490292" y="111613"/>
                  </a:lnTo>
                  <a:lnTo>
                    <a:pt x="584678" y="105646"/>
                  </a:lnTo>
                  <a:lnTo>
                    <a:pt x="671504" y="100156"/>
                  </a:lnTo>
                  <a:lnTo>
                    <a:pt x="751893" y="95074"/>
                  </a:lnTo>
                  <a:lnTo>
                    <a:pt x="826733" y="90342"/>
                  </a:lnTo>
                  <a:lnTo>
                    <a:pt x="896742" y="85916"/>
                  </a:lnTo>
                  <a:lnTo>
                    <a:pt x="962505" y="81758"/>
                  </a:lnTo>
                  <a:lnTo>
                    <a:pt x="1024507" y="77838"/>
                  </a:lnTo>
                  <a:lnTo>
                    <a:pt x="1083157" y="74130"/>
                  </a:lnTo>
                  <a:lnTo>
                    <a:pt x="1138797" y="70613"/>
                  </a:lnTo>
                  <a:lnTo>
                    <a:pt x="1191723" y="67266"/>
                  </a:lnTo>
                  <a:lnTo>
                    <a:pt x="1242186" y="64076"/>
                  </a:lnTo>
                  <a:lnTo>
                    <a:pt x="1290405" y="61027"/>
                  </a:lnTo>
                  <a:lnTo>
                    <a:pt x="1336571" y="58109"/>
                  </a:lnTo>
                  <a:lnTo>
                    <a:pt x="1380853" y="55309"/>
                  </a:lnTo>
                  <a:lnTo>
                    <a:pt x="1423398" y="52619"/>
                  </a:lnTo>
                  <a:lnTo>
                    <a:pt x="1464337" y="50031"/>
                  </a:lnTo>
                  <a:lnTo>
                    <a:pt x="1503787" y="47537"/>
                  </a:lnTo>
                  <a:lnTo>
                    <a:pt x="1541852" y="45130"/>
                  </a:lnTo>
                  <a:lnTo>
                    <a:pt x="1578627" y="42805"/>
                  </a:lnTo>
                  <a:lnTo>
                    <a:pt x="1614196" y="40556"/>
                  </a:lnTo>
                  <a:lnTo>
                    <a:pt x="1648635" y="38379"/>
                  </a:lnTo>
                  <a:lnTo>
                    <a:pt x="1682015" y="36269"/>
                  </a:lnTo>
                  <a:lnTo>
                    <a:pt x="1714398" y="34221"/>
                  </a:lnTo>
                  <a:lnTo>
                    <a:pt x="1745843" y="32233"/>
                  </a:lnTo>
                  <a:lnTo>
                    <a:pt x="1776401" y="30301"/>
                  </a:lnTo>
                  <a:lnTo>
                    <a:pt x="1806122" y="28422"/>
                  </a:lnTo>
                  <a:lnTo>
                    <a:pt x="1835051" y="26593"/>
                  </a:lnTo>
                  <a:lnTo>
                    <a:pt x="1863228" y="24812"/>
                  </a:lnTo>
                  <a:lnTo>
                    <a:pt x="1890691" y="23075"/>
                  </a:lnTo>
                  <a:lnTo>
                    <a:pt x="1917477" y="21382"/>
                  </a:lnTo>
                  <a:lnTo>
                    <a:pt x="1943616" y="19729"/>
                  </a:lnTo>
                  <a:lnTo>
                    <a:pt x="1969141" y="18115"/>
                  </a:lnTo>
                  <a:lnTo>
                    <a:pt x="1994079" y="16539"/>
                  </a:lnTo>
                  <a:lnTo>
                    <a:pt x="2018457" y="14998"/>
                  </a:lnTo>
                  <a:lnTo>
                    <a:pt x="2042298" y="13490"/>
                  </a:lnTo>
                  <a:lnTo>
                    <a:pt x="2065627" y="12015"/>
                  </a:lnTo>
                  <a:lnTo>
                    <a:pt x="2088465" y="10571"/>
                  </a:lnTo>
                  <a:lnTo>
                    <a:pt x="2110832" y="9157"/>
                  </a:lnTo>
                  <a:lnTo>
                    <a:pt x="2132747" y="7772"/>
                  </a:lnTo>
                  <a:lnTo>
                    <a:pt x="2154228" y="6414"/>
                  </a:lnTo>
                  <a:lnTo>
                    <a:pt x="2175292" y="5082"/>
                  </a:lnTo>
                  <a:lnTo>
                    <a:pt x="2195954" y="3776"/>
                  </a:lnTo>
                  <a:lnTo>
                    <a:pt x="2216231" y="2494"/>
                  </a:lnTo>
                  <a:lnTo>
                    <a:pt x="2236135" y="1235"/>
                  </a:lnTo>
                  <a:lnTo>
                    <a:pt x="225568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56246" y="2124991"/>
              <a:ext cx="2255681" cy="113685"/>
            </a:xfrm>
            <a:custGeom>
              <a:avLst/>
              <a:pathLst>
                <a:path w="2255681" h="113685">
                  <a:moveTo>
                    <a:pt x="0" y="113685"/>
                  </a:moveTo>
                  <a:lnTo>
                    <a:pt x="144848" y="106385"/>
                  </a:lnTo>
                  <a:lnTo>
                    <a:pt x="272614" y="99946"/>
                  </a:lnTo>
                  <a:lnTo>
                    <a:pt x="386904" y="94186"/>
                  </a:lnTo>
                  <a:lnTo>
                    <a:pt x="490292" y="88975"/>
                  </a:lnTo>
                  <a:lnTo>
                    <a:pt x="584678" y="84218"/>
                  </a:lnTo>
                  <a:lnTo>
                    <a:pt x="671504" y="79842"/>
                  </a:lnTo>
                  <a:lnTo>
                    <a:pt x="751893" y="75790"/>
                  </a:lnTo>
                  <a:lnTo>
                    <a:pt x="826733" y="72018"/>
                  </a:lnTo>
                  <a:lnTo>
                    <a:pt x="896742" y="68490"/>
                  </a:lnTo>
                  <a:lnTo>
                    <a:pt x="962505" y="65175"/>
                  </a:lnTo>
                  <a:lnTo>
                    <a:pt x="1024507" y="62050"/>
                  </a:lnTo>
                  <a:lnTo>
                    <a:pt x="1083157" y="59094"/>
                  </a:lnTo>
                  <a:lnTo>
                    <a:pt x="1138797" y="56290"/>
                  </a:lnTo>
                  <a:lnTo>
                    <a:pt x="1191723" y="53623"/>
                  </a:lnTo>
                  <a:lnTo>
                    <a:pt x="1242186" y="51079"/>
                  </a:lnTo>
                  <a:lnTo>
                    <a:pt x="1290405" y="48649"/>
                  </a:lnTo>
                  <a:lnTo>
                    <a:pt x="1336571" y="46322"/>
                  </a:lnTo>
                  <a:lnTo>
                    <a:pt x="1380853" y="44091"/>
                  </a:lnTo>
                  <a:lnTo>
                    <a:pt x="1423398" y="41946"/>
                  </a:lnTo>
                  <a:lnTo>
                    <a:pt x="1464337" y="39883"/>
                  </a:lnTo>
                  <a:lnTo>
                    <a:pt x="1503787" y="37895"/>
                  </a:lnTo>
                  <a:lnTo>
                    <a:pt x="1541852" y="35976"/>
                  </a:lnTo>
                  <a:lnTo>
                    <a:pt x="1578627" y="34123"/>
                  </a:lnTo>
                  <a:lnTo>
                    <a:pt x="1614196" y="32330"/>
                  </a:lnTo>
                  <a:lnTo>
                    <a:pt x="1648635" y="30594"/>
                  </a:lnTo>
                  <a:lnTo>
                    <a:pt x="1682015" y="28912"/>
                  </a:lnTo>
                  <a:lnTo>
                    <a:pt x="1714398" y="27280"/>
                  </a:lnTo>
                  <a:lnTo>
                    <a:pt x="1745843" y="25695"/>
                  </a:lnTo>
                  <a:lnTo>
                    <a:pt x="1776401" y="24155"/>
                  </a:lnTo>
                  <a:lnTo>
                    <a:pt x="1806122" y="22657"/>
                  </a:lnTo>
                  <a:lnTo>
                    <a:pt x="1835051" y="21199"/>
                  </a:lnTo>
                  <a:lnTo>
                    <a:pt x="1863228" y="19779"/>
                  </a:lnTo>
                  <a:lnTo>
                    <a:pt x="1890691" y="18395"/>
                  </a:lnTo>
                  <a:lnTo>
                    <a:pt x="1917477" y="17045"/>
                  </a:lnTo>
                  <a:lnTo>
                    <a:pt x="1943616" y="15727"/>
                  </a:lnTo>
                  <a:lnTo>
                    <a:pt x="1969141" y="14441"/>
                  </a:lnTo>
                  <a:lnTo>
                    <a:pt x="1994079" y="13184"/>
                  </a:lnTo>
                  <a:lnTo>
                    <a:pt x="2018457" y="11956"/>
                  </a:lnTo>
                  <a:lnTo>
                    <a:pt x="2042298" y="10754"/>
                  </a:lnTo>
                  <a:lnTo>
                    <a:pt x="2065627" y="9578"/>
                  </a:lnTo>
                  <a:lnTo>
                    <a:pt x="2088465" y="8427"/>
                  </a:lnTo>
                  <a:lnTo>
                    <a:pt x="2110832" y="7300"/>
                  </a:lnTo>
                  <a:lnTo>
                    <a:pt x="2132747" y="6195"/>
                  </a:lnTo>
                  <a:lnTo>
                    <a:pt x="2154228" y="5113"/>
                  </a:lnTo>
                  <a:lnTo>
                    <a:pt x="2175292" y="4051"/>
                  </a:lnTo>
                  <a:lnTo>
                    <a:pt x="2195954" y="3010"/>
                  </a:lnTo>
                  <a:lnTo>
                    <a:pt x="2216231" y="1988"/>
                  </a:lnTo>
                  <a:lnTo>
                    <a:pt x="2236135" y="985"/>
                  </a:lnTo>
                  <a:lnTo>
                    <a:pt x="2255681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556246" y="1996595"/>
              <a:ext cx="2255681" cy="59735"/>
            </a:xfrm>
            <a:custGeom>
              <a:avLst/>
              <a:pathLst>
                <a:path w="2255681" h="59735">
                  <a:moveTo>
                    <a:pt x="0" y="59735"/>
                  </a:moveTo>
                  <a:lnTo>
                    <a:pt x="144848" y="55899"/>
                  </a:lnTo>
                  <a:lnTo>
                    <a:pt x="272614" y="52515"/>
                  </a:lnTo>
                  <a:lnTo>
                    <a:pt x="386904" y="49489"/>
                  </a:lnTo>
                  <a:lnTo>
                    <a:pt x="490292" y="46751"/>
                  </a:lnTo>
                  <a:lnTo>
                    <a:pt x="584678" y="44251"/>
                  </a:lnTo>
                  <a:lnTo>
                    <a:pt x="671504" y="41952"/>
                  </a:lnTo>
                  <a:lnTo>
                    <a:pt x="751893" y="39823"/>
                  </a:lnTo>
                  <a:lnTo>
                    <a:pt x="826733" y="37841"/>
                  </a:lnTo>
                  <a:lnTo>
                    <a:pt x="896742" y="35987"/>
                  </a:lnTo>
                  <a:lnTo>
                    <a:pt x="962505" y="34246"/>
                  </a:lnTo>
                  <a:lnTo>
                    <a:pt x="1024507" y="32604"/>
                  </a:lnTo>
                  <a:lnTo>
                    <a:pt x="1083157" y="31051"/>
                  </a:lnTo>
                  <a:lnTo>
                    <a:pt x="1138797" y="29577"/>
                  </a:lnTo>
                  <a:lnTo>
                    <a:pt x="1191723" y="28175"/>
                  </a:lnTo>
                  <a:lnTo>
                    <a:pt x="1242186" y="26839"/>
                  </a:lnTo>
                  <a:lnTo>
                    <a:pt x="1290405" y="25562"/>
                  </a:lnTo>
                  <a:lnTo>
                    <a:pt x="1336571" y="24340"/>
                  </a:lnTo>
                  <a:lnTo>
                    <a:pt x="1380853" y="23167"/>
                  </a:lnTo>
                  <a:lnTo>
                    <a:pt x="1423398" y="22040"/>
                  </a:lnTo>
                  <a:lnTo>
                    <a:pt x="1464337" y="20956"/>
                  </a:lnTo>
                  <a:lnTo>
                    <a:pt x="1503787" y="19911"/>
                  </a:lnTo>
                  <a:lnTo>
                    <a:pt x="1541852" y="18903"/>
                  </a:lnTo>
                  <a:lnTo>
                    <a:pt x="1578627" y="17929"/>
                  </a:lnTo>
                  <a:lnTo>
                    <a:pt x="1614196" y="16987"/>
                  </a:lnTo>
                  <a:lnTo>
                    <a:pt x="1648635" y="16075"/>
                  </a:lnTo>
                  <a:lnTo>
                    <a:pt x="1682015" y="15191"/>
                  </a:lnTo>
                  <a:lnTo>
                    <a:pt x="1714398" y="14334"/>
                  </a:lnTo>
                  <a:lnTo>
                    <a:pt x="1745843" y="13501"/>
                  </a:lnTo>
                  <a:lnTo>
                    <a:pt x="1776401" y="12692"/>
                  </a:lnTo>
                  <a:lnTo>
                    <a:pt x="1806122" y="11905"/>
                  </a:lnTo>
                  <a:lnTo>
                    <a:pt x="1835051" y="11139"/>
                  </a:lnTo>
                  <a:lnTo>
                    <a:pt x="1863228" y="10393"/>
                  </a:lnTo>
                  <a:lnTo>
                    <a:pt x="1890691" y="9665"/>
                  </a:lnTo>
                  <a:lnTo>
                    <a:pt x="1917477" y="8956"/>
                  </a:lnTo>
                  <a:lnTo>
                    <a:pt x="1943616" y="8264"/>
                  </a:lnTo>
                  <a:lnTo>
                    <a:pt x="1969141" y="7588"/>
                  </a:lnTo>
                  <a:lnTo>
                    <a:pt x="1994079" y="6927"/>
                  </a:lnTo>
                  <a:lnTo>
                    <a:pt x="2018457" y="6282"/>
                  </a:lnTo>
                  <a:lnTo>
                    <a:pt x="2042298" y="5650"/>
                  </a:lnTo>
                  <a:lnTo>
                    <a:pt x="2065627" y="5033"/>
                  </a:lnTo>
                  <a:lnTo>
                    <a:pt x="2088465" y="4428"/>
                  </a:lnTo>
                  <a:lnTo>
                    <a:pt x="2110832" y="3835"/>
                  </a:lnTo>
                  <a:lnTo>
                    <a:pt x="2132747" y="3255"/>
                  </a:lnTo>
                  <a:lnTo>
                    <a:pt x="2154228" y="2686"/>
                  </a:lnTo>
                  <a:lnTo>
                    <a:pt x="2175292" y="2128"/>
                  </a:lnTo>
                  <a:lnTo>
                    <a:pt x="2195954" y="1581"/>
                  </a:lnTo>
                  <a:lnTo>
                    <a:pt x="2216231" y="1044"/>
                  </a:lnTo>
                  <a:lnTo>
                    <a:pt x="2236135" y="517"/>
                  </a:lnTo>
                  <a:lnTo>
                    <a:pt x="2255681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405201" y="1287054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5201" y="1287054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634" y="208925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634" y="180974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634" y="153023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07379" y="1250729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376732" y="21256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376732" y="18461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732" y="15666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732" y="12871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05201" y="2316158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556246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308140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60033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11927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527991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279885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3031778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3783672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2410679" y="2525038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5" name="tx114"/>
            <p:cNvSpPr/>
            <p:nvPr/>
          </p:nvSpPr>
          <p:spPr>
            <a:xfrm rot="-5400000">
              <a:off x="1029315" y="1755886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405201" y="1110514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7" name="rc116"/>
            <p:cNvSpPr/>
            <p:nvPr/>
          </p:nvSpPr>
          <p:spPr>
            <a:xfrm>
              <a:off x="4262502" y="1287054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94834" y="20272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90885" y="14629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412992" y="202202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51510" y="195554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421159" y="20777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4390039" y="16337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4402236" y="13459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4400487" y="18669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4393436" y="221514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4425491" y="184063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85697" y="22290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48622" y="163403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68099" y="19655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41165" y="22413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72563" y="17554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084666" y="130575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095791" y="221971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35530" y="21810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06483" y="19813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12780" y="2224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68416" y="20874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49570" y="22218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183215" y="19059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090935" y="18182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168473" y="18575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153919" y="172902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094324" y="206593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182419" y="221717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02695" y="205178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54784" y="21135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42701" y="21799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29753" y="202095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19923" y="16768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37682" y="144719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877705" y="16023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20274" y="20725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07289" y="20341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97787" y="16517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68970" y="17884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58411" y="21633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897812" y="16182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05017" y="17480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942892" y="18751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5920430" y="21441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5864006" y="186937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5941666" y="21261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936449" y="17347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5895203" y="187880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62465" y="19518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32689" y="204892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60304" y="208670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588971" y="19399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79652" y="18592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57740" y="18940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19716" y="20478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68036" y="191008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693131" y="207221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86353" y="19950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87302" y="18824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600389" y="16725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23753" y="20637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00147" y="22023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10406" y="210701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647156" y="195722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591911" y="204343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78955" y="19408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664866" y="192517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6597013" y="18098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6623079" y="18394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6682769" y="188484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6615597" y="21325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6678226" y="193551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413879" y="1901018"/>
              <a:ext cx="2255089" cy="96579"/>
            </a:xfrm>
            <a:custGeom>
              <a:avLst/>
              <a:pathLst>
                <a:path w="2255089" h="96579">
                  <a:moveTo>
                    <a:pt x="0" y="0"/>
                  </a:moveTo>
                  <a:lnTo>
                    <a:pt x="144810" y="6201"/>
                  </a:lnTo>
                  <a:lnTo>
                    <a:pt x="272542" y="11672"/>
                  </a:lnTo>
                  <a:lnTo>
                    <a:pt x="386802" y="16565"/>
                  </a:lnTo>
                  <a:lnTo>
                    <a:pt x="490163" y="20992"/>
                  </a:lnTo>
                  <a:lnTo>
                    <a:pt x="584524" y="25033"/>
                  </a:lnTo>
                  <a:lnTo>
                    <a:pt x="671328" y="28751"/>
                  </a:lnTo>
                  <a:lnTo>
                    <a:pt x="751696" y="32193"/>
                  </a:lnTo>
                  <a:lnTo>
                    <a:pt x="826517" y="35397"/>
                  </a:lnTo>
                  <a:lnTo>
                    <a:pt x="896507" y="38394"/>
                  </a:lnTo>
                  <a:lnTo>
                    <a:pt x="962252" y="41210"/>
                  </a:lnTo>
                  <a:lnTo>
                    <a:pt x="1024239" y="43865"/>
                  </a:lnTo>
                  <a:lnTo>
                    <a:pt x="1082873" y="46376"/>
                  </a:lnTo>
                  <a:lnTo>
                    <a:pt x="1138499" y="48758"/>
                  </a:lnTo>
                  <a:lnTo>
                    <a:pt x="1191410" y="51024"/>
                  </a:lnTo>
                  <a:lnTo>
                    <a:pt x="1241860" y="53185"/>
                  </a:lnTo>
                  <a:lnTo>
                    <a:pt x="1290066" y="55249"/>
                  </a:lnTo>
                  <a:lnTo>
                    <a:pt x="1336221" y="57226"/>
                  </a:lnTo>
                  <a:lnTo>
                    <a:pt x="1380491" y="59122"/>
                  </a:lnTo>
                  <a:lnTo>
                    <a:pt x="1423025" y="60944"/>
                  </a:lnTo>
                  <a:lnTo>
                    <a:pt x="1463953" y="62697"/>
                  </a:lnTo>
                  <a:lnTo>
                    <a:pt x="1503393" y="64386"/>
                  </a:lnTo>
                  <a:lnTo>
                    <a:pt x="1541448" y="66015"/>
                  </a:lnTo>
                  <a:lnTo>
                    <a:pt x="1578213" y="67590"/>
                  </a:lnTo>
                  <a:lnTo>
                    <a:pt x="1613773" y="69113"/>
                  </a:lnTo>
                  <a:lnTo>
                    <a:pt x="1648203" y="70587"/>
                  </a:lnTo>
                  <a:lnTo>
                    <a:pt x="1681574" y="72017"/>
                  </a:lnTo>
                  <a:lnTo>
                    <a:pt x="1713949" y="73403"/>
                  </a:lnTo>
                  <a:lnTo>
                    <a:pt x="1745385" y="74749"/>
                  </a:lnTo>
                  <a:lnTo>
                    <a:pt x="1775935" y="76058"/>
                  </a:lnTo>
                  <a:lnTo>
                    <a:pt x="1805649" y="77330"/>
                  </a:lnTo>
                  <a:lnTo>
                    <a:pt x="1834569" y="78569"/>
                  </a:lnTo>
                  <a:lnTo>
                    <a:pt x="1862739" y="79775"/>
                  </a:lnTo>
                  <a:lnTo>
                    <a:pt x="1890195" y="80951"/>
                  </a:lnTo>
                  <a:lnTo>
                    <a:pt x="1916974" y="82098"/>
                  </a:lnTo>
                  <a:lnTo>
                    <a:pt x="1943107" y="83217"/>
                  </a:lnTo>
                  <a:lnTo>
                    <a:pt x="1968625" y="84310"/>
                  </a:lnTo>
                  <a:lnTo>
                    <a:pt x="1993556" y="85378"/>
                  </a:lnTo>
                  <a:lnTo>
                    <a:pt x="2017927" y="86422"/>
                  </a:lnTo>
                  <a:lnTo>
                    <a:pt x="2041763" y="87443"/>
                  </a:lnTo>
                  <a:lnTo>
                    <a:pt x="2065086" y="88441"/>
                  </a:lnTo>
                  <a:lnTo>
                    <a:pt x="2087918" y="89419"/>
                  </a:lnTo>
                  <a:lnTo>
                    <a:pt x="2110278" y="90377"/>
                  </a:lnTo>
                  <a:lnTo>
                    <a:pt x="2132188" y="91315"/>
                  </a:lnTo>
                  <a:lnTo>
                    <a:pt x="2153663" y="92235"/>
                  </a:lnTo>
                  <a:lnTo>
                    <a:pt x="2174721" y="93137"/>
                  </a:lnTo>
                  <a:lnTo>
                    <a:pt x="2195379" y="94021"/>
                  </a:lnTo>
                  <a:lnTo>
                    <a:pt x="2215650" y="94890"/>
                  </a:lnTo>
                  <a:lnTo>
                    <a:pt x="2235549" y="95742"/>
                  </a:lnTo>
                  <a:lnTo>
                    <a:pt x="2255089" y="9657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413879" y="1514084"/>
              <a:ext cx="2255089" cy="436786"/>
            </a:xfrm>
            <a:custGeom>
              <a:avLst/>
              <a:pathLst>
                <a:path w="2255089" h="436786">
                  <a:moveTo>
                    <a:pt x="0" y="0"/>
                  </a:moveTo>
                  <a:lnTo>
                    <a:pt x="144810" y="28048"/>
                  </a:lnTo>
                  <a:lnTo>
                    <a:pt x="272542" y="52788"/>
                  </a:lnTo>
                  <a:lnTo>
                    <a:pt x="386802" y="74919"/>
                  </a:lnTo>
                  <a:lnTo>
                    <a:pt x="490163" y="94939"/>
                  </a:lnTo>
                  <a:lnTo>
                    <a:pt x="584524" y="113216"/>
                  </a:lnTo>
                  <a:lnTo>
                    <a:pt x="671328" y="130029"/>
                  </a:lnTo>
                  <a:lnTo>
                    <a:pt x="751696" y="145595"/>
                  </a:lnTo>
                  <a:lnTo>
                    <a:pt x="826517" y="160087"/>
                  </a:lnTo>
                  <a:lnTo>
                    <a:pt x="896507" y="173643"/>
                  </a:lnTo>
                  <a:lnTo>
                    <a:pt x="962252" y="186378"/>
                  </a:lnTo>
                  <a:lnTo>
                    <a:pt x="1024239" y="198384"/>
                  </a:lnTo>
                  <a:lnTo>
                    <a:pt x="1082873" y="209741"/>
                  </a:lnTo>
                  <a:lnTo>
                    <a:pt x="1138499" y="220515"/>
                  </a:lnTo>
                  <a:lnTo>
                    <a:pt x="1191410" y="230763"/>
                  </a:lnTo>
                  <a:lnTo>
                    <a:pt x="1241860" y="240535"/>
                  </a:lnTo>
                  <a:lnTo>
                    <a:pt x="1290066" y="249872"/>
                  </a:lnTo>
                  <a:lnTo>
                    <a:pt x="1336221" y="258811"/>
                  </a:lnTo>
                  <a:lnTo>
                    <a:pt x="1380491" y="267386"/>
                  </a:lnTo>
                  <a:lnTo>
                    <a:pt x="1423025" y="275624"/>
                  </a:lnTo>
                  <a:lnTo>
                    <a:pt x="1463953" y="283552"/>
                  </a:lnTo>
                  <a:lnTo>
                    <a:pt x="1503393" y="291191"/>
                  </a:lnTo>
                  <a:lnTo>
                    <a:pt x="1541448" y="298562"/>
                  </a:lnTo>
                  <a:lnTo>
                    <a:pt x="1578213" y="305683"/>
                  </a:lnTo>
                  <a:lnTo>
                    <a:pt x="1613773" y="312570"/>
                  </a:lnTo>
                  <a:lnTo>
                    <a:pt x="1648203" y="319239"/>
                  </a:lnTo>
                  <a:lnTo>
                    <a:pt x="1681574" y="325703"/>
                  </a:lnTo>
                  <a:lnTo>
                    <a:pt x="1713949" y="331973"/>
                  </a:lnTo>
                  <a:lnTo>
                    <a:pt x="1745385" y="338062"/>
                  </a:lnTo>
                  <a:lnTo>
                    <a:pt x="1775935" y="343979"/>
                  </a:lnTo>
                  <a:lnTo>
                    <a:pt x="1805649" y="349735"/>
                  </a:lnTo>
                  <a:lnTo>
                    <a:pt x="1834569" y="355336"/>
                  </a:lnTo>
                  <a:lnTo>
                    <a:pt x="1862739" y="360792"/>
                  </a:lnTo>
                  <a:lnTo>
                    <a:pt x="1890195" y="366110"/>
                  </a:lnTo>
                  <a:lnTo>
                    <a:pt x="1916974" y="371297"/>
                  </a:lnTo>
                  <a:lnTo>
                    <a:pt x="1943107" y="376359"/>
                  </a:lnTo>
                  <a:lnTo>
                    <a:pt x="1968625" y="381301"/>
                  </a:lnTo>
                  <a:lnTo>
                    <a:pt x="1993556" y="386130"/>
                  </a:lnTo>
                  <a:lnTo>
                    <a:pt x="2017927" y="390851"/>
                  </a:lnTo>
                  <a:lnTo>
                    <a:pt x="2041763" y="395467"/>
                  </a:lnTo>
                  <a:lnTo>
                    <a:pt x="2065086" y="399985"/>
                  </a:lnTo>
                  <a:lnTo>
                    <a:pt x="2087918" y="404407"/>
                  </a:lnTo>
                  <a:lnTo>
                    <a:pt x="2110278" y="408738"/>
                  </a:lnTo>
                  <a:lnTo>
                    <a:pt x="2132188" y="412982"/>
                  </a:lnTo>
                  <a:lnTo>
                    <a:pt x="2153663" y="417141"/>
                  </a:lnTo>
                  <a:lnTo>
                    <a:pt x="2174721" y="421220"/>
                  </a:lnTo>
                  <a:lnTo>
                    <a:pt x="2195379" y="425221"/>
                  </a:lnTo>
                  <a:lnTo>
                    <a:pt x="2215650" y="429147"/>
                  </a:lnTo>
                  <a:lnTo>
                    <a:pt x="2235549" y="433002"/>
                  </a:lnTo>
                  <a:lnTo>
                    <a:pt x="2255089" y="43678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413879" y="2047195"/>
              <a:ext cx="2255089" cy="61952"/>
            </a:xfrm>
            <a:custGeom>
              <a:avLst/>
              <a:pathLst>
                <a:path w="2255089" h="61952">
                  <a:moveTo>
                    <a:pt x="0" y="0"/>
                  </a:moveTo>
                  <a:lnTo>
                    <a:pt x="144810" y="3978"/>
                  </a:lnTo>
                  <a:lnTo>
                    <a:pt x="272542" y="7487"/>
                  </a:lnTo>
                  <a:lnTo>
                    <a:pt x="386802" y="10626"/>
                  </a:lnTo>
                  <a:lnTo>
                    <a:pt x="490163" y="13465"/>
                  </a:lnTo>
                  <a:lnTo>
                    <a:pt x="584524" y="16058"/>
                  </a:lnTo>
                  <a:lnTo>
                    <a:pt x="671328" y="18442"/>
                  </a:lnTo>
                  <a:lnTo>
                    <a:pt x="751696" y="20650"/>
                  </a:lnTo>
                  <a:lnTo>
                    <a:pt x="826517" y="22706"/>
                  </a:lnTo>
                  <a:lnTo>
                    <a:pt x="896507" y="24629"/>
                  </a:lnTo>
                  <a:lnTo>
                    <a:pt x="962252" y="26435"/>
                  </a:lnTo>
                  <a:lnTo>
                    <a:pt x="1024239" y="28138"/>
                  </a:lnTo>
                  <a:lnTo>
                    <a:pt x="1082873" y="29749"/>
                  </a:lnTo>
                  <a:lnTo>
                    <a:pt x="1138499" y="31277"/>
                  </a:lnTo>
                  <a:lnTo>
                    <a:pt x="1191410" y="32730"/>
                  </a:lnTo>
                  <a:lnTo>
                    <a:pt x="1241860" y="34116"/>
                  </a:lnTo>
                  <a:lnTo>
                    <a:pt x="1290066" y="35441"/>
                  </a:lnTo>
                  <a:lnTo>
                    <a:pt x="1336221" y="36709"/>
                  </a:lnTo>
                  <a:lnTo>
                    <a:pt x="1380491" y="37925"/>
                  </a:lnTo>
                  <a:lnTo>
                    <a:pt x="1423025" y="39093"/>
                  </a:lnTo>
                  <a:lnTo>
                    <a:pt x="1463953" y="40218"/>
                  </a:lnTo>
                  <a:lnTo>
                    <a:pt x="1503393" y="41301"/>
                  </a:lnTo>
                  <a:lnTo>
                    <a:pt x="1541448" y="42347"/>
                  </a:lnTo>
                  <a:lnTo>
                    <a:pt x="1578213" y="43357"/>
                  </a:lnTo>
                  <a:lnTo>
                    <a:pt x="1613773" y="44334"/>
                  </a:lnTo>
                  <a:lnTo>
                    <a:pt x="1648203" y="45279"/>
                  </a:lnTo>
                  <a:lnTo>
                    <a:pt x="1681574" y="46196"/>
                  </a:lnTo>
                  <a:lnTo>
                    <a:pt x="1713949" y="47086"/>
                  </a:lnTo>
                  <a:lnTo>
                    <a:pt x="1745385" y="47949"/>
                  </a:lnTo>
                  <a:lnTo>
                    <a:pt x="1775935" y="48789"/>
                  </a:lnTo>
                  <a:lnTo>
                    <a:pt x="1805649" y="49605"/>
                  </a:lnTo>
                  <a:lnTo>
                    <a:pt x="1834569" y="50399"/>
                  </a:lnTo>
                  <a:lnTo>
                    <a:pt x="1862739" y="51173"/>
                  </a:lnTo>
                  <a:lnTo>
                    <a:pt x="1890195" y="51928"/>
                  </a:lnTo>
                  <a:lnTo>
                    <a:pt x="1916974" y="52663"/>
                  </a:lnTo>
                  <a:lnTo>
                    <a:pt x="1943107" y="53381"/>
                  </a:lnTo>
                  <a:lnTo>
                    <a:pt x="1968625" y="54082"/>
                  </a:lnTo>
                  <a:lnTo>
                    <a:pt x="1993556" y="54767"/>
                  </a:lnTo>
                  <a:lnTo>
                    <a:pt x="2017927" y="55437"/>
                  </a:lnTo>
                  <a:lnTo>
                    <a:pt x="2041763" y="56091"/>
                  </a:lnTo>
                  <a:lnTo>
                    <a:pt x="2065086" y="56732"/>
                  </a:lnTo>
                  <a:lnTo>
                    <a:pt x="2087918" y="57359"/>
                  </a:lnTo>
                  <a:lnTo>
                    <a:pt x="2110278" y="57974"/>
                  </a:lnTo>
                  <a:lnTo>
                    <a:pt x="2132188" y="58576"/>
                  </a:lnTo>
                  <a:lnTo>
                    <a:pt x="2153663" y="59166"/>
                  </a:lnTo>
                  <a:lnTo>
                    <a:pt x="2174721" y="59744"/>
                  </a:lnTo>
                  <a:lnTo>
                    <a:pt x="2195379" y="60312"/>
                  </a:lnTo>
                  <a:lnTo>
                    <a:pt x="2215650" y="60868"/>
                  </a:lnTo>
                  <a:lnTo>
                    <a:pt x="2235549" y="61415"/>
                  </a:lnTo>
                  <a:lnTo>
                    <a:pt x="2255089" y="61952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413879" y="1938848"/>
              <a:ext cx="2255089" cy="86414"/>
            </a:xfrm>
            <a:custGeom>
              <a:avLst/>
              <a:pathLst>
                <a:path w="2255089" h="86414">
                  <a:moveTo>
                    <a:pt x="0" y="86414"/>
                  </a:moveTo>
                  <a:lnTo>
                    <a:pt x="144810" y="80865"/>
                  </a:lnTo>
                  <a:lnTo>
                    <a:pt x="272542" y="75970"/>
                  </a:lnTo>
                  <a:lnTo>
                    <a:pt x="386802" y="71592"/>
                  </a:lnTo>
                  <a:lnTo>
                    <a:pt x="490163" y="67631"/>
                  </a:lnTo>
                  <a:lnTo>
                    <a:pt x="584524" y="64015"/>
                  </a:lnTo>
                  <a:lnTo>
                    <a:pt x="671328" y="60689"/>
                  </a:lnTo>
                  <a:lnTo>
                    <a:pt x="751696" y="57609"/>
                  </a:lnTo>
                  <a:lnTo>
                    <a:pt x="826517" y="54742"/>
                  </a:lnTo>
                  <a:lnTo>
                    <a:pt x="896507" y="52060"/>
                  </a:lnTo>
                  <a:lnTo>
                    <a:pt x="962252" y="49541"/>
                  </a:lnTo>
                  <a:lnTo>
                    <a:pt x="1024239" y="47166"/>
                  </a:lnTo>
                  <a:lnTo>
                    <a:pt x="1082873" y="44919"/>
                  </a:lnTo>
                  <a:lnTo>
                    <a:pt x="1138499" y="42787"/>
                  </a:lnTo>
                  <a:lnTo>
                    <a:pt x="1191410" y="40760"/>
                  </a:lnTo>
                  <a:lnTo>
                    <a:pt x="1241860" y="38826"/>
                  </a:lnTo>
                  <a:lnTo>
                    <a:pt x="1290066" y="36979"/>
                  </a:lnTo>
                  <a:lnTo>
                    <a:pt x="1336221" y="35210"/>
                  </a:lnTo>
                  <a:lnTo>
                    <a:pt x="1380491" y="33514"/>
                  </a:lnTo>
                  <a:lnTo>
                    <a:pt x="1423025" y="31884"/>
                  </a:lnTo>
                  <a:lnTo>
                    <a:pt x="1463953" y="30316"/>
                  </a:lnTo>
                  <a:lnTo>
                    <a:pt x="1503393" y="28804"/>
                  </a:lnTo>
                  <a:lnTo>
                    <a:pt x="1541448" y="27346"/>
                  </a:lnTo>
                  <a:lnTo>
                    <a:pt x="1578213" y="25937"/>
                  </a:lnTo>
                  <a:lnTo>
                    <a:pt x="1613773" y="24575"/>
                  </a:lnTo>
                  <a:lnTo>
                    <a:pt x="1648203" y="23255"/>
                  </a:lnTo>
                  <a:lnTo>
                    <a:pt x="1681574" y="21977"/>
                  </a:lnTo>
                  <a:lnTo>
                    <a:pt x="1713949" y="20736"/>
                  </a:lnTo>
                  <a:lnTo>
                    <a:pt x="1745385" y="19531"/>
                  </a:lnTo>
                  <a:lnTo>
                    <a:pt x="1775935" y="18361"/>
                  </a:lnTo>
                  <a:lnTo>
                    <a:pt x="1805649" y="17222"/>
                  </a:lnTo>
                  <a:lnTo>
                    <a:pt x="1834569" y="16114"/>
                  </a:lnTo>
                  <a:lnTo>
                    <a:pt x="1862739" y="15034"/>
                  </a:lnTo>
                  <a:lnTo>
                    <a:pt x="1890195" y="13982"/>
                  </a:lnTo>
                  <a:lnTo>
                    <a:pt x="1916974" y="12956"/>
                  </a:lnTo>
                  <a:lnTo>
                    <a:pt x="1943107" y="11955"/>
                  </a:lnTo>
                  <a:lnTo>
                    <a:pt x="1968625" y="10977"/>
                  </a:lnTo>
                  <a:lnTo>
                    <a:pt x="1993556" y="10021"/>
                  </a:lnTo>
                  <a:lnTo>
                    <a:pt x="2017927" y="9088"/>
                  </a:lnTo>
                  <a:lnTo>
                    <a:pt x="2041763" y="8174"/>
                  </a:lnTo>
                  <a:lnTo>
                    <a:pt x="2065086" y="7280"/>
                  </a:lnTo>
                  <a:lnTo>
                    <a:pt x="2087918" y="6405"/>
                  </a:lnTo>
                  <a:lnTo>
                    <a:pt x="2110278" y="5549"/>
                  </a:lnTo>
                  <a:lnTo>
                    <a:pt x="2132188" y="4709"/>
                  </a:lnTo>
                  <a:lnTo>
                    <a:pt x="2153663" y="3886"/>
                  </a:lnTo>
                  <a:lnTo>
                    <a:pt x="2174721" y="3079"/>
                  </a:lnTo>
                  <a:lnTo>
                    <a:pt x="2195379" y="2288"/>
                  </a:lnTo>
                  <a:lnTo>
                    <a:pt x="2215650" y="1511"/>
                  </a:lnTo>
                  <a:lnTo>
                    <a:pt x="2235549" y="748"/>
                  </a:lnTo>
                  <a:lnTo>
                    <a:pt x="225508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413879" y="1883287"/>
              <a:ext cx="2255089" cy="165901"/>
            </a:xfrm>
            <a:custGeom>
              <a:avLst/>
              <a:pathLst>
                <a:path w="2255089" h="165901">
                  <a:moveTo>
                    <a:pt x="0" y="165901"/>
                  </a:moveTo>
                  <a:lnTo>
                    <a:pt x="144810" y="155248"/>
                  </a:lnTo>
                  <a:lnTo>
                    <a:pt x="272542" y="145851"/>
                  </a:lnTo>
                  <a:lnTo>
                    <a:pt x="386802" y="137445"/>
                  </a:lnTo>
                  <a:lnTo>
                    <a:pt x="490163" y="129841"/>
                  </a:lnTo>
                  <a:lnTo>
                    <a:pt x="584524" y="122899"/>
                  </a:lnTo>
                  <a:lnTo>
                    <a:pt x="671328" y="116513"/>
                  </a:lnTo>
                  <a:lnTo>
                    <a:pt x="751696" y="110601"/>
                  </a:lnTo>
                  <a:lnTo>
                    <a:pt x="826517" y="105096"/>
                  </a:lnTo>
                  <a:lnTo>
                    <a:pt x="896507" y="99947"/>
                  </a:lnTo>
                  <a:lnTo>
                    <a:pt x="962252" y="95110"/>
                  </a:lnTo>
                  <a:lnTo>
                    <a:pt x="1024239" y="90550"/>
                  </a:lnTo>
                  <a:lnTo>
                    <a:pt x="1082873" y="86237"/>
                  </a:lnTo>
                  <a:lnTo>
                    <a:pt x="1138499" y="82144"/>
                  </a:lnTo>
                  <a:lnTo>
                    <a:pt x="1191410" y="78252"/>
                  </a:lnTo>
                  <a:lnTo>
                    <a:pt x="1241860" y="74540"/>
                  </a:lnTo>
                  <a:lnTo>
                    <a:pt x="1290066" y="70994"/>
                  </a:lnTo>
                  <a:lnTo>
                    <a:pt x="1336221" y="67598"/>
                  </a:lnTo>
                  <a:lnTo>
                    <a:pt x="1380491" y="64342"/>
                  </a:lnTo>
                  <a:lnTo>
                    <a:pt x="1423025" y="61213"/>
                  </a:lnTo>
                  <a:lnTo>
                    <a:pt x="1463953" y="58202"/>
                  </a:lnTo>
                  <a:lnTo>
                    <a:pt x="1503393" y="55300"/>
                  </a:lnTo>
                  <a:lnTo>
                    <a:pt x="1541448" y="52500"/>
                  </a:lnTo>
                  <a:lnTo>
                    <a:pt x="1578213" y="49796"/>
                  </a:lnTo>
                  <a:lnTo>
                    <a:pt x="1613773" y="47180"/>
                  </a:lnTo>
                  <a:lnTo>
                    <a:pt x="1648203" y="44647"/>
                  </a:lnTo>
                  <a:lnTo>
                    <a:pt x="1681574" y="42192"/>
                  </a:lnTo>
                  <a:lnTo>
                    <a:pt x="1713949" y="39810"/>
                  </a:lnTo>
                  <a:lnTo>
                    <a:pt x="1745385" y="37497"/>
                  </a:lnTo>
                  <a:lnTo>
                    <a:pt x="1775935" y="35250"/>
                  </a:lnTo>
                  <a:lnTo>
                    <a:pt x="1805649" y="33064"/>
                  </a:lnTo>
                  <a:lnTo>
                    <a:pt x="1834569" y="30936"/>
                  </a:lnTo>
                  <a:lnTo>
                    <a:pt x="1862739" y="28864"/>
                  </a:lnTo>
                  <a:lnTo>
                    <a:pt x="1890195" y="26844"/>
                  </a:lnTo>
                  <a:lnTo>
                    <a:pt x="1916974" y="24874"/>
                  </a:lnTo>
                  <a:lnTo>
                    <a:pt x="1943107" y="22951"/>
                  </a:lnTo>
                  <a:lnTo>
                    <a:pt x="1968625" y="21074"/>
                  </a:lnTo>
                  <a:lnTo>
                    <a:pt x="1993556" y="19240"/>
                  </a:lnTo>
                  <a:lnTo>
                    <a:pt x="2017927" y="17447"/>
                  </a:lnTo>
                  <a:lnTo>
                    <a:pt x="2041763" y="15693"/>
                  </a:lnTo>
                  <a:lnTo>
                    <a:pt x="2065086" y="13978"/>
                  </a:lnTo>
                  <a:lnTo>
                    <a:pt x="2087918" y="12298"/>
                  </a:lnTo>
                  <a:lnTo>
                    <a:pt x="2110278" y="10653"/>
                  </a:lnTo>
                  <a:lnTo>
                    <a:pt x="2132188" y="9041"/>
                  </a:lnTo>
                  <a:lnTo>
                    <a:pt x="2153663" y="7461"/>
                  </a:lnTo>
                  <a:lnTo>
                    <a:pt x="2174721" y="5912"/>
                  </a:lnTo>
                  <a:lnTo>
                    <a:pt x="2195379" y="4392"/>
                  </a:lnTo>
                  <a:lnTo>
                    <a:pt x="2215650" y="2901"/>
                  </a:lnTo>
                  <a:lnTo>
                    <a:pt x="2235549" y="1437"/>
                  </a:lnTo>
                  <a:lnTo>
                    <a:pt x="225508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413879" y="1779658"/>
              <a:ext cx="2255089" cy="45927"/>
            </a:xfrm>
            <a:custGeom>
              <a:avLst/>
              <a:pathLst>
                <a:path w="2255089" h="45927">
                  <a:moveTo>
                    <a:pt x="0" y="0"/>
                  </a:moveTo>
                  <a:lnTo>
                    <a:pt x="144810" y="2949"/>
                  </a:lnTo>
                  <a:lnTo>
                    <a:pt x="272542" y="5550"/>
                  </a:lnTo>
                  <a:lnTo>
                    <a:pt x="386802" y="7877"/>
                  </a:lnTo>
                  <a:lnTo>
                    <a:pt x="490163" y="9982"/>
                  </a:lnTo>
                  <a:lnTo>
                    <a:pt x="584524" y="11904"/>
                  </a:lnTo>
                  <a:lnTo>
                    <a:pt x="671328" y="13672"/>
                  </a:lnTo>
                  <a:lnTo>
                    <a:pt x="751696" y="15309"/>
                  </a:lnTo>
                  <a:lnTo>
                    <a:pt x="826517" y="16833"/>
                  </a:lnTo>
                  <a:lnTo>
                    <a:pt x="896507" y="18258"/>
                  </a:lnTo>
                  <a:lnTo>
                    <a:pt x="962252" y="19597"/>
                  </a:lnTo>
                  <a:lnTo>
                    <a:pt x="1024239" y="20859"/>
                  </a:lnTo>
                  <a:lnTo>
                    <a:pt x="1082873" y="22054"/>
                  </a:lnTo>
                  <a:lnTo>
                    <a:pt x="1138499" y="23186"/>
                  </a:lnTo>
                  <a:lnTo>
                    <a:pt x="1191410" y="24264"/>
                  </a:lnTo>
                  <a:lnTo>
                    <a:pt x="1241860" y="25292"/>
                  </a:lnTo>
                  <a:lnTo>
                    <a:pt x="1290066" y="26273"/>
                  </a:lnTo>
                  <a:lnTo>
                    <a:pt x="1336221" y="27213"/>
                  </a:lnTo>
                  <a:lnTo>
                    <a:pt x="1380491" y="28115"/>
                  </a:lnTo>
                  <a:lnTo>
                    <a:pt x="1423025" y="28981"/>
                  </a:lnTo>
                  <a:lnTo>
                    <a:pt x="1463953" y="29815"/>
                  </a:lnTo>
                  <a:lnTo>
                    <a:pt x="1503393" y="30618"/>
                  </a:lnTo>
                  <a:lnTo>
                    <a:pt x="1541448" y="31393"/>
                  </a:lnTo>
                  <a:lnTo>
                    <a:pt x="1578213" y="32142"/>
                  </a:lnTo>
                  <a:lnTo>
                    <a:pt x="1613773" y="32866"/>
                  </a:lnTo>
                  <a:lnTo>
                    <a:pt x="1648203" y="33567"/>
                  </a:lnTo>
                  <a:lnTo>
                    <a:pt x="1681574" y="34247"/>
                  </a:lnTo>
                  <a:lnTo>
                    <a:pt x="1713949" y="34906"/>
                  </a:lnTo>
                  <a:lnTo>
                    <a:pt x="1745385" y="35546"/>
                  </a:lnTo>
                  <a:lnTo>
                    <a:pt x="1775935" y="36169"/>
                  </a:lnTo>
                  <a:lnTo>
                    <a:pt x="1805649" y="36774"/>
                  </a:lnTo>
                  <a:lnTo>
                    <a:pt x="1834569" y="37363"/>
                  </a:lnTo>
                  <a:lnTo>
                    <a:pt x="1862739" y="37937"/>
                  </a:lnTo>
                  <a:lnTo>
                    <a:pt x="1890195" y="38496"/>
                  </a:lnTo>
                  <a:lnTo>
                    <a:pt x="1916974" y="39041"/>
                  </a:lnTo>
                  <a:lnTo>
                    <a:pt x="1943107" y="39573"/>
                  </a:lnTo>
                  <a:lnTo>
                    <a:pt x="1968625" y="40093"/>
                  </a:lnTo>
                  <a:lnTo>
                    <a:pt x="1993556" y="40601"/>
                  </a:lnTo>
                  <a:lnTo>
                    <a:pt x="2017927" y="41097"/>
                  </a:lnTo>
                  <a:lnTo>
                    <a:pt x="2041763" y="41583"/>
                  </a:lnTo>
                  <a:lnTo>
                    <a:pt x="2065086" y="42058"/>
                  </a:lnTo>
                  <a:lnTo>
                    <a:pt x="2087918" y="42523"/>
                  </a:lnTo>
                  <a:lnTo>
                    <a:pt x="2110278" y="42978"/>
                  </a:lnTo>
                  <a:lnTo>
                    <a:pt x="2132188" y="43424"/>
                  </a:lnTo>
                  <a:lnTo>
                    <a:pt x="2153663" y="43862"/>
                  </a:lnTo>
                  <a:lnTo>
                    <a:pt x="2174721" y="44290"/>
                  </a:lnTo>
                  <a:lnTo>
                    <a:pt x="2195379" y="44711"/>
                  </a:lnTo>
                  <a:lnTo>
                    <a:pt x="2215650" y="45124"/>
                  </a:lnTo>
                  <a:lnTo>
                    <a:pt x="2235549" y="45529"/>
                  </a:lnTo>
                  <a:lnTo>
                    <a:pt x="2255089" y="4592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413879" y="1611915"/>
              <a:ext cx="2255089" cy="407493"/>
            </a:xfrm>
            <a:custGeom>
              <a:avLst/>
              <a:pathLst>
                <a:path w="2255089" h="407493">
                  <a:moveTo>
                    <a:pt x="0" y="0"/>
                  </a:moveTo>
                  <a:lnTo>
                    <a:pt x="144810" y="26167"/>
                  </a:lnTo>
                  <a:lnTo>
                    <a:pt x="272542" y="49248"/>
                  </a:lnTo>
                  <a:lnTo>
                    <a:pt x="386802" y="69895"/>
                  </a:lnTo>
                  <a:lnTo>
                    <a:pt x="490163" y="88572"/>
                  </a:lnTo>
                  <a:lnTo>
                    <a:pt x="584524" y="105623"/>
                  </a:lnTo>
                  <a:lnTo>
                    <a:pt x="671328" y="121308"/>
                  </a:lnTo>
                  <a:lnTo>
                    <a:pt x="751696" y="135831"/>
                  </a:lnTo>
                  <a:lnTo>
                    <a:pt x="826517" y="149351"/>
                  </a:lnTo>
                  <a:lnTo>
                    <a:pt x="896507" y="161998"/>
                  </a:lnTo>
                  <a:lnTo>
                    <a:pt x="962252" y="173878"/>
                  </a:lnTo>
                  <a:lnTo>
                    <a:pt x="1024239" y="185079"/>
                  </a:lnTo>
                  <a:lnTo>
                    <a:pt x="1082873" y="195674"/>
                  </a:lnTo>
                  <a:lnTo>
                    <a:pt x="1138499" y="205726"/>
                  </a:lnTo>
                  <a:lnTo>
                    <a:pt x="1191410" y="215287"/>
                  </a:lnTo>
                  <a:lnTo>
                    <a:pt x="1241860" y="224403"/>
                  </a:lnTo>
                  <a:lnTo>
                    <a:pt x="1290066" y="233114"/>
                  </a:lnTo>
                  <a:lnTo>
                    <a:pt x="1336221" y="241454"/>
                  </a:lnTo>
                  <a:lnTo>
                    <a:pt x="1380491" y="249454"/>
                  </a:lnTo>
                  <a:lnTo>
                    <a:pt x="1423025" y="257139"/>
                  </a:lnTo>
                  <a:lnTo>
                    <a:pt x="1463953" y="264535"/>
                  </a:lnTo>
                  <a:lnTo>
                    <a:pt x="1503393" y="271662"/>
                  </a:lnTo>
                  <a:lnTo>
                    <a:pt x="1541448" y="278538"/>
                  </a:lnTo>
                  <a:lnTo>
                    <a:pt x="1578213" y="285182"/>
                  </a:lnTo>
                  <a:lnTo>
                    <a:pt x="1613773" y="291608"/>
                  </a:lnTo>
                  <a:lnTo>
                    <a:pt x="1648203" y="297829"/>
                  </a:lnTo>
                  <a:lnTo>
                    <a:pt x="1681574" y="303859"/>
                  </a:lnTo>
                  <a:lnTo>
                    <a:pt x="1713949" y="309709"/>
                  </a:lnTo>
                  <a:lnTo>
                    <a:pt x="1745385" y="315390"/>
                  </a:lnTo>
                  <a:lnTo>
                    <a:pt x="1775935" y="320910"/>
                  </a:lnTo>
                  <a:lnTo>
                    <a:pt x="1805649" y="326279"/>
                  </a:lnTo>
                  <a:lnTo>
                    <a:pt x="1834569" y="331505"/>
                  </a:lnTo>
                  <a:lnTo>
                    <a:pt x="1862739" y="336596"/>
                  </a:lnTo>
                  <a:lnTo>
                    <a:pt x="1890195" y="341557"/>
                  </a:lnTo>
                  <a:lnTo>
                    <a:pt x="1916974" y="346396"/>
                  </a:lnTo>
                  <a:lnTo>
                    <a:pt x="1943107" y="351118"/>
                  </a:lnTo>
                  <a:lnTo>
                    <a:pt x="1968625" y="355729"/>
                  </a:lnTo>
                  <a:lnTo>
                    <a:pt x="1993556" y="360234"/>
                  </a:lnTo>
                  <a:lnTo>
                    <a:pt x="2017927" y="364638"/>
                  </a:lnTo>
                  <a:lnTo>
                    <a:pt x="2041763" y="368945"/>
                  </a:lnTo>
                  <a:lnTo>
                    <a:pt x="2065086" y="373160"/>
                  </a:lnTo>
                  <a:lnTo>
                    <a:pt x="2087918" y="377285"/>
                  </a:lnTo>
                  <a:lnTo>
                    <a:pt x="2110278" y="381326"/>
                  </a:lnTo>
                  <a:lnTo>
                    <a:pt x="2132188" y="385285"/>
                  </a:lnTo>
                  <a:lnTo>
                    <a:pt x="2153663" y="389165"/>
                  </a:lnTo>
                  <a:lnTo>
                    <a:pt x="2174721" y="392971"/>
                  </a:lnTo>
                  <a:lnTo>
                    <a:pt x="2195379" y="396703"/>
                  </a:lnTo>
                  <a:lnTo>
                    <a:pt x="2215650" y="400366"/>
                  </a:lnTo>
                  <a:lnTo>
                    <a:pt x="2235549" y="403962"/>
                  </a:lnTo>
                  <a:lnTo>
                    <a:pt x="2255089" y="40749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413879" y="2153114"/>
              <a:ext cx="2255089" cy="38417"/>
            </a:xfrm>
            <a:custGeom>
              <a:avLst/>
              <a:pathLst>
                <a:path w="2255089" h="38417">
                  <a:moveTo>
                    <a:pt x="0" y="0"/>
                  </a:moveTo>
                  <a:lnTo>
                    <a:pt x="144810" y="2466"/>
                  </a:lnTo>
                  <a:lnTo>
                    <a:pt x="272542" y="4642"/>
                  </a:lnTo>
                  <a:lnTo>
                    <a:pt x="386802" y="6589"/>
                  </a:lnTo>
                  <a:lnTo>
                    <a:pt x="490163" y="8350"/>
                  </a:lnTo>
                  <a:lnTo>
                    <a:pt x="584524" y="9957"/>
                  </a:lnTo>
                  <a:lnTo>
                    <a:pt x="671328" y="11436"/>
                  </a:lnTo>
                  <a:lnTo>
                    <a:pt x="751696" y="12805"/>
                  </a:lnTo>
                  <a:lnTo>
                    <a:pt x="826517" y="14080"/>
                  </a:lnTo>
                  <a:lnTo>
                    <a:pt x="896507" y="15272"/>
                  </a:lnTo>
                  <a:lnTo>
                    <a:pt x="962252" y="16392"/>
                  </a:lnTo>
                  <a:lnTo>
                    <a:pt x="1024239" y="17448"/>
                  </a:lnTo>
                  <a:lnTo>
                    <a:pt x="1082873" y="18447"/>
                  </a:lnTo>
                  <a:lnTo>
                    <a:pt x="1138499" y="19395"/>
                  </a:lnTo>
                  <a:lnTo>
                    <a:pt x="1191410" y="20296"/>
                  </a:lnTo>
                  <a:lnTo>
                    <a:pt x="1241860" y="21155"/>
                  </a:lnTo>
                  <a:lnTo>
                    <a:pt x="1290066" y="21977"/>
                  </a:lnTo>
                  <a:lnTo>
                    <a:pt x="1336221" y="22763"/>
                  </a:lnTo>
                  <a:lnTo>
                    <a:pt x="1380491" y="23517"/>
                  </a:lnTo>
                  <a:lnTo>
                    <a:pt x="1423025" y="24242"/>
                  </a:lnTo>
                  <a:lnTo>
                    <a:pt x="1463953" y="24939"/>
                  </a:lnTo>
                  <a:lnTo>
                    <a:pt x="1503393" y="25611"/>
                  </a:lnTo>
                  <a:lnTo>
                    <a:pt x="1541448" y="26259"/>
                  </a:lnTo>
                  <a:lnTo>
                    <a:pt x="1578213" y="26885"/>
                  </a:lnTo>
                  <a:lnTo>
                    <a:pt x="1613773" y="27491"/>
                  </a:lnTo>
                  <a:lnTo>
                    <a:pt x="1648203" y="28078"/>
                  </a:lnTo>
                  <a:lnTo>
                    <a:pt x="1681574" y="28646"/>
                  </a:lnTo>
                  <a:lnTo>
                    <a:pt x="1713949" y="29198"/>
                  </a:lnTo>
                  <a:lnTo>
                    <a:pt x="1745385" y="29733"/>
                  </a:lnTo>
                  <a:lnTo>
                    <a:pt x="1775935" y="30254"/>
                  </a:lnTo>
                  <a:lnTo>
                    <a:pt x="1805649" y="30760"/>
                  </a:lnTo>
                  <a:lnTo>
                    <a:pt x="1834569" y="31253"/>
                  </a:lnTo>
                  <a:lnTo>
                    <a:pt x="1862739" y="31733"/>
                  </a:lnTo>
                  <a:lnTo>
                    <a:pt x="1890195" y="32200"/>
                  </a:lnTo>
                  <a:lnTo>
                    <a:pt x="1916974" y="32657"/>
                  </a:lnTo>
                  <a:lnTo>
                    <a:pt x="1943107" y="33102"/>
                  </a:lnTo>
                  <a:lnTo>
                    <a:pt x="1968625" y="33536"/>
                  </a:lnTo>
                  <a:lnTo>
                    <a:pt x="1993556" y="33961"/>
                  </a:lnTo>
                  <a:lnTo>
                    <a:pt x="2017927" y="34376"/>
                  </a:lnTo>
                  <a:lnTo>
                    <a:pt x="2041763" y="34782"/>
                  </a:lnTo>
                  <a:lnTo>
                    <a:pt x="2065086" y="35180"/>
                  </a:lnTo>
                  <a:lnTo>
                    <a:pt x="2087918" y="35569"/>
                  </a:lnTo>
                  <a:lnTo>
                    <a:pt x="2110278" y="35950"/>
                  </a:lnTo>
                  <a:lnTo>
                    <a:pt x="2132188" y="36323"/>
                  </a:lnTo>
                  <a:lnTo>
                    <a:pt x="2153663" y="36689"/>
                  </a:lnTo>
                  <a:lnTo>
                    <a:pt x="2174721" y="37047"/>
                  </a:lnTo>
                  <a:lnTo>
                    <a:pt x="2195379" y="37399"/>
                  </a:lnTo>
                  <a:lnTo>
                    <a:pt x="2215650" y="37745"/>
                  </a:lnTo>
                  <a:lnTo>
                    <a:pt x="2235549" y="38084"/>
                  </a:lnTo>
                  <a:lnTo>
                    <a:pt x="2255089" y="3841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413879" y="1993286"/>
              <a:ext cx="2255089" cy="30732"/>
            </a:xfrm>
            <a:custGeom>
              <a:avLst/>
              <a:pathLst>
                <a:path w="2255089" h="30732">
                  <a:moveTo>
                    <a:pt x="0" y="30732"/>
                  </a:moveTo>
                  <a:lnTo>
                    <a:pt x="144810" y="28758"/>
                  </a:lnTo>
                  <a:lnTo>
                    <a:pt x="272542" y="27018"/>
                  </a:lnTo>
                  <a:lnTo>
                    <a:pt x="386802" y="25460"/>
                  </a:lnTo>
                  <a:lnTo>
                    <a:pt x="490163" y="24052"/>
                  </a:lnTo>
                  <a:lnTo>
                    <a:pt x="584524" y="22766"/>
                  </a:lnTo>
                  <a:lnTo>
                    <a:pt x="671328" y="21583"/>
                  </a:lnTo>
                  <a:lnTo>
                    <a:pt x="751696" y="20488"/>
                  </a:lnTo>
                  <a:lnTo>
                    <a:pt x="826517" y="19468"/>
                  </a:lnTo>
                  <a:lnTo>
                    <a:pt x="896507" y="18514"/>
                  </a:lnTo>
                  <a:lnTo>
                    <a:pt x="962252" y="17618"/>
                  </a:lnTo>
                  <a:lnTo>
                    <a:pt x="1024239" y="16774"/>
                  </a:lnTo>
                  <a:lnTo>
                    <a:pt x="1082873" y="15974"/>
                  </a:lnTo>
                  <a:lnTo>
                    <a:pt x="1138499" y="15216"/>
                  </a:lnTo>
                  <a:lnTo>
                    <a:pt x="1191410" y="14495"/>
                  </a:lnTo>
                  <a:lnTo>
                    <a:pt x="1241860" y="13808"/>
                  </a:lnTo>
                  <a:lnTo>
                    <a:pt x="1290066" y="13151"/>
                  </a:lnTo>
                  <a:lnTo>
                    <a:pt x="1336221" y="12522"/>
                  </a:lnTo>
                  <a:lnTo>
                    <a:pt x="1380491" y="11919"/>
                  </a:lnTo>
                  <a:lnTo>
                    <a:pt x="1423025" y="11339"/>
                  </a:lnTo>
                  <a:lnTo>
                    <a:pt x="1463953" y="10781"/>
                  </a:lnTo>
                  <a:lnTo>
                    <a:pt x="1503393" y="10244"/>
                  </a:lnTo>
                  <a:lnTo>
                    <a:pt x="1541448" y="9725"/>
                  </a:lnTo>
                  <a:lnTo>
                    <a:pt x="1578213" y="9224"/>
                  </a:lnTo>
                  <a:lnTo>
                    <a:pt x="1613773" y="8739"/>
                  </a:lnTo>
                  <a:lnTo>
                    <a:pt x="1648203" y="8270"/>
                  </a:lnTo>
                  <a:lnTo>
                    <a:pt x="1681574" y="7815"/>
                  </a:lnTo>
                  <a:lnTo>
                    <a:pt x="1713949" y="7374"/>
                  </a:lnTo>
                  <a:lnTo>
                    <a:pt x="1745385" y="6946"/>
                  </a:lnTo>
                  <a:lnTo>
                    <a:pt x="1775935" y="6529"/>
                  </a:lnTo>
                  <a:lnTo>
                    <a:pt x="1805649" y="6124"/>
                  </a:lnTo>
                  <a:lnTo>
                    <a:pt x="1834569" y="5730"/>
                  </a:lnTo>
                  <a:lnTo>
                    <a:pt x="1862739" y="5346"/>
                  </a:lnTo>
                  <a:lnTo>
                    <a:pt x="1890195" y="4972"/>
                  </a:lnTo>
                  <a:lnTo>
                    <a:pt x="1916974" y="4607"/>
                  </a:lnTo>
                  <a:lnTo>
                    <a:pt x="1943107" y="4251"/>
                  </a:lnTo>
                  <a:lnTo>
                    <a:pt x="1968625" y="3903"/>
                  </a:lnTo>
                  <a:lnTo>
                    <a:pt x="1993556" y="3564"/>
                  </a:lnTo>
                  <a:lnTo>
                    <a:pt x="2017927" y="3232"/>
                  </a:lnTo>
                  <a:lnTo>
                    <a:pt x="2041763" y="2907"/>
                  </a:lnTo>
                  <a:lnTo>
                    <a:pt x="2065086" y="2589"/>
                  </a:lnTo>
                  <a:lnTo>
                    <a:pt x="2087918" y="2278"/>
                  </a:lnTo>
                  <a:lnTo>
                    <a:pt x="2110278" y="1973"/>
                  </a:lnTo>
                  <a:lnTo>
                    <a:pt x="2132188" y="1674"/>
                  </a:lnTo>
                  <a:lnTo>
                    <a:pt x="2153663" y="1382"/>
                  </a:lnTo>
                  <a:lnTo>
                    <a:pt x="2174721" y="1095"/>
                  </a:lnTo>
                  <a:lnTo>
                    <a:pt x="2195379" y="813"/>
                  </a:lnTo>
                  <a:lnTo>
                    <a:pt x="2215650" y="537"/>
                  </a:lnTo>
                  <a:lnTo>
                    <a:pt x="2235549" y="266"/>
                  </a:lnTo>
                  <a:lnTo>
                    <a:pt x="225508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413879" y="1927634"/>
              <a:ext cx="2255089" cy="48240"/>
            </a:xfrm>
            <a:custGeom>
              <a:avLst/>
              <a:pathLst>
                <a:path w="2255089" h="48240">
                  <a:moveTo>
                    <a:pt x="0" y="0"/>
                  </a:moveTo>
                  <a:lnTo>
                    <a:pt x="144810" y="3097"/>
                  </a:lnTo>
                  <a:lnTo>
                    <a:pt x="272542" y="5830"/>
                  </a:lnTo>
                  <a:lnTo>
                    <a:pt x="386802" y="8274"/>
                  </a:lnTo>
                  <a:lnTo>
                    <a:pt x="490163" y="10485"/>
                  </a:lnTo>
                  <a:lnTo>
                    <a:pt x="584524" y="12504"/>
                  </a:lnTo>
                  <a:lnTo>
                    <a:pt x="671328" y="14360"/>
                  </a:lnTo>
                  <a:lnTo>
                    <a:pt x="751696" y="16080"/>
                  </a:lnTo>
                  <a:lnTo>
                    <a:pt x="826517" y="17680"/>
                  </a:lnTo>
                  <a:lnTo>
                    <a:pt x="896507" y="19177"/>
                  </a:lnTo>
                  <a:lnTo>
                    <a:pt x="962252" y="20584"/>
                  </a:lnTo>
                  <a:lnTo>
                    <a:pt x="1024239" y="21910"/>
                  </a:lnTo>
                  <a:lnTo>
                    <a:pt x="1082873" y="23164"/>
                  </a:lnTo>
                  <a:lnTo>
                    <a:pt x="1138499" y="24354"/>
                  </a:lnTo>
                  <a:lnTo>
                    <a:pt x="1191410" y="25486"/>
                  </a:lnTo>
                  <a:lnTo>
                    <a:pt x="1241860" y="26565"/>
                  </a:lnTo>
                  <a:lnTo>
                    <a:pt x="1290066" y="27596"/>
                  </a:lnTo>
                  <a:lnTo>
                    <a:pt x="1336221" y="28584"/>
                  </a:lnTo>
                  <a:lnTo>
                    <a:pt x="1380491" y="29531"/>
                  </a:lnTo>
                  <a:lnTo>
                    <a:pt x="1423025" y="30441"/>
                  </a:lnTo>
                  <a:lnTo>
                    <a:pt x="1463953" y="31316"/>
                  </a:lnTo>
                  <a:lnTo>
                    <a:pt x="1503393" y="32160"/>
                  </a:lnTo>
                  <a:lnTo>
                    <a:pt x="1541448" y="32974"/>
                  </a:lnTo>
                  <a:lnTo>
                    <a:pt x="1578213" y="33760"/>
                  </a:lnTo>
                  <a:lnTo>
                    <a:pt x="1613773" y="34521"/>
                  </a:lnTo>
                  <a:lnTo>
                    <a:pt x="1648203" y="35258"/>
                  </a:lnTo>
                  <a:lnTo>
                    <a:pt x="1681574" y="35971"/>
                  </a:lnTo>
                  <a:lnTo>
                    <a:pt x="1713949" y="36664"/>
                  </a:lnTo>
                  <a:lnTo>
                    <a:pt x="1745385" y="37336"/>
                  </a:lnTo>
                  <a:lnTo>
                    <a:pt x="1775935" y="37990"/>
                  </a:lnTo>
                  <a:lnTo>
                    <a:pt x="1805649" y="38626"/>
                  </a:lnTo>
                  <a:lnTo>
                    <a:pt x="1834569" y="39244"/>
                  </a:lnTo>
                  <a:lnTo>
                    <a:pt x="1862739" y="39847"/>
                  </a:lnTo>
                  <a:lnTo>
                    <a:pt x="1890195" y="40434"/>
                  </a:lnTo>
                  <a:lnTo>
                    <a:pt x="1916974" y="41007"/>
                  </a:lnTo>
                  <a:lnTo>
                    <a:pt x="1943107" y="41566"/>
                  </a:lnTo>
                  <a:lnTo>
                    <a:pt x="1968625" y="42112"/>
                  </a:lnTo>
                  <a:lnTo>
                    <a:pt x="1993556" y="42645"/>
                  </a:lnTo>
                  <a:lnTo>
                    <a:pt x="2017927" y="43167"/>
                  </a:lnTo>
                  <a:lnTo>
                    <a:pt x="2041763" y="43677"/>
                  </a:lnTo>
                  <a:lnTo>
                    <a:pt x="2065086" y="44175"/>
                  </a:lnTo>
                  <a:lnTo>
                    <a:pt x="2087918" y="44664"/>
                  </a:lnTo>
                  <a:lnTo>
                    <a:pt x="2110278" y="45142"/>
                  </a:lnTo>
                  <a:lnTo>
                    <a:pt x="2132188" y="45611"/>
                  </a:lnTo>
                  <a:lnTo>
                    <a:pt x="2153663" y="46070"/>
                  </a:lnTo>
                  <a:lnTo>
                    <a:pt x="2174721" y="46521"/>
                  </a:lnTo>
                  <a:lnTo>
                    <a:pt x="2195379" y="46963"/>
                  </a:lnTo>
                  <a:lnTo>
                    <a:pt x="2215650" y="47396"/>
                  </a:lnTo>
                  <a:lnTo>
                    <a:pt x="2235549" y="47822"/>
                  </a:lnTo>
                  <a:lnTo>
                    <a:pt x="2255089" y="4824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rc199"/>
            <p:cNvSpPr/>
            <p:nvPr/>
          </p:nvSpPr>
          <p:spPr>
            <a:xfrm>
              <a:off x="4262502" y="1287054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262502" y="1287054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4234034" y="21162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4234034" y="17761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4234034" y="14360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4262502" y="2316158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4413879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5165576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5917272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6668969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tx209"/>
            <p:cNvSpPr/>
            <p:nvPr/>
          </p:nvSpPr>
          <p:spPr>
            <a:xfrm>
              <a:off x="4385624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11" name="tx210"/>
            <p:cNvSpPr/>
            <p:nvPr/>
          </p:nvSpPr>
          <p:spPr>
            <a:xfrm>
              <a:off x="5137321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12" name="tx211"/>
            <p:cNvSpPr/>
            <p:nvPr/>
          </p:nvSpPr>
          <p:spPr>
            <a:xfrm>
              <a:off x="5889017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13" name="tx212"/>
            <p:cNvSpPr/>
            <p:nvPr/>
          </p:nvSpPr>
          <p:spPr>
            <a:xfrm>
              <a:off x="6640714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14" name="tx213"/>
            <p:cNvSpPr/>
            <p:nvPr/>
          </p:nvSpPr>
          <p:spPr>
            <a:xfrm>
              <a:off x="5267981" y="2525038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15" name="tx214"/>
            <p:cNvSpPr/>
            <p:nvPr/>
          </p:nvSpPr>
          <p:spPr>
            <a:xfrm>
              <a:off x="4262502" y="1110514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16" name="rc215"/>
            <p:cNvSpPr/>
            <p:nvPr/>
          </p:nvSpPr>
          <p:spPr>
            <a:xfrm>
              <a:off x="1405201" y="3040436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1580967" y="38957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1592460" y="378560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1494209" y="394390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1494759" y="384616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1541818" y="38685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1576194" y="37735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1569243" y="35306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1575241" y="38465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1580307" y="381285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1501892" y="377285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330131" y="39507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29263" y="39879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39572" y="312502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307691" y="38920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68239" y="39118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42244" y="37904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45234" y="39105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273816" y="39132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337122" y="34628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258923" y="35636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333714" y="37269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296805" y="37894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279086" y="36752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284454" y="38310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320762" y="38506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317320" y="375447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286651" y="335619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252561" y="353976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89497" y="374641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28462" y="36660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37885" y="39779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989878" y="397261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66436" y="382230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86802" y="39813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40711" y="32780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024811" y="39946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019154" y="36248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2987638" y="314264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034826" y="305914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091584" y="36124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21339" y="35156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2997545" y="34819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2988593" y="35084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008869" y="39229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060959" y="34723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054287" y="37853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006817" y="38009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2988306" y="364998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774232" y="364068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01841" y="37196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22536" y="366466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91782" y="38840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82056" y="34742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74021" y="37363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26625" y="38241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784803" y="36003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779235" y="35481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35829" y="33304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734576" y="33486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59865" y="33335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00024" y="34131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746380" y="36059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756423" y="362866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827263" y="35516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751114" y="352216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805483" y="35117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733539" y="33710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763914" y="34622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746137" y="34965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795969" y="33495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742912" y="35223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764046" y="33899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575747" y="3613448"/>
              <a:ext cx="2235813" cy="372093"/>
            </a:xfrm>
            <a:custGeom>
              <a:avLst/>
              <a:pathLst>
                <a:path w="2235813" h="372093">
                  <a:moveTo>
                    <a:pt x="0" y="372093"/>
                  </a:moveTo>
                  <a:lnTo>
                    <a:pt x="143572" y="348199"/>
                  </a:lnTo>
                  <a:lnTo>
                    <a:pt x="270213" y="327123"/>
                  </a:lnTo>
                  <a:lnTo>
                    <a:pt x="383496" y="308270"/>
                  </a:lnTo>
                  <a:lnTo>
                    <a:pt x="485973" y="291215"/>
                  </a:lnTo>
                  <a:lnTo>
                    <a:pt x="579528" y="275646"/>
                  </a:lnTo>
                  <a:lnTo>
                    <a:pt x="665590" y="261323"/>
                  </a:lnTo>
                  <a:lnTo>
                    <a:pt x="745271" y="248062"/>
                  </a:lnTo>
                  <a:lnTo>
                    <a:pt x="819452" y="235716"/>
                  </a:lnTo>
                  <a:lnTo>
                    <a:pt x="888843" y="224168"/>
                  </a:lnTo>
                  <a:lnTo>
                    <a:pt x="954027" y="213320"/>
                  </a:lnTo>
                  <a:lnTo>
                    <a:pt x="1015484" y="203092"/>
                  </a:lnTo>
                  <a:lnTo>
                    <a:pt x="1073617" y="193417"/>
                  </a:lnTo>
                  <a:lnTo>
                    <a:pt x="1128767" y="184239"/>
                  </a:lnTo>
                  <a:lnTo>
                    <a:pt x="1181226" y="175508"/>
                  </a:lnTo>
                  <a:lnTo>
                    <a:pt x="1231245" y="167184"/>
                  </a:lnTo>
                  <a:lnTo>
                    <a:pt x="1279039" y="159230"/>
                  </a:lnTo>
                  <a:lnTo>
                    <a:pt x="1324799" y="151614"/>
                  </a:lnTo>
                  <a:lnTo>
                    <a:pt x="1368691" y="144310"/>
                  </a:lnTo>
                  <a:lnTo>
                    <a:pt x="1410861" y="137292"/>
                  </a:lnTo>
                  <a:lnTo>
                    <a:pt x="1451439" y="130538"/>
                  </a:lnTo>
                  <a:lnTo>
                    <a:pt x="1490542" y="124031"/>
                  </a:lnTo>
                  <a:lnTo>
                    <a:pt x="1528272" y="117752"/>
                  </a:lnTo>
                  <a:lnTo>
                    <a:pt x="1564723" y="111685"/>
                  </a:lnTo>
                  <a:lnTo>
                    <a:pt x="1599978" y="105818"/>
                  </a:lnTo>
                  <a:lnTo>
                    <a:pt x="1634115" y="100137"/>
                  </a:lnTo>
                  <a:lnTo>
                    <a:pt x="1667200" y="94630"/>
                  </a:lnTo>
                  <a:lnTo>
                    <a:pt x="1699298" y="89289"/>
                  </a:lnTo>
                  <a:lnTo>
                    <a:pt x="1730466" y="84102"/>
                  </a:lnTo>
                  <a:lnTo>
                    <a:pt x="1760755" y="79061"/>
                  </a:lnTo>
                  <a:lnTo>
                    <a:pt x="1790214" y="74158"/>
                  </a:lnTo>
                  <a:lnTo>
                    <a:pt x="1818888" y="69386"/>
                  </a:lnTo>
                  <a:lnTo>
                    <a:pt x="1846817" y="64738"/>
                  </a:lnTo>
                  <a:lnTo>
                    <a:pt x="1874038" y="60208"/>
                  </a:lnTo>
                  <a:lnTo>
                    <a:pt x="1900588" y="55789"/>
                  </a:lnTo>
                  <a:lnTo>
                    <a:pt x="1926497" y="51477"/>
                  </a:lnTo>
                  <a:lnTo>
                    <a:pt x="1951797" y="47267"/>
                  </a:lnTo>
                  <a:lnTo>
                    <a:pt x="1976516" y="43153"/>
                  </a:lnTo>
                  <a:lnTo>
                    <a:pt x="2000679" y="39132"/>
                  </a:lnTo>
                  <a:lnTo>
                    <a:pt x="2024310" y="35199"/>
                  </a:lnTo>
                  <a:lnTo>
                    <a:pt x="2047434" y="31350"/>
                  </a:lnTo>
                  <a:lnTo>
                    <a:pt x="2070070" y="27583"/>
                  </a:lnTo>
                  <a:lnTo>
                    <a:pt x="2092240" y="23894"/>
                  </a:lnTo>
                  <a:lnTo>
                    <a:pt x="2113962" y="20278"/>
                  </a:lnTo>
                  <a:lnTo>
                    <a:pt x="2135254" y="16735"/>
                  </a:lnTo>
                  <a:lnTo>
                    <a:pt x="2156132" y="13260"/>
                  </a:lnTo>
                  <a:lnTo>
                    <a:pt x="2176613" y="9852"/>
                  </a:lnTo>
                  <a:lnTo>
                    <a:pt x="2196710" y="6507"/>
                  </a:lnTo>
                  <a:lnTo>
                    <a:pt x="2216439" y="3224"/>
                  </a:lnTo>
                  <a:lnTo>
                    <a:pt x="223581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575747" y="3540428"/>
              <a:ext cx="2235813" cy="359292"/>
            </a:xfrm>
            <a:custGeom>
              <a:avLst/>
              <a:pathLst>
                <a:path w="2235813" h="359292">
                  <a:moveTo>
                    <a:pt x="0" y="359292"/>
                  </a:moveTo>
                  <a:lnTo>
                    <a:pt x="143572" y="336220"/>
                  </a:lnTo>
                  <a:lnTo>
                    <a:pt x="270213" y="315869"/>
                  </a:lnTo>
                  <a:lnTo>
                    <a:pt x="383496" y="297664"/>
                  </a:lnTo>
                  <a:lnTo>
                    <a:pt x="485973" y="281196"/>
                  </a:lnTo>
                  <a:lnTo>
                    <a:pt x="579528" y="266162"/>
                  </a:lnTo>
                  <a:lnTo>
                    <a:pt x="665590" y="252332"/>
                  </a:lnTo>
                  <a:lnTo>
                    <a:pt x="745271" y="239528"/>
                  </a:lnTo>
                  <a:lnTo>
                    <a:pt x="819452" y="227607"/>
                  </a:lnTo>
                  <a:lnTo>
                    <a:pt x="888843" y="216456"/>
                  </a:lnTo>
                  <a:lnTo>
                    <a:pt x="954027" y="205981"/>
                  </a:lnTo>
                  <a:lnTo>
                    <a:pt x="1015484" y="196105"/>
                  </a:lnTo>
                  <a:lnTo>
                    <a:pt x="1073617" y="186763"/>
                  </a:lnTo>
                  <a:lnTo>
                    <a:pt x="1128767" y="177900"/>
                  </a:lnTo>
                  <a:lnTo>
                    <a:pt x="1181226" y="169470"/>
                  </a:lnTo>
                  <a:lnTo>
                    <a:pt x="1231245" y="161432"/>
                  </a:lnTo>
                  <a:lnTo>
                    <a:pt x="1279039" y="153752"/>
                  </a:lnTo>
                  <a:lnTo>
                    <a:pt x="1324799" y="146398"/>
                  </a:lnTo>
                  <a:lnTo>
                    <a:pt x="1368691" y="139345"/>
                  </a:lnTo>
                  <a:lnTo>
                    <a:pt x="1410861" y="132568"/>
                  </a:lnTo>
                  <a:lnTo>
                    <a:pt x="1451439" y="126047"/>
                  </a:lnTo>
                  <a:lnTo>
                    <a:pt x="1490542" y="119764"/>
                  </a:lnTo>
                  <a:lnTo>
                    <a:pt x="1528272" y="113700"/>
                  </a:lnTo>
                  <a:lnTo>
                    <a:pt x="1564723" y="107843"/>
                  </a:lnTo>
                  <a:lnTo>
                    <a:pt x="1599978" y="102177"/>
                  </a:lnTo>
                  <a:lnTo>
                    <a:pt x="1634115" y="96692"/>
                  </a:lnTo>
                  <a:lnTo>
                    <a:pt x="1667200" y="91375"/>
                  </a:lnTo>
                  <a:lnTo>
                    <a:pt x="1699298" y="86217"/>
                  </a:lnTo>
                  <a:lnTo>
                    <a:pt x="1730466" y="81208"/>
                  </a:lnTo>
                  <a:lnTo>
                    <a:pt x="1760755" y="76341"/>
                  </a:lnTo>
                  <a:lnTo>
                    <a:pt x="1790214" y="71607"/>
                  </a:lnTo>
                  <a:lnTo>
                    <a:pt x="1818888" y="66999"/>
                  </a:lnTo>
                  <a:lnTo>
                    <a:pt x="1846817" y="62511"/>
                  </a:lnTo>
                  <a:lnTo>
                    <a:pt x="1874038" y="58136"/>
                  </a:lnTo>
                  <a:lnTo>
                    <a:pt x="1900588" y="53870"/>
                  </a:lnTo>
                  <a:lnTo>
                    <a:pt x="1926497" y="49706"/>
                  </a:lnTo>
                  <a:lnTo>
                    <a:pt x="1951797" y="45640"/>
                  </a:lnTo>
                  <a:lnTo>
                    <a:pt x="1976516" y="41668"/>
                  </a:lnTo>
                  <a:lnTo>
                    <a:pt x="2000679" y="37785"/>
                  </a:lnTo>
                  <a:lnTo>
                    <a:pt x="2024310" y="33988"/>
                  </a:lnTo>
                  <a:lnTo>
                    <a:pt x="2047434" y="30272"/>
                  </a:lnTo>
                  <a:lnTo>
                    <a:pt x="2070070" y="26634"/>
                  </a:lnTo>
                  <a:lnTo>
                    <a:pt x="2092240" y="23071"/>
                  </a:lnTo>
                  <a:lnTo>
                    <a:pt x="2113962" y="19581"/>
                  </a:lnTo>
                  <a:lnTo>
                    <a:pt x="2135254" y="16159"/>
                  </a:lnTo>
                  <a:lnTo>
                    <a:pt x="2156132" y="12804"/>
                  </a:lnTo>
                  <a:lnTo>
                    <a:pt x="2176613" y="9513"/>
                  </a:lnTo>
                  <a:lnTo>
                    <a:pt x="2196710" y="6283"/>
                  </a:lnTo>
                  <a:lnTo>
                    <a:pt x="2216439" y="3113"/>
                  </a:lnTo>
                  <a:lnTo>
                    <a:pt x="2235813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575747" y="3687889"/>
              <a:ext cx="2235813" cy="282402"/>
            </a:xfrm>
            <a:custGeom>
              <a:avLst/>
              <a:pathLst>
                <a:path w="2235813" h="282402">
                  <a:moveTo>
                    <a:pt x="0" y="282402"/>
                  </a:moveTo>
                  <a:lnTo>
                    <a:pt x="143572" y="264268"/>
                  </a:lnTo>
                  <a:lnTo>
                    <a:pt x="270213" y="248272"/>
                  </a:lnTo>
                  <a:lnTo>
                    <a:pt x="383496" y="233963"/>
                  </a:lnTo>
                  <a:lnTo>
                    <a:pt x="485973" y="221020"/>
                  </a:lnTo>
                  <a:lnTo>
                    <a:pt x="579528" y="209203"/>
                  </a:lnTo>
                  <a:lnTo>
                    <a:pt x="665590" y="198332"/>
                  </a:lnTo>
                  <a:lnTo>
                    <a:pt x="745271" y="188268"/>
                  </a:lnTo>
                  <a:lnTo>
                    <a:pt x="819452" y="178898"/>
                  </a:lnTo>
                  <a:lnTo>
                    <a:pt x="888843" y="170134"/>
                  </a:lnTo>
                  <a:lnTo>
                    <a:pt x="954027" y="161900"/>
                  </a:lnTo>
                  <a:lnTo>
                    <a:pt x="1015484" y="154138"/>
                  </a:lnTo>
                  <a:lnTo>
                    <a:pt x="1073617" y="146795"/>
                  </a:lnTo>
                  <a:lnTo>
                    <a:pt x="1128767" y="139829"/>
                  </a:lnTo>
                  <a:lnTo>
                    <a:pt x="1181226" y="133203"/>
                  </a:lnTo>
                  <a:lnTo>
                    <a:pt x="1231245" y="126885"/>
                  </a:lnTo>
                  <a:lnTo>
                    <a:pt x="1279039" y="120848"/>
                  </a:lnTo>
                  <a:lnTo>
                    <a:pt x="1324799" y="115069"/>
                  </a:lnTo>
                  <a:lnTo>
                    <a:pt x="1368691" y="109525"/>
                  </a:lnTo>
                  <a:lnTo>
                    <a:pt x="1410861" y="104198"/>
                  </a:lnTo>
                  <a:lnTo>
                    <a:pt x="1451439" y="99073"/>
                  </a:lnTo>
                  <a:lnTo>
                    <a:pt x="1490542" y="94134"/>
                  </a:lnTo>
                  <a:lnTo>
                    <a:pt x="1528272" y="89368"/>
                  </a:lnTo>
                  <a:lnTo>
                    <a:pt x="1564723" y="84764"/>
                  </a:lnTo>
                  <a:lnTo>
                    <a:pt x="1599978" y="80311"/>
                  </a:lnTo>
                  <a:lnTo>
                    <a:pt x="1634115" y="75999"/>
                  </a:lnTo>
                  <a:lnTo>
                    <a:pt x="1667200" y="71820"/>
                  </a:lnTo>
                  <a:lnTo>
                    <a:pt x="1699298" y="67766"/>
                  </a:lnTo>
                  <a:lnTo>
                    <a:pt x="1730466" y="63829"/>
                  </a:lnTo>
                  <a:lnTo>
                    <a:pt x="1760755" y="60004"/>
                  </a:lnTo>
                  <a:lnTo>
                    <a:pt x="1790214" y="56283"/>
                  </a:lnTo>
                  <a:lnTo>
                    <a:pt x="1818888" y="52661"/>
                  </a:lnTo>
                  <a:lnTo>
                    <a:pt x="1846817" y="49133"/>
                  </a:lnTo>
                  <a:lnTo>
                    <a:pt x="1874038" y="45695"/>
                  </a:lnTo>
                  <a:lnTo>
                    <a:pt x="1900588" y="42341"/>
                  </a:lnTo>
                  <a:lnTo>
                    <a:pt x="1926497" y="39069"/>
                  </a:lnTo>
                  <a:lnTo>
                    <a:pt x="1951797" y="35873"/>
                  </a:lnTo>
                  <a:lnTo>
                    <a:pt x="1976516" y="32751"/>
                  </a:lnTo>
                  <a:lnTo>
                    <a:pt x="2000679" y="29699"/>
                  </a:lnTo>
                  <a:lnTo>
                    <a:pt x="2024310" y="26714"/>
                  </a:lnTo>
                  <a:lnTo>
                    <a:pt x="2047434" y="23793"/>
                  </a:lnTo>
                  <a:lnTo>
                    <a:pt x="2070070" y="20934"/>
                  </a:lnTo>
                  <a:lnTo>
                    <a:pt x="2092240" y="18134"/>
                  </a:lnTo>
                  <a:lnTo>
                    <a:pt x="2113962" y="15390"/>
                  </a:lnTo>
                  <a:lnTo>
                    <a:pt x="2135254" y="12701"/>
                  </a:lnTo>
                  <a:lnTo>
                    <a:pt x="2156132" y="10064"/>
                  </a:lnTo>
                  <a:lnTo>
                    <a:pt x="2176613" y="7477"/>
                  </a:lnTo>
                  <a:lnTo>
                    <a:pt x="2196710" y="4938"/>
                  </a:lnTo>
                  <a:lnTo>
                    <a:pt x="2216439" y="2447"/>
                  </a:lnTo>
                  <a:lnTo>
                    <a:pt x="223581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575747" y="3342467"/>
              <a:ext cx="2235813" cy="393520"/>
            </a:xfrm>
            <a:custGeom>
              <a:avLst/>
              <a:pathLst>
                <a:path w="2235813" h="393520">
                  <a:moveTo>
                    <a:pt x="0" y="393520"/>
                  </a:moveTo>
                  <a:lnTo>
                    <a:pt x="143572" y="368250"/>
                  </a:lnTo>
                  <a:lnTo>
                    <a:pt x="270213" y="345961"/>
                  </a:lnTo>
                  <a:lnTo>
                    <a:pt x="383496" y="326022"/>
                  </a:lnTo>
                  <a:lnTo>
                    <a:pt x="485973" y="307985"/>
                  </a:lnTo>
                  <a:lnTo>
                    <a:pt x="579528" y="291519"/>
                  </a:lnTo>
                  <a:lnTo>
                    <a:pt x="665590" y="276371"/>
                  </a:lnTo>
                  <a:lnTo>
                    <a:pt x="745271" y="262347"/>
                  </a:lnTo>
                  <a:lnTo>
                    <a:pt x="819452" y="249290"/>
                  </a:lnTo>
                  <a:lnTo>
                    <a:pt x="888843" y="237077"/>
                  </a:lnTo>
                  <a:lnTo>
                    <a:pt x="954027" y="225604"/>
                  </a:lnTo>
                  <a:lnTo>
                    <a:pt x="1015484" y="214787"/>
                  </a:lnTo>
                  <a:lnTo>
                    <a:pt x="1073617" y="204555"/>
                  </a:lnTo>
                  <a:lnTo>
                    <a:pt x="1128767" y="194848"/>
                  </a:lnTo>
                  <a:lnTo>
                    <a:pt x="1181226" y="185615"/>
                  </a:lnTo>
                  <a:lnTo>
                    <a:pt x="1231245" y="176811"/>
                  </a:lnTo>
                  <a:lnTo>
                    <a:pt x="1279039" y="168399"/>
                  </a:lnTo>
                  <a:lnTo>
                    <a:pt x="1324799" y="160345"/>
                  </a:lnTo>
                  <a:lnTo>
                    <a:pt x="1368691" y="152620"/>
                  </a:lnTo>
                  <a:lnTo>
                    <a:pt x="1410861" y="145198"/>
                  </a:lnTo>
                  <a:lnTo>
                    <a:pt x="1451439" y="138055"/>
                  </a:lnTo>
                  <a:lnTo>
                    <a:pt x="1490542" y="131173"/>
                  </a:lnTo>
                  <a:lnTo>
                    <a:pt x="1528272" y="124532"/>
                  </a:lnTo>
                  <a:lnTo>
                    <a:pt x="1564723" y="118117"/>
                  </a:lnTo>
                  <a:lnTo>
                    <a:pt x="1599978" y="111911"/>
                  </a:lnTo>
                  <a:lnTo>
                    <a:pt x="1634115" y="105903"/>
                  </a:lnTo>
                  <a:lnTo>
                    <a:pt x="1667200" y="100080"/>
                  </a:lnTo>
                  <a:lnTo>
                    <a:pt x="1699298" y="94430"/>
                  </a:lnTo>
                  <a:lnTo>
                    <a:pt x="1730466" y="88945"/>
                  </a:lnTo>
                  <a:lnTo>
                    <a:pt x="1760755" y="83613"/>
                  </a:lnTo>
                  <a:lnTo>
                    <a:pt x="1790214" y="78428"/>
                  </a:lnTo>
                  <a:lnTo>
                    <a:pt x="1818888" y="73382"/>
                  </a:lnTo>
                  <a:lnTo>
                    <a:pt x="1846817" y="68466"/>
                  </a:lnTo>
                  <a:lnTo>
                    <a:pt x="1874038" y="63675"/>
                  </a:lnTo>
                  <a:lnTo>
                    <a:pt x="1900588" y="59002"/>
                  </a:lnTo>
                  <a:lnTo>
                    <a:pt x="1926497" y="54441"/>
                  </a:lnTo>
                  <a:lnTo>
                    <a:pt x="1951797" y="49988"/>
                  </a:lnTo>
                  <a:lnTo>
                    <a:pt x="1976516" y="45638"/>
                  </a:lnTo>
                  <a:lnTo>
                    <a:pt x="2000679" y="41385"/>
                  </a:lnTo>
                  <a:lnTo>
                    <a:pt x="2024310" y="37226"/>
                  </a:lnTo>
                  <a:lnTo>
                    <a:pt x="2047434" y="33156"/>
                  </a:lnTo>
                  <a:lnTo>
                    <a:pt x="2070070" y="29172"/>
                  </a:lnTo>
                  <a:lnTo>
                    <a:pt x="2092240" y="25269"/>
                  </a:lnTo>
                  <a:lnTo>
                    <a:pt x="2113962" y="21446"/>
                  </a:lnTo>
                  <a:lnTo>
                    <a:pt x="2135254" y="17699"/>
                  </a:lnTo>
                  <a:lnTo>
                    <a:pt x="2156132" y="14024"/>
                  </a:lnTo>
                  <a:lnTo>
                    <a:pt x="2176613" y="10419"/>
                  </a:lnTo>
                  <a:lnTo>
                    <a:pt x="2196710" y="6882"/>
                  </a:lnTo>
                  <a:lnTo>
                    <a:pt x="2216439" y="3409"/>
                  </a:lnTo>
                  <a:lnTo>
                    <a:pt x="223581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575747" y="3588182"/>
              <a:ext cx="2235813" cy="293088"/>
            </a:xfrm>
            <a:custGeom>
              <a:avLst/>
              <a:pathLst>
                <a:path w="2235813" h="293088">
                  <a:moveTo>
                    <a:pt x="0" y="293088"/>
                  </a:moveTo>
                  <a:lnTo>
                    <a:pt x="143572" y="274267"/>
                  </a:lnTo>
                  <a:lnTo>
                    <a:pt x="270213" y="257666"/>
                  </a:lnTo>
                  <a:lnTo>
                    <a:pt x="383496" y="242816"/>
                  </a:lnTo>
                  <a:lnTo>
                    <a:pt x="485973" y="229383"/>
                  </a:lnTo>
                  <a:lnTo>
                    <a:pt x="579528" y="217119"/>
                  </a:lnTo>
                  <a:lnTo>
                    <a:pt x="665590" y="205837"/>
                  </a:lnTo>
                  <a:lnTo>
                    <a:pt x="745271" y="195392"/>
                  </a:lnTo>
                  <a:lnTo>
                    <a:pt x="819452" y="185668"/>
                  </a:lnTo>
                  <a:lnTo>
                    <a:pt x="888843" y="176571"/>
                  </a:lnTo>
                  <a:lnTo>
                    <a:pt x="954027" y="168026"/>
                  </a:lnTo>
                  <a:lnTo>
                    <a:pt x="1015484" y="159970"/>
                  </a:lnTo>
                  <a:lnTo>
                    <a:pt x="1073617" y="152350"/>
                  </a:lnTo>
                  <a:lnTo>
                    <a:pt x="1128767" y="145120"/>
                  </a:lnTo>
                  <a:lnTo>
                    <a:pt x="1181226" y="138243"/>
                  </a:lnTo>
                  <a:lnTo>
                    <a:pt x="1231245" y="131686"/>
                  </a:lnTo>
                  <a:lnTo>
                    <a:pt x="1279039" y="125421"/>
                  </a:lnTo>
                  <a:lnTo>
                    <a:pt x="1324799" y="119423"/>
                  </a:lnTo>
                  <a:lnTo>
                    <a:pt x="1368691" y="113669"/>
                  </a:lnTo>
                  <a:lnTo>
                    <a:pt x="1410861" y="108141"/>
                  </a:lnTo>
                  <a:lnTo>
                    <a:pt x="1451439" y="102822"/>
                  </a:lnTo>
                  <a:lnTo>
                    <a:pt x="1490542" y="97696"/>
                  </a:lnTo>
                  <a:lnTo>
                    <a:pt x="1528272" y="92750"/>
                  </a:lnTo>
                  <a:lnTo>
                    <a:pt x="1564723" y="87971"/>
                  </a:lnTo>
                  <a:lnTo>
                    <a:pt x="1599978" y="83350"/>
                  </a:lnTo>
                  <a:lnTo>
                    <a:pt x="1634115" y="78875"/>
                  </a:lnTo>
                  <a:lnTo>
                    <a:pt x="1667200" y="74538"/>
                  </a:lnTo>
                  <a:lnTo>
                    <a:pt x="1699298" y="70330"/>
                  </a:lnTo>
                  <a:lnTo>
                    <a:pt x="1730466" y="66245"/>
                  </a:lnTo>
                  <a:lnTo>
                    <a:pt x="1760755" y="62274"/>
                  </a:lnTo>
                  <a:lnTo>
                    <a:pt x="1790214" y="58412"/>
                  </a:lnTo>
                  <a:lnTo>
                    <a:pt x="1818888" y="54653"/>
                  </a:lnTo>
                  <a:lnTo>
                    <a:pt x="1846817" y="50992"/>
                  </a:lnTo>
                  <a:lnTo>
                    <a:pt x="1874038" y="47424"/>
                  </a:lnTo>
                  <a:lnTo>
                    <a:pt x="1900588" y="43944"/>
                  </a:lnTo>
                  <a:lnTo>
                    <a:pt x="1926497" y="40547"/>
                  </a:lnTo>
                  <a:lnTo>
                    <a:pt x="1951797" y="37231"/>
                  </a:lnTo>
                  <a:lnTo>
                    <a:pt x="1976516" y="33990"/>
                  </a:lnTo>
                  <a:lnTo>
                    <a:pt x="2000679" y="30823"/>
                  </a:lnTo>
                  <a:lnTo>
                    <a:pt x="2024310" y="27725"/>
                  </a:lnTo>
                  <a:lnTo>
                    <a:pt x="2047434" y="24694"/>
                  </a:lnTo>
                  <a:lnTo>
                    <a:pt x="2070070" y="21726"/>
                  </a:lnTo>
                  <a:lnTo>
                    <a:pt x="2092240" y="18820"/>
                  </a:lnTo>
                  <a:lnTo>
                    <a:pt x="2113962" y="15973"/>
                  </a:lnTo>
                  <a:lnTo>
                    <a:pt x="2135254" y="13182"/>
                  </a:lnTo>
                  <a:lnTo>
                    <a:pt x="2156132" y="10445"/>
                  </a:lnTo>
                  <a:lnTo>
                    <a:pt x="2176613" y="7760"/>
                  </a:lnTo>
                  <a:lnTo>
                    <a:pt x="2196710" y="5125"/>
                  </a:lnTo>
                  <a:lnTo>
                    <a:pt x="2216439" y="2539"/>
                  </a:lnTo>
                  <a:lnTo>
                    <a:pt x="223581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575747" y="3425564"/>
              <a:ext cx="2235813" cy="263806"/>
            </a:xfrm>
            <a:custGeom>
              <a:avLst/>
              <a:pathLst>
                <a:path w="2235813" h="263806">
                  <a:moveTo>
                    <a:pt x="0" y="263806"/>
                  </a:moveTo>
                  <a:lnTo>
                    <a:pt x="143572" y="246866"/>
                  </a:lnTo>
                  <a:lnTo>
                    <a:pt x="270213" y="231923"/>
                  </a:lnTo>
                  <a:lnTo>
                    <a:pt x="383496" y="218557"/>
                  </a:lnTo>
                  <a:lnTo>
                    <a:pt x="485973" y="206465"/>
                  </a:lnTo>
                  <a:lnTo>
                    <a:pt x="579528" y="195427"/>
                  </a:lnTo>
                  <a:lnTo>
                    <a:pt x="665590" y="185272"/>
                  </a:lnTo>
                  <a:lnTo>
                    <a:pt x="745271" y="175870"/>
                  </a:lnTo>
                  <a:lnTo>
                    <a:pt x="819452" y="167118"/>
                  </a:lnTo>
                  <a:lnTo>
                    <a:pt x="888843" y="158930"/>
                  </a:lnTo>
                  <a:lnTo>
                    <a:pt x="954027" y="151239"/>
                  </a:lnTo>
                  <a:lnTo>
                    <a:pt x="1015484" y="143988"/>
                  </a:lnTo>
                  <a:lnTo>
                    <a:pt x="1073617" y="137128"/>
                  </a:lnTo>
                  <a:lnTo>
                    <a:pt x="1128767" y="130621"/>
                  </a:lnTo>
                  <a:lnTo>
                    <a:pt x="1181226" y="124432"/>
                  </a:lnTo>
                  <a:lnTo>
                    <a:pt x="1231245" y="118530"/>
                  </a:lnTo>
                  <a:lnTo>
                    <a:pt x="1279039" y="112890"/>
                  </a:lnTo>
                  <a:lnTo>
                    <a:pt x="1324799" y="107491"/>
                  </a:lnTo>
                  <a:lnTo>
                    <a:pt x="1368691" y="102312"/>
                  </a:lnTo>
                  <a:lnTo>
                    <a:pt x="1410861" y="97337"/>
                  </a:lnTo>
                  <a:lnTo>
                    <a:pt x="1451439" y="92549"/>
                  </a:lnTo>
                  <a:lnTo>
                    <a:pt x="1490542" y="87935"/>
                  </a:lnTo>
                  <a:lnTo>
                    <a:pt x="1528272" y="83483"/>
                  </a:lnTo>
                  <a:lnTo>
                    <a:pt x="1564723" y="79182"/>
                  </a:lnTo>
                  <a:lnTo>
                    <a:pt x="1599978" y="75022"/>
                  </a:lnTo>
                  <a:lnTo>
                    <a:pt x="1634115" y="70995"/>
                  </a:lnTo>
                  <a:lnTo>
                    <a:pt x="1667200" y="67091"/>
                  </a:lnTo>
                  <a:lnTo>
                    <a:pt x="1699298" y="63304"/>
                  </a:lnTo>
                  <a:lnTo>
                    <a:pt x="1730466" y="59626"/>
                  </a:lnTo>
                  <a:lnTo>
                    <a:pt x="1760755" y="56052"/>
                  </a:lnTo>
                  <a:lnTo>
                    <a:pt x="1790214" y="52576"/>
                  </a:lnTo>
                  <a:lnTo>
                    <a:pt x="1818888" y="49193"/>
                  </a:lnTo>
                  <a:lnTo>
                    <a:pt x="1846817" y="45898"/>
                  </a:lnTo>
                  <a:lnTo>
                    <a:pt x="1874038" y="42686"/>
                  </a:lnTo>
                  <a:lnTo>
                    <a:pt x="1900588" y="39553"/>
                  </a:lnTo>
                  <a:lnTo>
                    <a:pt x="1926497" y="36496"/>
                  </a:lnTo>
                  <a:lnTo>
                    <a:pt x="1951797" y="33511"/>
                  </a:lnTo>
                  <a:lnTo>
                    <a:pt x="1976516" y="30594"/>
                  </a:lnTo>
                  <a:lnTo>
                    <a:pt x="2000679" y="27743"/>
                  </a:lnTo>
                  <a:lnTo>
                    <a:pt x="2024310" y="24955"/>
                  </a:lnTo>
                  <a:lnTo>
                    <a:pt x="2047434" y="22227"/>
                  </a:lnTo>
                  <a:lnTo>
                    <a:pt x="2070070" y="19556"/>
                  </a:lnTo>
                  <a:lnTo>
                    <a:pt x="2092240" y="16940"/>
                  </a:lnTo>
                  <a:lnTo>
                    <a:pt x="2113962" y="14377"/>
                  </a:lnTo>
                  <a:lnTo>
                    <a:pt x="2135254" y="11865"/>
                  </a:lnTo>
                  <a:lnTo>
                    <a:pt x="2156132" y="9401"/>
                  </a:lnTo>
                  <a:lnTo>
                    <a:pt x="2176613" y="6985"/>
                  </a:lnTo>
                  <a:lnTo>
                    <a:pt x="2196710" y="4613"/>
                  </a:lnTo>
                  <a:lnTo>
                    <a:pt x="2216439" y="2285"/>
                  </a:lnTo>
                  <a:lnTo>
                    <a:pt x="223581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575747" y="3518107"/>
              <a:ext cx="2235813" cy="8409"/>
            </a:xfrm>
            <a:custGeom>
              <a:avLst/>
              <a:pathLst>
                <a:path w="2235813" h="8409">
                  <a:moveTo>
                    <a:pt x="0" y="8409"/>
                  </a:moveTo>
                  <a:lnTo>
                    <a:pt x="143572" y="7869"/>
                  </a:lnTo>
                  <a:lnTo>
                    <a:pt x="270213" y="7393"/>
                  </a:lnTo>
                  <a:lnTo>
                    <a:pt x="383496" y="6967"/>
                  </a:lnTo>
                  <a:lnTo>
                    <a:pt x="485973" y="6581"/>
                  </a:lnTo>
                  <a:lnTo>
                    <a:pt x="579528" y="6229"/>
                  </a:lnTo>
                  <a:lnTo>
                    <a:pt x="665590" y="5906"/>
                  </a:lnTo>
                  <a:lnTo>
                    <a:pt x="745271" y="5606"/>
                  </a:lnTo>
                  <a:lnTo>
                    <a:pt x="819452" y="5327"/>
                  </a:lnTo>
                  <a:lnTo>
                    <a:pt x="888843" y="5066"/>
                  </a:lnTo>
                  <a:lnTo>
                    <a:pt x="954027" y="4821"/>
                  </a:lnTo>
                  <a:lnTo>
                    <a:pt x="1015484" y="4590"/>
                  </a:lnTo>
                  <a:lnTo>
                    <a:pt x="1073617" y="4371"/>
                  </a:lnTo>
                  <a:lnTo>
                    <a:pt x="1128767" y="4163"/>
                  </a:lnTo>
                  <a:lnTo>
                    <a:pt x="1181226" y="3966"/>
                  </a:lnTo>
                  <a:lnTo>
                    <a:pt x="1231245" y="3778"/>
                  </a:lnTo>
                  <a:lnTo>
                    <a:pt x="1279039" y="3598"/>
                  </a:lnTo>
                  <a:lnTo>
                    <a:pt x="1324799" y="3426"/>
                  </a:lnTo>
                  <a:lnTo>
                    <a:pt x="1368691" y="3261"/>
                  </a:lnTo>
                  <a:lnTo>
                    <a:pt x="1410861" y="3102"/>
                  </a:lnTo>
                  <a:lnTo>
                    <a:pt x="1451439" y="2950"/>
                  </a:lnTo>
                  <a:lnTo>
                    <a:pt x="1490542" y="2803"/>
                  </a:lnTo>
                  <a:lnTo>
                    <a:pt x="1528272" y="2661"/>
                  </a:lnTo>
                  <a:lnTo>
                    <a:pt x="1564723" y="2524"/>
                  </a:lnTo>
                  <a:lnTo>
                    <a:pt x="1599978" y="2391"/>
                  </a:lnTo>
                  <a:lnTo>
                    <a:pt x="1634115" y="2263"/>
                  </a:lnTo>
                  <a:lnTo>
                    <a:pt x="1667200" y="2138"/>
                  </a:lnTo>
                  <a:lnTo>
                    <a:pt x="1699298" y="2017"/>
                  </a:lnTo>
                  <a:lnTo>
                    <a:pt x="1730466" y="1900"/>
                  </a:lnTo>
                  <a:lnTo>
                    <a:pt x="1760755" y="1786"/>
                  </a:lnTo>
                  <a:lnTo>
                    <a:pt x="1790214" y="1676"/>
                  </a:lnTo>
                  <a:lnTo>
                    <a:pt x="1818888" y="1568"/>
                  </a:lnTo>
                  <a:lnTo>
                    <a:pt x="1846817" y="1463"/>
                  </a:lnTo>
                  <a:lnTo>
                    <a:pt x="1874038" y="1360"/>
                  </a:lnTo>
                  <a:lnTo>
                    <a:pt x="1900588" y="1260"/>
                  </a:lnTo>
                  <a:lnTo>
                    <a:pt x="1926497" y="1163"/>
                  </a:lnTo>
                  <a:lnTo>
                    <a:pt x="1951797" y="1068"/>
                  </a:lnTo>
                  <a:lnTo>
                    <a:pt x="1976516" y="975"/>
                  </a:lnTo>
                  <a:lnTo>
                    <a:pt x="2000679" y="884"/>
                  </a:lnTo>
                  <a:lnTo>
                    <a:pt x="2024310" y="795"/>
                  </a:lnTo>
                  <a:lnTo>
                    <a:pt x="2047434" y="708"/>
                  </a:lnTo>
                  <a:lnTo>
                    <a:pt x="2070070" y="623"/>
                  </a:lnTo>
                  <a:lnTo>
                    <a:pt x="2092240" y="540"/>
                  </a:lnTo>
                  <a:lnTo>
                    <a:pt x="2113962" y="458"/>
                  </a:lnTo>
                  <a:lnTo>
                    <a:pt x="2135254" y="378"/>
                  </a:lnTo>
                  <a:lnTo>
                    <a:pt x="2156132" y="299"/>
                  </a:lnTo>
                  <a:lnTo>
                    <a:pt x="2176613" y="222"/>
                  </a:lnTo>
                  <a:lnTo>
                    <a:pt x="2196710" y="147"/>
                  </a:lnTo>
                  <a:lnTo>
                    <a:pt x="2216439" y="72"/>
                  </a:lnTo>
                  <a:lnTo>
                    <a:pt x="2235813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575747" y="3751457"/>
              <a:ext cx="2235813" cy="179513"/>
            </a:xfrm>
            <a:custGeom>
              <a:avLst/>
              <a:pathLst>
                <a:path w="2235813" h="179513">
                  <a:moveTo>
                    <a:pt x="0" y="179513"/>
                  </a:moveTo>
                  <a:lnTo>
                    <a:pt x="143572" y="167985"/>
                  </a:lnTo>
                  <a:lnTo>
                    <a:pt x="270213" y="157818"/>
                  </a:lnTo>
                  <a:lnTo>
                    <a:pt x="383496" y="148722"/>
                  </a:lnTo>
                  <a:lnTo>
                    <a:pt x="485973" y="140494"/>
                  </a:lnTo>
                  <a:lnTo>
                    <a:pt x="579528" y="132983"/>
                  </a:lnTo>
                  <a:lnTo>
                    <a:pt x="665590" y="126073"/>
                  </a:lnTo>
                  <a:lnTo>
                    <a:pt x="745271" y="119675"/>
                  </a:lnTo>
                  <a:lnTo>
                    <a:pt x="819452" y="113719"/>
                  </a:lnTo>
                  <a:lnTo>
                    <a:pt x="888843" y="108148"/>
                  </a:lnTo>
                  <a:lnTo>
                    <a:pt x="954027" y="102914"/>
                  </a:lnTo>
                  <a:lnTo>
                    <a:pt x="1015484" y="97980"/>
                  </a:lnTo>
                  <a:lnTo>
                    <a:pt x="1073617" y="93312"/>
                  </a:lnTo>
                  <a:lnTo>
                    <a:pt x="1128767" y="88884"/>
                  </a:lnTo>
                  <a:lnTo>
                    <a:pt x="1181226" y="84672"/>
                  </a:lnTo>
                  <a:lnTo>
                    <a:pt x="1231245" y="80656"/>
                  </a:lnTo>
                  <a:lnTo>
                    <a:pt x="1279039" y="76819"/>
                  </a:lnTo>
                  <a:lnTo>
                    <a:pt x="1324799" y="73145"/>
                  </a:lnTo>
                  <a:lnTo>
                    <a:pt x="1368691" y="69621"/>
                  </a:lnTo>
                  <a:lnTo>
                    <a:pt x="1410861" y="66235"/>
                  </a:lnTo>
                  <a:lnTo>
                    <a:pt x="1451439" y="62977"/>
                  </a:lnTo>
                  <a:lnTo>
                    <a:pt x="1490542" y="59837"/>
                  </a:lnTo>
                  <a:lnTo>
                    <a:pt x="1528272" y="56808"/>
                  </a:lnTo>
                  <a:lnTo>
                    <a:pt x="1564723" y="53881"/>
                  </a:lnTo>
                  <a:lnTo>
                    <a:pt x="1599978" y="51051"/>
                  </a:lnTo>
                  <a:lnTo>
                    <a:pt x="1634115" y="48310"/>
                  </a:lnTo>
                  <a:lnTo>
                    <a:pt x="1667200" y="45653"/>
                  </a:lnTo>
                  <a:lnTo>
                    <a:pt x="1699298" y="43076"/>
                  </a:lnTo>
                  <a:lnTo>
                    <a:pt x="1730466" y="40574"/>
                  </a:lnTo>
                  <a:lnTo>
                    <a:pt x="1760755" y="38142"/>
                  </a:lnTo>
                  <a:lnTo>
                    <a:pt x="1790214" y="35777"/>
                  </a:lnTo>
                  <a:lnTo>
                    <a:pt x="1818888" y="33474"/>
                  </a:lnTo>
                  <a:lnTo>
                    <a:pt x="1846817" y="31232"/>
                  </a:lnTo>
                  <a:lnTo>
                    <a:pt x="1874038" y="29046"/>
                  </a:lnTo>
                  <a:lnTo>
                    <a:pt x="1900588" y="26915"/>
                  </a:lnTo>
                  <a:lnTo>
                    <a:pt x="1926497" y="24834"/>
                  </a:lnTo>
                  <a:lnTo>
                    <a:pt x="1951797" y="22803"/>
                  </a:lnTo>
                  <a:lnTo>
                    <a:pt x="1976516" y="20818"/>
                  </a:lnTo>
                  <a:lnTo>
                    <a:pt x="2000679" y="18878"/>
                  </a:lnTo>
                  <a:lnTo>
                    <a:pt x="2024310" y="16981"/>
                  </a:lnTo>
                  <a:lnTo>
                    <a:pt x="2047434" y="15124"/>
                  </a:lnTo>
                  <a:lnTo>
                    <a:pt x="2070070" y="13307"/>
                  </a:lnTo>
                  <a:lnTo>
                    <a:pt x="2092240" y="11527"/>
                  </a:lnTo>
                  <a:lnTo>
                    <a:pt x="2113962" y="9783"/>
                  </a:lnTo>
                  <a:lnTo>
                    <a:pt x="2135254" y="8073"/>
                  </a:lnTo>
                  <a:lnTo>
                    <a:pt x="2156132" y="6397"/>
                  </a:lnTo>
                  <a:lnTo>
                    <a:pt x="2176613" y="4753"/>
                  </a:lnTo>
                  <a:lnTo>
                    <a:pt x="2196710" y="3139"/>
                  </a:lnTo>
                  <a:lnTo>
                    <a:pt x="2216439" y="1555"/>
                  </a:lnTo>
                  <a:lnTo>
                    <a:pt x="223581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575747" y="3725760"/>
              <a:ext cx="2235813" cy="257504"/>
            </a:xfrm>
            <a:custGeom>
              <a:avLst/>
              <a:pathLst>
                <a:path w="2235813" h="257504">
                  <a:moveTo>
                    <a:pt x="0" y="257504"/>
                  </a:moveTo>
                  <a:lnTo>
                    <a:pt x="143572" y="240968"/>
                  </a:lnTo>
                  <a:lnTo>
                    <a:pt x="270213" y="226383"/>
                  </a:lnTo>
                  <a:lnTo>
                    <a:pt x="383496" y="213336"/>
                  </a:lnTo>
                  <a:lnTo>
                    <a:pt x="485973" y="201533"/>
                  </a:lnTo>
                  <a:lnTo>
                    <a:pt x="579528" y="190758"/>
                  </a:lnTo>
                  <a:lnTo>
                    <a:pt x="665590" y="180846"/>
                  </a:lnTo>
                  <a:lnTo>
                    <a:pt x="745271" y="171669"/>
                  </a:lnTo>
                  <a:lnTo>
                    <a:pt x="819452" y="163125"/>
                  </a:lnTo>
                  <a:lnTo>
                    <a:pt x="888843" y="155133"/>
                  </a:lnTo>
                  <a:lnTo>
                    <a:pt x="954027" y="147626"/>
                  </a:lnTo>
                  <a:lnTo>
                    <a:pt x="1015484" y="140548"/>
                  </a:lnTo>
                  <a:lnTo>
                    <a:pt x="1073617" y="133853"/>
                  </a:lnTo>
                  <a:lnTo>
                    <a:pt x="1128767" y="127501"/>
                  </a:lnTo>
                  <a:lnTo>
                    <a:pt x="1181226" y="121459"/>
                  </a:lnTo>
                  <a:lnTo>
                    <a:pt x="1231245" y="115698"/>
                  </a:lnTo>
                  <a:lnTo>
                    <a:pt x="1279039" y="110194"/>
                  </a:lnTo>
                  <a:lnTo>
                    <a:pt x="1324799" y="104923"/>
                  </a:lnTo>
                  <a:lnTo>
                    <a:pt x="1368691" y="99868"/>
                  </a:lnTo>
                  <a:lnTo>
                    <a:pt x="1410861" y="95011"/>
                  </a:lnTo>
                  <a:lnTo>
                    <a:pt x="1451439" y="90338"/>
                  </a:lnTo>
                  <a:lnTo>
                    <a:pt x="1490542" y="85834"/>
                  </a:lnTo>
                  <a:lnTo>
                    <a:pt x="1528272" y="81489"/>
                  </a:lnTo>
                  <a:lnTo>
                    <a:pt x="1564723" y="77291"/>
                  </a:lnTo>
                  <a:lnTo>
                    <a:pt x="1599978" y="73230"/>
                  </a:lnTo>
                  <a:lnTo>
                    <a:pt x="1634115" y="69299"/>
                  </a:lnTo>
                  <a:lnTo>
                    <a:pt x="1667200" y="65488"/>
                  </a:lnTo>
                  <a:lnTo>
                    <a:pt x="1699298" y="61791"/>
                  </a:lnTo>
                  <a:lnTo>
                    <a:pt x="1730466" y="58202"/>
                  </a:lnTo>
                  <a:lnTo>
                    <a:pt x="1760755" y="54713"/>
                  </a:lnTo>
                  <a:lnTo>
                    <a:pt x="1790214" y="51320"/>
                  </a:lnTo>
                  <a:lnTo>
                    <a:pt x="1818888" y="48018"/>
                  </a:lnTo>
                  <a:lnTo>
                    <a:pt x="1846817" y="44801"/>
                  </a:lnTo>
                  <a:lnTo>
                    <a:pt x="1874038" y="41666"/>
                  </a:lnTo>
                  <a:lnTo>
                    <a:pt x="1900588" y="38608"/>
                  </a:lnTo>
                  <a:lnTo>
                    <a:pt x="1926497" y="35624"/>
                  </a:lnTo>
                  <a:lnTo>
                    <a:pt x="1951797" y="32710"/>
                  </a:lnTo>
                  <a:lnTo>
                    <a:pt x="1976516" y="29863"/>
                  </a:lnTo>
                  <a:lnTo>
                    <a:pt x="2000679" y="27081"/>
                  </a:lnTo>
                  <a:lnTo>
                    <a:pt x="2024310" y="24359"/>
                  </a:lnTo>
                  <a:lnTo>
                    <a:pt x="2047434" y="21696"/>
                  </a:lnTo>
                  <a:lnTo>
                    <a:pt x="2070070" y="19089"/>
                  </a:lnTo>
                  <a:lnTo>
                    <a:pt x="2092240" y="16535"/>
                  </a:lnTo>
                  <a:lnTo>
                    <a:pt x="2113962" y="14033"/>
                  </a:lnTo>
                  <a:lnTo>
                    <a:pt x="2135254" y="11581"/>
                  </a:lnTo>
                  <a:lnTo>
                    <a:pt x="2156132" y="9177"/>
                  </a:lnTo>
                  <a:lnTo>
                    <a:pt x="2176613" y="6818"/>
                  </a:lnTo>
                  <a:lnTo>
                    <a:pt x="2196710" y="4503"/>
                  </a:lnTo>
                  <a:lnTo>
                    <a:pt x="2216439" y="2231"/>
                  </a:lnTo>
                  <a:lnTo>
                    <a:pt x="223581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575747" y="3514163"/>
              <a:ext cx="2235813" cy="278153"/>
            </a:xfrm>
            <a:custGeom>
              <a:avLst/>
              <a:pathLst>
                <a:path w="2235813" h="278153">
                  <a:moveTo>
                    <a:pt x="0" y="278153"/>
                  </a:moveTo>
                  <a:lnTo>
                    <a:pt x="143572" y="260292"/>
                  </a:lnTo>
                  <a:lnTo>
                    <a:pt x="270213" y="244537"/>
                  </a:lnTo>
                  <a:lnTo>
                    <a:pt x="383496" y="230443"/>
                  </a:lnTo>
                  <a:lnTo>
                    <a:pt x="485973" y="217694"/>
                  </a:lnTo>
                  <a:lnTo>
                    <a:pt x="579528" y="206055"/>
                  </a:lnTo>
                  <a:lnTo>
                    <a:pt x="665590" y="195348"/>
                  </a:lnTo>
                  <a:lnTo>
                    <a:pt x="745271" y="185435"/>
                  </a:lnTo>
                  <a:lnTo>
                    <a:pt x="819452" y="176207"/>
                  </a:lnTo>
                  <a:lnTo>
                    <a:pt x="888843" y="167574"/>
                  </a:lnTo>
                  <a:lnTo>
                    <a:pt x="954027" y="159464"/>
                  </a:lnTo>
                  <a:lnTo>
                    <a:pt x="1015484" y="151819"/>
                  </a:lnTo>
                  <a:lnTo>
                    <a:pt x="1073617" y="144586"/>
                  </a:lnTo>
                  <a:lnTo>
                    <a:pt x="1128767" y="137725"/>
                  </a:lnTo>
                  <a:lnTo>
                    <a:pt x="1181226" y="131199"/>
                  </a:lnTo>
                  <a:lnTo>
                    <a:pt x="1231245" y="124976"/>
                  </a:lnTo>
                  <a:lnTo>
                    <a:pt x="1279039" y="119030"/>
                  </a:lnTo>
                  <a:lnTo>
                    <a:pt x="1324799" y="113337"/>
                  </a:lnTo>
                  <a:lnTo>
                    <a:pt x="1368691" y="107877"/>
                  </a:lnTo>
                  <a:lnTo>
                    <a:pt x="1410861" y="102630"/>
                  </a:lnTo>
                  <a:lnTo>
                    <a:pt x="1451439" y="97582"/>
                  </a:lnTo>
                  <a:lnTo>
                    <a:pt x="1490542" y="92717"/>
                  </a:lnTo>
                  <a:lnTo>
                    <a:pt x="1528272" y="88024"/>
                  </a:lnTo>
                  <a:lnTo>
                    <a:pt x="1564723" y="83489"/>
                  </a:lnTo>
                  <a:lnTo>
                    <a:pt x="1599978" y="79103"/>
                  </a:lnTo>
                  <a:lnTo>
                    <a:pt x="1634115" y="74856"/>
                  </a:lnTo>
                  <a:lnTo>
                    <a:pt x="1667200" y="70740"/>
                  </a:lnTo>
                  <a:lnTo>
                    <a:pt x="1699298" y="66746"/>
                  </a:lnTo>
                  <a:lnTo>
                    <a:pt x="1730466" y="62869"/>
                  </a:lnTo>
                  <a:lnTo>
                    <a:pt x="1760755" y="59101"/>
                  </a:lnTo>
                  <a:lnTo>
                    <a:pt x="1790214" y="55436"/>
                  </a:lnTo>
                  <a:lnTo>
                    <a:pt x="1818888" y="51868"/>
                  </a:lnTo>
                  <a:lnTo>
                    <a:pt x="1846817" y="48394"/>
                  </a:lnTo>
                  <a:lnTo>
                    <a:pt x="1874038" y="45007"/>
                  </a:lnTo>
                  <a:lnTo>
                    <a:pt x="1900588" y="41704"/>
                  </a:lnTo>
                  <a:lnTo>
                    <a:pt x="1926497" y="38481"/>
                  </a:lnTo>
                  <a:lnTo>
                    <a:pt x="1951797" y="35333"/>
                  </a:lnTo>
                  <a:lnTo>
                    <a:pt x="1976516" y="32258"/>
                  </a:lnTo>
                  <a:lnTo>
                    <a:pt x="2000679" y="29252"/>
                  </a:lnTo>
                  <a:lnTo>
                    <a:pt x="2024310" y="26312"/>
                  </a:lnTo>
                  <a:lnTo>
                    <a:pt x="2047434" y="23435"/>
                  </a:lnTo>
                  <a:lnTo>
                    <a:pt x="2070070" y="20619"/>
                  </a:lnTo>
                  <a:lnTo>
                    <a:pt x="2092240" y="17861"/>
                  </a:lnTo>
                  <a:lnTo>
                    <a:pt x="2113962" y="15159"/>
                  </a:lnTo>
                  <a:lnTo>
                    <a:pt x="2135254" y="12510"/>
                  </a:lnTo>
                  <a:lnTo>
                    <a:pt x="2156132" y="9912"/>
                  </a:lnTo>
                  <a:lnTo>
                    <a:pt x="2176613" y="7365"/>
                  </a:lnTo>
                  <a:lnTo>
                    <a:pt x="2196710" y="4864"/>
                  </a:lnTo>
                  <a:lnTo>
                    <a:pt x="2216439" y="2410"/>
                  </a:lnTo>
                  <a:lnTo>
                    <a:pt x="223581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rc298"/>
            <p:cNvSpPr/>
            <p:nvPr/>
          </p:nvSpPr>
          <p:spPr>
            <a:xfrm>
              <a:off x="1405201" y="3040436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405201" y="3040436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 rot="-5400000">
              <a:off x="1235634" y="39923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2" name="tx301"/>
            <p:cNvSpPr/>
            <p:nvPr/>
          </p:nvSpPr>
          <p:spPr>
            <a:xfrm rot="-5400000">
              <a:off x="1235634" y="378522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3" name="tx302"/>
            <p:cNvSpPr/>
            <p:nvPr/>
          </p:nvSpPr>
          <p:spPr>
            <a:xfrm rot="-5400000">
              <a:off x="1235634" y="357805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04" name="tx303"/>
            <p:cNvSpPr/>
            <p:nvPr/>
          </p:nvSpPr>
          <p:spPr>
            <a:xfrm rot="-5400000">
              <a:off x="1235634" y="337089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1235634" y="316372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306" name="pl305"/>
            <p:cNvSpPr/>
            <p:nvPr/>
          </p:nvSpPr>
          <p:spPr>
            <a:xfrm>
              <a:off x="1376732" y="40288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1376732" y="38216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1376732" y="36144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1376732" y="34073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1376732" y="32001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1405201" y="4069540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1575747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2321018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3"/>
            <p:cNvSpPr/>
            <p:nvPr/>
          </p:nvSpPr>
          <p:spPr>
            <a:xfrm>
              <a:off x="3066290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4"/>
            <p:cNvSpPr/>
            <p:nvPr/>
          </p:nvSpPr>
          <p:spPr>
            <a:xfrm>
              <a:off x="3811561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tx315"/>
            <p:cNvSpPr/>
            <p:nvPr/>
          </p:nvSpPr>
          <p:spPr>
            <a:xfrm>
              <a:off x="1547492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2292763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3038035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3783306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2410679" y="4278420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321" name="tx320"/>
            <p:cNvSpPr/>
            <p:nvPr/>
          </p:nvSpPr>
          <p:spPr>
            <a:xfrm rot="-5400000">
              <a:off x="1029315" y="3509268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1405201" y="2863896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23" name="rc322"/>
            <p:cNvSpPr/>
            <p:nvPr/>
          </p:nvSpPr>
          <p:spPr>
            <a:xfrm>
              <a:off x="4262502" y="3040436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4395823" y="36607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4377481" y="31568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4378410" y="371243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4362276" y="353299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4442484" y="37504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4410794" y="30880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4394301" y="30591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4387464" y="33325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4351510" y="386223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4376867" y="35785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33679" y="37841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81558" y="339906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167563" y="37152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101285" y="38928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128520" y="36303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126063" y="33810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138340" y="39528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183785" y="38718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176510" y="37721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174498" y="39505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095925" y="38634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180003" y="39489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162352" y="37415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115319" y="37005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185463" y="35141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193288" y="354628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154518" y="378411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172038" y="39946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64499" y="377485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18172" y="38229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11582" y="38058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74399" y="384607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903785" y="320402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883945" y="323594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5903662" y="36467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5910779" y="37674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5931245" y="38582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5939321" y="36183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5941763" y="345943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5871832" y="38969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5902776" y="33415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5870735" y="36057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5854113" y="364831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5910520" y="38488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5870951" y="34594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5877470" y="36386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5923586" y="34421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5920026" y="361690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04908" y="37340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55124" y="38046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602553" y="362568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607879" y="34661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61128" y="36083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72964" y="36377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74445" y="37445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28706" y="366879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592055" y="37446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693131" y="36819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6635859" y="34956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6591348" y="32803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6652442" y="37558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6656719" y="38747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6591700" y="38497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6622113" y="366407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6616447" y="38016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6608490" y="37183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6641361" y="33407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6688080" y="35896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6608822" y="36563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6637003" y="36169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6655854" y="38454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6689397" y="358238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425957" y="3607417"/>
              <a:ext cx="2241359" cy="123919"/>
            </a:xfrm>
            <a:custGeom>
              <a:avLst/>
              <a:pathLst>
                <a:path w="2241359" h="123919">
                  <a:moveTo>
                    <a:pt x="0" y="0"/>
                  </a:moveTo>
                  <a:lnTo>
                    <a:pt x="143928" y="7957"/>
                  </a:lnTo>
                  <a:lnTo>
                    <a:pt x="270883" y="14976"/>
                  </a:lnTo>
                  <a:lnTo>
                    <a:pt x="384447" y="21255"/>
                  </a:lnTo>
                  <a:lnTo>
                    <a:pt x="487179" y="26934"/>
                  </a:lnTo>
                  <a:lnTo>
                    <a:pt x="580966" y="32120"/>
                  </a:lnTo>
                  <a:lnTo>
                    <a:pt x="667241" y="36890"/>
                  </a:lnTo>
                  <a:lnTo>
                    <a:pt x="747119" y="41306"/>
                  </a:lnTo>
                  <a:lnTo>
                    <a:pt x="821484" y="45417"/>
                  </a:lnTo>
                  <a:lnTo>
                    <a:pt x="891048" y="49263"/>
                  </a:lnTo>
                  <a:lnTo>
                    <a:pt x="956394" y="52876"/>
                  </a:lnTo>
                  <a:lnTo>
                    <a:pt x="1018003" y="56282"/>
                  </a:lnTo>
                  <a:lnTo>
                    <a:pt x="1076280" y="59504"/>
                  </a:lnTo>
                  <a:lnTo>
                    <a:pt x="1131567" y="62561"/>
                  </a:lnTo>
                  <a:lnTo>
                    <a:pt x="1184157" y="65469"/>
                  </a:lnTo>
                  <a:lnTo>
                    <a:pt x="1234299" y="68241"/>
                  </a:lnTo>
                  <a:lnTo>
                    <a:pt x="1282212" y="70890"/>
                  </a:lnTo>
                  <a:lnTo>
                    <a:pt x="1328085" y="73426"/>
                  </a:lnTo>
                  <a:lnTo>
                    <a:pt x="1372086" y="75859"/>
                  </a:lnTo>
                  <a:lnTo>
                    <a:pt x="1414361" y="78196"/>
                  </a:lnTo>
                  <a:lnTo>
                    <a:pt x="1455040" y="80445"/>
                  </a:lnTo>
                  <a:lnTo>
                    <a:pt x="1494239" y="82612"/>
                  </a:lnTo>
                  <a:lnTo>
                    <a:pt x="1532063" y="84703"/>
                  </a:lnTo>
                  <a:lnTo>
                    <a:pt x="1568604" y="86724"/>
                  </a:lnTo>
                  <a:lnTo>
                    <a:pt x="1603947" y="88678"/>
                  </a:lnTo>
                  <a:lnTo>
                    <a:pt x="1638168" y="90570"/>
                  </a:lnTo>
                  <a:lnTo>
                    <a:pt x="1671336" y="92404"/>
                  </a:lnTo>
                  <a:lnTo>
                    <a:pt x="1703514" y="94183"/>
                  </a:lnTo>
                  <a:lnTo>
                    <a:pt x="1734758" y="95910"/>
                  </a:lnTo>
                  <a:lnTo>
                    <a:pt x="1765123" y="97589"/>
                  </a:lnTo>
                  <a:lnTo>
                    <a:pt x="1794655" y="99222"/>
                  </a:lnTo>
                  <a:lnTo>
                    <a:pt x="1823400" y="100811"/>
                  </a:lnTo>
                  <a:lnTo>
                    <a:pt x="1851398" y="102359"/>
                  </a:lnTo>
                  <a:lnTo>
                    <a:pt x="1878687" y="103867"/>
                  </a:lnTo>
                  <a:lnTo>
                    <a:pt x="1905302" y="105339"/>
                  </a:lnTo>
                  <a:lnTo>
                    <a:pt x="1931276" y="106775"/>
                  </a:lnTo>
                  <a:lnTo>
                    <a:pt x="1956639" y="108177"/>
                  </a:lnTo>
                  <a:lnTo>
                    <a:pt x="1981419" y="109547"/>
                  </a:lnTo>
                  <a:lnTo>
                    <a:pt x="2005642" y="110886"/>
                  </a:lnTo>
                  <a:lnTo>
                    <a:pt x="2029332" y="112196"/>
                  </a:lnTo>
                  <a:lnTo>
                    <a:pt x="2052513" y="113478"/>
                  </a:lnTo>
                  <a:lnTo>
                    <a:pt x="2075205" y="114732"/>
                  </a:lnTo>
                  <a:lnTo>
                    <a:pt x="2097430" y="115961"/>
                  </a:lnTo>
                  <a:lnTo>
                    <a:pt x="2119206" y="117165"/>
                  </a:lnTo>
                  <a:lnTo>
                    <a:pt x="2140551" y="118345"/>
                  </a:lnTo>
                  <a:lnTo>
                    <a:pt x="2161481" y="119502"/>
                  </a:lnTo>
                  <a:lnTo>
                    <a:pt x="2182012" y="120638"/>
                  </a:lnTo>
                  <a:lnTo>
                    <a:pt x="2202160" y="121751"/>
                  </a:lnTo>
                  <a:lnTo>
                    <a:pt x="2221938" y="122845"/>
                  </a:lnTo>
                  <a:lnTo>
                    <a:pt x="2241359" y="12391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425957" y="3358615"/>
              <a:ext cx="2241359" cy="382170"/>
            </a:xfrm>
            <a:custGeom>
              <a:avLst/>
              <a:pathLst>
                <a:path w="2241359" h="382170">
                  <a:moveTo>
                    <a:pt x="0" y="0"/>
                  </a:moveTo>
                  <a:lnTo>
                    <a:pt x="143928" y="24541"/>
                  </a:lnTo>
                  <a:lnTo>
                    <a:pt x="270883" y="46187"/>
                  </a:lnTo>
                  <a:lnTo>
                    <a:pt x="384447" y="65551"/>
                  </a:lnTo>
                  <a:lnTo>
                    <a:pt x="487179" y="83068"/>
                  </a:lnTo>
                  <a:lnTo>
                    <a:pt x="580966" y="99059"/>
                  </a:lnTo>
                  <a:lnTo>
                    <a:pt x="667241" y="113770"/>
                  </a:lnTo>
                  <a:lnTo>
                    <a:pt x="747119" y="127390"/>
                  </a:lnTo>
                  <a:lnTo>
                    <a:pt x="821484" y="140070"/>
                  </a:lnTo>
                  <a:lnTo>
                    <a:pt x="891048" y="151931"/>
                  </a:lnTo>
                  <a:lnTo>
                    <a:pt x="956394" y="163073"/>
                  </a:lnTo>
                  <a:lnTo>
                    <a:pt x="1018003" y="173578"/>
                  </a:lnTo>
                  <a:lnTo>
                    <a:pt x="1076280" y="183514"/>
                  </a:lnTo>
                  <a:lnTo>
                    <a:pt x="1131567" y="192941"/>
                  </a:lnTo>
                  <a:lnTo>
                    <a:pt x="1184157" y="201908"/>
                  </a:lnTo>
                  <a:lnTo>
                    <a:pt x="1234299" y="210458"/>
                  </a:lnTo>
                  <a:lnTo>
                    <a:pt x="1282212" y="218628"/>
                  </a:lnTo>
                  <a:lnTo>
                    <a:pt x="1328085" y="226449"/>
                  </a:lnTo>
                  <a:lnTo>
                    <a:pt x="1372086" y="233952"/>
                  </a:lnTo>
                  <a:lnTo>
                    <a:pt x="1414361" y="241160"/>
                  </a:lnTo>
                  <a:lnTo>
                    <a:pt x="1455040" y="248096"/>
                  </a:lnTo>
                  <a:lnTo>
                    <a:pt x="1494239" y="254780"/>
                  </a:lnTo>
                  <a:lnTo>
                    <a:pt x="1532063" y="261229"/>
                  </a:lnTo>
                  <a:lnTo>
                    <a:pt x="1568604" y="267460"/>
                  </a:lnTo>
                  <a:lnTo>
                    <a:pt x="1603947" y="273486"/>
                  </a:lnTo>
                  <a:lnTo>
                    <a:pt x="1638168" y="279321"/>
                  </a:lnTo>
                  <a:lnTo>
                    <a:pt x="1671336" y="284977"/>
                  </a:lnTo>
                  <a:lnTo>
                    <a:pt x="1703514" y="290463"/>
                  </a:lnTo>
                  <a:lnTo>
                    <a:pt x="1734758" y="295791"/>
                  </a:lnTo>
                  <a:lnTo>
                    <a:pt x="1765123" y="300968"/>
                  </a:lnTo>
                  <a:lnTo>
                    <a:pt x="1794655" y="306003"/>
                  </a:lnTo>
                  <a:lnTo>
                    <a:pt x="1823400" y="310905"/>
                  </a:lnTo>
                  <a:lnTo>
                    <a:pt x="1851398" y="315679"/>
                  </a:lnTo>
                  <a:lnTo>
                    <a:pt x="1878687" y="320332"/>
                  </a:lnTo>
                  <a:lnTo>
                    <a:pt x="1905302" y="324870"/>
                  </a:lnTo>
                  <a:lnTo>
                    <a:pt x="1931276" y="329299"/>
                  </a:lnTo>
                  <a:lnTo>
                    <a:pt x="1956639" y="333623"/>
                  </a:lnTo>
                  <a:lnTo>
                    <a:pt x="1981419" y="337848"/>
                  </a:lnTo>
                  <a:lnTo>
                    <a:pt x="2005642" y="341978"/>
                  </a:lnTo>
                  <a:lnTo>
                    <a:pt x="2029332" y="346018"/>
                  </a:lnTo>
                  <a:lnTo>
                    <a:pt x="2052513" y="349970"/>
                  </a:lnTo>
                  <a:lnTo>
                    <a:pt x="2075205" y="353840"/>
                  </a:lnTo>
                  <a:lnTo>
                    <a:pt x="2097430" y="357629"/>
                  </a:lnTo>
                  <a:lnTo>
                    <a:pt x="2119206" y="361342"/>
                  </a:lnTo>
                  <a:lnTo>
                    <a:pt x="2140551" y="364982"/>
                  </a:lnTo>
                  <a:lnTo>
                    <a:pt x="2161481" y="368550"/>
                  </a:lnTo>
                  <a:lnTo>
                    <a:pt x="2182012" y="372051"/>
                  </a:lnTo>
                  <a:lnTo>
                    <a:pt x="2202160" y="375486"/>
                  </a:lnTo>
                  <a:lnTo>
                    <a:pt x="2221938" y="378859"/>
                  </a:lnTo>
                  <a:lnTo>
                    <a:pt x="2241359" y="38217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425957" y="3706473"/>
              <a:ext cx="2241359" cy="59672"/>
            </a:xfrm>
            <a:custGeom>
              <a:avLst/>
              <a:pathLst>
                <a:path w="2241359" h="59672">
                  <a:moveTo>
                    <a:pt x="0" y="59672"/>
                  </a:moveTo>
                  <a:lnTo>
                    <a:pt x="143928" y="55840"/>
                  </a:lnTo>
                  <a:lnTo>
                    <a:pt x="270883" y="52460"/>
                  </a:lnTo>
                  <a:lnTo>
                    <a:pt x="384447" y="49436"/>
                  </a:lnTo>
                  <a:lnTo>
                    <a:pt x="487179" y="46701"/>
                  </a:lnTo>
                  <a:lnTo>
                    <a:pt x="580966" y="44204"/>
                  </a:lnTo>
                  <a:lnTo>
                    <a:pt x="667241" y="41908"/>
                  </a:lnTo>
                  <a:lnTo>
                    <a:pt x="747119" y="39781"/>
                  </a:lnTo>
                  <a:lnTo>
                    <a:pt x="821484" y="37801"/>
                  </a:lnTo>
                  <a:lnTo>
                    <a:pt x="891048" y="35949"/>
                  </a:lnTo>
                  <a:lnTo>
                    <a:pt x="956394" y="34209"/>
                  </a:lnTo>
                  <a:lnTo>
                    <a:pt x="1018003" y="32569"/>
                  </a:lnTo>
                  <a:lnTo>
                    <a:pt x="1076280" y="31018"/>
                  </a:lnTo>
                  <a:lnTo>
                    <a:pt x="1131567" y="29546"/>
                  </a:lnTo>
                  <a:lnTo>
                    <a:pt x="1184157" y="28146"/>
                  </a:lnTo>
                  <a:lnTo>
                    <a:pt x="1234299" y="26811"/>
                  </a:lnTo>
                  <a:lnTo>
                    <a:pt x="1282212" y="25535"/>
                  </a:lnTo>
                  <a:lnTo>
                    <a:pt x="1328085" y="24314"/>
                  </a:lnTo>
                  <a:lnTo>
                    <a:pt x="1372086" y="23142"/>
                  </a:lnTo>
                  <a:lnTo>
                    <a:pt x="1414361" y="22017"/>
                  </a:lnTo>
                  <a:lnTo>
                    <a:pt x="1455040" y="20934"/>
                  </a:lnTo>
                  <a:lnTo>
                    <a:pt x="1494239" y="19890"/>
                  </a:lnTo>
                  <a:lnTo>
                    <a:pt x="1532063" y="18883"/>
                  </a:lnTo>
                  <a:lnTo>
                    <a:pt x="1568604" y="17910"/>
                  </a:lnTo>
                  <a:lnTo>
                    <a:pt x="1603947" y="16969"/>
                  </a:lnTo>
                  <a:lnTo>
                    <a:pt x="1638168" y="16058"/>
                  </a:lnTo>
                  <a:lnTo>
                    <a:pt x="1671336" y="15175"/>
                  </a:lnTo>
                  <a:lnTo>
                    <a:pt x="1703514" y="14319"/>
                  </a:lnTo>
                  <a:lnTo>
                    <a:pt x="1734758" y="13487"/>
                  </a:lnTo>
                  <a:lnTo>
                    <a:pt x="1765123" y="12678"/>
                  </a:lnTo>
                  <a:lnTo>
                    <a:pt x="1794655" y="11892"/>
                  </a:lnTo>
                  <a:lnTo>
                    <a:pt x="1823400" y="11127"/>
                  </a:lnTo>
                  <a:lnTo>
                    <a:pt x="1851398" y="10382"/>
                  </a:lnTo>
                  <a:lnTo>
                    <a:pt x="1878687" y="9655"/>
                  </a:lnTo>
                  <a:lnTo>
                    <a:pt x="1905302" y="8946"/>
                  </a:lnTo>
                  <a:lnTo>
                    <a:pt x="1931276" y="8255"/>
                  </a:lnTo>
                  <a:lnTo>
                    <a:pt x="1956639" y="7580"/>
                  </a:lnTo>
                  <a:lnTo>
                    <a:pt x="1981419" y="6920"/>
                  </a:lnTo>
                  <a:lnTo>
                    <a:pt x="2005642" y="6275"/>
                  </a:lnTo>
                  <a:lnTo>
                    <a:pt x="2029332" y="5644"/>
                  </a:lnTo>
                  <a:lnTo>
                    <a:pt x="2052513" y="5027"/>
                  </a:lnTo>
                  <a:lnTo>
                    <a:pt x="2075205" y="4423"/>
                  </a:lnTo>
                  <a:lnTo>
                    <a:pt x="2097430" y="3831"/>
                  </a:lnTo>
                  <a:lnTo>
                    <a:pt x="2119206" y="3252"/>
                  </a:lnTo>
                  <a:lnTo>
                    <a:pt x="2140551" y="2683"/>
                  </a:lnTo>
                  <a:lnTo>
                    <a:pt x="2161481" y="2126"/>
                  </a:lnTo>
                  <a:lnTo>
                    <a:pt x="2182012" y="1580"/>
                  </a:lnTo>
                  <a:lnTo>
                    <a:pt x="2202160" y="1043"/>
                  </a:lnTo>
                  <a:lnTo>
                    <a:pt x="2221938" y="517"/>
                  </a:lnTo>
                  <a:lnTo>
                    <a:pt x="224135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4425957" y="3422221"/>
              <a:ext cx="2241359" cy="270672"/>
            </a:xfrm>
            <a:custGeom>
              <a:avLst/>
              <a:pathLst>
                <a:path w="2241359" h="270672">
                  <a:moveTo>
                    <a:pt x="0" y="270672"/>
                  </a:moveTo>
                  <a:lnTo>
                    <a:pt x="143928" y="253291"/>
                  </a:lnTo>
                  <a:lnTo>
                    <a:pt x="270883" y="237960"/>
                  </a:lnTo>
                  <a:lnTo>
                    <a:pt x="384447" y="224245"/>
                  </a:lnTo>
                  <a:lnTo>
                    <a:pt x="487179" y="211839"/>
                  </a:lnTo>
                  <a:lnTo>
                    <a:pt x="580966" y="200513"/>
                  </a:lnTo>
                  <a:lnTo>
                    <a:pt x="667241" y="190094"/>
                  </a:lnTo>
                  <a:lnTo>
                    <a:pt x="747119" y="180448"/>
                  </a:lnTo>
                  <a:lnTo>
                    <a:pt x="821484" y="171468"/>
                  </a:lnTo>
                  <a:lnTo>
                    <a:pt x="891048" y="163067"/>
                  </a:lnTo>
                  <a:lnTo>
                    <a:pt x="956394" y="155176"/>
                  </a:lnTo>
                  <a:lnTo>
                    <a:pt x="1018003" y="147735"/>
                  </a:lnTo>
                  <a:lnTo>
                    <a:pt x="1076280" y="140698"/>
                  </a:lnTo>
                  <a:lnTo>
                    <a:pt x="1131567" y="134021"/>
                  </a:lnTo>
                  <a:lnTo>
                    <a:pt x="1184157" y="127670"/>
                  </a:lnTo>
                  <a:lnTo>
                    <a:pt x="1234299" y="121615"/>
                  </a:lnTo>
                  <a:lnTo>
                    <a:pt x="1282212" y="115829"/>
                  </a:lnTo>
                  <a:lnTo>
                    <a:pt x="1328085" y="110289"/>
                  </a:lnTo>
                  <a:lnTo>
                    <a:pt x="1372086" y="104975"/>
                  </a:lnTo>
                  <a:lnTo>
                    <a:pt x="1414361" y="99870"/>
                  </a:lnTo>
                  <a:lnTo>
                    <a:pt x="1455040" y="94958"/>
                  </a:lnTo>
                  <a:lnTo>
                    <a:pt x="1494239" y="90224"/>
                  </a:lnTo>
                  <a:lnTo>
                    <a:pt x="1532063" y="85656"/>
                  </a:lnTo>
                  <a:lnTo>
                    <a:pt x="1568604" y="81243"/>
                  </a:lnTo>
                  <a:lnTo>
                    <a:pt x="1603947" y="76975"/>
                  </a:lnTo>
                  <a:lnTo>
                    <a:pt x="1638168" y="72843"/>
                  </a:lnTo>
                  <a:lnTo>
                    <a:pt x="1671336" y="68837"/>
                  </a:lnTo>
                  <a:lnTo>
                    <a:pt x="1703514" y="64951"/>
                  </a:lnTo>
                  <a:lnTo>
                    <a:pt x="1734758" y="61178"/>
                  </a:lnTo>
                  <a:lnTo>
                    <a:pt x="1765123" y="57511"/>
                  </a:lnTo>
                  <a:lnTo>
                    <a:pt x="1794655" y="53945"/>
                  </a:lnTo>
                  <a:lnTo>
                    <a:pt x="1823400" y="50473"/>
                  </a:lnTo>
                  <a:lnTo>
                    <a:pt x="1851398" y="47092"/>
                  </a:lnTo>
                  <a:lnTo>
                    <a:pt x="1878687" y="43797"/>
                  </a:lnTo>
                  <a:lnTo>
                    <a:pt x="1905302" y="40583"/>
                  </a:lnTo>
                  <a:lnTo>
                    <a:pt x="1931276" y="37446"/>
                  </a:lnTo>
                  <a:lnTo>
                    <a:pt x="1956639" y="34383"/>
                  </a:lnTo>
                  <a:lnTo>
                    <a:pt x="1981419" y="31391"/>
                  </a:lnTo>
                  <a:lnTo>
                    <a:pt x="2005642" y="28465"/>
                  </a:lnTo>
                  <a:lnTo>
                    <a:pt x="2029332" y="25605"/>
                  </a:lnTo>
                  <a:lnTo>
                    <a:pt x="2052513" y="22805"/>
                  </a:lnTo>
                  <a:lnTo>
                    <a:pt x="2075205" y="20065"/>
                  </a:lnTo>
                  <a:lnTo>
                    <a:pt x="2097430" y="17381"/>
                  </a:lnTo>
                  <a:lnTo>
                    <a:pt x="2119206" y="14751"/>
                  </a:lnTo>
                  <a:lnTo>
                    <a:pt x="2140551" y="12173"/>
                  </a:lnTo>
                  <a:lnTo>
                    <a:pt x="2161481" y="9646"/>
                  </a:lnTo>
                  <a:lnTo>
                    <a:pt x="2182012" y="7166"/>
                  </a:lnTo>
                  <a:lnTo>
                    <a:pt x="2202160" y="4733"/>
                  </a:lnTo>
                  <a:lnTo>
                    <a:pt x="2221938" y="2345"/>
                  </a:lnTo>
                  <a:lnTo>
                    <a:pt x="224135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4425957" y="3517859"/>
              <a:ext cx="2241359" cy="271864"/>
            </a:xfrm>
            <a:custGeom>
              <a:avLst/>
              <a:pathLst>
                <a:path w="2241359" h="271864">
                  <a:moveTo>
                    <a:pt x="0" y="271864"/>
                  </a:moveTo>
                  <a:lnTo>
                    <a:pt x="143928" y="254406"/>
                  </a:lnTo>
                  <a:lnTo>
                    <a:pt x="270883" y="239007"/>
                  </a:lnTo>
                  <a:lnTo>
                    <a:pt x="384447" y="225233"/>
                  </a:lnTo>
                  <a:lnTo>
                    <a:pt x="487179" y="212772"/>
                  </a:lnTo>
                  <a:lnTo>
                    <a:pt x="580966" y="201396"/>
                  </a:lnTo>
                  <a:lnTo>
                    <a:pt x="667241" y="190931"/>
                  </a:lnTo>
                  <a:lnTo>
                    <a:pt x="747119" y="181243"/>
                  </a:lnTo>
                  <a:lnTo>
                    <a:pt x="821484" y="172222"/>
                  </a:lnTo>
                  <a:lnTo>
                    <a:pt x="891048" y="163785"/>
                  </a:lnTo>
                  <a:lnTo>
                    <a:pt x="956394" y="155859"/>
                  </a:lnTo>
                  <a:lnTo>
                    <a:pt x="1018003" y="148386"/>
                  </a:lnTo>
                  <a:lnTo>
                    <a:pt x="1076280" y="141317"/>
                  </a:lnTo>
                  <a:lnTo>
                    <a:pt x="1131567" y="134611"/>
                  </a:lnTo>
                  <a:lnTo>
                    <a:pt x="1184157" y="128232"/>
                  </a:lnTo>
                  <a:lnTo>
                    <a:pt x="1234299" y="122150"/>
                  </a:lnTo>
                  <a:lnTo>
                    <a:pt x="1282212" y="116339"/>
                  </a:lnTo>
                  <a:lnTo>
                    <a:pt x="1328085" y="110775"/>
                  </a:lnTo>
                  <a:lnTo>
                    <a:pt x="1372086" y="105438"/>
                  </a:lnTo>
                  <a:lnTo>
                    <a:pt x="1414361" y="100310"/>
                  </a:lnTo>
                  <a:lnTo>
                    <a:pt x="1455040" y="95376"/>
                  </a:lnTo>
                  <a:lnTo>
                    <a:pt x="1494239" y="90621"/>
                  </a:lnTo>
                  <a:lnTo>
                    <a:pt x="1532063" y="86033"/>
                  </a:lnTo>
                  <a:lnTo>
                    <a:pt x="1568604" y="81601"/>
                  </a:lnTo>
                  <a:lnTo>
                    <a:pt x="1603947" y="77314"/>
                  </a:lnTo>
                  <a:lnTo>
                    <a:pt x="1638168" y="73163"/>
                  </a:lnTo>
                  <a:lnTo>
                    <a:pt x="1671336" y="69140"/>
                  </a:lnTo>
                  <a:lnTo>
                    <a:pt x="1703514" y="65237"/>
                  </a:lnTo>
                  <a:lnTo>
                    <a:pt x="1734758" y="61447"/>
                  </a:lnTo>
                  <a:lnTo>
                    <a:pt x="1765123" y="57764"/>
                  </a:lnTo>
                  <a:lnTo>
                    <a:pt x="1794655" y="54182"/>
                  </a:lnTo>
                  <a:lnTo>
                    <a:pt x="1823400" y="50696"/>
                  </a:lnTo>
                  <a:lnTo>
                    <a:pt x="1851398" y="47300"/>
                  </a:lnTo>
                  <a:lnTo>
                    <a:pt x="1878687" y="43990"/>
                  </a:lnTo>
                  <a:lnTo>
                    <a:pt x="1905302" y="40761"/>
                  </a:lnTo>
                  <a:lnTo>
                    <a:pt x="1931276" y="37611"/>
                  </a:lnTo>
                  <a:lnTo>
                    <a:pt x="1956639" y="34534"/>
                  </a:lnTo>
                  <a:lnTo>
                    <a:pt x="1981419" y="31529"/>
                  </a:lnTo>
                  <a:lnTo>
                    <a:pt x="2005642" y="28591"/>
                  </a:lnTo>
                  <a:lnTo>
                    <a:pt x="2029332" y="25717"/>
                  </a:lnTo>
                  <a:lnTo>
                    <a:pt x="2052513" y="22906"/>
                  </a:lnTo>
                  <a:lnTo>
                    <a:pt x="2075205" y="20153"/>
                  </a:lnTo>
                  <a:lnTo>
                    <a:pt x="2097430" y="17457"/>
                  </a:lnTo>
                  <a:lnTo>
                    <a:pt x="2119206" y="14816"/>
                  </a:lnTo>
                  <a:lnTo>
                    <a:pt x="2140551" y="12227"/>
                  </a:lnTo>
                  <a:lnTo>
                    <a:pt x="2161481" y="9688"/>
                  </a:lnTo>
                  <a:lnTo>
                    <a:pt x="2182012" y="7198"/>
                  </a:lnTo>
                  <a:lnTo>
                    <a:pt x="2202160" y="4754"/>
                  </a:lnTo>
                  <a:lnTo>
                    <a:pt x="2221938" y="2355"/>
                  </a:lnTo>
                  <a:lnTo>
                    <a:pt x="224135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4425957" y="3367734"/>
              <a:ext cx="2241359" cy="224168"/>
            </a:xfrm>
            <a:custGeom>
              <a:avLst/>
              <a:pathLst>
                <a:path w="2241359" h="224168">
                  <a:moveTo>
                    <a:pt x="0" y="0"/>
                  </a:moveTo>
                  <a:lnTo>
                    <a:pt x="143928" y="14394"/>
                  </a:lnTo>
                  <a:lnTo>
                    <a:pt x="270883" y="27092"/>
                  </a:lnTo>
                  <a:lnTo>
                    <a:pt x="384447" y="38450"/>
                  </a:lnTo>
                  <a:lnTo>
                    <a:pt x="487179" y="48725"/>
                  </a:lnTo>
                  <a:lnTo>
                    <a:pt x="580966" y="58105"/>
                  </a:lnTo>
                  <a:lnTo>
                    <a:pt x="667241" y="66733"/>
                  </a:lnTo>
                  <a:lnTo>
                    <a:pt x="747119" y="74722"/>
                  </a:lnTo>
                  <a:lnTo>
                    <a:pt x="821484" y="82160"/>
                  </a:lnTo>
                  <a:lnTo>
                    <a:pt x="891048" y="89117"/>
                  </a:lnTo>
                  <a:lnTo>
                    <a:pt x="956394" y="95653"/>
                  </a:lnTo>
                  <a:lnTo>
                    <a:pt x="1018003" y="101815"/>
                  </a:lnTo>
                  <a:lnTo>
                    <a:pt x="1076280" y="107643"/>
                  </a:lnTo>
                  <a:lnTo>
                    <a:pt x="1131567" y="113173"/>
                  </a:lnTo>
                  <a:lnTo>
                    <a:pt x="1184157" y="118432"/>
                  </a:lnTo>
                  <a:lnTo>
                    <a:pt x="1234299" y="123447"/>
                  </a:lnTo>
                  <a:lnTo>
                    <a:pt x="1282212" y="128239"/>
                  </a:lnTo>
                  <a:lnTo>
                    <a:pt x="1328085" y="132827"/>
                  </a:lnTo>
                  <a:lnTo>
                    <a:pt x="1372086" y="137228"/>
                  </a:lnTo>
                  <a:lnTo>
                    <a:pt x="1414361" y="141456"/>
                  </a:lnTo>
                  <a:lnTo>
                    <a:pt x="1455040" y="145525"/>
                  </a:lnTo>
                  <a:lnTo>
                    <a:pt x="1494239" y="149445"/>
                  </a:lnTo>
                  <a:lnTo>
                    <a:pt x="1532063" y="153228"/>
                  </a:lnTo>
                  <a:lnTo>
                    <a:pt x="1568604" y="156883"/>
                  </a:lnTo>
                  <a:lnTo>
                    <a:pt x="1603947" y="160418"/>
                  </a:lnTo>
                  <a:lnTo>
                    <a:pt x="1638168" y="163840"/>
                  </a:lnTo>
                  <a:lnTo>
                    <a:pt x="1671336" y="167157"/>
                  </a:lnTo>
                  <a:lnTo>
                    <a:pt x="1703514" y="170376"/>
                  </a:lnTo>
                  <a:lnTo>
                    <a:pt x="1734758" y="173500"/>
                  </a:lnTo>
                  <a:lnTo>
                    <a:pt x="1765123" y="176537"/>
                  </a:lnTo>
                  <a:lnTo>
                    <a:pt x="1794655" y="179491"/>
                  </a:lnTo>
                  <a:lnTo>
                    <a:pt x="1823400" y="182366"/>
                  </a:lnTo>
                  <a:lnTo>
                    <a:pt x="1851398" y="185166"/>
                  </a:lnTo>
                  <a:lnTo>
                    <a:pt x="1878687" y="187895"/>
                  </a:lnTo>
                  <a:lnTo>
                    <a:pt x="1905302" y="190557"/>
                  </a:lnTo>
                  <a:lnTo>
                    <a:pt x="1931276" y="193155"/>
                  </a:lnTo>
                  <a:lnTo>
                    <a:pt x="1956639" y="195692"/>
                  </a:lnTo>
                  <a:lnTo>
                    <a:pt x="1981419" y="198170"/>
                  </a:lnTo>
                  <a:lnTo>
                    <a:pt x="2005642" y="200593"/>
                  </a:lnTo>
                  <a:lnTo>
                    <a:pt x="2029332" y="202962"/>
                  </a:lnTo>
                  <a:lnTo>
                    <a:pt x="2052513" y="205281"/>
                  </a:lnTo>
                  <a:lnTo>
                    <a:pt x="2075205" y="207550"/>
                  </a:lnTo>
                  <a:lnTo>
                    <a:pt x="2097430" y="209773"/>
                  </a:lnTo>
                  <a:lnTo>
                    <a:pt x="2119206" y="211951"/>
                  </a:lnTo>
                  <a:lnTo>
                    <a:pt x="2140551" y="214086"/>
                  </a:lnTo>
                  <a:lnTo>
                    <a:pt x="2161481" y="216179"/>
                  </a:lnTo>
                  <a:lnTo>
                    <a:pt x="2182012" y="218232"/>
                  </a:lnTo>
                  <a:lnTo>
                    <a:pt x="2202160" y="220247"/>
                  </a:lnTo>
                  <a:lnTo>
                    <a:pt x="2221938" y="222225"/>
                  </a:lnTo>
                  <a:lnTo>
                    <a:pt x="2241359" y="22416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4425957" y="3417441"/>
              <a:ext cx="2241359" cy="370782"/>
            </a:xfrm>
            <a:custGeom>
              <a:avLst/>
              <a:pathLst>
                <a:path w="2241359" h="370782">
                  <a:moveTo>
                    <a:pt x="0" y="0"/>
                  </a:moveTo>
                  <a:lnTo>
                    <a:pt x="143928" y="23809"/>
                  </a:lnTo>
                  <a:lnTo>
                    <a:pt x="270883" y="44811"/>
                  </a:lnTo>
                  <a:lnTo>
                    <a:pt x="384447" y="63598"/>
                  </a:lnTo>
                  <a:lnTo>
                    <a:pt x="487179" y="80592"/>
                  </a:lnTo>
                  <a:lnTo>
                    <a:pt x="580966" y="96107"/>
                  </a:lnTo>
                  <a:lnTo>
                    <a:pt x="667241" y="110380"/>
                  </a:lnTo>
                  <a:lnTo>
                    <a:pt x="747119" y="123594"/>
                  </a:lnTo>
                  <a:lnTo>
                    <a:pt x="821484" y="135896"/>
                  </a:lnTo>
                  <a:lnTo>
                    <a:pt x="891048" y="147404"/>
                  </a:lnTo>
                  <a:lnTo>
                    <a:pt x="956394" y="158214"/>
                  </a:lnTo>
                  <a:lnTo>
                    <a:pt x="1018003" y="168405"/>
                  </a:lnTo>
                  <a:lnTo>
                    <a:pt x="1076280" y="178046"/>
                  </a:lnTo>
                  <a:lnTo>
                    <a:pt x="1131567" y="187192"/>
                  </a:lnTo>
                  <a:lnTo>
                    <a:pt x="1184157" y="195892"/>
                  </a:lnTo>
                  <a:lnTo>
                    <a:pt x="1234299" y="204187"/>
                  </a:lnTo>
                  <a:lnTo>
                    <a:pt x="1282212" y="212113"/>
                  </a:lnTo>
                  <a:lnTo>
                    <a:pt x="1328085" y="219702"/>
                  </a:lnTo>
                  <a:lnTo>
                    <a:pt x="1372086" y="226981"/>
                  </a:lnTo>
                  <a:lnTo>
                    <a:pt x="1414361" y="233974"/>
                  </a:lnTo>
                  <a:lnTo>
                    <a:pt x="1455040" y="240703"/>
                  </a:lnTo>
                  <a:lnTo>
                    <a:pt x="1494239" y="247188"/>
                  </a:lnTo>
                  <a:lnTo>
                    <a:pt x="1532063" y="253445"/>
                  </a:lnTo>
                  <a:lnTo>
                    <a:pt x="1568604" y="259490"/>
                  </a:lnTo>
                  <a:lnTo>
                    <a:pt x="1603947" y="265337"/>
                  </a:lnTo>
                  <a:lnTo>
                    <a:pt x="1638168" y="270998"/>
                  </a:lnTo>
                  <a:lnTo>
                    <a:pt x="1671336" y="276485"/>
                  </a:lnTo>
                  <a:lnTo>
                    <a:pt x="1703514" y="281808"/>
                  </a:lnTo>
                  <a:lnTo>
                    <a:pt x="1734758" y="286977"/>
                  </a:lnTo>
                  <a:lnTo>
                    <a:pt x="1765123" y="292000"/>
                  </a:lnTo>
                  <a:lnTo>
                    <a:pt x="1794655" y="296885"/>
                  </a:lnTo>
                  <a:lnTo>
                    <a:pt x="1823400" y="301640"/>
                  </a:lnTo>
                  <a:lnTo>
                    <a:pt x="1851398" y="306272"/>
                  </a:lnTo>
                  <a:lnTo>
                    <a:pt x="1878687" y="310786"/>
                  </a:lnTo>
                  <a:lnTo>
                    <a:pt x="1905302" y="315189"/>
                  </a:lnTo>
                  <a:lnTo>
                    <a:pt x="1931276" y="319486"/>
                  </a:lnTo>
                  <a:lnTo>
                    <a:pt x="1956639" y="323682"/>
                  </a:lnTo>
                  <a:lnTo>
                    <a:pt x="1981419" y="327781"/>
                  </a:lnTo>
                  <a:lnTo>
                    <a:pt x="2005642" y="331788"/>
                  </a:lnTo>
                  <a:lnTo>
                    <a:pt x="2029332" y="335707"/>
                  </a:lnTo>
                  <a:lnTo>
                    <a:pt x="2052513" y="339542"/>
                  </a:lnTo>
                  <a:lnTo>
                    <a:pt x="2075205" y="343296"/>
                  </a:lnTo>
                  <a:lnTo>
                    <a:pt x="2097430" y="346973"/>
                  </a:lnTo>
                  <a:lnTo>
                    <a:pt x="2119206" y="350575"/>
                  </a:lnTo>
                  <a:lnTo>
                    <a:pt x="2140551" y="354106"/>
                  </a:lnTo>
                  <a:lnTo>
                    <a:pt x="2161481" y="357568"/>
                  </a:lnTo>
                  <a:lnTo>
                    <a:pt x="2182012" y="360965"/>
                  </a:lnTo>
                  <a:lnTo>
                    <a:pt x="2202160" y="364298"/>
                  </a:lnTo>
                  <a:lnTo>
                    <a:pt x="2221938" y="367570"/>
                  </a:lnTo>
                  <a:lnTo>
                    <a:pt x="2241359" y="37078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2"/>
            <p:cNvSpPr/>
            <p:nvPr/>
          </p:nvSpPr>
          <p:spPr>
            <a:xfrm>
              <a:off x="4425957" y="3746360"/>
              <a:ext cx="2241359" cy="168195"/>
            </a:xfrm>
            <a:custGeom>
              <a:avLst/>
              <a:pathLst>
                <a:path w="2241359" h="168195">
                  <a:moveTo>
                    <a:pt x="0" y="0"/>
                  </a:moveTo>
                  <a:lnTo>
                    <a:pt x="143928" y="10800"/>
                  </a:lnTo>
                  <a:lnTo>
                    <a:pt x="270883" y="20327"/>
                  </a:lnTo>
                  <a:lnTo>
                    <a:pt x="384447" y="28849"/>
                  </a:lnTo>
                  <a:lnTo>
                    <a:pt x="487179" y="36558"/>
                  </a:lnTo>
                  <a:lnTo>
                    <a:pt x="580966" y="43596"/>
                  </a:lnTo>
                  <a:lnTo>
                    <a:pt x="667241" y="50071"/>
                  </a:lnTo>
                  <a:lnTo>
                    <a:pt x="747119" y="56065"/>
                  </a:lnTo>
                  <a:lnTo>
                    <a:pt x="821484" y="61645"/>
                  </a:lnTo>
                  <a:lnTo>
                    <a:pt x="891048" y="66866"/>
                  </a:lnTo>
                  <a:lnTo>
                    <a:pt x="956394" y="71769"/>
                  </a:lnTo>
                  <a:lnTo>
                    <a:pt x="1018003" y="76392"/>
                  </a:lnTo>
                  <a:lnTo>
                    <a:pt x="1076280" y="80766"/>
                  </a:lnTo>
                  <a:lnTo>
                    <a:pt x="1131567" y="84915"/>
                  </a:lnTo>
                  <a:lnTo>
                    <a:pt x="1184157" y="88861"/>
                  </a:lnTo>
                  <a:lnTo>
                    <a:pt x="1234299" y="92624"/>
                  </a:lnTo>
                  <a:lnTo>
                    <a:pt x="1282212" y="96219"/>
                  </a:lnTo>
                  <a:lnTo>
                    <a:pt x="1328085" y="99662"/>
                  </a:lnTo>
                  <a:lnTo>
                    <a:pt x="1372086" y="102964"/>
                  </a:lnTo>
                  <a:lnTo>
                    <a:pt x="1414361" y="106136"/>
                  </a:lnTo>
                  <a:lnTo>
                    <a:pt x="1455040" y="109189"/>
                  </a:lnTo>
                  <a:lnTo>
                    <a:pt x="1494239" y="112130"/>
                  </a:lnTo>
                  <a:lnTo>
                    <a:pt x="1532063" y="114968"/>
                  </a:lnTo>
                  <a:lnTo>
                    <a:pt x="1568604" y="117711"/>
                  </a:lnTo>
                  <a:lnTo>
                    <a:pt x="1603947" y="120363"/>
                  </a:lnTo>
                  <a:lnTo>
                    <a:pt x="1638168" y="122931"/>
                  </a:lnTo>
                  <a:lnTo>
                    <a:pt x="1671336" y="125420"/>
                  </a:lnTo>
                  <a:lnTo>
                    <a:pt x="1703514" y="127834"/>
                  </a:lnTo>
                  <a:lnTo>
                    <a:pt x="1734758" y="130179"/>
                  </a:lnTo>
                  <a:lnTo>
                    <a:pt x="1765123" y="132458"/>
                  </a:lnTo>
                  <a:lnTo>
                    <a:pt x="1794655" y="134674"/>
                  </a:lnTo>
                  <a:lnTo>
                    <a:pt x="1823400" y="136831"/>
                  </a:lnTo>
                  <a:lnTo>
                    <a:pt x="1851398" y="138932"/>
                  </a:lnTo>
                  <a:lnTo>
                    <a:pt x="1878687" y="140980"/>
                  </a:lnTo>
                  <a:lnTo>
                    <a:pt x="1905302" y="142977"/>
                  </a:lnTo>
                  <a:lnTo>
                    <a:pt x="1931276" y="144926"/>
                  </a:lnTo>
                  <a:lnTo>
                    <a:pt x="1956639" y="146830"/>
                  </a:lnTo>
                  <a:lnTo>
                    <a:pt x="1981419" y="148689"/>
                  </a:lnTo>
                  <a:lnTo>
                    <a:pt x="2005642" y="150507"/>
                  </a:lnTo>
                  <a:lnTo>
                    <a:pt x="2029332" y="152284"/>
                  </a:lnTo>
                  <a:lnTo>
                    <a:pt x="2052513" y="154024"/>
                  </a:lnTo>
                  <a:lnTo>
                    <a:pt x="2075205" y="155727"/>
                  </a:lnTo>
                  <a:lnTo>
                    <a:pt x="2097430" y="157395"/>
                  </a:lnTo>
                  <a:lnTo>
                    <a:pt x="2119206" y="159029"/>
                  </a:lnTo>
                  <a:lnTo>
                    <a:pt x="2140551" y="160631"/>
                  </a:lnTo>
                  <a:lnTo>
                    <a:pt x="2161481" y="162201"/>
                  </a:lnTo>
                  <a:lnTo>
                    <a:pt x="2182012" y="163742"/>
                  </a:lnTo>
                  <a:lnTo>
                    <a:pt x="2202160" y="165254"/>
                  </a:lnTo>
                  <a:lnTo>
                    <a:pt x="2221938" y="166738"/>
                  </a:lnTo>
                  <a:lnTo>
                    <a:pt x="2241359" y="16819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4" name="pl403"/>
            <p:cNvSpPr/>
            <p:nvPr/>
          </p:nvSpPr>
          <p:spPr>
            <a:xfrm>
              <a:off x="4425957" y="3721200"/>
              <a:ext cx="2241359" cy="53073"/>
            </a:xfrm>
            <a:custGeom>
              <a:avLst/>
              <a:pathLst>
                <a:path w="2241359" h="53073">
                  <a:moveTo>
                    <a:pt x="0" y="0"/>
                  </a:moveTo>
                  <a:lnTo>
                    <a:pt x="143928" y="3408"/>
                  </a:lnTo>
                  <a:lnTo>
                    <a:pt x="270883" y="6414"/>
                  </a:lnTo>
                  <a:lnTo>
                    <a:pt x="384447" y="9103"/>
                  </a:lnTo>
                  <a:lnTo>
                    <a:pt x="487179" y="11535"/>
                  </a:lnTo>
                  <a:lnTo>
                    <a:pt x="580966" y="13756"/>
                  </a:lnTo>
                  <a:lnTo>
                    <a:pt x="667241" y="15799"/>
                  </a:lnTo>
                  <a:lnTo>
                    <a:pt x="747119" y="17691"/>
                  </a:lnTo>
                  <a:lnTo>
                    <a:pt x="821484" y="19451"/>
                  </a:lnTo>
                  <a:lnTo>
                    <a:pt x="891048" y="21099"/>
                  </a:lnTo>
                  <a:lnTo>
                    <a:pt x="956394" y="22646"/>
                  </a:lnTo>
                  <a:lnTo>
                    <a:pt x="1018003" y="24105"/>
                  </a:lnTo>
                  <a:lnTo>
                    <a:pt x="1076280" y="25485"/>
                  </a:lnTo>
                  <a:lnTo>
                    <a:pt x="1131567" y="26794"/>
                  </a:lnTo>
                  <a:lnTo>
                    <a:pt x="1184157" y="28039"/>
                  </a:lnTo>
                  <a:lnTo>
                    <a:pt x="1234299" y="29226"/>
                  </a:lnTo>
                  <a:lnTo>
                    <a:pt x="1282212" y="30361"/>
                  </a:lnTo>
                  <a:lnTo>
                    <a:pt x="1328085" y="31447"/>
                  </a:lnTo>
                  <a:lnTo>
                    <a:pt x="1372086" y="32489"/>
                  </a:lnTo>
                  <a:lnTo>
                    <a:pt x="1414361" y="33490"/>
                  </a:lnTo>
                  <a:lnTo>
                    <a:pt x="1455040" y="34453"/>
                  </a:lnTo>
                  <a:lnTo>
                    <a:pt x="1494239" y="35382"/>
                  </a:lnTo>
                  <a:lnTo>
                    <a:pt x="1532063" y="36277"/>
                  </a:lnTo>
                  <a:lnTo>
                    <a:pt x="1568604" y="37142"/>
                  </a:lnTo>
                  <a:lnTo>
                    <a:pt x="1603947" y="37979"/>
                  </a:lnTo>
                  <a:lnTo>
                    <a:pt x="1638168" y="38790"/>
                  </a:lnTo>
                  <a:lnTo>
                    <a:pt x="1671336" y="39575"/>
                  </a:lnTo>
                  <a:lnTo>
                    <a:pt x="1703514" y="40337"/>
                  </a:lnTo>
                  <a:lnTo>
                    <a:pt x="1734758" y="41077"/>
                  </a:lnTo>
                  <a:lnTo>
                    <a:pt x="1765123" y="41796"/>
                  </a:lnTo>
                  <a:lnTo>
                    <a:pt x="1794655" y="42495"/>
                  </a:lnTo>
                  <a:lnTo>
                    <a:pt x="1823400" y="43176"/>
                  </a:lnTo>
                  <a:lnTo>
                    <a:pt x="1851398" y="43839"/>
                  </a:lnTo>
                  <a:lnTo>
                    <a:pt x="1878687" y="44485"/>
                  </a:lnTo>
                  <a:lnTo>
                    <a:pt x="1905302" y="45115"/>
                  </a:lnTo>
                  <a:lnTo>
                    <a:pt x="1931276" y="45730"/>
                  </a:lnTo>
                  <a:lnTo>
                    <a:pt x="1956639" y="46331"/>
                  </a:lnTo>
                  <a:lnTo>
                    <a:pt x="1981419" y="46917"/>
                  </a:lnTo>
                  <a:lnTo>
                    <a:pt x="2005642" y="47491"/>
                  </a:lnTo>
                  <a:lnTo>
                    <a:pt x="2029332" y="48052"/>
                  </a:lnTo>
                  <a:lnTo>
                    <a:pt x="2052513" y="48601"/>
                  </a:lnTo>
                  <a:lnTo>
                    <a:pt x="2075205" y="49138"/>
                  </a:lnTo>
                  <a:lnTo>
                    <a:pt x="2097430" y="49665"/>
                  </a:lnTo>
                  <a:lnTo>
                    <a:pt x="2119206" y="50180"/>
                  </a:lnTo>
                  <a:lnTo>
                    <a:pt x="2140551" y="50686"/>
                  </a:lnTo>
                  <a:lnTo>
                    <a:pt x="2161481" y="51181"/>
                  </a:lnTo>
                  <a:lnTo>
                    <a:pt x="2182012" y="51667"/>
                  </a:lnTo>
                  <a:lnTo>
                    <a:pt x="2202160" y="52144"/>
                  </a:lnTo>
                  <a:lnTo>
                    <a:pt x="2221938" y="52613"/>
                  </a:lnTo>
                  <a:lnTo>
                    <a:pt x="2241359" y="5307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5" name="pl404"/>
            <p:cNvSpPr/>
            <p:nvPr/>
          </p:nvSpPr>
          <p:spPr>
            <a:xfrm>
              <a:off x="4425957" y="3669030"/>
              <a:ext cx="2241359" cy="50630"/>
            </a:xfrm>
            <a:custGeom>
              <a:avLst/>
              <a:pathLst>
                <a:path w="2241359" h="50630">
                  <a:moveTo>
                    <a:pt x="0" y="50630"/>
                  </a:moveTo>
                  <a:lnTo>
                    <a:pt x="143928" y="47379"/>
                  </a:lnTo>
                  <a:lnTo>
                    <a:pt x="270883" y="44511"/>
                  </a:lnTo>
                  <a:lnTo>
                    <a:pt x="384447" y="41946"/>
                  </a:lnTo>
                  <a:lnTo>
                    <a:pt x="487179" y="39625"/>
                  </a:lnTo>
                  <a:lnTo>
                    <a:pt x="580966" y="37507"/>
                  </a:lnTo>
                  <a:lnTo>
                    <a:pt x="667241" y="35558"/>
                  </a:lnTo>
                  <a:lnTo>
                    <a:pt x="747119" y="33753"/>
                  </a:lnTo>
                  <a:lnTo>
                    <a:pt x="821484" y="32074"/>
                  </a:lnTo>
                  <a:lnTo>
                    <a:pt x="891048" y="30502"/>
                  </a:lnTo>
                  <a:lnTo>
                    <a:pt x="956394" y="29026"/>
                  </a:lnTo>
                  <a:lnTo>
                    <a:pt x="1018003" y="27634"/>
                  </a:lnTo>
                  <a:lnTo>
                    <a:pt x="1076280" y="26318"/>
                  </a:lnTo>
                  <a:lnTo>
                    <a:pt x="1131567" y="25069"/>
                  </a:lnTo>
                  <a:lnTo>
                    <a:pt x="1184157" y="23881"/>
                  </a:lnTo>
                  <a:lnTo>
                    <a:pt x="1234299" y="22748"/>
                  </a:lnTo>
                  <a:lnTo>
                    <a:pt x="1282212" y="21666"/>
                  </a:lnTo>
                  <a:lnTo>
                    <a:pt x="1328085" y="20630"/>
                  </a:lnTo>
                  <a:lnTo>
                    <a:pt x="1372086" y="19636"/>
                  </a:lnTo>
                  <a:lnTo>
                    <a:pt x="1414361" y="18681"/>
                  </a:lnTo>
                  <a:lnTo>
                    <a:pt x="1455040" y="17762"/>
                  </a:lnTo>
                  <a:lnTo>
                    <a:pt x="1494239" y="16876"/>
                  </a:lnTo>
                  <a:lnTo>
                    <a:pt x="1532063" y="16022"/>
                  </a:lnTo>
                  <a:lnTo>
                    <a:pt x="1568604" y="15197"/>
                  </a:lnTo>
                  <a:lnTo>
                    <a:pt x="1603947" y="14398"/>
                  </a:lnTo>
                  <a:lnTo>
                    <a:pt x="1638168" y="13625"/>
                  </a:lnTo>
                  <a:lnTo>
                    <a:pt x="1671336" y="12876"/>
                  </a:lnTo>
                  <a:lnTo>
                    <a:pt x="1703514" y="12149"/>
                  </a:lnTo>
                  <a:lnTo>
                    <a:pt x="1734758" y="11443"/>
                  </a:lnTo>
                  <a:lnTo>
                    <a:pt x="1765123" y="10757"/>
                  </a:lnTo>
                  <a:lnTo>
                    <a:pt x="1794655" y="10090"/>
                  </a:lnTo>
                  <a:lnTo>
                    <a:pt x="1823400" y="9441"/>
                  </a:lnTo>
                  <a:lnTo>
                    <a:pt x="1851398" y="8808"/>
                  </a:lnTo>
                  <a:lnTo>
                    <a:pt x="1878687" y="8192"/>
                  </a:lnTo>
                  <a:lnTo>
                    <a:pt x="1905302" y="7591"/>
                  </a:lnTo>
                  <a:lnTo>
                    <a:pt x="1931276" y="7004"/>
                  </a:lnTo>
                  <a:lnTo>
                    <a:pt x="1956639" y="6431"/>
                  </a:lnTo>
                  <a:lnTo>
                    <a:pt x="1981419" y="5871"/>
                  </a:lnTo>
                  <a:lnTo>
                    <a:pt x="2005642" y="5324"/>
                  </a:lnTo>
                  <a:lnTo>
                    <a:pt x="2029332" y="4789"/>
                  </a:lnTo>
                  <a:lnTo>
                    <a:pt x="2052513" y="4265"/>
                  </a:lnTo>
                  <a:lnTo>
                    <a:pt x="2075205" y="3753"/>
                  </a:lnTo>
                  <a:lnTo>
                    <a:pt x="2097430" y="3251"/>
                  </a:lnTo>
                  <a:lnTo>
                    <a:pt x="2119206" y="2759"/>
                  </a:lnTo>
                  <a:lnTo>
                    <a:pt x="2140551" y="2277"/>
                  </a:lnTo>
                  <a:lnTo>
                    <a:pt x="2161481" y="1804"/>
                  </a:lnTo>
                  <a:lnTo>
                    <a:pt x="2182012" y="1340"/>
                  </a:lnTo>
                  <a:lnTo>
                    <a:pt x="2202160" y="885"/>
                  </a:lnTo>
                  <a:lnTo>
                    <a:pt x="2221938" y="438"/>
                  </a:lnTo>
                  <a:lnTo>
                    <a:pt x="224135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6" name="rc405"/>
            <p:cNvSpPr/>
            <p:nvPr/>
          </p:nvSpPr>
          <p:spPr>
            <a:xfrm>
              <a:off x="4262502" y="3040436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07" name="pl406"/>
            <p:cNvSpPr/>
            <p:nvPr/>
          </p:nvSpPr>
          <p:spPr>
            <a:xfrm>
              <a:off x="4262502" y="3040436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7"/>
            <p:cNvSpPr/>
            <p:nvPr/>
          </p:nvSpPr>
          <p:spPr>
            <a:xfrm>
              <a:off x="4234034" y="39335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8"/>
            <p:cNvSpPr/>
            <p:nvPr/>
          </p:nvSpPr>
          <p:spPr>
            <a:xfrm>
              <a:off x="4234034" y="37424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09"/>
            <p:cNvSpPr/>
            <p:nvPr/>
          </p:nvSpPr>
          <p:spPr>
            <a:xfrm>
              <a:off x="4234034" y="35512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0"/>
            <p:cNvSpPr/>
            <p:nvPr/>
          </p:nvSpPr>
          <p:spPr>
            <a:xfrm>
              <a:off x="4234034" y="33600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1"/>
            <p:cNvSpPr/>
            <p:nvPr/>
          </p:nvSpPr>
          <p:spPr>
            <a:xfrm>
              <a:off x="4234034" y="31689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2"/>
            <p:cNvSpPr/>
            <p:nvPr/>
          </p:nvSpPr>
          <p:spPr>
            <a:xfrm>
              <a:off x="4262502" y="4069540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3"/>
            <p:cNvSpPr/>
            <p:nvPr/>
          </p:nvSpPr>
          <p:spPr>
            <a:xfrm>
              <a:off x="4425957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4"/>
            <p:cNvSpPr/>
            <p:nvPr/>
          </p:nvSpPr>
          <p:spPr>
            <a:xfrm>
              <a:off x="5173077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5"/>
            <p:cNvSpPr/>
            <p:nvPr/>
          </p:nvSpPr>
          <p:spPr>
            <a:xfrm>
              <a:off x="5920197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6"/>
            <p:cNvSpPr/>
            <p:nvPr/>
          </p:nvSpPr>
          <p:spPr>
            <a:xfrm>
              <a:off x="6667317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tx417"/>
            <p:cNvSpPr/>
            <p:nvPr/>
          </p:nvSpPr>
          <p:spPr>
            <a:xfrm>
              <a:off x="4397702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9" name="tx418"/>
            <p:cNvSpPr/>
            <p:nvPr/>
          </p:nvSpPr>
          <p:spPr>
            <a:xfrm>
              <a:off x="5144822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0" name="tx419"/>
            <p:cNvSpPr/>
            <p:nvPr/>
          </p:nvSpPr>
          <p:spPr>
            <a:xfrm>
              <a:off x="5891942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1" name="tx420"/>
            <p:cNvSpPr/>
            <p:nvPr/>
          </p:nvSpPr>
          <p:spPr>
            <a:xfrm>
              <a:off x="6639062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22" name="tx421"/>
            <p:cNvSpPr/>
            <p:nvPr/>
          </p:nvSpPr>
          <p:spPr>
            <a:xfrm>
              <a:off x="5267981" y="4278420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423" name="tx422"/>
            <p:cNvSpPr/>
            <p:nvPr/>
          </p:nvSpPr>
          <p:spPr>
            <a:xfrm>
              <a:off x="4262502" y="2863896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24" name="rc423"/>
            <p:cNvSpPr/>
            <p:nvPr/>
          </p:nvSpPr>
          <p:spPr>
            <a:xfrm>
              <a:off x="1405201" y="4793818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539742" y="543167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494209" y="53352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572750" y="539245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533223" y="552777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520988" y="56473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530700" y="54114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1511264" y="55051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571772" y="55315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1498285" y="560662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556132" y="537897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272092" y="55138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254444" y="49761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332859" y="50872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311306" y="52657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314311" y="53647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280533" y="57480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268530" y="5545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278220" y="52288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89993" y="487564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269216" y="48125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250175" y="54272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238436" y="52152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281115" y="50664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279211" y="51677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258534" y="55440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291155" y="550219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313412" y="510217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298682" y="513608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990085" y="557399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000202" y="53479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064293" y="54342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057655" y="56264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990618" y="533196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993408" y="554260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010802" y="49189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042512" y="54862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083466" y="52546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017973" y="51105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055534" y="48542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079810" y="50215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084938" y="550512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057050" y="52019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024351" y="53064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055870" y="51674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019991" y="548317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995980" y="51972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094456" y="54572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039702" y="54257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16028" y="546624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31412" y="54286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91199" y="556279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03891" y="52376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809334" y="52819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774208" y="48791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3834050" y="52657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3803554" y="542593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3835829" y="52751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3804735" y="51885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3788025" y="51419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3803386" y="50393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3757940" y="53896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3779980" y="49606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3765614" y="561347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759088" y="55048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762399" y="53726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805212" y="54409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787520" y="53397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775085" y="54760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778384" y="532039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774161" y="52619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814508" y="52687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780870" y="53163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550338" y="5370164"/>
              <a:ext cx="2280679" cy="43087"/>
            </a:xfrm>
            <a:custGeom>
              <a:avLst/>
              <a:pathLst>
                <a:path w="2280679" h="43087">
                  <a:moveTo>
                    <a:pt x="0" y="43087"/>
                  </a:moveTo>
                  <a:lnTo>
                    <a:pt x="146453" y="40321"/>
                  </a:lnTo>
                  <a:lnTo>
                    <a:pt x="275635" y="37880"/>
                  </a:lnTo>
                  <a:lnTo>
                    <a:pt x="391192" y="35697"/>
                  </a:lnTo>
                  <a:lnTo>
                    <a:pt x="495725" y="33722"/>
                  </a:lnTo>
                  <a:lnTo>
                    <a:pt x="591157" y="31919"/>
                  </a:lnTo>
                  <a:lnTo>
                    <a:pt x="678946" y="30260"/>
                  </a:lnTo>
                  <a:lnTo>
                    <a:pt x="760226" y="28725"/>
                  </a:lnTo>
                  <a:lnTo>
                    <a:pt x="835896" y="27295"/>
                  </a:lnTo>
                  <a:lnTo>
                    <a:pt x="906680" y="25958"/>
                  </a:lnTo>
                  <a:lnTo>
                    <a:pt x="973171" y="24702"/>
                  </a:lnTo>
                  <a:lnTo>
                    <a:pt x="1035861" y="23517"/>
                  </a:lnTo>
                  <a:lnTo>
                    <a:pt x="1095161" y="22397"/>
                  </a:lnTo>
                  <a:lnTo>
                    <a:pt x="1151418" y="21334"/>
                  </a:lnTo>
                  <a:lnTo>
                    <a:pt x="1204930" y="20323"/>
                  </a:lnTo>
                  <a:lnTo>
                    <a:pt x="1255952" y="19359"/>
                  </a:lnTo>
                  <a:lnTo>
                    <a:pt x="1304705" y="18438"/>
                  </a:lnTo>
                  <a:lnTo>
                    <a:pt x="1351384" y="17556"/>
                  </a:lnTo>
                  <a:lnTo>
                    <a:pt x="1396156" y="16710"/>
                  </a:lnTo>
                  <a:lnTo>
                    <a:pt x="1439172" y="15898"/>
                  </a:lnTo>
                  <a:lnTo>
                    <a:pt x="1480565" y="15116"/>
                  </a:lnTo>
                  <a:lnTo>
                    <a:pt x="1520452" y="14362"/>
                  </a:lnTo>
                  <a:lnTo>
                    <a:pt x="1558940" y="13635"/>
                  </a:lnTo>
                  <a:lnTo>
                    <a:pt x="1596122" y="12933"/>
                  </a:lnTo>
                  <a:lnTo>
                    <a:pt x="1632085" y="12253"/>
                  </a:lnTo>
                  <a:lnTo>
                    <a:pt x="1666906" y="11595"/>
                  </a:lnTo>
                  <a:lnTo>
                    <a:pt x="1700656" y="10958"/>
                  </a:lnTo>
                  <a:lnTo>
                    <a:pt x="1733398" y="10339"/>
                  </a:lnTo>
                  <a:lnTo>
                    <a:pt x="1765190" y="9738"/>
                  </a:lnTo>
                  <a:lnTo>
                    <a:pt x="1796088" y="9155"/>
                  </a:lnTo>
                  <a:lnTo>
                    <a:pt x="1826138" y="8587"/>
                  </a:lnTo>
                  <a:lnTo>
                    <a:pt x="1855387" y="8034"/>
                  </a:lnTo>
                  <a:lnTo>
                    <a:pt x="1883876" y="7496"/>
                  </a:lnTo>
                  <a:lnTo>
                    <a:pt x="1911644" y="6972"/>
                  </a:lnTo>
                  <a:lnTo>
                    <a:pt x="1938727" y="6460"/>
                  </a:lnTo>
                  <a:lnTo>
                    <a:pt x="1965156" y="5961"/>
                  </a:lnTo>
                  <a:lnTo>
                    <a:pt x="1990964" y="5473"/>
                  </a:lnTo>
                  <a:lnTo>
                    <a:pt x="2016178" y="4997"/>
                  </a:lnTo>
                  <a:lnTo>
                    <a:pt x="2040826" y="4531"/>
                  </a:lnTo>
                  <a:lnTo>
                    <a:pt x="2064932" y="4076"/>
                  </a:lnTo>
                  <a:lnTo>
                    <a:pt x="2088519" y="3630"/>
                  </a:lnTo>
                  <a:lnTo>
                    <a:pt x="2111610" y="3194"/>
                  </a:lnTo>
                  <a:lnTo>
                    <a:pt x="2134225" y="2766"/>
                  </a:lnTo>
                  <a:lnTo>
                    <a:pt x="2156383" y="2348"/>
                  </a:lnTo>
                  <a:lnTo>
                    <a:pt x="2178102" y="1937"/>
                  </a:lnTo>
                  <a:lnTo>
                    <a:pt x="2199399" y="1535"/>
                  </a:lnTo>
                  <a:lnTo>
                    <a:pt x="2220290" y="1140"/>
                  </a:lnTo>
                  <a:lnTo>
                    <a:pt x="2240791" y="753"/>
                  </a:lnTo>
                  <a:lnTo>
                    <a:pt x="2260916" y="373"/>
                  </a:lnTo>
                  <a:lnTo>
                    <a:pt x="228067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1550338" y="5383917"/>
              <a:ext cx="2280679" cy="164775"/>
            </a:xfrm>
            <a:custGeom>
              <a:avLst/>
              <a:pathLst>
                <a:path w="2280679" h="164775">
                  <a:moveTo>
                    <a:pt x="0" y="164775"/>
                  </a:moveTo>
                  <a:lnTo>
                    <a:pt x="146453" y="154194"/>
                  </a:lnTo>
                  <a:lnTo>
                    <a:pt x="275635" y="144861"/>
                  </a:lnTo>
                  <a:lnTo>
                    <a:pt x="391192" y="136512"/>
                  </a:lnTo>
                  <a:lnTo>
                    <a:pt x="495725" y="128959"/>
                  </a:lnTo>
                  <a:lnTo>
                    <a:pt x="591157" y="122065"/>
                  </a:lnTo>
                  <a:lnTo>
                    <a:pt x="678946" y="115722"/>
                  </a:lnTo>
                  <a:lnTo>
                    <a:pt x="760226" y="109850"/>
                  </a:lnTo>
                  <a:lnTo>
                    <a:pt x="835896" y="104383"/>
                  </a:lnTo>
                  <a:lnTo>
                    <a:pt x="906680" y="99269"/>
                  </a:lnTo>
                  <a:lnTo>
                    <a:pt x="973171" y="94465"/>
                  </a:lnTo>
                  <a:lnTo>
                    <a:pt x="1035861" y="89935"/>
                  </a:lnTo>
                  <a:lnTo>
                    <a:pt x="1095161" y="85651"/>
                  </a:lnTo>
                  <a:lnTo>
                    <a:pt x="1151418" y="81587"/>
                  </a:lnTo>
                  <a:lnTo>
                    <a:pt x="1204930" y="77721"/>
                  </a:lnTo>
                  <a:lnTo>
                    <a:pt x="1255952" y="74034"/>
                  </a:lnTo>
                  <a:lnTo>
                    <a:pt x="1304705" y="70512"/>
                  </a:lnTo>
                  <a:lnTo>
                    <a:pt x="1351384" y="67140"/>
                  </a:lnTo>
                  <a:lnTo>
                    <a:pt x="1396156" y="63905"/>
                  </a:lnTo>
                  <a:lnTo>
                    <a:pt x="1439172" y="60797"/>
                  </a:lnTo>
                  <a:lnTo>
                    <a:pt x="1480565" y="57806"/>
                  </a:lnTo>
                  <a:lnTo>
                    <a:pt x="1520452" y="54925"/>
                  </a:lnTo>
                  <a:lnTo>
                    <a:pt x="1558940" y="52144"/>
                  </a:lnTo>
                  <a:lnTo>
                    <a:pt x="1596122" y="49458"/>
                  </a:lnTo>
                  <a:lnTo>
                    <a:pt x="1632085" y="46859"/>
                  </a:lnTo>
                  <a:lnTo>
                    <a:pt x="1666906" y="44344"/>
                  </a:lnTo>
                  <a:lnTo>
                    <a:pt x="1700656" y="41905"/>
                  </a:lnTo>
                  <a:lnTo>
                    <a:pt x="1733398" y="39540"/>
                  </a:lnTo>
                  <a:lnTo>
                    <a:pt x="1765190" y="37243"/>
                  </a:lnTo>
                  <a:lnTo>
                    <a:pt x="1796088" y="35010"/>
                  </a:lnTo>
                  <a:lnTo>
                    <a:pt x="1826138" y="32839"/>
                  </a:lnTo>
                  <a:lnTo>
                    <a:pt x="1855387" y="30726"/>
                  </a:lnTo>
                  <a:lnTo>
                    <a:pt x="1883876" y="28668"/>
                  </a:lnTo>
                  <a:lnTo>
                    <a:pt x="1911644" y="26662"/>
                  </a:lnTo>
                  <a:lnTo>
                    <a:pt x="1938727" y="24705"/>
                  </a:lnTo>
                  <a:lnTo>
                    <a:pt x="1965156" y="22795"/>
                  </a:lnTo>
                  <a:lnTo>
                    <a:pt x="1990964" y="20931"/>
                  </a:lnTo>
                  <a:lnTo>
                    <a:pt x="2016178" y="19109"/>
                  </a:lnTo>
                  <a:lnTo>
                    <a:pt x="2040826" y="17328"/>
                  </a:lnTo>
                  <a:lnTo>
                    <a:pt x="2064932" y="15587"/>
                  </a:lnTo>
                  <a:lnTo>
                    <a:pt x="2088519" y="13883"/>
                  </a:lnTo>
                  <a:lnTo>
                    <a:pt x="2111610" y="12214"/>
                  </a:lnTo>
                  <a:lnTo>
                    <a:pt x="2134225" y="10581"/>
                  </a:lnTo>
                  <a:lnTo>
                    <a:pt x="2156383" y="8980"/>
                  </a:lnTo>
                  <a:lnTo>
                    <a:pt x="2178102" y="7411"/>
                  </a:lnTo>
                  <a:lnTo>
                    <a:pt x="2199399" y="5872"/>
                  </a:lnTo>
                  <a:lnTo>
                    <a:pt x="2220290" y="4362"/>
                  </a:lnTo>
                  <a:lnTo>
                    <a:pt x="2240791" y="2881"/>
                  </a:lnTo>
                  <a:lnTo>
                    <a:pt x="2260916" y="1427"/>
                  </a:lnTo>
                  <a:lnTo>
                    <a:pt x="228067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1550338" y="5435760"/>
              <a:ext cx="2280679" cy="185035"/>
            </a:xfrm>
            <a:custGeom>
              <a:avLst/>
              <a:pathLst>
                <a:path w="2280679" h="185035">
                  <a:moveTo>
                    <a:pt x="0" y="0"/>
                  </a:moveTo>
                  <a:lnTo>
                    <a:pt x="146453" y="11882"/>
                  </a:lnTo>
                  <a:lnTo>
                    <a:pt x="275635" y="22362"/>
                  </a:lnTo>
                  <a:lnTo>
                    <a:pt x="391192" y="31738"/>
                  </a:lnTo>
                  <a:lnTo>
                    <a:pt x="495725" y="40219"/>
                  </a:lnTo>
                  <a:lnTo>
                    <a:pt x="591157" y="47961"/>
                  </a:lnTo>
                  <a:lnTo>
                    <a:pt x="678946" y="55084"/>
                  </a:lnTo>
                  <a:lnTo>
                    <a:pt x="760226" y="61678"/>
                  </a:lnTo>
                  <a:lnTo>
                    <a:pt x="835896" y="67817"/>
                  </a:lnTo>
                  <a:lnTo>
                    <a:pt x="906680" y="73560"/>
                  </a:lnTo>
                  <a:lnTo>
                    <a:pt x="973171" y="78955"/>
                  </a:lnTo>
                  <a:lnTo>
                    <a:pt x="1035861" y="84041"/>
                  </a:lnTo>
                  <a:lnTo>
                    <a:pt x="1095161" y="88852"/>
                  </a:lnTo>
                  <a:lnTo>
                    <a:pt x="1151418" y="93416"/>
                  </a:lnTo>
                  <a:lnTo>
                    <a:pt x="1204930" y="97758"/>
                  </a:lnTo>
                  <a:lnTo>
                    <a:pt x="1255952" y="101897"/>
                  </a:lnTo>
                  <a:lnTo>
                    <a:pt x="1304705" y="105853"/>
                  </a:lnTo>
                  <a:lnTo>
                    <a:pt x="1351384" y="109640"/>
                  </a:lnTo>
                  <a:lnTo>
                    <a:pt x="1396156" y="113272"/>
                  </a:lnTo>
                  <a:lnTo>
                    <a:pt x="1439172" y="116762"/>
                  </a:lnTo>
                  <a:lnTo>
                    <a:pt x="1480565" y="120121"/>
                  </a:lnTo>
                  <a:lnTo>
                    <a:pt x="1520452" y="123357"/>
                  </a:lnTo>
                  <a:lnTo>
                    <a:pt x="1558940" y="126479"/>
                  </a:lnTo>
                  <a:lnTo>
                    <a:pt x="1596122" y="129496"/>
                  </a:lnTo>
                  <a:lnTo>
                    <a:pt x="1632085" y="132414"/>
                  </a:lnTo>
                  <a:lnTo>
                    <a:pt x="1666906" y="135239"/>
                  </a:lnTo>
                  <a:lnTo>
                    <a:pt x="1700656" y="137977"/>
                  </a:lnTo>
                  <a:lnTo>
                    <a:pt x="1733398" y="140633"/>
                  </a:lnTo>
                  <a:lnTo>
                    <a:pt x="1765190" y="143213"/>
                  </a:lnTo>
                  <a:lnTo>
                    <a:pt x="1796088" y="145720"/>
                  </a:lnTo>
                  <a:lnTo>
                    <a:pt x="1826138" y="148158"/>
                  </a:lnTo>
                  <a:lnTo>
                    <a:pt x="1855387" y="150531"/>
                  </a:lnTo>
                  <a:lnTo>
                    <a:pt x="1883876" y="152842"/>
                  </a:lnTo>
                  <a:lnTo>
                    <a:pt x="1911644" y="155095"/>
                  </a:lnTo>
                  <a:lnTo>
                    <a:pt x="1938727" y="157292"/>
                  </a:lnTo>
                  <a:lnTo>
                    <a:pt x="1965156" y="159436"/>
                  </a:lnTo>
                  <a:lnTo>
                    <a:pt x="1990964" y="161530"/>
                  </a:lnTo>
                  <a:lnTo>
                    <a:pt x="2016178" y="163576"/>
                  </a:lnTo>
                  <a:lnTo>
                    <a:pt x="2040826" y="165576"/>
                  </a:lnTo>
                  <a:lnTo>
                    <a:pt x="2064932" y="167531"/>
                  </a:lnTo>
                  <a:lnTo>
                    <a:pt x="2088519" y="169445"/>
                  </a:lnTo>
                  <a:lnTo>
                    <a:pt x="2111610" y="171319"/>
                  </a:lnTo>
                  <a:lnTo>
                    <a:pt x="2134225" y="173153"/>
                  </a:lnTo>
                  <a:lnTo>
                    <a:pt x="2156383" y="174951"/>
                  </a:lnTo>
                  <a:lnTo>
                    <a:pt x="2178102" y="176713"/>
                  </a:lnTo>
                  <a:lnTo>
                    <a:pt x="2199399" y="178441"/>
                  </a:lnTo>
                  <a:lnTo>
                    <a:pt x="2220290" y="180136"/>
                  </a:lnTo>
                  <a:lnTo>
                    <a:pt x="2240791" y="181799"/>
                  </a:lnTo>
                  <a:lnTo>
                    <a:pt x="2260916" y="183432"/>
                  </a:lnTo>
                  <a:lnTo>
                    <a:pt x="2280679" y="18503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1550338" y="5364581"/>
              <a:ext cx="2280679" cy="54316"/>
            </a:xfrm>
            <a:custGeom>
              <a:avLst/>
              <a:pathLst>
                <a:path w="2280679" h="54316">
                  <a:moveTo>
                    <a:pt x="0" y="54316"/>
                  </a:moveTo>
                  <a:lnTo>
                    <a:pt x="146453" y="50829"/>
                  </a:lnTo>
                  <a:lnTo>
                    <a:pt x="275635" y="47752"/>
                  </a:lnTo>
                  <a:lnTo>
                    <a:pt x="391192" y="45000"/>
                  </a:lnTo>
                  <a:lnTo>
                    <a:pt x="495725" y="42510"/>
                  </a:lnTo>
                  <a:lnTo>
                    <a:pt x="591157" y="40237"/>
                  </a:lnTo>
                  <a:lnTo>
                    <a:pt x="678946" y="38147"/>
                  </a:lnTo>
                  <a:lnTo>
                    <a:pt x="760226" y="36211"/>
                  </a:lnTo>
                  <a:lnTo>
                    <a:pt x="835896" y="34409"/>
                  </a:lnTo>
                  <a:lnTo>
                    <a:pt x="906680" y="32723"/>
                  </a:lnTo>
                  <a:lnTo>
                    <a:pt x="973171" y="31139"/>
                  </a:lnTo>
                  <a:lnTo>
                    <a:pt x="1035861" y="29646"/>
                  </a:lnTo>
                  <a:lnTo>
                    <a:pt x="1095161" y="28234"/>
                  </a:lnTo>
                  <a:lnTo>
                    <a:pt x="1151418" y="26894"/>
                  </a:lnTo>
                  <a:lnTo>
                    <a:pt x="1204930" y="25620"/>
                  </a:lnTo>
                  <a:lnTo>
                    <a:pt x="1255952" y="24405"/>
                  </a:lnTo>
                  <a:lnTo>
                    <a:pt x="1304705" y="23243"/>
                  </a:lnTo>
                  <a:lnTo>
                    <a:pt x="1351384" y="22132"/>
                  </a:lnTo>
                  <a:lnTo>
                    <a:pt x="1396156" y="21065"/>
                  </a:lnTo>
                  <a:lnTo>
                    <a:pt x="1439172" y="20041"/>
                  </a:lnTo>
                  <a:lnTo>
                    <a:pt x="1480565" y="19055"/>
                  </a:lnTo>
                  <a:lnTo>
                    <a:pt x="1520452" y="18105"/>
                  </a:lnTo>
                  <a:lnTo>
                    <a:pt x="1558940" y="17189"/>
                  </a:lnTo>
                  <a:lnTo>
                    <a:pt x="1596122" y="16303"/>
                  </a:lnTo>
                  <a:lnTo>
                    <a:pt x="1632085" y="15447"/>
                  </a:lnTo>
                  <a:lnTo>
                    <a:pt x="1666906" y="14617"/>
                  </a:lnTo>
                  <a:lnTo>
                    <a:pt x="1700656" y="13813"/>
                  </a:lnTo>
                  <a:lnTo>
                    <a:pt x="1733398" y="13034"/>
                  </a:lnTo>
                  <a:lnTo>
                    <a:pt x="1765190" y="12276"/>
                  </a:lnTo>
                  <a:lnTo>
                    <a:pt x="1796088" y="11541"/>
                  </a:lnTo>
                  <a:lnTo>
                    <a:pt x="1826138" y="10825"/>
                  </a:lnTo>
                  <a:lnTo>
                    <a:pt x="1855387" y="10128"/>
                  </a:lnTo>
                  <a:lnTo>
                    <a:pt x="1883876" y="9450"/>
                  </a:lnTo>
                  <a:lnTo>
                    <a:pt x="1911644" y="8788"/>
                  </a:lnTo>
                  <a:lnTo>
                    <a:pt x="1938727" y="8143"/>
                  </a:lnTo>
                  <a:lnTo>
                    <a:pt x="1965156" y="7514"/>
                  </a:lnTo>
                  <a:lnTo>
                    <a:pt x="1990964" y="6899"/>
                  </a:lnTo>
                  <a:lnTo>
                    <a:pt x="2016178" y="6299"/>
                  </a:lnTo>
                  <a:lnTo>
                    <a:pt x="2040826" y="5712"/>
                  </a:lnTo>
                  <a:lnTo>
                    <a:pt x="2064932" y="5138"/>
                  </a:lnTo>
                  <a:lnTo>
                    <a:pt x="2088519" y="4576"/>
                  </a:lnTo>
                  <a:lnTo>
                    <a:pt x="2111610" y="4026"/>
                  </a:lnTo>
                  <a:lnTo>
                    <a:pt x="2134225" y="3487"/>
                  </a:lnTo>
                  <a:lnTo>
                    <a:pt x="2156383" y="2960"/>
                  </a:lnTo>
                  <a:lnTo>
                    <a:pt x="2178102" y="2442"/>
                  </a:lnTo>
                  <a:lnTo>
                    <a:pt x="2199399" y="1935"/>
                  </a:lnTo>
                  <a:lnTo>
                    <a:pt x="2220290" y="1438"/>
                  </a:lnTo>
                  <a:lnTo>
                    <a:pt x="2240791" y="949"/>
                  </a:lnTo>
                  <a:lnTo>
                    <a:pt x="2260916" y="470"/>
                  </a:lnTo>
                  <a:lnTo>
                    <a:pt x="228067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1550338" y="5291858"/>
              <a:ext cx="2280679" cy="237090"/>
            </a:xfrm>
            <a:custGeom>
              <a:avLst/>
              <a:pathLst>
                <a:path w="2280679" h="237090">
                  <a:moveTo>
                    <a:pt x="0" y="237090"/>
                  </a:moveTo>
                  <a:lnTo>
                    <a:pt x="146453" y="221865"/>
                  </a:lnTo>
                  <a:lnTo>
                    <a:pt x="275635" y="208436"/>
                  </a:lnTo>
                  <a:lnTo>
                    <a:pt x="391192" y="196423"/>
                  </a:lnTo>
                  <a:lnTo>
                    <a:pt x="495725" y="185556"/>
                  </a:lnTo>
                  <a:lnTo>
                    <a:pt x="591157" y="175635"/>
                  </a:lnTo>
                  <a:lnTo>
                    <a:pt x="678946" y="166509"/>
                  </a:lnTo>
                  <a:lnTo>
                    <a:pt x="760226" y="158060"/>
                  </a:lnTo>
                  <a:lnTo>
                    <a:pt x="835896" y="150193"/>
                  </a:lnTo>
                  <a:lnTo>
                    <a:pt x="906680" y="142835"/>
                  </a:lnTo>
                  <a:lnTo>
                    <a:pt x="973171" y="135923"/>
                  </a:lnTo>
                  <a:lnTo>
                    <a:pt x="1035861" y="129406"/>
                  </a:lnTo>
                  <a:lnTo>
                    <a:pt x="1095161" y="123241"/>
                  </a:lnTo>
                  <a:lnTo>
                    <a:pt x="1151418" y="117393"/>
                  </a:lnTo>
                  <a:lnTo>
                    <a:pt x="1204930" y="111830"/>
                  </a:lnTo>
                  <a:lnTo>
                    <a:pt x="1255952" y="106526"/>
                  </a:lnTo>
                  <a:lnTo>
                    <a:pt x="1304705" y="101458"/>
                  </a:lnTo>
                  <a:lnTo>
                    <a:pt x="1351384" y="96605"/>
                  </a:lnTo>
                  <a:lnTo>
                    <a:pt x="1396156" y="91951"/>
                  </a:lnTo>
                  <a:lnTo>
                    <a:pt x="1439172" y="87479"/>
                  </a:lnTo>
                  <a:lnTo>
                    <a:pt x="1480565" y="83176"/>
                  </a:lnTo>
                  <a:lnTo>
                    <a:pt x="1520452" y="79030"/>
                  </a:lnTo>
                  <a:lnTo>
                    <a:pt x="1558940" y="75029"/>
                  </a:lnTo>
                  <a:lnTo>
                    <a:pt x="1596122" y="71163"/>
                  </a:lnTo>
                  <a:lnTo>
                    <a:pt x="1632085" y="67425"/>
                  </a:lnTo>
                  <a:lnTo>
                    <a:pt x="1666906" y="63805"/>
                  </a:lnTo>
                  <a:lnTo>
                    <a:pt x="1700656" y="60296"/>
                  </a:lnTo>
                  <a:lnTo>
                    <a:pt x="1733398" y="56893"/>
                  </a:lnTo>
                  <a:lnTo>
                    <a:pt x="1765190" y="53588"/>
                  </a:lnTo>
                  <a:lnTo>
                    <a:pt x="1796088" y="50376"/>
                  </a:lnTo>
                  <a:lnTo>
                    <a:pt x="1826138" y="47252"/>
                  </a:lnTo>
                  <a:lnTo>
                    <a:pt x="1855387" y="44211"/>
                  </a:lnTo>
                  <a:lnTo>
                    <a:pt x="1883876" y="41249"/>
                  </a:lnTo>
                  <a:lnTo>
                    <a:pt x="1911644" y="38363"/>
                  </a:lnTo>
                  <a:lnTo>
                    <a:pt x="1938727" y="35547"/>
                  </a:lnTo>
                  <a:lnTo>
                    <a:pt x="1965156" y="32800"/>
                  </a:lnTo>
                  <a:lnTo>
                    <a:pt x="1990964" y="30117"/>
                  </a:lnTo>
                  <a:lnTo>
                    <a:pt x="2016178" y="27496"/>
                  </a:lnTo>
                  <a:lnTo>
                    <a:pt x="2040826" y="24934"/>
                  </a:lnTo>
                  <a:lnTo>
                    <a:pt x="2064932" y="22428"/>
                  </a:lnTo>
                  <a:lnTo>
                    <a:pt x="2088519" y="19976"/>
                  </a:lnTo>
                  <a:lnTo>
                    <a:pt x="2111610" y="17575"/>
                  </a:lnTo>
                  <a:lnTo>
                    <a:pt x="2134225" y="15224"/>
                  </a:lnTo>
                  <a:lnTo>
                    <a:pt x="2156383" y="12921"/>
                  </a:lnTo>
                  <a:lnTo>
                    <a:pt x="2178102" y="10663"/>
                  </a:lnTo>
                  <a:lnTo>
                    <a:pt x="2199399" y="8449"/>
                  </a:lnTo>
                  <a:lnTo>
                    <a:pt x="2220290" y="6277"/>
                  </a:lnTo>
                  <a:lnTo>
                    <a:pt x="2240791" y="4146"/>
                  </a:lnTo>
                  <a:lnTo>
                    <a:pt x="2260916" y="2054"/>
                  </a:lnTo>
                  <a:lnTo>
                    <a:pt x="228067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2" name="pl501"/>
            <p:cNvSpPr/>
            <p:nvPr/>
          </p:nvSpPr>
          <p:spPr>
            <a:xfrm>
              <a:off x="1550338" y="5200672"/>
              <a:ext cx="2280679" cy="20891"/>
            </a:xfrm>
            <a:custGeom>
              <a:avLst/>
              <a:pathLst>
                <a:path w="2280679" h="20891">
                  <a:moveTo>
                    <a:pt x="0" y="20891"/>
                  </a:moveTo>
                  <a:lnTo>
                    <a:pt x="146453" y="19549"/>
                  </a:lnTo>
                  <a:lnTo>
                    <a:pt x="275635" y="18366"/>
                  </a:lnTo>
                  <a:lnTo>
                    <a:pt x="391192" y="17307"/>
                  </a:lnTo>
                  <a:lnTo>
                    <a:pt x="495725" y="16350"/>
                  </a:lnTo>
                  <a:lnTo>
                    <a:pt x="591157" y="15476"/>
                  </a:lnTo>
                  <a:lnTo>
                    <a:pt x="678946" y="14671"/>
                  </a:lnTo>
                  <a:lnTo>
                    <a:pt x="760226" y="13927"/>
                  </a:lnTo>
                  <a:lnTo>
                    <a:pt x="835896" y="13234"/>
                  </a:lnTo>
                  <a:lnTo>
                    <a:pt x="906680" y="12585"/>
                  </a:lnTo>
                  <a:lnTo>
                    <a:pt x="973171" y="11976"/>
                  </a:lnTo>
                  <a:lnTo>
                    <a:pt x="1035861" y="11402"/>
                  </a:lnTo>
                  <a:lnTo>
                    <a:pt x="1095161" y="10859"/>
                  </a:lnTo>
                  <a:lnTo>
                    <a:pt x="1151418" y="10344"/>
                  </a:lnTo>
                  <a:lnTo>
                    <a:pt x="1204930" y="9853"/>
                  </a:lnTo>
                  <a:lnTo>
                    <a:pt x="1255952" y="9386"/>
                  </a:lnTo>
                  <a:lnTo>
                    <a:pt x="1304705" y="8939"/>
                  </a:lnTo>
                  <a:lnTo>
                    <a:pt x="1351384" y="8512"/>
                  </a:lnTo>
                  <a:lnTo>
                    <a:pt x="1396156" y="8102"/>
                  </a:lnTo>
                  <a:lnTo>
                    <a:pt x="1439172" y="7708"/>
                  </a:lnTo>
                  <a:lnTo>
                    <a:pt x="1480565" y="7329"/>
                  </a:lnTo>
                  <a:lnTo>
                    <a:pt x="1520452" y="6963"/>
                  </a:lnTo>
                  <a:lnTo>
                    <a:pt x="1558940" y="6611"/>
                  </a:lnTo>
                  <a:lnTo>
                    <a:pt x="1596122" y="6270"/>
                  </a:lnTo>
                  <a:lnTo>
                    <a:pt x="1632085" y="5941"/>
                  </a:lnTo>
                  <a:lnTo>
                    <a:pt x="1666906" y="5622"/>
                  </a:lnTo>
                  <a:lnTo>
                    <a:pt x="1700656" y="5313"/>
                  </a:lnTo>
                  <a:lnTo>
                    <a:pt x="1733398" y="5013"/>
                  </a:lnTo>
                  <a:lnTo>
                    <a:pt x="1765190" y="4721"/>
                  </a:lnTo>
                  <a:lnTo>
                    <a:pt x="1796088" y="4438"/>
                  </a:lnTo>
                  <a:lnTo>
                    <a:pt x="1826138" y="4163"/>
                  </a:lnTo>
                  <a:lnTo>
                    <a:pt x="1855387" y="3895"/>
                  </a:lnTo>
                  <a:lnTo>
                    <a:pt x="1883876" y="3634"/>
                  </a:lnTo>
                  <a:lnTo>
                    <a:pt x="1911644" y="3380"/>
                  </a:lnTo>
                  <a:lnTo>
                    <a:pt x="1938727" y="3132"/>
                  </a:lnTo>
                  <a:lnTo>
                    <a:pt x="1965156" y="2890"/>
                  </a:lnTo>
                  <a:lnTo>
                    <a:pt x="1990964" y="2653"/>
                  </a:lnTo>
                  <a:lnTo>
                    <a:pt x="2016178" y="2422"/>
                  </a:lnTo>
                  <a:lnTo>
                    <a:pt x="2040826" y="2197"/>
                  </a:lnTo>
                  <a:lnTo>
                    <a:pt x="2064932" y="1976"/>
                  </a:lnTo>
                  <a:lnTo>
                    <a:pt x="2088519" y="1760"/>
                  </a:lnTo>
                  <a:lnTo>
                    <a:pt x="2111610" y="1548"/>
                  </a:lnTo>
                  <a:lnTo>
                    <a:pt x="2134225" y="1341"/>
                  </a:lnTo>
                  <a:lnTo>
                    <a:pt x="2156383" y="1138"/>
                  </a:lnTo>
                  <a:lnTo>
                    <a:pt x="2178102" y="939"/>
                  </a:lnTo>
                  <a:lnTo>
                    <a:pt x="2199399" y="744"/>
                  </a:lnTo>
                  <a:lnTo>
                    <a:pt x="2220290" y="553"/>
                  </a:lnTo>
                  <a:lnTo>
                    <a:pt x="2240791" y="365"/>
                  </a:lnTo>
                  <a:lnTo>
                    <a:pt x="2260916" y="181"/>
                  </a:lnTo>
                  <a:lnTo>
                    <a:pt x="228067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3" name="pl502"/>
            <p:cNvSpPr/>
            <p:nvPr/>
          </p:nvSpPr>
          <p:spPr>
            <a:xfrm>
              <a:off x="1550338" y="5168900"/>
              <a:ext cx="2280679" cy="178097"/>
            </a:xfrm>
            <a:custGeom>
              <a:avLst/>
              <a:pathLst>
                <a:path w="2280679" h="178097">
                  <a:moveTo>
                    <a:pt x="0" y="178097"/>
                  </a:moveTo>
                  <a:lnTo>
                    <a:pt x="146453" y="166660"/>
                  </a:lnTo>
                  <a:lnTo>
                    <a:pt x="275635" y="156572"/>
                  </a:lnTo>
                  <a:lnTo>
                    <a:pt x="391192" y="147549"/>
                  </a:lnTo>
                  <a:lnTo>
                    <a:pt x="495725" y="139386"/>
                  </a:lnTo>
                  <a:lnTo>
                    <a:pt x="591157" y="131933"/>
                  </a:lnTo>
                  <a:lnTo>
                    <a:pt x="678946" y="125078"/>
                  </a:lnTo>
                  <a:lnTo>
                    <a:pt x="760226" y="118731"/>
                  </a:lnTo>
                  <a:lnTo>
                    <a:pt x="835896" y="112822"/>
                  </a:lnTo>
                  <a:lnTo>
                    <a:pt x="906680" y="107294"/>
                  </a:lnTo>
                  <a:lnTo>
                    <a:pt x="973171" y="102102"/>
                  </a:lnTo>
                  <a:lnTo>
                    <a:pt x="1035861" y="97207"/>
                  </a:lnTo>
                  <a:lnTo>
                    <a:pt x="1095161" y="92576"/>
                  </a:lnTo>
                  <a:lnTo>
                    <a:pt x="1151418" y="88183"/>
                  </a:lnTo>
                  <a:lnTo>
                    <a:pt x="1204930" y="84004"/>
                  </a:lnTo>
                  <a:lnTo>
                    <a:pt x="1255952" y="80020"/>
                  </a:lnTo>
                  <a:lnTo>
                    <a:pt x="1304705" y="76213"/>
                  </a:lnTo>
                  <a:lnTo>
                    <a:pt x="1351384" y="72568"/>
                  </a:lnTo>
                  <a:lnTo>
                    <a:pt x="1396156" y="69071"/>
                  </a:lnTo>
                  <a:lnTo>
                    <a:pt x="1439172" y="65712"/>
                  </a:lnTo>
                  <a:lnTo>
                    <a:pt x="1480565" y="62480"/>
                  </a:lnTo>
                  <a:lnTo>
                    <a:pt x="1520452" y="59365"/>
                  </a:lnTo>
                  <a:lnTo>
                    <a:pt x="1558940" y="56360"/>
                  </a:lnTo>
                  <a:lnTo>
                    <a:pt x="1596122" y="53456"/>
                  </a:lnTo>
                  <a:lnTo>
                    <a:pt x="1632085" y="50648"/>
                  </a:lnTo>
                  <a:lnTo>
                    <a:pt x="1666906" y="47929"/>
                  </a:lnTo>
                  <a:lnTo>
                    <a:pt x="1700656" y="45293"/>
                  </a:lnTo>
                  <a:lnTo>
                    <a:pt x="1733398" y="42736"/>
                  </a:lnTo>
                  <a:lnTo>
                    <a:pt x="1765190" y="40254"/>
                  </a:lnTo>
                  <a:lnTo>
                    <a:pt x="1796088" y="37841"/>
                  </a:lnTo>
                  <a:lnTo>
                    <a:pt x="1826138" y="35494"/>
                  </a:lnTo>
                  <a:lnTo>
                    <a:pt x="1855387" y="33210"/>
                  </a:lnTo>
                  <a:lnTo>
                    <a:pt x="1883876" y="30986"/>
                  </a:lnTo>
                  <a:lnTo>
                    <a:pt x="1911644" y="28817"/>
                  </a:lnTo>
                  <a:lnTo>
                    <a:pt x="1938727" y="26702"/>
                  </a:lnTo>
                  <a:lnTo>
                    <a:pt x="1965156" y="24638"/>
                  </a:lnTo>
                  <a:lnTo>
                    <a:pt x="1990964" y="22623"/>
                  </a:lnTo>
                  <a:lnTo>
                    <a:pt x="2016178" y="20654"/>
                  </a:lnTo>
                  <a:lnTo>
                    <a:pt x="2040826" y="18729"/>
                  </a:lnTo>
                  <a:lnTo>
                    <a:pt x="2064932" y="16847"/>
                  </a:lnTo>
                  <a:lnTo>
                    <a:pt x="2088519" y="15005"/>
                  </a:lnTo>
                  <a:lnTo>
                    <a:pt x="2111610" y="13202"/>
                  </a:lnTo>
                  <a:lnTo>
                    <a:pt x="2134225" y="11436"/>
                  </a:lnTo>
                  <a:lnTo>
                    <a:pt x="2156383" y="9706"/>
                  </a:lnTo>
                  <a:lnTo>
                    <a:pt x="2178102" y="8010"/>
                  </a:lnTo>
                  <a:lnTo>
                    <a:pt x="2199399" y="6347"/>
                  </a:lnTo>
                  <a:lnTo>
                    <a:pt x="2220290" y="4715"/>
                  </a:lnTo>
                  <a:lnTo>
                    <a:pt x="2240791" y="3114"/>
                  </a:lnTo>
                  <a:lnTo>
                    <a:pt x="2260916" y="1543"/>
                  </a:lnTo>
                  <a:lnTo>
                    <a:pt x="228067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4" name="pl503"/>
            <p:cNvSpPr/>
            <p:nvPr/>
          </p:nvSpPr>
          <p:spPr>
            <a:xfrm>
              <a:off x="1550338" y="5195462"/>
              <a:ext cx="2280679" cy="175933"/>
            </a:xfrm>
            <a:custGeom>
              <a:avLst/>
              <a:pathLst>
                <a:path w="2280679" h="175933">
                  <a:moveTo>
                    <a:pt x="0" y="175933"/>
                  </a:moveTo>
                  <a:lnTo>
                    <a:pt x="146453" y="164635"/>
                  </a:lnTo>
                  <a:lnTo>
                    <a:pt x="275635" y="154670"/>
                  </a:lnTo>
                  <a:lnTo>
                    <a:pt x="391192" y="145756"/>
                  </a:lnTo>
                  <a:lnTo>
                    <a:pt x="495725" y="137692"/>
                  </a:lnTo>
                  <a:lnTo>
                    <a:pt x="591157" y="130330"/>
                  </a:lnTo>
                  <a:lnTo>
                    <a:pt x="678946" y="123558"/>
                  </a:lnTo>
                  <a:lnTo>
                    <a:pt x="760226" y="117288"/>
                  </a:lnTo>
                  <a:lnTo>
                    <a:pt x="835896" y="111451"/>
                  </a:lnTo>
                  <a:lnTo>
                    <a:pt x="906680" y="105991"/>
                  </a:lnTo>
                  <a:lnTo>
                    <a:pt x="973171" y="100862"/>
                  </a:lnTo>
                  <a:lnTo>
                    <a:pt x="1035861" y="96026"/>
                  </a:lnTo>
                  <a:lnTo>
                    <a:pt x="1095161" y="91451"/>
                  </a:lnTo>
                  <a:lnTo>
                    <a:pt x="1151418" y="87112"/>
                  </a:lnTo>
                  <a:lnTo>
                    <a:pt x="1204930" y="82984"/>
                  </a:lnTo>
                  <a:lnTo>
                    <a:pt x="1255952" y="79048"/>
                  </a:lnTo>
                  <a:lnTo>
                    <a:pt x="1304705" y="75287"/>
                  </a:lnTo>
                  <a:lnTo>
                    <a:pt x="1351384" y="71686"/>
                  </a:lnTo>
                  <a:lnTo>
                    <a:pt x="1396156" y="68232"/>
                  </a:lnTo>
                  <a:lnTo>
                    <a:pt x="1439172" y="64914"/>
                  </a:lnTo>
                  <a:lnTo>
                    <a:pt x="1480565" y="61721"/>
                  </a:lnTo>
                  <a:lnTo>
                    <a:pt x="1520452" y="58644"/>
                  </a:lnTo>
                  <a:lnTo>
                    <a:pt x="1558940" y="55675"/>
                  </a:lnTo>
                  <a:lnTo>
                    <a:pt x="1596122" y="52807"/>
                  </a:lnTo>
                  <a:lnTo>
                    <a:pt x="1632085" y="50033"/>
                  </a:lnTo>
                  <a:lnTo>
                    <a:pt x="1666906" y="47346"/>
                  </a:lnTo>
                  <a:lnTo>
                    <a:pt x="1700656" y="44743"/>
                  </a:lnTo>
                  <a:lnTo>
                    <a:pt x="1733398" y="42217"/>
                  </a:lnTo>
                  <a:lnTo>
                    <a:pt x="1765190" y="39765"/>
                  </a:lnTo>
                  <a:lnTo>
                    <a:pt x="1796088" y="37381"/>
                  </a:lnTo>
                  <a:lnTo>
                    <a:pt x="1826138" y="35063"/>
                  </a:lnTo>
                  <a:lnTo>
                    <a:pt x="1855387" y="32807"/>
                  </a:lnTo>
                  <a:lnTo>
                    <a:pt x="1883876" y="30609"/>
                  </a:lnTo>
                  <a:lnTo>
                    <a:pt x="1911644" y="28467"/>
                  </a:lnTo>
                  <a:lnTo>
                    <a:pt x="1938727" y="26378"/>
                  </a:lnTo>
                  <a:lnTo>
                    <a:pt x="1965156" y="24339"/>
                  </a:lnTo>
                  <a:lnTo>
                    <a:pt x="1990964" y="22348"/>
                  </a:lnTo>
                  <a:lnTo>
                    <a:pt x="2016178" y="20403"/>
                  </a:lnTo>
                  <a:lnTo>
                    <a:pt x="2040826" y="18502"/>
                  </a:lnTo>
                  <a:lnTo>
                    <a:pt x="2064932" y="16642"/>
                  </a:lnTo>
                  <a:lnTo>
                    <a:pt x="2088519" y="14823"/>
                  </a:lnTo>
                  <a:lnTo>
                    <a:pt x="2111610" y="13042"/>
                  </a:lnTo>
                  <a:lnTo>
                    <a:pt x="2134225" y="11297"/>
                  </a:lnTo>
                  <a:lnTo>
                    <a:pt x="2156383" y="9588"/>
                  </a:lnTo>
                  <a:lnTo>
                    <a:pt x="2178102" y="7912"/>
                  </a:lnTo>
                  <a:lnTo>
                    <a:pt x="2199399" y="6269"/>
                  </a:lnTo>
                  <a:lnTo>
                    <a:pt x="2220290" y="4658"/>
                  </a:lnTo>
                  <a:lnTo>
                    <a:pt x="2240791" y="3076"/>
                  </a:lnTo>
                  <a:lnTo>
                    <a:pt x="2260916" y="1524"/>
                  </a:lnTo>
                  <a:lnTo>
                    <a:pt x="228067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5" name="pl504"/>
            <p:cNvSpPr/>
            <p:nvPr/>
          </p:nvSpPr>
          <p:spPr>
            <a:xfrm>
              <a:off x="1550338" y="5397781"/>
              <a:ext cx="2280679" cy="132105"/>
            </a:xfrm>
            <a:custGeom>
              <a:avLst/>
              <a:pathLst>
                <a:path w="2280679" h="132105">
                  <a:moveTo>
                    <a:pt x="0" y="0"/>
                  </a:moveTo>
                  <a:lnTo>
                    <a:pt x="146453" y="8483"/>
                  </a:lnTo>
                  <a:lnTo>
                    <a:pt x="275635" y="15965"/>
                  </a:lnTo>
                  <a:lnTo>
                    <a:pt x="391192" y="22659"/>
                  </a:lnTo>
                  <a:lnTo>
                    <a:pt x="495725" y="28714"/>
                  </a:lnTo>
                  <a:lnTo>
                    <a:pt x="591157" y="34242"/>
                  </a:lnTo>
                  <a:lnTo>
                    <a:pt x="678946" y="39327"/>
                  </a:lnTo>
                  <a:lnTo>
                    <a:pt x="760226" y="44035"/>
                  </a:lnTo>
                  <a:lnTo>
                    <a:pt x="835896" y="48418"/>
                  </a:lnTo>
                  <a:lnTo>
                    <a:pt x="906680" y="52518"/>
                  </a:lnTo>
                  <a:lnTo>
                    <a:pt x="973171" y="56369"/>
                  </a:lnTo>
                  <a:lnTo>
                    <a:pt x="1035861" y="60001"/>
                  </a:lnTo>
                  <a:lnTo>
                    <a:pt x="1095161" y="63435"/>
                  </a:lnTo>
                  <a:lnTo>
                    <a:pt x="1151418" y="66694"/>
                  </a:lnTo>
                  <a:lnTo>
                    <a:pt x="1204930" y="69794"/>
                  </a:lnTo>
                  <a:lnTo>
                    <a:pt x="1255952" y="72749"/>
                  </a:lnTo>
                  <a:lnTo>
                    <a:pt x="1304705" y="75573"/>
                  </a:lnTo>
                  <a:lnTo>
                    <a:pt x="1351384" y="78277"/>
                  </a:lnTo>
                  <a:lnTo>
                    <a:pt x="1396156" y="80870"/>
                  </a:lnTo>
                  <a:lnTo>
                    <a:pt x="1439172" y="83362"/>
                  </a:lnTo>
                  <a:lnTo>
                    <a:pt x="1480565" y="85760"/>
                  </a:lnTo>
                  <a:lnTo>
                    <a:pt x="1520452" y="88070"/>
                  </a:lnTo>
                  <a:lnTo>
                    <a:pt x="1558940" y="90299"/>
                  </a:lnTo>
                  <a:lnTo>
                    <a:pt x="1596122" y="92453"/>
                  </a:lnTo>
                  <a:lnTo>
                    <a:pt x="1632085" y="94536"/>
                  </a:lnTo>
                  <a:lnTo>
                    <a:pt x="1666906" y="96553"/>
                  </a:lnTo>
                  <a:lnTo>
                    <a:pt x="1700656" y="98508"/>
                  </a:lnTo>
                  <a:lnTo>
                    <a:pt x="1733398" y="100405"/>
                  </a:lnTo>
                  <a:lnTo>
                    <a:pt x="1765190" y="102246"/>
                  </a:lnTo>
                  <a:lnTo>
                    <a:pt x="1796088" y="104036"/>
                  </a:lnTo>
                  <a:lnTo>
                    <a:pt x="1826138" y="105777"/>
                  </a:lnTo>
                  <a:lnTo>
                    <a:pt x="1855387" y="107471"/>
                  </a:lnTo>
                  <a:lnTo>
                    <a:pt x="1883876" y="109121"/>
                  </a:lnTo>
                  <a:lnTo>
                    <a:pt x="1911644" y="110729"/>
                  </a:lnTo>
                  <a:lnTo>
                    <a:pt x="1938727" y="112298"/>
                  </a:lnTo>
                  <a:lnTo>
                    <a:pt x="1965156" y="113829"/>
                  </a:lnTo>
                  <a:lnTo>
                    <a:pt x="1990964" y="115324"/>
                  </a:lnTo>
                  <a:lnTo>
                    <a:pt x="2016178" y="116784"/>
                  </a:lnTo>
                  <a:lnTo>
                    <a:pt x="2040826" y="118212"/>
                  </a:lnTo>
                  <a:lnTo>
                    <a:pt x="2064932" y="119608"/>
                  </a:lnTo>
                  <a:lnTo>
                    <a:pt x="2088519" y="120975"/>
                  </a:lnTo>
                  <a:lnTo>
                    <a:pt x="2111610" y="122312"/>
                  </a:lnTo>
                  <a:lnTo>
                    <a:pt x="2134225" y="123622"/>
                  </a:lnTo>
                  <a:lnTo>
                    <a:pt x="2156383" y="124906"/>
                  </a:lnTo>
                  <a:lnTo>
                    <a:pt x="2178102" y="126164"/>
                  </a:lnTo>
                  <a:lnTo>
                    <a:pt x="2199399" y="127397"/>
                  </a:lnTo>
                  <a:lnTo>
                    <a:pt x="2220290" y="128607"/>
                  </a:lnTo>
                  <a:lnTo>
                    <a:pt x="2240791" y="129795"/>
                  </a:lnTo>
                  <a:lnTo>
                    <a:pt x="2260916" y="130961"/>
                  </a:lnTo>
                  <a:lnTo>
                    <a:pt x="2280679" y="132105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6" name="pl505"/>
            <p:cNvSpPr/>
            <p:nvPr/>
          </p:nvSpPr>
          <p:spPr>
            <a:xfrm>
              <a:off x="1550338" y="5364201"/>
              <a:ext cx="2280679" cy="73593"/>
            </a:xfrm>
            <a:custGeom>
              <a:avLst/>
              <a:pathLst>
                <a:path w="2280679" h="73593">
                  <a:moveTo>
                    <a:pt x="0" y="0"/>
                  </a:moveTo>
                  <a:lnTo>
                    <a:pt x="146453" y="4725"/>
                  </a:lnTo>
                  <a:lnTo>
                    <a:pt x="275635" y="8894"/>
                  </a:lnTo>
                  <a:lnTo>
                    <a:pt x="391192" y="12623"/>
                  </a:lnTo>
                  <a:lnTo>
                    <a:pt x="495725" y="15996"/>
                  </a:lnTo>
                  <a:lnTo>
                    <a:pt x="591157" y="19075"/>
                  </a:lnTo>
                  <a:lnTo>
                    <a:pt x="678946" y="21908"/>
                  </a:lnTo>
                  <a:lnTo>
                    <a:pt x="760226" y="24531"/>
                  </a:lnTo>
                  <a:lnTo>
                    <a:pt x="835896" y="26973"/>
                  </a:lnTo>
                  <a:lnTo>
                    <a:pt x="906680" y="29257"/>
                  </a:lnTo>
                  <a:lnTo>
                    <a:pt x="973171" y="31402"/>
                  </a:lnTo>
                  <a:lnTo>
                    <a:pt x="1035861" y="33425"/>
                  </a:lnTo>
                  <a:lnTo>
                    <a:pt x="1095161" y="35339"/>
                  </a:lnTo>
                  <a:lnTo>
                    <a:pt x="1151418" y="37154"/>
                  </a:lnTo>
                  <a:lnTo>
                    <a:pt x="1204930" y="38881"/>
                  </a:lnTo>
                  <a:lnTo>
                    <a:pt x="1255952" y="40527"/>
                  </a:lnTo>
                  <a:lnTo>
                    <a:pt x="1304705" y="42100"/>
                  </a:lnTo>
                  <a:lnTo>
                    <a:pt x="1351384" y="43606"/>
                  </a:lnTo>
                  <a:lnTo>
                    <a:pt x="1396156" y="45051"/>
                  </a:lnTo>
                  <a:lnTo>
                    <a:pt x="1439172" y="46439"/>
                  </a:lnTo>
                  <a:lnTo>
                    <a:pt x="1480565" y="47775"/>
                  </a:lnTo>
                  <a:lnTo>
                    <a:pt x="1520452" y="49062"/>
                  </a:lnTo>
                  <a:lnTo>
                    <a:pt x="1558940" y="50304"/>
                  </a:lnTo>
                  <a:lnTo>
                    <a:pt x="1596122" y="51504"/>
                  </a:lnTo>
                  <a:lnTo>
                    <a:pt x="1632085" y="52664"/>
                  </a:lnTo>
                  <a:lnTo>
                    <a:pt x="1666906" y="53788"/>
                  </a:lnTo>
                  <a:lnTo>
                    <a:pt x="1700656" y="54877"/>
                  </a:lnTo>
                  <a:lnTo>
                    <a:pt x="1733398" y="55933"/>
                  </a:lnTo>
                  <a:lnTo>
                    <a:pt x="1765190" y="56959"/>
                  </a:lnTo>
                  <a:lnTo>
                    <a:pt x="1796088" y="57956"/>
                  </a:lnTo>
                  <a:lnTo>
                    <a:pt x="1826138" y="58926"/>
                  </a:lnTo>
                  <a:lnTo>
                    <a:pt x="1855387" y="59870"/>
                  </a:lnTo>
                  <a:lnTo>
                    <a:pt x="1883876" y="60789"/>
                  </a:lnTo>
                  <a:lnTo>
                    <a:pt x="1911644" y="61685"/>
                  </a:lnTo>
                  <a:lnTo>
                    <a:pt x="1938727" y="62559"/>
                  </a:lnTo>
                  <a:lnTo>
                    <a:pt x="1965156" y="63412"/>
                  </a:lnTo>
                  <a:lnTo>
                    <a:pt x="1990964" y="64245"/>
                  </a:lnTo>
                  <a:lnTo>
                    <a:pt x="2016178" y="65058"/>
                  </a:lnTo>
                  <a:lnTo>
                    <a:pt x="2040826" y="65854"/>
                  </a:lnTo>
                  <a:lnTo>
                    <a:pt x="2064932" y="66632"/>
                  </a:lnTo>
                  <a:lnTo>
                    <a:pt x="2088519" y="67393"/>
                  </a:lnTo>
                  <a:lnTo>
                    <a:pt x="2111610" y="68138"/>
                  </a:lnTo>
                  <a:lnTo>
                    <a:pt x="2134225" y="68867"/>
                  </a:lnTo>
                  <a:lnTo>
                    <a:pt x="2156383" y="69582"/>
                  </a:lnTo>
                  <a:lnTo>
                    <a:pt x="2178102" y="70283"/>
                  </a:lnTo>
                  <a:lnTo>
                    <a:pt x="2199399" y="70971"/>
                  </a:lnTo>
                  <a:lnTo>
                    <a:pt x="2220290" y="71645"/>
                  </a:lnTo>
                  <a:lnTo>
                    <a:pt x="2240791" y="72306"/>
                  </a:lnTo>
                  <a:lnTo>
                    <a:pt x="2260916" y="72956"/>
                  </a:lnTo>
                  <a:lnTo>
                    <a:pt x="2280679" y="7359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7" name="rc506"/>
            <p:cNvSpPr/>
            <p:nvPr/>
          </p:nvSpPr>
          <p:spPr>
            <a:xfrm>
              <a:off x="1405201" y="4793818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8" name="pl507"/>
            <p:cNvSpPr/>
            <p:nvPr/>
          </p:nvSpPr>
          <p:spPr>
            <a:xfrm>
              <a:off x="1405201" y="4793818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8"/>
            <p:cNvSpPr/>
            <p:nvPr/>
          </p:nvSpPr>
          <p:spPr>
            <a:xfrm rot="-5400000">
              <a:off x="1235634" y="571648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10" name="tx509"/>
            <p:cNvSpPr/>
            <p:nvPr/>
          </p:nvSpPr>
          <p:spPr>
            <a:xfrm rot="-5400000">
              <a:off x="1235634" y="542964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511" name="tx510"/>
            <p:cNvSpPr/>
            <p:nvPr/>
          </p:nvSpPr>
          <p:spPr>
            <a:xfrm rot="-5400000">
              <a:off x="1235634" y="51427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512" name="tx511"/>
            <p:cNvSpPr/>
            <p:nvPr/>
          </p:nvSpPr>
          <p:spPr>
            <a:xfrm rot="-5400000">
              <a:off x="1235634" y="485595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513" name="pl512"/>
            <p:cNvSpPr/>
            <p:nvPr/>
          </p:nvSpPr>
          <p:spPr>
            <a:xfrm>
              <a:off x="1376732" y="57529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3"/>
            <p:cNvSpPr/>
            <p:nvPr/>
          </p:nvSpPr>
          <p:spPr>
            <a:xfrm>
              <a:off x="1376732" y="54660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4"/>
            <p:cNvSpPr/>
            <p:nvPr/>
          </p:nvSpPr>
          <p:spPr>
            <a:xfrm>
              <a:off x="1376732" y="51792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5"/>
            <p:cNvSpPr/>
            <p:nvPr/>
          </p:nvSpPr>
          <p:spPr>
            <a:xfrm>
              <a:off x="1376732" y="48923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6"/>
            <p:cNvSpPr/>
            <p:nvPr/>
          </p:nvSpPr>
          <p:spPr>
            <a:xfrm>
              <a:off x="1405201" y="5822922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7"/>
            <p:cNvSpPr/>
            <p:nvPr/>
          </p:nvSpPr>
          <p:spPr>
            <a:xfrm>
              <a:off x="1550338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8"/>
            <p:cNvSpPr/>
            <p:nvPr/>
          </p:nvSpPr>
          <p:spPr>
            <a:xfrm>
              <a:off x="2310565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19"/>
            <p:cNvSpPr/>
            <p:nvPr/>
          </p:nvSpPr>
          <p:spPr>
            <a:xfrm>
              <a:off x="3070791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0"/>
            <p:cNvSpPr/>
            <p:nvPr/>
          </p:nvSpPr>
          <p:spPr>
            <a:xfrm>
              <a:off x="3831017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tx521"/>
            <p:cNvSpPr/>
            <p:nvPr/>
          </p:nvSpPr>
          <p:spPr>
            <a:xfrm>
              <a:off x="1522083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23" name="tx522"/>
            <p:cNvSpPr/>
            <p:nvPr/>
          </p:nvSpPr>
          <p:spPr>
            <a:xfrm>
              <a:off x="2282310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4" name="tx523"/>
            <p:cNvSpPr/>
            <p:nvPr/>
          </p:nvSpPr>
          <p:spPr>
            <a:xfrm>
              <a:off x="3042536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25" name="tx524"/>
            <p:cNvSpPr/>
            <p:nvPr/>
          </p:nvSpPr>
          <p:spPr>
            <a:xfrm>
              <a:off x="3802762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26" name="tx525"/>
            <p:cNvSpPr/>
            <p:nvPr/>
          </p:nvSpPr>
          <p:spPr>
            <a:xfrm>
              <a:off x="2410679" y="6031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27" name="tx526"/>
            <p:cNvSpPr/>
            <p:nvPr/>
          </p:nvSpPr>
          <p:spPr>
            <a:xfrm rot="-5400000">
              <a:off x="1029315" y="5262650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28" name="tx527"/>
            <p:cNvSpPr/>
            <p:nvPr/>
          </p:nvSpPr>
          <p:spPr>
            <a:xfrm>
              <a:off x="1405201" y="4617278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29" name="rc528"/>
            <p:cNvSpPr/>
            <p:nvPr/>
          </p:nvSpPr>
          <p:spPr>
            <a:xfrm>
              <a:off x="4262502" y="4793818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387866" y="537041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4351510" y="53165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391094" y="535919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4417388" y="55841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4408351" y="55566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4450514" y="552484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4417283" y="518731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4432229" y="53859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429909" y="554075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4395193" y="529750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136284" y="57480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186520" y="547636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162296" y="53220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117548" y="56496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145130" y="541838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154239" y="51387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161495" y="54436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122420" y="54921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199425" y="53075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197864" y="55578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109652" y="52668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180752" y="55303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194515" y="52458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111397" y="49934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154045" y="51897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178967" y="52258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185704" y="531113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141518" y="551557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898034" y="535270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899154" y="53927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5843206" y="55431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854847" y="522581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5893373" y="539591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944945" y="52406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5947474" y="49125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908639" y="54362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5864735" y="53093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864066" y="48125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5868444" y="53124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938654" y="53959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5912847" y="52231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904832" y="51725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5939513" y="507586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875300" y="54656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5911555" y="548826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882135" y="56342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5864634" y="534543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904822" y="52875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91841" y="532042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613373" y="54118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666409" y="546616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660619" y="54920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628643" y="53500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655910" y="53033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589392" y="54643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606846" y="52552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649275" y="55184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679414" y="54090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6598520" y="535395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6669362" y="54157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6644182" y="53857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6615611" y="56053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6672324" y="54010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6600576" y="54142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6674195" y="53297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6687633" y="53504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6693131" y="561608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6641087" y="53263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678379" y="52438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675205" y="52647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691492" y="54846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675260" y="553534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4431743" y="5406107"/>
              <a:ext cx="2239342" cy="3506"/>
            </a:xfrm>
            <a:custGeom>
              <a:avLst/>
              <a:pathLst>
                <a:path w="2239342" h="3506">
                  <a:moveTo>
                    <a:pt x="0" y="0"/>
                  </a:moveTo>
                  <a:lnTo>
                    <a:pt x="143799" y="225"/>
                  </a:lnTo>
                  <a:lnTo>
                    <a:pt x="270639" y="423"/>
                  </a:lnTo>
                  <a:lnTo>
                    <a:pt x="384101" y="601"/>
                  </a:lnTo>
                  <a:lnTo>
                    <a:pt x="486741" y="762"/>
                  </a:lnTo>
                  <a:lnTo>
                    <a:pt x="580443" y="908"/>
                  </a:lnTo>
                  <a:lnTo>
                    <a:pt x="666640" y="1043"/>
                  </a:lnTo>
                  <a:lnTo>
                    <a:pt x="746447" y="1168"/>
                  </a:lnTo>
                  <a:lnTo>
                    <a:pt x="820745" y="1285"/>
                  </a:lnTo>
                  <a:lnTo>
                    <a:pt x="890246" y="1393"/>
                  </a:lnTo>
                  <a:lnTo>
                    <a:pt x="955533" y="1496"/>
                  </a:lnTo>
                  <a:lnTo>
                    <a:pt x="1017087" y="1592"/>
                  </a:lnTo>
                  <a:lnTo>
                    <a:pt x="1075311" y="1683"/>
                  </a:lnTo>
                  <a:lnTo>
                    <a:pt x="1130549" y="1770"/>
                  </a:lnTo>
                  <a:lnTo>
                    <a:pt x="1183091" y="1852"/>
                  </a:lnTo>
                  <a:lnTo>
                    <a:pt x="1233188" y="1930"/>
                  </a:lnTo>
                  <a:lnTo>
                    <a:pt x="1281058" y="2005"/>
                  </a:lnTo>
                  <a:lnTo>
                    <a:pt x="1326890" y="2077"/>
                  </a:lnTo>
                  <a:lnTo>
                    <a:pt x="1370851" y="2146"/>
                  </a:lnTo>
                  <a:lnTo>
                    <a:pt x="1413088" y="2212"/>
                  </a:lnTo>
                  <a:lnTo>
                    <a:pt x="1453730" y="2276"/>
                  </a:lnTo>
                  <a:lnTo>
                    <a:pt x="1492895" y="2337"/>
                  </a:lnTo>
                  <a:lnTo>
                    <a:pt x="1530684" y="2396"/>
                  </a:lnTo>
                  <a:lnTo>
                    <a:pt x="1567193" y="2453"/>
                  </a:lnTo>
                  <a:lnTo>
                    <a:pt x="1602504" y="2509"/>
                  </a:lnTo>
                  <a:lnTo>
                    <a:pt x="1636694" y="2562"/>
                  </a:lnTo>
                  <a:lnTo>
                    <a:pt x="1669832" y="2614"/>
                  </a:lnTo>
                  <a:lnTo>
                    <a:pt x="1701980" y="2664"/>
                  </a:lnTo>
                  <a:lnTo>
                    <a:pt x="1733197" y="2713"/>
                  </a:lnTo>
                  <a:lnTo>
                    <a:pt x="1763534" y="2761"/>
                  </a:lnTo>
                  <a:lnTo>
                    <a:pt x="1793040" y="2807"/>
                  </a:lnTo>
                  <a:lnTo>
                    <a:pt x="1821759" y="2852"/>
                  </a:lnTo>
                  <a:lnTo>
                    <a:pt x="1849732" y="2896"/>
                  </a:lnTo>
                  <a:lnTo>
                    <a:pt x="1876996" y="2938"/>
                  </a:lnTo>
                  <a:lnTo>
                    <a:pt x="1903588" y="2980"/>
                  </a:lnTo>
                  <a:lnTo>
                    <a:pt x="1929538" y="3021"/>
                  </a:lnTo>
                  <a:lnTo>
                    <a:pt x="1954878" y="3060"/>
                  </a:lnTo>
                  <a:lnTo>
                    <a:pt x="1979636" y="3099"/>
                  </a:lnTo>
                  <a:lnTo>
                    <a:pt x="2003837" y="3137"/>
                  </a:lnTo>
                  <a:lnTo>
                    <a:pt x="2027506" y="3174"/>
                  </a:lnTo>
                  <a:lnTo>
                    <a:pt x="2050665" y="3210"/>
                  </a:lnTo>
                  <a:lnTo>
                    <a:pt x="2073338" y="3246"/>
                  </a:lnTo>
                  <a:lnTo>
                    <a:pt x="2095543" y="3281"/>
                  </a:lnTo>
                  <a:lnTo>
                    <a:pt x="2117299" y="3315"/>
                  </a:lnTo>
                  <a:lnTo>
                    <a:pt x="2138624" y="3348"/>
                  </a:lnTo>
                  <a:lnTo>
                    <a:pt x="2159535" y="3381"/>
                  </a:lnTo>
                  <a:lnTo>
                    <a:pt x="2180048" y="3413"/>
                  </a:lnTo>
                  <a:lnTo>
                    <a:pt x="2200178" y="3444"/>
                  </a:lnTo>
                  <a:lnTo>
                    <a:pt x="2219938" y="3475"/>
                  </a:lnTo>
                  <a:lnTo>
                    <a:pt x="2239342" y="350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4431743" y="5247022"/>
              <a:ext cx="2239342" cy="74271"/>
            </a:xfrm>
            <a:custGeom>
              <a:avLst/>
              <a:pathLst>
                <a:path w="2239342" h="74271">
                  <a:moveTo>
                    <a:pt x="0" y="0"/>
                  </a:moveTo>
                  <a:lnTo>
                    <a:pt x="143799" y="4769"/>
                  </a:lnTo>
                  <a:lnTo>
                    <a:pt x="270639" y="8976"/>
                  </a:lnTo>
                  <a:lnTo>
                    <a:pt x="384101" y="12739"/>
                  </a:lnTo>
                  <a:lnTo>
                    <a:pt x="486741" y="16143"/>
                  </a:lnTo>
                  <a:lnTo>
                    <a:pt x="580443" y="19251"/>
                  </a:lnTo>
                  <a:lnTo>
                    <a:pt x="666640" y="22110"/>
                  </a:lnTo>
                  <a:lnTo>
                    <a:pt x="746447" y="24757"/>
                  </a:lnTo>
                  <a:lnTo>
                    <a:pt x="820745" y="27221"/>
                  </a:lnTo>
                  <a:lnTo>
                    <a:pt x="890246" y="29526"/>
                  </a:lnTo>
                  <a:lnTo>
                    <a:pt x="955533" y="31691"/>
                  </a:lnTo>
                  <a:lnTo>
                    <a:pt x="1017087" y="33733"/>
                  </a:lnTo>
                  <a:lnTo>
                    <a:pt x="1075311" y="35664"/>
                  </a:lnTo>
                  <a:lnTo>
                    <a:pt x="1130549" y="37496"/>
                  </a:lnTo>
                  <a:lnTo>
                    <a:pt x="1183091" y="39239"/>
                  </a:lnTo>
                  <a:lnTo>
                    <a:pt x="1233188" y="40900"/>
                  </a:lnTo>
                  <a:lnTo>
                    <a:pt x="1281058" y="42488"/>
                  </a:lnTo>
                  <a:lnTo>
                    <a:pt x="1326890" y="44008"/>
                  </a:lnTo>
                  <a:lnTo>
                    <a:pt x="1370851" y="45466"/>
                  </a:lnTo>
                  <a:lnTo>
                    <a:pt x="1413088" y="46867"/>
                  </a:lnTo>
                  <a:lnTo>
                    <a:pt x="1453730" y="48215"/>
                  </a:lnTo>
                  <a:lnTo>
                    <a:pt x="1492895" y="49514"/>
                  </a:lnTo>
                  <a:lnTo>
                    <a:pt x="1530684" y="50767"/>
                  </a:lnTo>
                  <a:lnTo>
                    <a:pt x="1567193" y="51978"/>
                  </a:lnTo>
                  <a:lnTo>
                    <a:pt x="1602504" y="53149"/>
                  </a:lnTo>
                  <a:lnTo>
                    <a:pt x="1636694" y="54283"/>
                  </a:lnTo>
                  <a:lnTo>
                    <a:pt x="1669832" y="55382"/>
                  </a:lnTo>
                  <a:lnTo>
                    <a:pt x="1701980" y="56449"/>
                  </a:lnTo>
                  <a:lnTo>
                    <a:pt x="1733197" y="57484"/>
                  </a:lnTo>
                  <a:lnTo>
                    <a:pt x="1763534" y="58490"/>
                  </a:lnTo>
                  <a:lnTo>
                    <a:pt x="1793040" y="59469"/>
                  </a:lnTo>
                  <a:lnTo>
                    <a:pt x="1821759" y="60421"/>
                  </a:lnTo>
                  <a:lnTo>
                    <a:pt x="1849732" y="61349"/>
                  </a:lnTo>
                  <a:lnTo>
                    <a:pt x="1876996" y="62253"/>
                  </a:lnTo>
                  <a:lnTo>
                    <a:pt x="1903588" y="63135"/>
                  </a:lnTo>
                  <a:lnTo>
                    <a:pt x="1929538" y="63996"/>
                  </a:lnTo>
                  <a:lnTo>
                    <a:pt x="1954878" y="64836"/>
                  </a:lnTo>
                  <a:lnTo>
                    <a:pt x="1979636" y="65658"/>
                  </a:lnTo>
                  <a:lnTo>
                    <a:pt x="2003837" y="66460"/>
                  </a:lnTo>
                  <a:lnTo>
                    <a:pt x="2027506" y="67245"/>
                  </a:lnTo>
                  <a:lnTo>
                    <a:pt x="2050665" y="68013"/>
                  </a:lnTo>
                  <a:lnTo>
                    <a:pt x="2073338" y="68765"/>
                  </a:lnTo>
                  <a:lnTo>
                    <a:pt x="2095543" y="69502"/>
                  </a:lnTo>
                  <a:lnTo>
                    <a:pt x="2117299" y="70223"/>
                  </a:lnTo>
                  <a:lnTo>
                    <a:pt x="2138624" y="70931"/>
                  </a:lnTo>
                  <a:lnTo>
                    <a:pt x="2159535" y="71624"/>
                  </a:lnTo>
                  <a:lnTo>
                    <a:pt x="2180048" y="72305"/>
                  </a:lnTo>
                  <a:lnTo>
                    <a:pt x="2200178" y="72972"/>
                  </a:lnTo>
                  <a:lnTo>
                    <a:pt x="2219938" y="73628"/>
                  </a:lnTo>
                  <a:lnTo>
                    <a:pt x="2239342" y="7427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4" name="pl603"/>
            <p:cNvSpPr/>
            <p:nvPr/>
          </p:nvSpPr>
          <p:spPr>
            <a:xfrm>
              <a:off x="4431743" y="5371045"/>
              <a:ext cx="2239342" cy="89758"/>
            </a:xfrm>
            <a:custGeom>
              <a:avLst/>
              <a:pathLst>
                <a:path w="2239342" h="89758">
                  <a:moveTo>
                    <a:pt x="0" y="0"/>
                  </a:moveTo>
                  <a:lnTo>
                    <a:pt x="143799" y="5763"/>
                  </a:lnTo>
                  <a:lnTo>
                    <a:pt x="270639" y="10847"/>
                  </a:lnTo>
                  <a:lnTo>
                    <a:pt x="384101" y="15395"/>
                  </a:lnTo>
                  <a:lnTo>
                    <a:pt x="486741" y="19509"/>
                  </a:lnTo>
                  <a:lnTo>
                    <a:pt x="580443" y="23265"/>
                  </a:lnTo>
                  <a:lnTo>
                    <a:pt x="666640" y="26720"/>
                  </a:lnTo>
                  <a:lnTo>
                    <a:pt x="746447" y="29919"/>
                  </a:lnTo>
                  <a:lnTo>
                    <a:pt x="820745" y="32897"/>
                  </a:lnTo>
                  <a:lnTo>
                    <a:pt x="890246" y="35683"/>
                  </a:lnTo>
                  <a:lnTo>
                    <a:pt x="955533" y="38300"/>
                  </a:lnTo>
                  <a:lnTo>
                    <a:pt x="1017087" y="40767"/>
                  </a:lnTo>
                  <a:lnTo>
                    <a:pt x="1075311" y="43101"/>
                  </a:lnTo>
                  <a:lnTo>
                    <a:pt x="1130549" y="45315"/>
                  </a:lnTo>
                  <a:lnTo>
                    <a:pt x="1183091" y="47421"/>
                  </a:lnTo>
                  <a:lnTo>
                    <a:pt x="1233188" y="49429"/>
                  </a:lnTo>
                  <a:lnTo>
                    <a:pt x="1281058" y="51347"/>
                  </a:lnTo>
                  <a:lnTo>
                    <a:pt x="1326890" y="53184"/>
                  </a:lnTo>
                  <a:lnTo>
                    <a:pt x="1370851" y="54946"/>
                  </a:lnTo>
                  <a:lnTo>
                    <a:pt x="1413088" y="56639"/>
                  </a:lnTo>
                  <a:lnTo>
                    <a:pt x="1453730" y="58268"/>
                  </a:lnTo>
                  <a:lnTo>
                    <a:pt x="1492895" y="59838"/>
                  </a:lnTo>
                  <a:lnTo>
                    <a:pt x="1530684" y="61353"/>
                  </a:lnTo>
                  <a:lnTo>
                    <a:pt x="1567193" y="62816"/>
                  </a:lnTo>
                  <a:lnTo>
                    <a:pt x="1602504" y="64232"/>
                  </a:lnTo>
                  <a:lnTo>
                    <a:pt x="1636694" y="65602"/>
                  </a:lnTo>
                  <a:lnTo>
                    <a:pt x="1669832" y="66930"/>
                  </a:lnTo>
                  <a:lnTo>
                    <a:pt x="1701980" y="68219"/>
                  </a:lnTo>
                  <a:lnTo>
                    <a:pt x="1733197" y="69470"/>
                  </a:lnTo>
                  <a:lnTo>
                    <a:pt x="1763534" y="70686"/>
                  </a:lnTo>
                  <a:lnTo>
                    <a:pt x="1793040" y="71869"/>
                  </a:lnTo>
                  <a:lnTo>
                    <a:pt x="1821759" y="73020"/>
                  </a:lnTo>
                  <a:lnTo>
                    <a:pt x="1849732" y="74141"/>
                  </a:lnTo>
                  <a:lnTo>
                    <a:pt x="1876996" y="75234"/>
                  </a:lnTo>
                  <a:lnTo>
                    <a:pt x="1903588" y="76300"/>
                  </a:lnTo>
                  <a:lnTo>
                    <a:pt x="1929538" y="77340"/>
                  </a:lnTo>
                  <a:lnTo>
                    <a:pt x="1954878" y="78356"/>
                  </a:lnTo>
                  <a:lnTo>
                    <a:pt x="1979636" y="79348"/>
                  </a:lnTo>
                  <a:lnTo>
                    <a:pt x="2003837" y="80318"/>
                  </a:lnTo>
                  <a:lnTo>
                    <a:pt x="2027506" y="81267"/>
                  </a:lnTo>
                  <a:lnTo>
                    <a:pt x="2050665" y="82195"/>
                  </a:lnTo>
                  <a:lnTo>
                    <a:pt x="2073338" y="83104"/>
                  </a:lnTo>
                  <a:lnTo>
                    <a:pt x="2095543" y="83994"/>
                  </a:lnTo>
                  <a:lnTo>
                    <a:pt x="2117299" y="84866"/>
                  </a:lnTo>
                  <a:lnTo>
                    <a:pt x="2138624" y="85721"/>
                  </a:lnTo>
                  <a:lnTo>
                    <a:pt x="2159535" y="86559"/>
                  </a:lnTo>
                  <a:lnTo>
                    <a:pt x="2180048" y="87381"/>
                  </a:lnTo>
                  <a:lnTo>
                    <a:pt x="2200178" y="88188"/>
                  </a:lnTo>
                  <a:lnTo>
                    <a:pt x="2219938" y="88980"/>
                  </a:lnTo>
                  <a:lnTo>
                    <a:pt x="2239342" y="8975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5" name="pl604"/>
            <p:cNvSpPr/>
            <p:nvPr/>
          </p:nvSpPr>
          <p:spPr>
            <a:xfrm>
              <a:off x="4431743" y="5487170"/>
              <a:ext cx="2239342" cy="81904"/>
            </a:xfrm>
            <a:custGeom>
              <a:avLst/>
              <a:pathLst>
                <a:path w="2239342" h="81904">
                  <a:moveTo>
                    <a:pt x="0" y="0"/>
                  </a:moveTo>
                  <a:lnTo>
                    <a:pt x="143799" y="5259"/>
                  </a:lnTo>
                  <a:lnTo>
                    <a:pt x="270639" y="9898"/>
                  </a:lnTo>
                  <a:lnTo>
                    <a:pt x="384101" y="14048"/>
                  </a:lnTo>
                  <a:lnTo>
                    <a:pt x="486741" y="17802"/>
                  </a:lnTo>
                  <a:lnTo>
                    <a:pt x="580443" y="21229"/>
                  </a:lnTo>
                  <a:lnTo>
                    <a:pt x="666640" y="24382"/>
                  </a:lnTo>
                  <a:lnTo>
                    <a:pt x="746447" y="27301"/>
                  </a:lnTo>
                  <a:lnTo>
                    <a:pt x="820745" y="30018"/>
                  </a:lnTo>
                  <a:lnTo>
                    <a:pt x="890246" y="32560"/>
                  </a:lnTo>
                  <a:lnTo>
                    <a:pt x="955533" y="34948"/>
                  </a:lnTo>
                  <a:lnTo>
                    <a:pt x="1017087" y="37200"/>
                  </a:lnTo>
                  <a:lnTo>
                    <a:pt x="1075311" y="39329"/>
                  </a:lnTo>
                  <a:lnTo>
                    <a:pt x="1130549" y="41350"/>
                  </a:lnTo>
                  <a:lnTo>
                    <a:pt x="1183091" y="43271"/>
                  </a:lnTo>
                  <a:lnTo>
                    <a:pt x="1233188" y="45104"/>
                  </a:lnTo>
                  <a:lnTo>
                    <a:pt x="1281058" y="46854"/>
                  </a:lnTo>
                  <a:lnTo>
                    <a:pt x="1326890" y="48531"/>
                  </a:lnTo>
                  <a:lnTo>
                    <a:pt x="1370851" y="50139"/>
                  </a:lnTo>
                  <a:lnTo>
                    <a:pt x="1413088" y="51683"/>
                  </a:lnTo>
                  <a:lnTo>
                    <a:pt x="1453730" y="53170"/>
                  </a:lnTo>
                  <a:lnTo>
                    <a:pt x="1492895" y="54602"/>
                  </a:lnTo>
                  <a:lnTo>
                    <a:pt x="1530684" y="55985"/>
                  </a:lnTo>
                  <a:lnTo>
                    <a:pt x="1567193" y="57320"/>
                  </a:lnTo>
                  <a:lnTo>
                    <a:pt x="1602504" y="58611"/>
                  </a:lnTo>
                  <a:lnTo>
                    <a:pt x="1636694" y="59862"/>
                  </a:lnTo>
                  <a:lnTo>
                    <a:pt x="1669832" y="61074"/>
                  </a:lnTo>
                  <a:lnTo>
                    <a:pt x="1701980" y="62250"/>
                  </a:lnTo>
                  <a:lnTo>
                    <a:pt x="1733197" y="63391"/>
                  </a:lnTo>
                  <a:lnTo>
                    <a:pt x="1763534" y="64501"/>
                  </a:lnTo>
                  <a:lnTo>
                    <a:pt x="1793040" y="65580"/>
                  </a:lnTo>
                  <a:lnTo>
                    <a:pt x="1821759" y="66631"/>
                  </a:lnTo>
                  <a:lnTo>
                    <a:pt x="1849732" y="67654"/>
                  </a:lnTo>
                  <a:lnTo>
                    <a:pt x="1876996" y="68651"/>
                  </a:lnTo>
                  <a:lnTo>
                    <a:pt x="1903588" y="69624"/>
                  </a:lnTo>
                  <a:lnTo>
                    <a:pt x="1929538" y="70573"/>
                  </a:lnTo>
                  <a:lnTo>
                    <a:pt x="1954878" y="71499"/>
                  </a:lnTo>
                  <a:lnTo>
                    <a:pt x="1979636" y="72405"/>
                  </a:lnTo>
                  <a:lnTo>
                    <a:pt x="2003837" y="73290"/>
                  </a:lnTo>
                  <a:lnTo>
                    <a:pt x="2027506" y="74156"/>
                  </a:lnTo>
                  <a:lnTo>
                    <a:pt x="2050665" y="75003"/>
                  </a:lnTo>
                  <a:lnTo>
                    <a:pt x="2073338" y="75832"/>
                  </a:lnTo>
                  <a:lnTo>
                    <a:pt x="2095543" y="76644"/>
                  </a:lnTo>
                  <a:lnTo>
                    <a:pt x="2117299" y="77440"/>
                  </a:lnTo>
                  <a:lnTo>
                    <a:pt x="2138624" y="78220"/>
                  </a:lnTo>
                  <a:lnTo>
                    <a:pt x="2159535" y="78985"/>
                  </a:lnTo>
                  <a:lnTo>
                    <a:pt x="2180048" y="79735"/>
                  </a:lnTo>
                  <a:lnTo>
                    <a:pt x="2200178" y="80471"/>
                  </a:lnTo>
                  <a:lnTo>
                    <a:pt x="2219938" y="81194"/>
                  </a:lnTo>
                  <a:lnTo>
                    <a:pt x="2239342" y="81904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6" name="pl605"/>
            <p:cNvSpPr/>
            <p:nvPr/>
          </p:nvSpPr>
          <p:spPr>
            <a:xfrm>
              <a:off x="4431743" y="5376785"/>
              <a:ext cx="2239342" cy="28179"/>
            </a:xfrm>
            <a:custGeom>
              <a:avLst/>
              <a:pathLst>
                <a:path w="2239342" h="28179">
                  <a:moveTo>
                    <a:pt x="0" y="0"/>
                  </a:moveTo>
                  <a:lnTo>
                    <a:pt x="143799" y="1809"/>
                  </a:lnTo>
                  <a:lnTo>
                    <a:pt x="270639" y="3405"/>
                  </a:lnTo>
                  <a:lnTo>
                    <a:pt x="384101" y="4833"/>
                  </a:lnTo>
                  <a:lnTo>
                    <a:pt x="486741" y="6125"/>
                  </a:lnTo>
                  <a:lnTo>
                    <a:pt x="580443" y="7304"/>
                  </a:lnTo>
                  <a:lnTo>
                    <a:pt x="666640" y="8389"/>
                  </a:lnTo>
                  <a:lnTo>
                    <a:pt x="746447" y="9393"/>
                  </a:lnTo>
                  <a:lnTo>
                    <a:pt x="820745" y="10328"/>
                  </a:lnTo>
                  <a:lnTo>
                    <a:pt x="890246" y="11202"/>
                  </a:lnTo>
                  <a:lnTo>
                    <a:pt x="955533" y="12024"/>
                  </a:lnTo>
                  <a:lnTo>
                    <a:pt x="1017087" y="12799"/>
                  </a:lnTo>
                  <a:lnTo>
                    <a:pt x="1075311" y="13531"/>
                  </a:lnTo>
                  <a:lnTo>
                    <a:pt x="1130549" y="14226"/>
                  </a:lnTo>
                  <a:lnTo>
                    <a:pt x="1183091" y="14888"/>
                  </a:lnTo>
                  <a:lnTo>
                    <a:pt x="1233188" y="15518"/>
                  </a:lnTo>
                  <a:lnTo>
                    <a:pt x="1281058" y="16120"/>
                  </a:lnTo>
                  <a:lnTo>
                    <a:pt x="1326890" y="16697"/>
                  </a:lnTo>
                  <a:lnTo>
                    <a:pt x="1370851" y="17250"/>
                  </a:lnTo>
                  <a:lnTo>
                    <a:pt x="1413088" y="17782"/>
                  </a:lnTo>
                  <a:lnTo>
                    <a:pt x="1453730" y="18293"/>
                  </a:lnTo>
                  <a:lnTo>
                    <a:pt x="1492895" y="18786"/>
                  </a:lnTo>
                  <a:lnTo>
                    <a:pt x="1530684" y="19262"/>
                  </a:lnTo>
                  <a:lnTo>
                    <a:pt x="1567193" y="19721"/>
                  </a:lnTo>
                  <a:lnTo>
                    <a:pt x="1602504" y="20165"/>
                  </a:lnTo>
                  <a:lnTo>
                    <a:pt x="1636694" y="20596"/>
                  </a:lnTo>
                  <a:lnTo>
                    <a:pt x="1669832" y="21013"/>
                  </a:lnTo>
                  <a:lnTo>
                    <a:pt x="1701980" y="21417"/>
                  </a:lnTo>
                  <a:lnTo>
                    <a:pt x="1733197" y="21810"/>
                  </a:lnTo>
                  <a:lnTo>
                    <a:pt x="1763534" y="22192"/>
                  </a:lnTo>
                  <a:lnTo>
                    <a:pt x="1793040" y="22563"/>
                  </a:lnTo>
                  <a:lnTo>
                    <a:pt x="1821759" y="22925"/>
                  </a:lnTo>
                  <a:lnTo>
                    <a:pt x="1849732" y="23277"/>
                  </a:lnTo>
                  <a:lnTo>
                    <a:pt x="1876996" y="23620"/>
                  </a:lnTo>
                  <a:lnTo>
                    <a:pt x="1903588" y="23954"/>
                  </a:lnTo>
                  <a:lnTo>
                    <a:pt x="1929538" y="24281"/>
                  </a:lnTo>
                  <a:lnTo>
                    <a:pt x="1954878" y="24600"/>
                  </a:lnTo>
                  <a:lnTo>
                    <a:pt x="1979636" y="24911"/>
                  </a:lnTo>
                  <a:lnTo>
                    <a:pt x="2003837" y="25216"/>
                  </a:lnTo>
                  <a:lnTo>
                    <a:pt x="2027506" y="25514"/>
                  </a:lnTo>
                  <a:lnTo>
                    <a:pt x="2050665" y="25805"/>
                  </a:lnTo>
                  <a:lnTo>
                    <a:pt x="2073338" y="26090"/>
                  </a:lnTo>
                  <a:lnTo>
                    <a:pt x="2095543" y="26370"/>
                  </a:lnTo>
                  <a:lnTo>
                    <a:pt x="2117299" y="26644"/>
                  </a:lnTo>
                  <a:lnTo>
                    <a:pt x="2138624" y="26912"/>
                  </a:lnTo>
                  <a:lnTo>
                    <a:pt x="2159535" y="27175"/>
                  </a:lnTo>
                  <a:lnTo>
                    <a:pt x="2180048" y="27433"/>
                  </a:lnTo>
                  <a:lnTo>
                    <a:pt x="2200178" y="27687"/>
                  </a:lnTo>
                  <a:lnTo>
                    <a:pt x="2219938" y="27935"/>
                  </a:lnTo>
                  <a:lnTo>
                    <a:pt x="2239342" y="28179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7" name="pl606"/>
            <p:cNvSpPr/>
            <p:nvPr/>
          </p:nvSpPr>
          <p:spPr>
            <a:xfrm>
              <a:off x="4431743" y="5318920"/>
              <a:ext cx="2239342" cy="129728"/>
            </a:xfrm>
            <a:custGeom>
              <a:avLst/>
              <a:pathLst>
                <a:path w="2239342" h="129728">
                  <a:moveTo>
                    <a:pt x="0" y="129728"/>
                  </a:moveTo>
                  <a:lnTo>
                    <a:pt x="143799" y="121398"/>
                  </a:lnTo>
                  <a:lnTo>
                    <a:pt x="270639" y="114049"/>
                  </a:lnTo>
                  <a:lnTo>
                    <a:pt x="384101" y="107476"/>
                  </a:lnTo>
                  <a:lnTo>
                    <a:pt x="486741" y="101530"/>
                  </a:lnTo>
                  <a:lnTo>
                    <a:pt x="580443" y="96102"/>
                  </a:lnTo>
                  <a:lnTo>
                    <a:pt x="666640" y="91109"/>
                  </a:lnTo>
                  <a:lnTo>
                    <a:pt x="746447" y="86485"/>
                  </a:lnTo>
                  <a:lnTo>
                    <a:pt x="820745" y="82181"/>
                  </a:lnTo>
                  <a:lnTo>
                    <a:pt x="890246" y="78155"/>
                  </a:lnTo>
                  <a:lnTo>
                    <a:pt x="955533" y="74373"/>
                  </a:lnTo>
                  <a:lnTo>
                    <a:pt x="1017087" y="70807"/>
                  </a:lnTo>
                  <a:lnTo>
                    <a:pt x="1075311" y="67434"/>
                  </a:lnTo>
                  <a:lnTo>
                    <a:pt x="1130549" y="64234"/>
                  </a:lnTo>
                  <a:lnTo>
                    <a:pt x="1183091" y="61190"/>
                  </a:lnTo>
                  <a:lnTo>
                    <a:pt x="1233188" y="58288"/>
                  </a:lnTo>
                  <a:lnTo>
                    <a:pt x="1281058" y="55514"/>
                  </a:lnTo>
                  <a:lnTo>
                    <a:pt x="1326890" y="52859"/>
                  </a:lnTo>
                  <a:lnTo>
                    <a:pt x="1370851" y="50312"/>
                  </a:lnTo>
                  <a:lnTo>
                    <a:pt x="1413088" y="47866"/>
                  </a:lnTo>
                  <a:lnTo>
                    <a:pt x="1453730" y="45511"/>
                  </a:lnTo>
                  <a:lnTo>
                    <a:pt x="1492895" y="43242"/>
                  </a:lnTo>
                  <a:lnTo>
                    <a:pt x="1530684" y="41053"/>
                  </a:lnTo>
                  <a:lnTo>
                    <a:pt x="1567193" y="38938"/>
                  </a:lnTo>
                  <a:lnTo>
                    <a:pt x="1602504" y="36893"/>
                  </a:lnTo>
                  <a:lnTo>
                    <a:pt x="1636694" y="34912"/>
                  </a:lnTo>
                  <a:lnTo>
                    <a:pt x="1669832" y="32992"/>
                  </a:lnTo>
                  <a:lnTo>
                    <a:pt x="1701980" y="31130"/>
                  </a:lnTo>
                  <a:lnTo>
                    <a:pt x="1733197" y="29321"/>
                  </a:lnTo>
                  <a:lnTo>
                    <a:pt x="1763534" y="27564"/>
                  </a:lnTo>
                  <a:lnTo>
                    <a:pt x="1793040" y="25854"/>
                  </a:lnTo>
                  <a:lnTo>
                    <a:pt x="1821759" y="24191"/>
                  </a:lnTo>
                  <a:lnTo>
                    <a:pt x="1849732" y="22570"/>
                  </a:lnTo>
                  <a:lnTo>
                    <a:pt x="1876996" y="20991"/>
                  </a:lnTo>
                  <a:lnTo>
                    <a:pt x="1903588" y="19450"/>
                  </a:lnTo>
                  <a:lnTo>
                    <a:pt x="1929538" y="17947"/>
                  </a:lnTo>
                  <a:lnTo>
                    <a:pt x="1954878" y="16479"/>
                  </a:lnTo>
                  <a:lnTo>
                    <a:pt x="1979636" y="15045"/>
                  </a:lnTo>
                  <a:lnTo>
                    <a:pt x="2003837" y="13643"/>
                  </a:lnTo>
                  <a:lnTo>
                    <a:pt x="2027506" y="12272"/>
                  </a:lnTo>
                  <a:lnTo>
                    <a:pt x="2050665" y="10930"/>
                  </a:lnTo>
                  <a:lnTo>
                    <a:pt x="2073338" y="9616"/>
                  </a:lnTo>
                  <a:lnTo>
                    <a:pt x="2095543" y="8330"/>
                  </a:lnTo>
                  <a:lnTo>
                    <a:pt x="2117299" y="7070"/>
                  </a:lnTo>
                  <a:lnTo>
                    <a:pt x="2138624" y="5834"/>
                  </a:lnTo>
                  <a:lnTo>
                    <a:pt x="2159535" y="4623"/>
                  </a:lnTo>
                  <a:lnTo>
                    <a:pt x="2180048" y="3434"/>
                  </a:lnTo>
                  <a:lnTo>
                    <a:pt x="2200178" y="2268"/>
                  </a:lnTo>
                  <a:lnTo>
                    <a:pt x="2219938" y="1124"/>
                  </a:lnTo>
                  <a:lnTo>
                    <a:pt x="223934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8" name="pl607"/>
            <p:cNvSpPr/>
            <p:nvPr/>
          </p:nvSpPr>
          <p:spPr>
            <a:xfrm>
              <a:off x="4431743" y="5133163"/>
              <a:ext cx="2239342" cy="157707"/>
            </a:xfrm>
            <a:custGeom>
              <a:avLst/>
              <a:pathLst>
                <a:path w="2239342" h="157707">
                  <a:moveTo>
                    <a:pt x="0" y="0"/>
                  </a:moveTo>
                  <a:lnTo>
                    <a:pt x="143799" y="10127"/>
                  </a:lnTo>
                  <a:lnTo>
                    <a:pt x="270639" y="19060"/>
                  </a:lnTo>
                  <a:lnTo>
                    <a:pt x="384101" y="27050"/>
                  </a:lnTo>
                  <a:lnTo>
                    <a:pt x="486741" y="34279"/>
                  </a:lnTo>
                  <a:lnTo>
                    <a:pt x="580443" y="40878"/>
                  </a:lnTo>
                  <a:lnTo>
                    <a:pt x="666640" y="46948"/>
                  </a:lnTo>
                  <a:lnTo>
                    <a:pt x="746447" y="52569"/>
                  </a:lnTo>
                  <a:lnTo>
                    <a:pt x="820745" y="57801"/>
                  </a:lnTo>
                  <a:lnTo>
                    <a:pt x="890246" y="62696"/>
                  </a:lnTo>
                  <a:lnTo>
                    <a:pt x="955533" y="67294"/>
                  </a:lnTo>
                  <a:lnTo>
                    <a:pt x="1017087" y="71629"/>
                  </a:lnTo>
                  <a:lnTo>
                    <a:pt x="1075311" y="75729"/>
                  </a:lnTo>
                  <a:lnTo>
                    <a:pt x="1130549" y="79620"/>
                  </a:lnTo>
                  <a:lnTo>
                    <a:pt x="1183091" y="83320"/>
                  </a:lnTo>
                  <a:lnTo>
                    <a:pt x="1233188" y="86848"/>
                  </a:lnTo>
                  <a:lnTo>
                    <a:pt x="1281058" y="90219"/>
                  </a:lnTo>
                  <a:lnTo>
                    <a:pt x="1326890" y="93447"/>
                  </a:lnTo>
                  <a:lnTo>
                    <a:pt x="1370851" y="96543"/>
                  </a:lnTo>
                  <a:lnTo>
                    <a:pt x="1413088" y="99518"/>
                  </a:lnTo>
                  <a:lnTo>
                    <a:pt x="1453730" y="102380"/>
                  </a:lnTo>
                  <a:lnTo>
                    <a:pt x="1492895" y="105138"/>
                  </a:lnTo>
                  <a:lnTo>
                    <a:pt x="1530684" y="107799"/>
                  </a:lnTo>
                  <a:lnTo>
                    <a:pt x="1567193" y="110371"/>
                  </a:lnTo>
                  <a:lnTo>
                    <a:pt x="1602504" y="112857"/>
                  </a:lnTo>
                  <a:lnTo>
                    <a:pt x="1636694" y="115265"/>
                  </a:lnTo>
                  <a:lnTo>
                    <a:pt x="1669832" y="117599"/>
                  </a:lnTo>
                  <a:lnTo>
                    <a:pt x="1701980" y="119863"/>
                  </a:lnTo>
                  <a:lnTo>
                    <a:pt x="1733197" y="122062"/>
                  </a:lnTo>
                  <a:lnTo>
                    <a:pt x="1763534" y="124198"/>
                  </a:lnTo>
                  <a:lnTo>
                    <a:pt x="1793040" y="126276"/>
                  </a:lnTo>
                  <a:lnTo>
                    <a:pt x="1821759" y="128299"/>
                  </a:lnTo>
                  <a:lnTo>
                    <a:pt x="1849732" y="130269"/>
                  </a:lnTo>
                  <a:lnTo>
                    <a:pt x="1876996" y="132189"/>
                  </a:lnTo>
                  <a:lnTo>
                    <a:pt x="1903588" y="134062"/>
                  </a:lnTo>
                  <a:lnTo>
                    <a:pt x="1929538" y="135889"/>
                  </a:lnTo>
                  <a:lnTo>
                    <a:pt x="1954878" y="137674"/>
                  </a:lnTo>
                  <a:lnTo>
                    <a:pt x="1979636" y="139417"/>
                  </a:lnTo>
                  <a:lnTo>
                    <a:pt x="2003837" y="141122"/>
                  </a:lnTo>
                  <a:lnTo>
                    <a:pt x="2027506" y="142789"/>
                  </a:lnTo>
                  <a:lnTo>
                    <a:pt x="2050665" y="144420"/>
                  </a:lnTo>
                  <a:lnTo>
                    <a:pt x="2073338" y="146016"/>
                  </a:lnTo>
                  <a:lnTo>
                    <a:pt x="2095543" y="147580"/>
                  </a:lnTo>
                  <a:lnTo>
                    <a:pt x="2117299" y="149112"/>
                  </a:lnTo>
                  <a:lnTo>
                    <a:pt x="2138624" y="150614"/>
                  </a:lnTo>
                  <a:lnTo>
                    <a:pt x="2159535" y="152087"/>
                  </a:lnTo>
                  <a:lnTo>
                    <a:pt x="2180048" y="153532"/>
                  </a:lnTo>
                  <a:lnTo>
                    <a:pt x="2200178" y="154949"/>
                  </a:lnTo>
                  <a:lnTo>
                    <a:pt x="2219938" y="156341"/>
                  </a:lnTo>
                  <a:lnTo>
                    <a:pt x="2239342" y="15770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9" name="pl608"/>
            <p:cNvSpPr/>
            <p:nvPr/>
          </p:nvSpPr>
          <p:spPr>
            <a:xfrm>
              <a:off x="4431743" y="5533985"/>
              <a:ext cx="2239342" cy="32417"/>
            </a:xfrm>
            <a:custGeom>
              <a:avLst/>
              <a:pathLst>
                <a:path w="2239342" h="32417">
                  <a:moveTo>
                    <a:pt x="0" y="32417"/>
                  </a:moveTo>
                  <a:lnTo>
                    <a:pt x="143799" y="30335"/>
                  </a:lnTo>
                  <a:lnTo>
                    <a:pt x="270639" y="28499"/>
                  </a:lnTo>
                  <a:lnTo>
                    <a:pt x="384101" y="26856"/>
                  </a:lnTo>
                  <a:lnTo>
                    <a:pt x="486741" y="25370"/>
                  </a:lnTo>
                  <a:lnTo>
                    <a:pt x="580443" y="24014"/>
                  </a:lnTo>
                  <a:lnTo>
                    <a:pt x="666640" y="22766"/>
                  </a:lnTo>
                  <a:lnTo>
                    <a:pt x="746447" y="21611"/>
                  </a:lnTo>
                  <a:lnTo>
                    <a:pt x="820745" y="20535"/>
                  </a:lnTo>
                  <a:lnTo>
                    <a:pt x="890246" y="19529"/>
                  </a:lnTo>
                  <a:lnTo>
                    <a:pt x="955533" y="18584"/>
                  </a:lnTo>
                  <a:lnTo>
                    <a:pt x="1017087" y="17693"/>
                  </a:lnTo>
                  <a:lnTo>
                    <a:pt x="1075311" y="16850"/>
                  </a:lnTo>
                  <a:lnTo>
                    <a:pt x="1130549" y="16051"/>
                  </a:lnTo>
                  <a:lnTo>
                    <a:pt x="1183091" y="15290"/>
                  </a:lnTo>
                  <a:lnTo>
                    <a:pt x="1233188" y="14565"/>
                  </a:lnTo>
                  <a:lnTo>
                    <a:pt x="1281058" y="13872"/>
                  </a:lnTo>
                  <a:lnTo>
                    <a:pt x="1326890" y="13208"/>
                  </a:lnTo>
                  <a:lnTo>
                    <a:pt x="1370851" y="12572"/>
                  </a:lnTo>
                  <a:lnTo>
                    <a:pt x="1413088" y="11960"/>
                  </a:lnTo>
                  <a:lnTo>
                    <a:pt x="1453730" y="11372"/>
                  </a:lnTo>
                  <a:lnTo>
                    <a:pt x="1492895" y="10805"/>
                  </a:lnTo>
                  <a:lnTo>
                    <a:pt x="1530684" y="10258"/>
                  </a:lnTo>
                  <a:lnTo>
                    <a:pt x="1567193" y="9730"/>
                  </a:lnTo>
                  <a:lnTo>
                    <a:pt x="1602504" y="9218"/>
                  </a:lnTo>
                  <a:lnTo>
                    <a:pt x="1636694" y="8724"/>
                  </a:lnTo>
                  <a:lnTo>
                    <a:pt x="1669832" y="8244"/>
                  </a:lnTo>
                  <a:lnTo>
                    <a:pt x="1701980" y="7778"/>
                  </a:lnTo>
                  <a:lnTo>
                    <a:pt x="1733197" y="7327"/>
                  </a:lnTo>
                  <a:lnTo>
                    <a:pt x="1763534" y="6887"/>
                  </a:lnTo>
                  <a:lnTo>
                    <a:pt x="1793040" y="6460"/>
                  </a:lnTo>
                  <a:lnTo>
                    <a:pt x="1821759" y="6045"/>
                  </a:lnTo>
                  <a:lnTo>
                    <a:pt x="1849732" y="5640"/>
                  </a:lnTo>
                  <a:lnTo>
                    <a:pt x="1876996" y="5245"/>
                  </a:lnTo>
                  <a:lnTo>
                    <a:pt x="1903588" y="4860"/>
                  </a:lnTo>
                  <a:lnTo>
                    <a:pt x="1929538" y="4484"/>
                  </a:lnTo>
                  <a:lnTo>
                    <a:pt x="1954878" y="4117"/>
                  </a:lnTo>
                  <a:lnTo>
                    <a:pt x="1979636" y="3759"/>
                  </a:lnTo>
                  <a:lnTo>
                    <a:pt x="2003837" y="3409"/>
                  </a:lnTo>
                  <a:lnTo>
                    <a:pt x="2027506" y="3066"/>
                  </a:lnTo>
                  <a:lnTo>
                    <a:pt x="2050665" y="2731"/>
                  </a:lnTo>
                  <a:lnTo>
                    <a:pt x="2073338" y="2403"/>
                  </a:lnTo>
                  <a:lnTo>
                    <a:pt x="2095543" y="2081"/>
                  </a:lnTo>
                  <a:lnTo>
                    <a:pt x="2117299" y="1766"/>
                  </a:lnTo>
                  <a:lnTo>
                    <a:pt x="2138624" y="1458"/>
                  </a:lnTo>
                  <a:lnTo>
                    <a:pt x="2159535" y="1155"/>
                  </a:lnTo>
                  <a:lnTo>
                    <a:pt x="2180048" y="858"/>
                  </a:lnTo>
                  <a:lnTo>
                    <a:pt x="2200178" y="566"/>
                  </a:lnTo>
                  <a:lnTo>
                    <a:pt x="2219938" y="280"/>
                  </a:lnTo>
                  <a:lnTo>
                    <a:pt x="223934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0" name="pl609"/>
            <p:cNvSpPr/>
            <p:nvPr/>
          </p:nvSpPr>
          <p:spPr>
            <a:xfrm>
              <a:off x="4431743" y="5315496"/>
              <a:ext cx="2239342" cy="230500"/>
            </a:xfrm>
            <a:custGeom>
              <a:avLst/>
              <a:pathLst>
                <a:path w="2239342" h="230500">
                  <a:moveTo>
                    <a:pt x="0" y="230500"/>
                  </a:moveTo>
                  <a:lnTo>
                    <a:pt x="143799" y="215698"/>
                  </a:lnTo>
                  <a:lnTo>
                    <a:pt x="270639" y="202642"/>
                  </a:lnTo>
                  <a:lnTo>
                    <a:pt x="384101" y="190963"/>
                  </a:lnTo>
                  <a:lnTo>
                    <a:pt x="486741" y="180398"/>
                  </a:lnTo>
                  <a:lnTo>
                    <a:pt x="580443" y="170753"/>
                  </a:lnTo>
                  <a:lnTo>
                    <a:pt x="666640" y="161881"/>
                  </a:lnTo>
                  <a:lnTo>
                    <a:pt x="746447" y="153666"/>
                  </a:lnTo>
                  <a:lnTo>
                    <a:pt x="820745" y="146019"/>
                  </a:lnTo>
                  <a:lnTo>
                    <a:pt x="890246" y="138865"/>
                  </a:lnTo>
                  <a:lnTo>
                    <a:pt x="955533" y="132145"/>
                  </a:lnTo>
                  <a:lnTo>
                    <a:pt x="1017087" y="125809"/>
                  </a:lnTo>
                  <a:lnTo>
                    <a:pt x="1075311" y="119816"/>
                  </a:lnTo>
                  <a:lnTo>
                    <a:pt x="1130549" y="114130"/>
                  </a:lnTo>
                  <a:lnTo>
                    <a:pt x="1183091" y="108722"/>
                  </a:lnTo>
                  <a:lnTo>
                    <a:pt x="1233188" y="103565"/>
                  </a:lnTo>
                  <a:lnTo>
                    <a:pt x="1281058" y="98638"/>
                  </a:lnTo>
                  <a:lnTo>
                    <a:pt x="1326890" y="93920"/>
                  </a:lnTo>
                  <a:lnTo>
                    <a:pt x="1370851" y="89395"/>
                  </a:lnTo>
                  <a:lnTo>
                    <a:pt x="1413088" y="85048"/>
                  </a:lnTo>
                  <a:lnTo>
                    <a:pt x="1453730" y="80864"/>
                  </a:lnTo>
                  <a:lnTo>
                    <a:pt x="1492895" y="76833"/>
                  </a:lnTo>
                  <a:lnTo>
                    <a:pt x="1530684" y="72943"/>
                  </a:lnTo>
                  <a:lnTo>
                    <a:pt x="1567193" y="69185"/>
                  </a:lnTo>
                  <a:lnTo>
                    <a:pt x="1602504" y="65551"/>
                  </a:lnTo>
                  <a:lnTo>
                    <a:pt x="1636694" y="62031"/>
                  </a:lnTo>
                  <a:lnTo>
                    <a:pt x="1669832" y="58620"/>
                  </a:lnTo>
                  <a:lnTo>
                    <a:pt x="1701980" y="55311"/>
                  </a:lnTo>
                  <a:lnTo>
                    <a:pt x="1733197" y="52098"/>
                  </a:lnTo>
                  <a:lnTo>
                    <a:pt x="1763534" y="48975"/>
                  </a:lnTo>
                  <a:lnTo>
                    <a:pt x="1793040" y="45938"/>
                  </a:lnTo>
                  <a:lnTo>
                    <a:pt x="1821759" y="42982"/>
                  </a:lnTo>
                  <a:lnTo>
                    <a:pt x="1849732" y="40103"/>
                  </a:lnTo>
                  <a:lnTo>
                    <a:pt x="1876996" y="37296"/>
                  </a:lnTo>
                  <a:lnTo>
                    <a:pt x="1903588" y="34559"/>
                  </a:lnTo>
                  <a:lnTo>
                    <a:pt x="1929538" y="31888"/>
                  </a:lnTo>
                  <a:lnTo>
                    <a:pt x="1954878" y="29280"/>
                  </a:lnTo>
                  <a:lnTo>
                    <a:pt x="1979636" y="26732"/>
                  </a:lnTo>
                  <a:lnTo>
                    <a:pt x="2003837" y="24241"/>
                  </a:lnTo>
                  <a:lnTo>
                    <a:pt x="2027506" y="21804"/>
                  </a:lnTo>
                  <a:lnTo>
                    <a:pt x="2050665" y="19420"/>
                  </a:lnTo>
                  <a:lnTo>
                    <a:pt x="2073338" y="17087"/>
                  </a:lnTo>
                  <a:lnTo>
                    <a:pt x="2095543" y="14801"/>
                  </a:lnTo>
                  <a:lnTo>
                    <a:pt x="2117299" y="12562"/>
                  </a:lnTo>
                  <a:lnTo>
                    <a:pt x="2138624" y="10367"/>
                  </a:lnTo>
                  <a:lnTo>
                    <a:pt x="2159535" y="8214"/>
                  </a:lnTo>
                  <a:lnTo>
                    <a:pt x="2180048" y="6103"/>
                  </a:lnTo>
                  <a:lnTo>
                    <a:pt x="2200178" y="4031"/>
                  </a:lnTo>
                  <a:lnTo>
                    <a:pt x="2219938" y="1997"/>
                  </a:lnTo>
                  <a:lnTo>
                    <a:pt x="223934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1" name="pl610"/>
            <p:cNvSpPr/>
            <p:nvPr/>
          </p:nvSpPr>
          <p:spPr>
            <a:xfrm>
              <a:off x="4431743" y="5322766"/>
              <a:ext cx="2239342" cy="151976"/>
            </a:xfrm>
            <a:custGeom>
              <a:avLst/>
              <a:pathLst>
                <a:path w="2239342" h="151976">
                  <a:moveTo>
                    <a:pt x="0" y="0"/>
                  </a:moveTo>
                  <a:lnTo>
                    <a:pt x="143799" y="9759"/>
                  </a:lnTo>
                  <a:lnTo>
                    <a:pt x="270639" y="18367"/>
                  </a:lnTo>
                  <a:lnTo>
                    <a:pt x="384101" y="26067"/>
                  </a:lnTo>
                  <a:lnTo>
                    <a:pt x="486741" y="33033"/>
                  </a:lnTo>
                  <a:lnTo>
                    <a:pt x="580443" y="39392"/>
                  </a:lnTo>
                  <a:lnTo>
                    <a:pt x="666640" y="45242"/>
                  </a:lnTo>
                  <a:lnTo>
                    <a:pt x="746447" y="50658"/>
                  </a:lnTo>
                  <a:lnTo>
                    <a:pt x="820745" y="55701"/>
                  </a:lnTo>
                  <a:lnTo>
                    <a:pt x="890246" y="60418"/>
                  </a:lnTo>
                  <a:lnTo>
                    <a:pt x="955533" y="64848"/>
                  </a:lnTo>
                  <a:lnTo>
                    <a:pt x="1017087" y="69026"/>
                  </a:lnTo>
                  <a:lnTo>
                    <a:pt x="1075311" y="72977"/>
                  </a:lnTo>
                  <a:lnTo>
                    <a:pt x="1130549" y="76726"/>
                  </a:lnTo>
                  <a:lnTo>
                    <a:pt x="1183091" y="80292"/>
                  </a:lnTo>
                  <a:lnTo>
                    <a:pt x="1233188" y="83692"/>
                  </a:lnTo>
                  <a:lnTo>
                    <a:pt x="1281058" y="86941"/>
                  </a:lnTo>
                  <a:lnTo>
                    <a:pt x="1326890" y="90051"/>
                  </a:lnTo>
                  <a:lnTo>
                    <a:pt x="1370851" y="93035"/>
                  </a:lnTo>
                  <a:lnTo>
                    <a:pt x="1413088" y="95901"/>
                  </a:lnTo>
                  <a:lnTo>
                    <a:pt x="1453730" y="98659"/>
                  </a:lnTo>
                  <a:lnTo>
                    <a:pt x="1492895" y="101317"/>
                  </a:lnTo>
                  <a:lnTo>
                    <a:pt x="1530684" y="103882"/>
                  </a:lnTo>
                  <a:lnTo>
                    <a:pt x="1567193" y="106360"/>
                  </a:lnTo>
                  <a:lnTo>
                    <a:pt x="1602504" y="108756"/>
                  </a:lnTo>
                  <a:lnTo>
                    <a:pt x="1636694" y="111077"/>
                  </a:lnTo>
                  <a:lnTo>
                    <a:pt x="1669832" y="113326"/>
                  </a:lnTo>
                  <a:lnTo>
                    <a:pt x="1701980" y="115507"/>
                  </a:lnTo>
                  <a:lnTo>
                    <a:pt x="1733197" y="117626"/>
                  </a:lnTo>
                  <a:lnTo>
                    <a:pt x="1763534" y="119685"/>
                  </a:lnTo>
                  <a:lnTo>
                    <a:pt x="1793040" y="121687"/>
                  </a:lnTo>
                  <a:lnTo>
                    <a:pt x="1821759" y="123636"/>
                  </a:lnTo>
                  <a:lnTo>
                    <a:pt x="1849732" y="125535"/>
                  </a:lnTo>
                  <a:lnTo>
                    <a:pt x="1876996" y="127385"/>
                  </a:lnTo>
                  <a:lnTo>
                    <a:pt x="1903588" y="129190"/>
                  </a:lnTo>
                  <a:lnTo>
                    <a:pt x="1929538" y="130951"/>
                  </a:lnTo>
                  <a:lnTo>
                    <a:pt x="1954878" y="132671"/>
                  </a:lnTo>
                  <a:lnTo>
                    <a:pt x="1979636" y="134351"/>
                  </a:lnTo>
                  <a:lnTo>
                    <a:pt x="2003837" y="135993"/>
                  </a:lnTo>
                  <a:lnTo>
                    <a:pt x="2027506" y="137600"/>
                  </a:lnTo>
                  <a:lnTo>
                    <a:pt x="2050665" y="139171"/>
                  </a:lnTo>
                  <a:lnTo>
                    <a:pt x="2073338" y="140710"/>
                  </a:lnTo>
                  <a:lnTo>
                    <a:pt x="2095543" y="142217"/>
                  </a:lnTo>
                  <a:lnTo>
                    <a:pt x="2117299" y="143694"/>
                  </a:lnTo>
                  <a:lnTo>
                    <a:pt x="2138624" y="145141"/>
                  </a:lnTo>
                  <a:lnTo>
                    <a:pt x="2159535" y="146560"/>
                  </a:lnTo>
                  <a:lnTo>
                    <a:pt x="2180048" y="147952"/>
                  </a:lnTo>
                  <a:lnTo>
                    <a:pt x="2200178" y="149318"/>
                  </a:lnTo>
                  <a:lnTo>
                    <a:pt x="2219938" y="150659"/>
                  </a:lnTo>
                  <a:lnTo>
                    <a:pt x="2239342" y="15197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4262502" y="4793818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13" name="pl612"/>
            <p:cNvSpPr/>
            <p:nvPr/>
          </p:nvSpPr>
          <p:spPr>
            <a:xfrm>
              <a:off x="4262502" y="4793818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4234034" y="57611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4234034" y="55560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5"/>
            <p:cNvSpPr/>
            <p:nvPr/>
          </p:nvSpPr>
          <p:spPr>
            <a:xfrm>
              <a:off x="4234034" y="53509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6"/>
            <p:cNvSpPr/>
            <p:nvPr/>
          </p:nvSpPr>
          <p:spPr>
            <a:xfrm>
              <a:off x="4234034" y="51458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4234034" y="494071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8"/>
            <p:cNvSpPr/>
            <p:nvPr/>
          </p:nvSpPr>
          <p:spPr>
            <a:xfrm>
              <a:off x="4262502" y="5822922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19"/>
            <p:cNvSpPr/>
            <p:nvPr/>
          </p:nvSpPr>
          <p:spPr>
            <a:xfrm>
              <a:off x="4431743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5178190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1"/>
            <p:cNvSpPr/>
            <p:nvPr/>
          </p:nvSpPr>
          <p:spPr>
            <a:xfrm>
              <a:off x="5924638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2"/>
            <p:cNvSpPr/>
            <p:nvPr/>
          </p:nvSpPr>
          <p:spPr>
            <a:xfrm>
              <a:off x="6671085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tx623"/>
            <p:cNvSpPr/>
            <p:nvPr/>
          </p:nvSpPr>
          <p:spPr>
            <a:xfrm>
              <a:off x="4403488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5149935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5896383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6642830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5267981" y="6031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4262502" y="4617278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30" name="rc629"/>
            <p:cNvSpPr/>
            <p:nvPr/>
          </p:nvSpPr>
          <p:spPr>
            <a:xfrm>
              <a:off x="3040259" y="6256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tx630"/>
            <p:cNvSpPr/>
            <p:nvPr/>
          </p:nvSpPr>
          <p:spPr>
            <a:xfrm>
              <a:off x="3905716" y="6269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3040259" y="6421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3102186" y="6483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l633"/>
            <p:cNvSpPr/>
            <p:nvPr/>
          </p:nvSpPr>
          <p:spPr>
            <a:xfrm>
              <a:off x="3058259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rc634"/>
            <p:cNvSpPr/>
            <p:nvPr/>
          </p:nvSpPr>
          <p:spPr>
            <a:xfrm>
              <a:off x="3040259" y="6658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3102186" y="6720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l636"/>
            <p:cNvSpPr/>
            <p:nvPr/>
          </p:nvSpPr>
          <p:spPr>
            <a:xfrm>
              <a:off x="3058259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3492140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3554067" y="6483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l639"/>
            <p:cNvSpPr/>
            <p:nvPr/>
          </p:nvSpPr>
          <p:spPr>
            <a:xfrm>
              <a:off x="3510140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rc640"/>
            <p:cNvSpPr/>
            <p:nvPr/>
          </p:nvSpPr>
          <p:spPr>
            <a:xfrm>
              <a:off x="3492140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3554067" y="6720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3510140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3938352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000279" y="6483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3956352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rc646"/>
            <p:cNvSpPr/>
            <p:nvPr/>
          </p:nvSpPr>
          <p:spPr>
            <a:xfrm>
              <a:off x="3938352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4000279" y="6720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3956352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4373317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4435244" y="6483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391317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rc652"/>
            <p:cNvSpPr/>
            <p:nvPr/>
          </p:nvSpPr>
          <p:spPr>
            <a:xfrm>
              <a:off x="4373317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4435244" y="6720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4391317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rc655"/>
            <p:cNvSpPr/>
            <p:nvPr/>
          </p:nvSpPr>
          <p:spPr>
            <a:xfrm>
              <a:off x="4819529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4881456" y="6483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4837529" y="6511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rc658"/>
            <p:cNvSpPr/>
            <p:nvPr/>
          </p:nvSpPr>
          <p:spPr>
            <a:xfrm>
              <a:off x="4819529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4881456" y="6720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l660"/>
            <p:cNvSpPr/>
            <p:nvPr/>
          </p:nvSpPr>
          <p:spPr>
            <a:xfrm>
              <a:off x="4837529" y="6748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tx661"/>
            <p:cNvSpPr/>
            <p:nvPr/>
          </p:nvSpPr>
          <p:spPr>
            <a:xfrm>
              <a:off x="3277195" y="6474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3277195" y="6711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64" name="tx663"/>
            <p:cNvSpPr/>
            <p:nvPr/>
          </p:nvSpPr>
          <p:spPr>
            <a:xfrm>
              <a:off x="3729077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65" name="tx664"/>
            <p:cNvSpPr/>
            <p:nvPr/>
          </p:nvSpPr>
          <p:spPr>
            <a:xfrm>
              <a:off x="3729077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66" name="tx665"/>
            <p:cNvSpPr/>
            <p:nvPr/>
          </p:nvSpPr>
          <p:spPr>
            <a:xfrm>
              <a:off x="4175289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67" name="tx666"/>
            <p:cNvSpPr/>
            <p:nvPr/>
          </p:nvSpPr>
          <p:spPr>
            <a:xfrm>
              <a:off x="4175289" y="6711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8" name="tx667"/>
            <p:cNvSpPr/>
            <p:nvPr/>
          </p:nvSpPr>
          <p:spPr>
            <a:xfrm>
              <a:off x="4610254" y="6474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9" name="tx668"/>
            <p:cNvSpPr/>
            <p:nvPr/>
          </p:nvSpPr>
          <p:spPr>
            <a:xfrm>
              <a:off x="4610254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70" name="tx669"/>
            <p:cNvSpPr/>
            <p:nvPr/>
          </p:nvSpPr>
          <p:spPr>
            <a:xfrm>
              <a:off x="5056466" y="6474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71" name="tx670"/>
            <p:cNvSpPr/>
            <p:nvPr/>
          </p:nvSpPr>
          <p:spPr>
            <a:xfrm>
              <a:off x="5056466" y="6711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2026-07-20T11:03:41Z</dcterms:modified>
  <cp:category/>
</cp:coreProperties>
</file>