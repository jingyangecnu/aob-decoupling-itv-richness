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90767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055778" y="952357"/>
              <a:ext cx="2928011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762189"/>
              <a:ext cx="3090767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055778" y="2762189"/>
              <a:ext cx="2928011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572020"/>
              <a:ext cx="3090767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055778" y="4572020"/>
              <a:ext cx="2928011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42663" y="1185068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44945" y="242652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46848" y="235189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23557" y="246444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51293" y="246125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61546" y="24890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20391" y="233128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94225" y="224349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08013" y="244405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35204" y="252049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07877" y="230951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41440" y="252952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22645" y="246201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56215" y="18209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79655" y="23764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19183" y="245549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22251" y="252352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12247" y="255099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95369" y="23676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84487" y="168756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78544" y="18859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75526" y="254093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34127" y="23254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15956" y="226582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73461" y="227612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96917" y="24480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93818" y="238445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91190" y="187743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33047" y="202241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996435" y="248644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42732" y="22555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80394" y="249978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38087" y="259559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89176" y="232542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13586" y="247529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45686" y="15043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98368" y="25237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50867" y="215936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56362" y="180568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81385" y="122511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84327" y="20530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03265" y="22289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75457" y="208035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37676" y="220146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74184" y="23628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84600" y="227062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94598" y="22551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22504" y="236142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60767" y="235024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04630" y="236867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16326" y="236625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13603" y="232019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79269" y="246595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69176" y="207319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95421" y="209233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39348" y="232256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25699" y="224247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30551" y="214815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66819" y="191023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53688" y="198066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64145" y="183625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53353" y="208131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31060" y="20122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98254" y="243249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41284" y="226039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765227" y="216287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17829" y="222718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74564" y="195535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32272" y="21966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83201" y="205522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15529" y="193855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55663" y="21138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33826" y="208209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01156" y="2242219"/>
              <a:ext cx="2334585" cy="235886"/>
            </a:xfrm>
            <a:custGeom>
              <a:avLst/>
              <a:pathLst>
                <a:path w="2334585" h="235886">
                  <a:moveTo>
                    <a:pt x="0" y="235886"/>
                  </a:moveTo>
                  <a:lnTo>
                    <a:pt x="149915" y="220739"/>
                  </a:lnTo>
                  <a:lnTo>
                    <a:pt x="282150" y="207378"/>
                  </a:lnTo>
                  <a:lnTo>
                    <a:pt x="400438" y="195426"/>
                  </a:lnTo>
                  <a:lnTo>
                    <a:pt x="507442" y="184614"/>
                  </a:lnTo>
                  <a:lnTo>
                    <a:pt x="605130" y="174744"/>
                  </a:lnTo>
                  <a:lnTo>
                    <a:pt x="694994" y="165664"/>
                  </a:lnTo>
                  <a:lnTo>
                    <a:pt x="778195" y="157257"/>
                  </a:lnTo>
                  <a:lnTo>
                    <a:pt x="855653" y="149431"/>
                  </a:lnTo>
                  <a:lnTo>
                    <a:pt x="928110" y="142110"/>
                  </a:lnTo>
                  <a:lnTo>
                    <a:pt x="996173" y="135233"/>
                  </a:lnTo>
                  <a:lnTo>
                    <a:pt x="1060345" y="128749"/>
                  </a:lnTo>
                  <a:lnTo>
                    <a:pt x="1121046" y="122616"/>
                  </a:lnTo>
                  <a:lnTo>
                    <a:pt x="1178633" y="116797"/>
                  </a:lnTo>
                  <a:lnTo>
                    <a:pt x="1233409" y="111262"/>
                  </a:lnTo>
                  <a:lnTo>
                    <a:pt x="1285637" y="105985"/>
                  </a:lnTo>
                  <a:lnTo>
                    <a:pt x="1335543" y="100943"/>
                  </a:lnTo>
                  <a:lnTo>
                    <a:pt x="1383325" y="96115"/>
                  </a:lnTo>
                  <a:lnTo>
                    <a:pt x="1429156" y="91484"/>
                  </a:lnTo>
                  <a:lnTo>
                    <a:pt x="1473189" y="87035"/>
                  </a:lnTo>
                  <a:lnTo>
                    <a:pt x="1515560" y="82754"/>
                  </a:lnTo>
                  <a:lnTo>
                    <a:pt x="1556390" y="78628"/>
                  </a:lnTo>
                  <a:lnTo>
                    <a:pt x="1595786" y="74648"/>
                  </a:lnTo>
                  <a:lnTo>
                    <a:pt x="1633848" y="70802"/>
                  </a:lnTo>
                  <a:lnTo>
                    <a:pt x="1670661" y="67082"/>
                  </a:lnTo>
                  <a:lnTo>
                    <a:pt x="1706305" y="63481"/>
                  </a:lnTo>
                  <a:lnTo>
                    <a:pt x="1740852" y="59990"/>
                  </a:lnTo>
                  <a:lnTo>
                    <a:pt x="1774368" y="56604"/>
                  </a:lnTo>
                  <a:lnTo>
                    <a:pt x="1806912" y="53316"/>
                  </a:lnTo>
                  <a:lnTo>
                    <a:pt x="1838540" y="50120"/>
                  </a:lnTo>
                  <a:lnTo>
                    <a:pt x="1869301" y="47012"/>
                  </a:lnTo>
                  <a:lnTo>
                    <a:pt x="1899241" y="43987"/>
                  </a:lnTo>
                  <a:lnTo>
                    <a:pt x="1928404" y="41040"/>
                  </a:lnTo>
                  <a:lnTo>
                    <a:pt x="1956828" y="38168"/>
                  </a:lnTo>
                  <a:lnTo>
                    <a:pt x="1984550" y="35367"/>
                  </a:lnTo>
                  <a:lnTo>
                    <a:pt x="2011604" y="32633"/>
                  </a:lnTo>
                  <a:lnTo>
                    <a:pt x="2038022" y="29964"/>
                  </a:lnTo>
                  <a:lnTo>
                    <a:pt x="2063832" y="27356"/>
                  </a:lnTo>
                  <a:lnTo>
                    <a:pt x="2089063" y="24807"/>
                  </a:lnTo>
                  <a:lnTo>
                    <a:pt x="2113738" y="22314"/>
                  </a:lnTo>
                  <a:lnTo>
                    <a:pt x="2137883" y="19874"/>
                  </a:lnTo>
                  <a:lnTo>
                    <a:pt x="2161520" y="17486"/>
                  </a:lnTo>
                  <a:lnTo>
                    <a:pt x="2184669" y="15147"/>
                  </a:lnTo>
                  <a:lnTo>
                    <a:pt x="2207351" y="12855"/>
                  </a:lnTo>
                  <a:lnTo>
                    <a:pt x="2229583" y="10609"/>
                  </a:lnTo>
                  <a:lnTo>
                    <a:pt x="2251384" y="8406"/>
                  </a:lnTo>
                  <a:lnTo>
                    <a:pt x="2272769" y="6245"/>
                  </a:lnTo>
                  <a:lnTo>
                    <a:pt x="2293755" y="4125"/>
                  </a:lnTo>
                  <a:lnTo>
                    <a:pt x="2314355" y="2043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01156" y="2178314"/>
              <a:ext cx="2334585" cy="337481"/>
            </a:xfrm>
            <a:custGeom>
              <a:avLst/>
              <a:pathLst>
                <a:path w="2334585" h="337481">
                  <a:moveTo>
                    <a:pt x="0" y="337481"/>
                  </a:moveTo>
                  <a:lnTo>
                    <a:pt x="149915" y="315809"/>
                  </a:lnTo>
                  <a:lnTo>
                    <a:pt x="282150" y="296694"/>
                  </a:lnTo>
                  <a:lnTo>
                    <a:pt x="400438" y="279594"/>
                  </a:lnTo>
                  <a:lnTo>
                    <a:pt x="507442" y="264126"/>
                  </a:lnTo>
                  <a:lnTo>
                    <a:pt x="605130" y="250005"/>
                  </a:lnTo>
                  <a:lnTo>
                    <a:pt x="694994" y="237014"/>
                  </a:lnTo>
                  <a:lnTo>
                    <a:pt x="778195" y="224987"/>
                  </a:lnTo>
                  <a:lnTo>
                    <a:pt x="855653" y="213790"/>
                  </a:lnTo>
                  <a:lnTo>
                    <a:pt x="928110" y="203316"/>
                  </a:lnTo>
                  <a:lnTo>
                    <a:pt x="996173" y="193477"/>
                  </a:lnTo>
                  <a:lnTo>
                    <a:pt x="1060345" y="184200"/>
                  </a:lnTo>
                  <a:lnTo>
                    <a:pt x="1121046" y="175425"/>
                  </a:lnTo>
                  <a:lnTo>
                    <a:pt x="1178633" y="167101"/>
                  </a:lnTo>
                  <a:lnTo>
                    <a:pt x="1233409" y="159182"/>
                  </a:lnTo>
                  <a:lnTo>
                    <a:pt x="1285637" y="151632"/>
                  </a:lnTo>
                  <a:lnTo>
                    <a:pt x="1335543" y="144418"/>
                  </a:lnTo>
                  <a:lnTo>
                    <a:pt x="1383325" y="137511"/>
                  </a:lnTo>
                  <a:lnTo>
                    <a:pt x="1429156" y="130886"/>
                  </a:lnTo>
                  <a:lnTo>
                    <a:pt x="1473189" y="124520"/>
                  </a:lnTo>
                  <a:lnTo>
                    <a:pt x="1515560" y="118395"/>
                  </a:lnTo>
                  <a:lnTo>
                    <a:pt x="1556390" y="112493"/>
                  </a:lnTo>
                  <a:lnTo>
                    <a:pt x="1595786" y="106798"/>
                  </a:lnTo>
                  <a:lnTo>
                    <a:pt x="1633848" y="101296"/>
                  </a:lnTo>
                  <a:lnTo>
                    <a:pt x="1670661" y="95974"/>
                  </a:lnTo>
                  <a:lnTo>
                    <a:pt x="1706305" y="90822"/>
                  </a:lnTo>
                  <a:lnTo>
                    <a:pt x="1740852" y="85828"/>
                  </a:lnTo>
                  <a:lnTo>
                    <a:pt x="1774368" y="80983"/>
                  </a:lnTo>
                  <a:lnTo>
                    <a:pt x="1806912" y="76278"/>
                  </a:lnTo>
                  <a:lnTo>
                    <a:pt x="1838540" y="71706"/>
                  </a:lnTo>
                  <a:lnTo>
                    <a:pt x="1869301" y="67260"/>
                  </a:lnTo>
                  <a:lnTo>
                    <a:pt x="1899241" y="62932"/>
                  </a:lnTo>
                  <a:lnTo>
                    <a:pt x="1928404" y="58716"/>
                  </a:lnTo>
                  <a:lnTo>
                    <a:pt x="1956828" y="54607"/>
                  </a:lnTo>
                  <a:lnTo>
                    <a:pt x="1984550" y="50599"/>
                  </a:lnTo>
                  <a:lnTo>
                    <a:pt x="2011604" y="46689"/>
                  </a:lnTo>
                  <a:lnTo>
                    <a:pt x="2038022" y="42870"/>
                  </a:lnTo>
                  <a:lnTo>
                    <a:pt x="2063832" y="39139"/>
                  </a:lnTo>
                  <a:lnTo>
                    <a:pt x="2089063" y="35491"/>
                  </a:lnTo>
                  <a:lnTo>
                    <a:pt x="2113738" y="31924"/>
                  </a:lnTo>
                  <a:lnTo>
                    <a:pt x="2137883" y="28434"/>
                  </a:lnTo>
                  <a:lnTo>
                    <a:pt x="2161520" y="25017"/>
                  </a:lnTo>
                  <a:lnTo>
                    <a:pt x="2184669" y="21671"/>
                  </a:lnTo>
                  <a:lnTo>
                    <a:pt x="2207351" y="18392"/>
                  </a:lnTo>
                  <a:lnTo>
                    <a:pt x="2229583" y="15178"/>
                  </a:lnTo>
                  <a:lnTo>
                    <a:pt x="2251384" y="12027"/>
                  </a:lnTo>
                  <a:lnTo>
                    <a:pt x="2272769" y="8935"/>
                  </a:lnTo>
                  <a:lnTo>
                    <a:pt x="2293755" y="5902"/>
                  </a:lnTo>
                  <a:lnTo>
                    <a:pt x="2314355" y="2924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01156" y="2399275"/>
              <a:ext cx="2334585" cy="118993"/>
            </a:xfrm>
            <a:custGeom>
              <a:avLst/>
              <a:pathLst>
                <a:path w="2334585" h="118993">
                  <a:moveTo>
                    <a:pt x="0" y="118993"/>
                  </a:moveTo>
                  <a:lnTo>
                    <a:pt x="149915" y="111351"/>
                  </a:lnTo>
                  <a:lnTo>
                    <a:pt x="282150" y="104612"/>
                  </a:lnTo>
                  <a:lnTo>
                    <a:pt x="400438" y="98582"/>
                  </a:lnTo>
                  <a:lnTo>
                    <a:pt x="507442" y="93128"/>
                  </a:lnTo>
                  <a:lnTo>
                    <a:pt x="605130" y="88149"/>
                  </a:lnTo>
                  <a:lnTo>
                    <a:pt x="694994" y="83569"/>
                  </a:lnTo>
                  <a:lnTo>
                    <a:pt x="778195" y="79328"/>
                  </a:lnTo>
                  <a:lnTo>
                    <a:pt x="855653" y="75380"/>
                  </a:lnTo>
                  <a:lnTo>
                    <a:pt x="928110" y="71687"/>
                  </a:lnTo>
                  <a:lnTo>
                    <a:pt x="996173" y="68218"/>
                  </a:lnTo>
                  <a:lnTo>
                    <a:pt x="1060345" y="64947"/>
                  </a:lnTo>
                  <a:lnTo>
                    <a:pt x="1121046" y="61853"/>
                  </a:lnTo>
                  <a:lnTo>
                    <a:pt x="1178633" y="58918"/>
                  </a:lnTo>
                  <a:lnTo>
                    <a:pt x="1233409" y="56126"/>
                  </a:lnTo>
                  <a:lnTo>
                    <a:pt x="1285637" y="53464"/>
                  </a:lnTo>
                  <a:lnTo>
                    <a:pt x="1335543" y="50920"/>
                  </a:lnTo>
                  <a:lnTo>
                    <a:pt x="1383325" y="48485"/>
                  </a:lnTo>
                  <a:lnTo>
                    <a:pt x="1429156" y="46149"/>
                  </a:lnTo>
                  <a:lnTo>
                    <a:pt x="1473189" y="43905"/>
                  </a:lnTo>
                  <a:lnTo>
                    <a:pt x="1515560" y="41745"/>
                  </a:lnTo>
                  <a:lnTo>
                    <a:pt x="1556390" y="39664"/>
                  </a:lnTo>
                  <a:lnTo>
                    <a:pt x="1595786" y="37656"/>
                  </a:lnTo>
                  <a:lnTo>
                    <a:pt x="1633848" y="35716"/>
                  </a:lnTo>
                  <a:lnTo>
                    <a:pt x="1670661" y="33840"/>
                  </a:lnTo>
                  <a:lnTo>
                    <a:pt x="1706305" y="32023"/>
                  </a:lnTo>
                  <a:lnTo>
                    <a:pt x="1740852" y="30262"/>
                  </a:lnTo>
                  <a:lnTo>
                    <a:pt x="1774368" y="28554"/>
                  </a:lnTo>
                  <a:lnTo>
                    <a:pt x="1806912" y="26895"/>
                  </a:lnTo>
                  <a:lnTo>
                    <a:pt x="1838540" y="25283"/>
                  </a:lnTo>
                  <a:lnTo>
                    <a:pt x="1869301" y="23715"/>
                  </a:lnTo>
                  <a:lnTo>
                    <a:pt x="1899241" y="22189"/>
                  </a:lnTo>
                  <a:lnTo>
                    <a:pt x="1928404" y="20702"/>
                  </a:lnTo>
                  <a:lnTo>
                    <a:pt x="1956828" y="19254"/>
                  </a:lnTo>
                  <a:lnTo>
                    <a:pt x="1984550" y="17841"/>
                  </a:lnTo>
                  <a:lnTo>
                    <a:pt x="2011604" y="16462"/>
                  </a:lnTo>
                  <a:lnTo>
                    <a:pt x="2038022" y="15115"/>
                  </a:lnTo>
                  <a:lnTo>
                    <a:pt x="2063832" y="13800"/>
                  </a:lnTo>
                  <a:lnTo>
                    <a:pt x="2089063" y="12514"/>
                  </a:lnTo>
                  <a:lnTo>
                    <a:pt x="2113738" y="11256"/>
                  </a:lnTo>
                  <a:lnTo>
                    <a:pt x="2137883" y="10025"/>
                  </a:lnTo>
                  <a:lnTo>
                    <a:pt x="2161520" y="8821"/>
                  </a:lnTo>
                  <a:lnTo>
                    <a:pt x="2184669" y="7641"/>
                  </a:lnTo>
                  <a:lnTo>
                    <a:pt x="2207351" y="6485"/>
                  </a:lnTo>
                  <a:lnTo>
                    <a:pt x="2229583" y="5351"/>
                  </a:lnTo>
                  <a:lnTo>
                    <a:pt x="2251384" y="4240"/>
                  </a:lnTo>
                  <a:lnTo>
                    <a:pt x="2272769" y="3150"/>
                  </a:lnTo>
                  <a:lnTo>
                    <a:pt x="2293755" y="2081"/>
                  </a:lnTo>
                  <a:lnTo>
                    <a:pt x="2314355" y="1031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01156" y="2000986"/>
              <a:ext cx="2334585" cy="337359"/>
            </a:xfrm>
            <a:custGeom>
              <a:avLst/>
              <a:pathLst>
                <a:path w="2334585" h="337359">
                  <a:moveTo>
                    <a:pt x="0" y="337359"/>
                  </a:moveTo>
                  <a:lnTo>
                    <a:pt x="149915" y="315695"/>
                  </a:lnTo>
                  <a:lnTo>
                    <a:pt x="282150" y="296587"/>
                  </a:lnTo>
                  <a:lnTo>
                    <a:pt x="400438" y="279494"/>
                  </a:lnTo>
                  <a:lnTo>
                    <a:pt x="507442" y="264031"/>
                  </a:lnTo>
                  <a:lnTo>
                    <a:pt x="605130" y="249915"/>
                  </a:lnTo>
                  <a:lnTo>
                    <a:pt x="694994" y="236929"/>
                  </a:lnTo>
                  <a:lnTo>
                    <a:pt x="778195" y="224906"/>
                  </a:lnTo>
                  <a:lnTo>
                    <a:pt x="855653" y="213713"/>
                  </a:lnTo>
                  <a:lnTo>
                    <a:pt x="928110" y="203242"/>
                  </a:lnTo>
                  <a:lnTo>
                    <a:pt x="996173" y="193407"/>
                  </a:lnTo>
                  <a:lnTo>
                    <a:pt x="1060345" y="184134"/>
                  </a:lnTo>
                  <a:lnTo>
                    <a:pt x="1121046" y="175362"/>
                  </a:lnTo>
                  <a:lnTo>
                    <a:pt x="1178633" y="167040"/>
                  </a:lnTo>
                  <a:lnTo>
                    <a:pt x="1233409" y="159125"/>
                  </a:lnTo>
                  <a:lnTo>
                    <a:pt x="1285637" y="151578"/>
                  </a:lnTo>
                  <a:lnTo>
                    <a:pt x="1335543" y="144366"/>
                  </a:lnTo>
                  <a:lnTo>
                    <a:pt x="1383325" y="137461"/>
                  </a:lnTo>
                  <a:lnTo>
                    <a:pt x="1429156" y="130839"/>
                  </a:lnTo>
                  <a:lnTo>
                    <a:pt x="1473189" y="124476"/>
                  </a:lnTo>
                  <a:lnTo>
                    <a:pt x="1515560" y="118353"/>
                  </a:lnTo>
                  <a:lnTo>
                    <a:pt x="1556390" y="112453"/>
                  </a:lnTo>
                  <a:lnTo>
                    <a:pt x="1595786" y="106760"/>
                  </a:lnTo>
                  <a:lnTo>
                    <a:pt x="1633848" y="101260"/>
                  </a:lnTo>
                  <a:lnTo>
                    <a:pt x="1670661" y="95940"/>
                  </a:lnTo>
                  <a:lnTo>
                    <a:pt x="1706305" y="90789"/>
                  </a:lnTo>
                  <a:lnTo>
                    <a:pt x="1740852" y="85797"/>
                  </a:lnTo>
                  <a:lnTo>
                    <a:pt x="1774368" y="80954"/>
                  </a:lnTo>
                  <a:lnTo>
                    <a:pt x="1806912" y="76251"/>
                  </a:lnTo>
                  <a:lnTo>
                    <a:pt x="1838540" y="71680"/>
                  </a:lnTo>
                  <a:lnTo>
                    <a:pt x="1869301" y="67235"/>
                  </a:lnTo>
                  <a:lnTo>
                    <a:pt x="1899241" y="62909"/>
                  </a:lnTo>
                  <a:lnTo>
                    <a:pt x="1928404" y="58695"/>
                  </a:lnTo>
                  <a:lnTo>
                    <a:pt x="1956828" y="54587"/>
                  </a:lnTo>
                  <a:lnTo>
                    <a:pt x="1984550" y="50581"/>
                  </a:lnTo>
                  <a:lnTo>
                    <a:pt x="2011604" y="46672"/>
                  </a:lnTo>
                  <a:lnTo>
                    <a:pt x="2038022" y="42854"/>
                  </a:lnTo>
                  <a:lnTo>
                    <a:pt x="2063832" y="39125"/>
                  </a:lnTo>
                  <a:lnTo>
                    <a:pt x="2089063" y="35479"/>
                  </a:lnTo>
                  <a:lnTo>
                    <a:pt x="2113738" y="31913"/>
                  </a:lnTo>
                  <a:lnTo>
                    <a:pt x="2137883" y="28424"/>
                  </a:lnTo>
                  <a:lnTo>
                    <a:pt x="2161520" y="25008"/>
                  </a:lnTo>
                  <a:lnTo>
                    <a:pt x="2184669" y="21663"/>
                  </a:lnTo>
                  <a:lnTo>
                    <a:pt x="2207351" y="18385"/>
                  </a:lnTo>
                  <a:lnTo>
                    <a:pt x="2229583" y="15173"/>
                  </a:lnTo>
                  <a:lnTo>
                    <a:pt x="2251384" y="12022"/>
                  </a:lnTo>
                  <a:lnTo>
                    <a:pt x="2272769" y="8932"/>
                  </a:lnTo>
                  <a:lnTo>
                    <a:pt x="2293755" y="5900"/>
                  </a:lnTo>
                  <a:lnTo>
                    <a:pt x="2314355" y="2923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01156" y="2225817"/>
              <a:ext cx="2334585" cy="298721"/>
            </a:xfrm>
            <a:custGeom>
              <a:avLst/>
              <a:pathLst>
                <a:path w="2334585" h="298721">
                  <a:moveTo>
                    <a:pt x="0" y="298721"/>
                  </a:moveTo>
                  <a:lnTo>
                    <a:pt x="149915" y="279538"/>
                  </a:lnTo>
                  <a:lnTo>
                    <a:pt x="282150" y="262618"/>
                  </a:lnTo>
                  <a:lnTo>
                    <a:pt x="400438" y="247483"/>
                  </a:lnTo>
                  <a:lnTo>
                    <a:pt x="507442" y="233791"/>
                  </a:lnTo>
                  <a:lnTo>
                    <a:pt x="605130" y="221291"/>
                  </a:lnTo>
                  <a:lnTo>
                    <a:pt x="694994" y="209793"/>
                  </a:lnTo>
                  <a:lnTo>
                    <a:pt x="778195" y="199147"/>
                  </a:lnTo>
                  <a:lnTo>
                    <a:pt x="855653" y="189236"/>
                  </a:lnTo>
                  <a:lnTo>
                    <a:pt x="928110" y="179965"/>
                  </a:lnTo>
                  <a:lnTo>
                    <a:pt x="996173" y="171256"/>
                  </a:lnTo>
                  <a:lnTo>
                    <a:pt x="1060345" y="163044"/>
                  </a:lnTo>
                  <a:lnTo>
                    <a:pt x="1121046" y="155277"/>
                  </a:lnTo>
                  <a:lnTo>
                    <a:pt x="1178633" y="147909"/>
                  </a:lnTo>
                  <a:lnTo>
                    <a:pt x="1233409" y="140900"/>
                  </a:lnTo>
                  <a:lnTo>
                    <a:pt x="1285637" y="134217"/>
                  </a:lnTo>
                  <a:lnTo>
                    <a:pt x="1335543" y="127832"/>
                  </a:lnTo>
                  <a:lnTo>
                    <a:pt x="1383325" y="121718"/>
                  </a:lnTo>
                  <a:lnTo>
                    <a:pt x="1429156" y="115853"/>
                  </a:lnTo>
                  <a:lnTo>
                    <a:pt x="1473189" y="110219"/>
                  </a:lnTo>
                  <a:lnTo>
                    <a:pt x="1515560" y="104798"/>
                  </a:lnTo>
                  <a:lnTo>
                    <a:pt x="1556390" y="99573"/>
                  </a:lnTo>
                  <a:lnTo>
                    <a:pt x="1595786" y="94532"/>
                  </a:lnTo>
                  <a:lnTo>
                    <a:pt x="1633848" y="89662"/>
                  </a:lnTo>
                  <a:lnTo>
                    <a:pt x="1670661" y="84952"/>
                  </a:lnTo>
                  <a:lnTo>
                    <a:pt x="1706305" y="80391"/>
                  </a:lnTo>
                  <a:lnTo>
                    <a:pt x="1740852" y="75970"/>
                  </a:lnTo>
                  <a:lnTo>
                    <a:pt x="1774368" y="71682"/>
                  </a:lnTo>
                  <a:lnTo>
                    <a:pt x="1806912" y="67518"/>
                  </a:lnTo>
                  <a:lnTo>
                    <a:pt x="1838540" y="63471"/>
                  </a:lnTo>
                  <a:lnTo>
                    <a:pt x="1869301" y="59535"/>
                  </a:lnTo>
                  <a:lnTo>
                    <a:pt x="1899241" y="55704"/>
                  </a:lnTo>
                  <a:lnTo>
                    <a:pt x="1928404" y="51972"/>
                  </a:lnTo>
                  <a:lnTo>
                    <a:pt x="1956828" y="48335"/>
                  </a:lnTo>
                  <a:lnTo>
                    <a:pt x="1984550" y="44788"/>
                  </a:lnTo>
                  <a:lnTo>
                    <a:pt x="2011604" y="41326"/>
                  </a:lnTo>
                  <a:lnTo>
                    <a:pt x="2038022" y="37946"/>
                  </a:lnTo>
                  <a:lnTo>
                    <a:pt x="2063832" y="34644"/>
                  </a:lnTo>
                  <a:lnTo>
                    <a:pt x="2089063" y="31415"/>
                  </a:lnTo>
                  <a:lnTo>
                    <a:pt x="2113738" y="28258"/>
                  </a:lnTo>
                  <a:lnTo>
                    <a:pt x="2137883" y="25168"/>
                  </a:lnTo>
                  <a:lnTo>
                    <a:pt x="2161520" y="22144"/>
                  </a:lnTo>
                  <a:lnTo>
                    <a:pt x="2184669" y="19182"/>
                  </a:lnTo>
                  <a:lnTo>
                    <a:pt x="2207351" y="16280"/>
                  </a:lnTo>
                  <a:lnTo>
                    <a:pt x="2229583" y="13435"/>
                  </a:lnTo>
                  <a:lnTo>
                    <a:pt x="2251384" y="10645"/>
                  </a:lnTo>
                  <a:lnTo>
                    <a:pt x="2272769" y="7909"/>
                  </a:lnTo>
                  <a:lnTo>
                    <a:pt x="2293755" y="5224"/>
                  </a:lnTo>
                  <a:lnTo>
                    <a:pt x="2314355" y="2588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01156" y="1936565"/>
              <a:ext cx="2334585" cy="144652"/>
            </a:xfrm>
            <a:custGeom>
              <a:avLst/>
              <a:pathLst>
                <a:path w="2334585" h="144652">
                  <a:moveTo>
                    <a:pt x="0" y="144652"/>
                  </a:moveTo>
                  <a:lnTo>
                    <a:pt x="149915" y="135363"/>
                  </a:lnTo>
                  <a:lnTo>
                    <a:pt x="282150" y="127170"/>
                  </a:lnTo>
                  <a:lnTo>
                    <a:pt x="400438" y="119840"/>
                  </a:lnTo>
                  <a:lnTo>
                    <a:pt x="507442" y="113210"/>
                  </a:lnTo>
                  <a:lnTo>
                    <a:pt x="605130" y="107158"/>
                  </a:lnTo>
                  <a:lnTo>
                    <a:pt x="694994" y="101590"/>
                  </a:lnTo>
                  <a:lnTo>
                    <a:pt x="778195" y="96434"/>
                  </a:lnTo>
                  <a:lnTo>
                    <a:pt x="855653" y="91635"/>
                  </a:lnTo>
                  <a:lnTo>
                    <a:pt x="928110" y="87145"/>
                  </a:lnTo>
                  <a:lnTo>
                    <a:pt x="996173" y="82928"/>
                  </a:lnTo>
                  <a:lnTo>
                    <a:pt x="1060345" y="78952"/>
                  </a:lnTo>
                  <a:lnTo>
                    <a:pt x="1121046" y="75191"/>
                  </a:lnTo>
                  <a:lnTo>
                    <a:pt x="1178633" y="71623"/>
                  </a:lnTo>
                  <a:lnTo>
                    <a:pt x="1233409" y="68229"/>
                  </a:lnTo>
                  <a:lnTo>
                    <a:pt x="1285637" y="64993"/>
                  </a:lnTo>
                  <a:lnTo>
                    <a:pt x="1335543" y="61901"/>
                  </a:lnTo>
                  <a:lnTo>
                    <a:pt x="1383325" y="58940"/>
                  </a:lnTo>
                  <a:lnTo>
                    <a:pt x="1429156" y="56100"/>
                  </a:lnTo>
                  <a:lnTo>
                    <a:pt x="1473189" y="53372"/>
                  </a:lnTo>
                  <a:lnTo>
                    <a:pt x="1515560" y="50747"/>
                  </a:lnTo>
                  <a:lnTo>
                    <a:pt x="1556390" y="48217"/>
                  </a:lnTo>
                  <a:lnTo>
                    <a:pt x="1595786" y="45776"/>
                  </a:lnTo>
                  <a:lnTo>
                    <a:pt x="1633848" y="43418"/>
                  </a:lnTo>
                  <a:lnTo>
                    <a:pt x="1670661" y="41137"/>
                  </a:lnTo>
                  <a:lnTo>
                    <a:pt x="1706305" y="38928"/>
                  </a:lnTo>
                  <a:lnTo>
                    <a:pt x="1740852" y="36788"/>
                  </a:lnTo>
                  <a:lnTo>
                    <a:pt x="1774368" y="34711"/>
                  </a:lnTo>
                  <a:lnTo>
                    <a:pt x="1806912" y="32694"/>
                  </a:lnTo>
                  <a:lnTo>
                    <a:pt x="1838540" y="30735"/>
                  </a:lnTo>
                  <a:lnTo>
                    <a:pt x="1869301" y="28829"/>
                  </a:lnTo>
                  <a:lnTo>
                    <a:pt x="1899241" y="26974"/>
                  </a:lnTo>
                  <a:lnTo>
                    <a:pt x="1928404" y="25167"/>
                  </a:lnTo>
                  <a:lnTo>
                    <a:pt x="1956828" y="23406"/>
                  </a:lnTo>
                  <a:lnTo>
                    <a:pt x="1984550" y="21688"/>
                  </a:lnTo>
                  <a:lnTo>
                    <a:pt x="2011604" y="20012"/>
                  </a:lnTo>
                  <a:lnTo>
                    <a:pt x="2038022" y="18375"/>
                  </a:lnTo>
                  <a:lnTo>
                    <a:pt x="2063832" y="16775"/>
                  </a:lnTo>
                  <a:lnTo>
                    <a:pt x="2089063" y="15212"/>
                  </a:lnTo>
                  <a:lnTo>
                    <a:pt x="2113738" y="13683"/>
                  </a:lnTo>
                  <a:lnTo>
                    <a:pt x="2137883" y="12187"/>
                  </a:lnTo>
                  <a:lnTo>
                    <a:pt x="2161520" y="10723"/>
                  </a:lnTo>
                  <a:lnTo>
                    <a:pt x="2184669" y="9288"/>
                  </a:lnTo>
                  <a:lnTo>
                    <a:pt x="2207351" y="7883"/>
                  </a:lnTo>
                  <a:lnTo>
                    <a:pt x="2229583" y="6505"/>
                  </a:lnTo>
                  <a:lnTo>
                    <a:pt x="2251384" y="5155"/>
                  </a:lnTo>
                  <a:lnTo>
                    <a:pt x="2272769" y="3830"/>
                  </a:lnTo>
                  <a:lnTo>
                    <a:pt x="2293755" y="2529"/>
                  </a:lnTo>
                  <a:lnTo>
                    <a:pt x="2314355" y="1253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01156" y="2021253"/>
              <a:ext cx="2334585" cy="143739"/>
            </a:xfrm>
            <a:custGeom>
              <a:avLst/>
              <a:pathLst>
                <a:path w="2334585" h="143739">
                  <a:moveTo>
                    <a:pt x="0" y="143739"/>
                  </a:moveTo>
                  <a:lnTo>
                    <a:pt x="149915" y="134509"/>
                  </a:lnTo>
                  <a:lnTo>
                    <a:pt x="282150" y="126367"/>
                  </a:lnTo>
                  <a:lnTo>
                    <a:pt x="400438" y="119085"/>
                  </a:lnTo>
                  <a:lnTo>
                    <a:pt x="507442" y="112496"/>
                  </a:lnTo>
                  <a:lnTo>
                    <a:pt x="605130" y="106482"/>
                  </a:lnTo>
                  <a:lnTo>
                    <a:pt x="694994" y="100949"/>
                  </a:lnTo>
                  <a:lnTo>
                    <a:pt x="778195" y="95826"/>
                  </a:lnTo>
                  <a:lnTo>
                    <a:pt x="855653" y="91057"/>
                  </a:lnTo>
                  <a:lnTo>
                    <a:pt x="928110" y="86596"/>
                  </a:lnTo>
                  <a:lnTo>
                    <a:pt x="996173" y="82405"/>
                  </a:lnTo>
                  <a:lnTo>
                    <a:pt x="1060345" y="78454"/>
                  </a:lnTo>
                  <a:lnTo>
                    <a:pt x="1121046" y="74717"/>
                  </a:lnTo>
                  <a:lnTo>
                    <a:pt x="1178633" y="71171"/>
                  </a:lnTo>
                  <a:lnTo>
                    <a:pt x="1233409" y="67799"/>
                  </a:lnTo>
                  <a:lnTo>
                    <a:pt x="1285637" y="64583"/>
                  </a:lnTo>
                  <a:lnTo>
                    <a:pt x="1335543" y="61510"/>
                  </a:lnTo>
                  <a:lnTo>
                    <a:pt x="1383325" y="58568"/>
                  </a:lnTo>
                  <a:lnTo>
                    <a:pt x="1429156" y="55747"/>
                  </a:lnTo>
                  <a:lnTo>
                    <a:pt x="1473189" y="53035"/>
                  </a:lnTo>
                  <a:lnTo>
                    <a:pt x="1515560" y="50427"/>
                  </a:lnTo>
                  <a:lnTo>
                    <a:pt x="1556390" y="47913"/>
                  </a:lnTo>
                  <a:lnTo>
                    <a:pt x="1595786" y="45487"/>
                  </a:lnTo>
                  <a:lnTo>
                    <a:pt x="1633848" y="43144"/>
                  </a:lnTo>
                  <a:lnTo>
                    <a:pt x="1670661" y="40877"/>
                  </a:lnTo>
                  <a:lnTo>
                    <a:pt x="1706305" y="38683"/>
                  </a:lnTo>
                  <a:lnTo>
                    <a:pt x="1740852" y="36555"/>
                  </a:lnTo>
                  <a:lnTo>
                    <a:pt x="1774368" y="34492"/>
                  </a:lnTo>
                  <a:lnTo>
                    <a:pt x="1806912" y="32488"/>
                  </a:lnTo>
                  <a:lnTo>
                    <a:pt x="1838540" y="30541"/>
                  </a:lnTo>
                  <a:lnTo>
                    <a:pt x="1869301" y="28647"/>
                  </a:lnTo>
                  <a:lnTo>
                    <a:pt x="1899241" y="26804"/>
                  </a:lnTo>
                  <a:lnTo>
                    <a:pt x="1928404" y="25008"/>
                  </a:lnTo>
                  <a:lnTo>
                    <a:pt x="1956828" y="23258"/>
                  </a:lnTo>
                  <a:lnTo>
                    <a:pt x="1984550" y="21551"/>
                  </a:lnTo>
                  <a:lnTo>
                    <a:pt x="2011604" y="19885"/>
                  </a:lnTo>
                  <a:lnTo>
                    <a:pt x="2038022" y="18259"/>
                  </a:lnTo>
                  <a:lnTo>
                    <a:pt x="2063832" y="16670"/>
                  </a:lnTo>
                  <a:lnTo>
                    <a:pt x="2089063" y="15116"/>
                  </a:lnTo>
                  <a:lnTo>
                    <a:pt x="2113738" y="13597"/>
                  </a:lnTo>
                  <a:lnTo>
                    <a:pt x="2137883" y="12110"/>
                  </a:lnTo>
                  <a:lnTo>
                    <a:pt x="2161520" y="10655"/>
                  </a:lnTo>
                  <a:lnTo>
                    <a:pt x="2184669" y="9230"/>
                  </a:lnTo>
                  <a:lnTo>
                    <a:pt x="2207351" y="7833"/>
                  </a:lnTo>
                  <a:lnTo>
                    <a:pt x="2229583" y="6464"/>
                  </a:lnTo>
                  <a:lnTo>
                    <a:pt x="2251384" y="5122"/>
                  </a:lnTo>
                  <a:lnTo>
                    <a:pt x="2272769" y="3805"/>
                  </a:lnTo>
                  <a:lnTo>
                    <a:pt x="2293755" y="2513"/>
                  </a:lnTo>
                  <a:lnTo>
                    <a:pt x="2314355" y="1245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01156" y="2231053"/>
              <a:ext cx="2334585" cy="208894"/>
            </a:xfrm>
            <a:custGeom>
              <a:avLst/>
              <a:pathLst>
                <a:path w="2334585" h="208894">
                  <a:moveTo>
                    <a:pt x="0" y="208894"/>
                  </a:moveTo>
                  <a:lnTo>
                    <a:pt x="149915" y="195480"/>
                  </a:lnTo>
                  <a:lnTo>
                    <a:pt x="282150" y="183648"/>
                  </a:lnTo>
                  <a:lnTo>
                    <a:pt x="400438" y="173064"/>
                  </a:lnTo>
                  <a:lnTo>
                    <a:pt x="507442" y="163489"/>
                  </a:lnTo>
                  <a:lnTo>
                    <a:pt x="605130" y="154748"/>
                  </a:lnTo>
                  <a:lnTo>
                    <a:pt x="694994" y="146707"/>
                  </a:lnTo>
                  <a:lnTo>
                    <a:pt x="778195" y="139263"/>
                  </a:lnTo>
                  <a:lnTo>
                    <a:pt x="855653" y="132332"/>
                  </a:lnTo>
                  <a:lnTo>
                    <a:pt x="928110" y="125848"/>
                  </a:lnTo>
                  <a:lnTo>
                    <a:pt x="996173" y="119758"/>
                  </a:lnTo>
                  <a:lnTo>
                    <a:pt x="1060345" y="114016"/>
                  </a:lnTo>
                  <a:lnTo>
                    <a:pt x="1121046" y="108585"/>
                  </a:lnTo>
                  <a:lnTo>
                    <a:pt x="1178633" y="103432"/>
                  </a:lnTo>
                  <a:lnTo>
                    <a:pt x="1233409" y="98531"/>
                  </a:lnTo>
                  <a:lnTo>
                    <a:pt x="1285637" y="93857"/>
                  </a:lnTo>
                  <a:lnTo>
                    <a:pt x="1335543" y="89392"/>
                  </a:lnTo>
                  <a:lnTo>
                    <a:pt x="1383325" y="85117"/>
                  </a:lnTo>
                  <a:lnTo>
                    <a:pt x="1429156" y="81016"/>
                  </a:lnTo>
                  <a:lnTo>
                    <a:pt x="1473189" y="77076"/>
                  </a:lnTo>
                  <a:lnTo>
                    <a:pt x="1515560" y="73284"/>
                  </a:lnTo>
                  <a:lnTo>
                    <a:pt x="1556390" y="69631"/>
                  </a:lnTo>
                  <a:lnTo>
                    <a:pt x="1595786" y="66106"/>
                  </a:lnTo>
                  <a:lnTo>
                    <a:pt x="1633848" y="62700"/>
                  </a:lnTo>
                  <a:lnTo>
                    <a:pt x="1670661" y="59406"/>
                  </a:lnTo>
                  <a:lnTo>
                    <a:pt x="1706305" y="56217"/>
                  </a:lnTo>
                  <a:lnTo>
                    <a:pt x="1740852" y="53126"/>
                  </a:lnTo>
                  <a:lnTo>
                    <a:pt x="1774368" y="50127"/>
                  </a:lnTo>
                  <a:lnTo>
                    <a:pt x="1806912" y="47215"/>
                  </a:lnTo>
                  <a:lnTo>
                    <a:pt x="1838540" y="44385"/>
                  </a:lnTo>
                  <a:lnTo>
                    <a:pt x="1869301" y="41632"/>
                  </a:lnTo>
                  <a:lnTo>
                    <a:pt x="1899241" y="38953"/>
                  </a:lnTo>
                  <a:lnTo>
                    <a:pt x="1928404" y="36344"/>
                  </a:lnTo>
                  <a:lnTo>
                    <a:pt x="1956828" y="33801"/>
                  </a:lnTo>
                  <a:lnTo>
                    <a:pt x="1984550" y="31320"/>
                  </a:lnTo>
                  <a:lnTo>
                    <a:pt x="2011604" y="28899"/>
                  </a:lnTo>
                  <a:lnTo>
                    <a:pt x="2038022" y="26535"/>
                  </a:lnTo>
                  <a:lnTo>
                    <a:pt x="2063832" y="24226"/>
                  </a:lnTo>
                  <a:lnTo>
                    <a:pt x="2089063" y="21968"/>
                  </a:lnTo>
                  <a:lnTo>
                    <a:pt x="2113738" y="19760"/>
                  </a:lnTo>
                  <a:lnTo>
                    <a:pt x="2137883" y="17600"/>
                  </a:lnTo>
                  <a:lnTo>
                    <a:pt x="2161520" y="15485"/>
                  </a:lnTo>
                  <a:lnTo>
                    <a:pt x="2184669" y="13414"/>
                  </a:lnTo>
                  <a:lnTo>
                    <a:pt x="2207351" y="11384"/>
                  </a:lnTo>
                  <a:lnTo>
                    <a:pt x="2229583" y="9395"/>
                  </a:lnTo>
                  <a:lnTo>
                    <a:pt x="2251384" y="7444"/>
                  </a:lnTo>
                  <a:lnTo>
                    <a:pt x="2272769" y="5531"/>
                  </a:lnTo>
                  <a:lnTo>
                    <a:pt x="2293755" y="3653"/>
                  </a:lnTo>
                  <a:lnTo>
                    <a:pt x="2314355" y="1810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01156" y="2412530"/>
              <a:ext cx="2334585" cy="166524"/>
            </a:xfrm>
            <a:custGeom>
              <a:avLst/>
              <a:pathLst>
                <a:path w="2334585" h="166524">
                  <a:moveTo>
                    <a:pt x="0" y="166524"/>
                  </a:moveTo>
                  <a:lnTo>
                    <a:pt x="149915" y="155831"/>
                  </a:lnTo>
                  <a:lnTo>
                    <a:pt x="282150" y="146399"/>
                  </a:lnTo>
                  <a:lnTo>
                    <a:pt x="400438" y="137961"/>
                  </a:lnTo>
                  <a:lnTo>
                    <a:pt x="507442" y="130329"/>
                  </a:lnTo>
                  <a:lnTo>
                    <a:pt x="605130" y="123361"/>
                  </a:lnTo>
                  <a:lnTo>
                    <a:pt x="694994" y="116951"/>
                  </a:lnTo>
                  <a:lnTo>
                    <a:pt x="778195" y="111016"/>
                  </a:lnTo>
                  <a:lnTo>
                    <a:pt x="855653" y="105491"/>
                  </a:lnTo>
                  <a:lnTo>
                    <a:pt x="928110" y="100323"/>
                  </a:lnTo>
                  <a:lnTo>
                    <a:pt x="996173" y="95468"/>
                  </a:lnTo>
                  <a:lnTo>
                    <a:pt x="1060345" y="90890"/>
                  </a:lnTo>
                  <a:lnTo>
                    <a:pt x="1121046" y="86561"/>
                  </a:lnTo>
                  <a:lnTo>
                    <a:pt x="1178633" y="82453"/>
                  </a:lnTo>
                  <a:lnTo>
                    <a:pt x="1233409" y="78546"/>
                  </a:lnTo>
                  <a:lnTo>
                    <a:pt x="1285637" y="74820"/>
                  </a:lnTo>
                  <a:lnTo>
                    <a:pt x="1335543" y="71261"/>
                  </a:lnTo>
                  <a:lnTo>
                    <a:pt x="1383325" y="67852"/>
                  </a:lnTo>
                  <a:lnTo>
                    <a:pt x="1429156" y="64583"/>
                  </a:lnTo>
                  <a:lnTo>
                    <a:pt x="1473189" y="61442"/>
                  </a:lnTo>
                  <a:lnTo>
                    <a:pt x="1515560" y="58420"/>
                  </a:lnTo>
                  <a:lnTo>
                    <a:pt x="1556390" y="55508"/>
                  </a:lnTo>
                  <a:lnTo>
                    <a:pt x="1595786" y="52698"/>
                  </a:lnTo>
                  <a:lnTo>
                    <a:pt x="1633848" y="49983"/>
                  </a:lnTo>
                  <a:lnTo>
                    <a:pt x="1670661" y="47357"/>
                  </a:lnTo>
                  <a:lnTo>
                    <a:pt x="1706305" y="44814"/>
                  </a:lnTo>
                  <a:lnTo>
                    <a:pt x="1740852" y="42350"/>
                  </a:lnTo>
                  <a:lnTo>
                    <a:pt x="1774368" y="39959"/>
                  </a:lnTo>
                  <a:lnTo>
                    <a:pt x="1806912" y="37638"/>
                  </a:lnTo>
                  <a:lnTo>
                    <a:pt x="1838540" y="35382"/>
                  </a:lnTo>
                  <a:lnTo>
                    <a:pt x="1869301" y="33188"/>
                  </a:lnTo>
                  <a:lnTo>
                    <a:pt x="1899241" y="31052"/>
                  </a:lnTo>
                  <a:lnTo>
                    <a:pt x="1928404" y="28972"/>
                  </a:lnTo>
                  <a:lnTo>
                    <a:pt x="1956828" y="26945"/>
                  </a:lnTo>
                  <a:lnTo>
                    <a:pt x="1984550" y="24967"/>
                  </a:lnTo>
                  <a:lnTo>
                    <a:pt x="2011604" y="23038"/>
                  </a:lnTo>
                  <a:lnTo>
                    <a:pt x="2038022" y="21153"/>
                  </a:lnTo>
                  <a:lnTo>
                    <a:pt x="2063832" y="19312"/>
                  </a:lnTo>
                  <a:lnTo>
                    <a:pt x="2089063" y="17512"/>
                  </a:lnTo>
                  <a:lnTo>
                    <a:pt x="2113738" y="15752"/>
                  </a:lnTo>
                  <a:lnTo>
                    <a:pt x="2137883" y="14030"/>
                  </a:lnTo>
                  <a:lnTo>
                    <a:pt x="2161520" y="12344"/>
                  </a:lnTo>
                  <a:lnTo>
                    <a:pt x="2184669" y="10693"/>
                  </a:lnTo>
                  <a:lnTo>
                    <a:pt x="2207351" y="9075"/>
                  </a:lnTo>
                  <a:lnTo>
                    <a:pt x="2229583" y="7489"/>
                  </a:lnTo>
                  <a:lnTo>
                    <a:pt x="2251384" y="5934"/>
                  </a:lnTo>
                  <a:lnTo>
                    <a:pt x="2272769" y="4409"/>
                  </a:lnTo>
                  <a:lnTo>
                    <a:pt x="2293755" y="2912"/>
                  </a:lnTo>
                  <a:lnTo>
                    <a:pt x="2314355" y="1442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01156" y="2224457"/>
              <a:ext cx="2334585" cy="87499"/>
            </a:xfrm>
            <a:custGeom>
              <a:avLst/>
              <a:pathLst>
                <a:path w="2334585" h="87499">
                  <a:moveTo>
                    <a:pt x="0" y="87499"/>
                  </a:moveTo>
                  <a:lnTo>
                    <a:pt x="149915" y="81880"/>
                  </a:lnTo>
                  <a:lnTo>
                    <a:pt x="282150" y="76924"/>
                  </a:lnTo>
                  <a:lnTo>
                    <a:pt x="400438" y="72490"/>
                  </a:lnTo>
                  <a:lnTo>
                    <a:pt x="507442" y="68480"/>
                  </a:lnTo>
                  <a:lnTo>
                    <a:pt x="605130" y="64819"/>
                  </a:lnTo>
                  <a:lnTo>
                    <a:pt x="694994" y="61451"/>
                  </a:lnTo>
                  <a:lnTo>
                    <a:pt x="778195" y="58332"/>
                  </a:lnTo>
                  <a:lnTo>
                    <a:pt x="855653" y="55429"/>
                  </a:lnTo>
                  <a:lnTo>
                    <a:pt x="928110" y="52714"/>
                  </a:lnTo>
                  <a:lnTo>
                    <a:pt x="996173" y="50163"/>
                  </a:lnTo>
                  <a:lnTo>
                    <a:pt x="1060345" y="47757"/>
                  </a:lnTo>
                  <a:lnTo>
                    <a:pt x="1121046" y="45482"/>
                  </a:lnTo>
                  <a:lnTo>
                    <a:pt x="1178633" y="43324"/>
                  </a:lnTo>
                  <a:lnTo>
                    <a:pt x="1233409" y="41271"/>
                  </a:lnTo>
                  <a:lnTo>
                    <a:pt x="1285637" y="39314"/>
                  </a:lnTo>
                  <a:lnTo>
                    <a:pt x="1335543" y="37443"/>
                  </a:lnTo>
                  <a:lnTo>
                    <a:pt x="1383325" y="35652"/>
                  </a:lnTo>
                  <a:lnTo>
                    <a:pt x="1429156" y="33935"/>
                  </a:lnTo>
                  <a:lnTo>
                    <a:pt x="1473189" y="32284"/>
                  </a:lnTo>
                  <a:lnTo>
                    <a:pt x="1515560" y="30696"/>
                  </a:lnTo>
                  <a:lnTo>
                    <a:pt x="1556390" y="29166"/>
                  </a:lnTo>
                  <a:lnTo>
                    <a:pt x="1595786" y="27689"/>
                  </a:lnTo>
                  <a:lnTo>
                    <a:pt x="1633848" y="26263"/>
                  </a:lnTo>
                  <a:lnTo>
                    <a:pt x="1670661" y="24883"/>
                  </a:lnTo>
                  <a:lnTo>
                    <a:pt x="1706305" y="23547"/>
                  </a:lnTo>
                  <a:lnTo>
                    <a:pt x="1740852" y="22252"/>
                  </a:lnTo>
                  <a:lnTo>
                    <a:pt x="1774368" y="20996"/>
                  </a:lnTo>
                  <a:lnTo>
                    <a:pt x="1806912" y="19776"/>
                  </a:lnTo>
                  <a:lnTo>
                    <a:pt x="1838540" y="18591"/>
                  </a:lnTo>
                  <a:lnTo>
                    <a:pt x="1869301" y="17438"/>
                  </a:lnTo>
                  <a:lnTo>
                    <a:pt x="1899241" y="16316"/>
                  </a:lnTo>
                  <a:lnTo>
                    <a:pt x="1928404" y="15223"/>
                  </a:lnTo>
                  <a:lnTo>
                    <a:pt x="1956828" y="14158"/>
                  </a:lnTo>
                  <a:lnTo>
                    <a:pt x="1984550" y="13119"/>
                  </a:lnTo>
                  <a:lnTo>
                    <a:pt x="2011604" y="12105"/>
                  </a:lnTo>
                  <a:lnTo>
                    <a:pt x="2038022" y="11115"/>
                  </a:lnTo>
                  <a:lnTo>
                    <a:pt x="2063832" y="10147"/>
                  </a:lnTo>
                  <a:lnTo>
                    <a:pt x="2089063" y="9202"/>
                  </a:lnTo>
                  <a:lnTo>
                    <a:pt x="2113738" y="8277"/>
                  </a:lnTo>
                  <a:lnTo>
                    <a:pt x="2137883" y="7372"/>
                  </a:lnTo>
                  <a:lnTo>
                    <a:pt x="2161520" y="6486"/>
                  </a:lnTo>
                  <a:lnTo>
                    <a:pt x="2184669" y="5618"/>
                  </a:lnTo>
                  <a:lnTo>
                    <a:pt x="2207351" y="4768"/>
                  </a:lnTo>
                  <a:lnTo>
                    <a:pt x="2229583" y="3935"/>
                  </a:lnTo>
                  <a:lnTo>
                    <a:pt x="2251384" y="3118"/>
                  </a:lnTo>
                  <a:lnTo>
                    <a:pt x="2272769" y="2316"/>
                  </a:lnTo>
                  <a:lnTo>
                    <a:pt x="2293755" y="1530"/>
                  </a:lnTo>
                  <a:lnTo>
                    <a:pt x="2314355" y="758"/>
                  </a:lnTo>
                  <a:lnTo>
                    <a:pt x="233458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342663" y="1185068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42663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152636" y="237255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152636" y="196313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55371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20861" y="1144293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11032" y="24135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11032" y="20041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11032" y="159472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118530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42663" y="2692600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01156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279351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57547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35742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270675" y="1185068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84527" y="22818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427937" y="145539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63216" y="227395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83086" y="217704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414989" y="235593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434193" y="170537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35222" y="128409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65300" y="20471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53289" y="255691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438264" y="200837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217472" y="257742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62097" y="170602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47988" y="21915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217245" y="25955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33108" y="188369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66777" y="122511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230701" y="256366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46180" y="25071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69666" y="221459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94617" y="25700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213911" y="23697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32381" y="256701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54611" y="210422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67343" y="197587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80227" y="20332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200204" y="184489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236739" y="233851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227275" y="256021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62614" y="231774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51777" y="240799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35687" y="25053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73334" y="227280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81120" y="17684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18366" y="14319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85832" y="165946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85195" y="23480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007914" y="229206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63160" y="173169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88822" y="193189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75380" y="24813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28036" y="16828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26233" y="187316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09894" y="205928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6012077" y="24530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20037" y="205043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36534" y="242669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96542" y="185346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75520" y="206412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755554" y="21714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39192" y="231344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08263" y="236908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09539" y="215419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15920" y="20356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44021" y="208688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79958" y="23120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768354" y="211044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68352" y="23477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81860" y="223466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94947" y="206990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95087" y="176230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83674" y="233532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39846" y="253828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08651" y="239865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99190" y="217913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728710" y="23056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70016" y="215536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82721" y="213221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84980" y="196327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01006" y="200673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37248" y="20732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722849" y="24360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28310" y="214757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4445649" y="2084320"/>
              <a:ext cx="2311194" cy="141453"/>
            </a:xfrm>
            <a:custGeom>
              <a:avLst/>
              <a:pathLst>
                <a:path w="2311194" h="141453">
                  <a:moveTo>
                    <a:pt x="0" y="0"/>
                  </a:moveTo>
                  <a:lnTo>
                    <a:pt x="148413" y="9083"/>
                  </a:lnTo>
                  <a:lnTo>
                    <a:pt x="279323" y="17095"/>
                  </a:lnTo>
                  <a:lnTo>
                    <a:pt x="396426" y="24262"/>
                  </a:lnTo>
                  <a:lnTo>
                    <a:pt x="502358" y="30746"/>
                  </a:lnTo>
                  <a:lnTo>
                    <a:pt x="599067" y="36665"/>
                  </a:lnTo>
                  <a:lnTo>
                    <a:pt x="688030" y="42109"/>
                  </a:lnTo>
                  <a:lnTo>
                    <a:pt x="770398" y="47151"/>
                  </a:lnTo>
                  <a:lnTo>
                    <a:pt x="847080" y="51844"/>
                  </a:lnTo>
                  <a:lnTo>
                    <a:pt x="918811" y="56234"/>
                  </a:lnTo>
                  <a:lnTo>
                    <a:pt x="986192" y="60358"/>
                  </a:lnTo>
                  <a:lnTo>
                    <a:pt x="1049721" y="64246"/>
                  </a:lnTo>
                  <a:lnTo>
                    <a:pt x="1109814" y="67924"/>
                  </a:lnTo>
                  <a:lnTo>
                    <a:pt x="1166824" y="71413"/>
                  </a:lnTo>
                  <a:lnTo>
                    <a:pt x="1221052" y="74732"/>
                  </a:lnTo>
                  <a:lnTo>
                    <a:pt x="1272756" y="77897"/>
                  </a:lnTo>
                  <a:lnTo>
                    <a:pt x="1322162" y="80921"/>
                  </a:lnTo>
                  <a:lnTo>
                    <a:pt x="1369465" y="83816"/>
                  </a:lnTo>
                  <a:lnTo>
                    <a:pt x="1414837" y="86593"/>
                  </a:lnTo>
                  <a:lnTo>
                    <a:pt x="1458429" y="89261"/>
                  </a:lnTo>
                  <a:lnTo>
                    <a:pt x="1500375" y="91828"/>
                  </a:lnTo>
                  <a:lnTo>
                    <a:pt x="1540796" y="94302"/>
                  </a:lnTo>
                  <a:lnTo>
                    <a:pt x="1579798" y="96689"/>
                  </a:lnTo>
                  <a:lnTo>
                    <a:pt x="1617478" y="98995"/>
                  </a:lnTo>
                  <a:lnTo>
                    <a:pt x="1653922" y="101225"/>
                  </a:lnTo>
                  <a:lnTo>
                    <a:pt x="1689209" y="103385"/>
                  </a:lnTo>
                  <a:lnTo>
                    <a:pt x="1723410" y="105478"/>
                  </a:lnTo>
                  <a:lnTo>
                    <a:pt x="1756591" y="107509"/>
                  </a:lnTo>
                  <a:lnTo>
                    <a:pt x="1788809" y="109481"/>
                  </a:lnTo>
                  <a:lnTo>
                    <a:pt x="1820119" y="111397"/>
                  </a:lnTo>
                  <a:lnTo>
                    <a:pt x="1850572" y="113261"/>
                  </a:lnTo>
                  <a:lnTo>
                    <a:pt x="1880212" y="115075"/>
                  </a:lnTo>
                  <a:lnTo>
                    <a:pt x="1909083" y="116842"/>
                  </a:lnTo>
                  <a:lnTo>
                    <a:pt x="1937222" y="118564"/>
                  </a:lnTo>
                  <a:lnTo>
                    <a:pt x="1964667" y="120244"/>
                  </a:lnTo>
                  <a:lnTo>
                    <a:pt x="1991450" y="121883"/>
                  </a:lnTo>
                  <a:lnTo>
                    <a:pt x="2017603" y="123484"/>
                  </a:lnTo>
                  <a:lnTo>
                    <a:pt x="2043155" y="125048"/>
                  </a:lnTo>
                  <a:lnTo>
                    <a:pt x="2068132" y="126577"/>
                  </a:lnTo>
                  <a:lnTo>
                    <a:pt x="2092561" y="128072"/>
                  </a:lnTo>
                  <a:lnTo>
                    <a:pt x="2116464" y="129535"/>
                  </a:lnTo>
                  <a:lnTo>
                    <a:pt x="2139863" y="130967"/>
                  </a:lnTo>
                  <a:lnTo>
                    <a:pt x="2162781" y="132369"/>
                  </a:lnTo>
                  <a:lnTo>
                    <a:pt x="2185235" y="133744"/>
                  </a:lnTo>
                  <a:lnTo>
                    <a:pt x="2207245" y="135091"/>
                  </a:lnTo>
                  <a:lnTo>
                    <a:pt x="2228827" y="136412"/>
                  </a:lnTo>
                  <a:lnTo>
                    <a:pt x="2249998" y="137707"/>
                  </a:lnTo>
                  <a:lnTo>
                    <a:pt x="2270773" y="138979"/>
                  </a:lnTo>
                  <a:lnTo>
                    <a:pt x="2291167" y="140227"/>
                  </a:lnTo>
                  <a:lnTo>
                    <a:pt x="2311194" y="14145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45649" y="1517602"/>
              <a:ext cx="2311194" cy="639734"/>
            </a:xfrm>
            <a:custGeom>
              <a:avLst/>
              <a:pathLst>
                <a:path w="2311194" h="639734">
                  <a:moveTo>
                    <a:pt x="0" y="0"/>
                  </a:moveTo>
                  <a:lnTo>
                    <a:pt x="148413" y="41080"/>
                  </a:lnTo>
                  <a:lnTo>
                    <a:pt x="279323" y="77316"/>
                  </a:lnTo>
                  <a:lnTo>
                    <a:pt x="396426" y="109729"/>
                  </a:lnTo>
                  <a:lnTo>
                    <a:pt x="502358" y="139051"/>
                  </a:lnTo>
                  <a:lnTo>
                    <a:pt x="599067" y="165820"/>
                  </a:lnTo>
                  <a:lnTo>
                    <a:pt x="688030" y="190445"/>
                  </a:lnTo>
                  <a:lnTo>
                    <a:pt x="770398" y="213244"/>
                  </a:lnTo>
                  <a:lnTo>
                    <a:pt x="847080" y="234470"/>
                  </a:lnTo>
                  <a:lnTo>
                    <a:pt x="918811" y="254325"/>
                  </a:lnTo>
                  <a:lnTo>
                    <a:pt x="986192" y="272976"/>
                  </a:lnTo>
                  <a:lnTo>
                    <a:pt x="1049721" y="290560"/>
                  </a:lnTo>
                  <a:lnTo>
                    <a:pt x="1109814" y="307194"/>
                  </a:lnTo>
                  <a:lnTo>
                    <a:pt x="1166824" y="322974"/>
                  </a:lnTo>
                  <a:lnTo>
                    <a:pt x="1221052" y="337984"/>
                  </a:lnTo>
                  <a:lnTo>
                    <a:pt x="1272756" y="352296"/>
                  </a:lnTo>
                  <a:lnTo>
                    <a:pt x="1322162" y="365972"/>
                  </a:lnTo>
                  <a:lnTo>
                    <a:pt x="1369465" y="379065"/>
                  </a:lnTo>
                  <a:lnTo>
                    <a:pt x="1414837" y="391624"/>
                  </a:lnTo>
                  <a:lnTo>
                    <a:pt x="1458429" y="403690"/>
                  </a:lnTo>
                  <a:lnTo>
                    <a:pt x="1500375" y="415300"/>
                  </a:lnTo>
                  <a:lnTo>
                    <a:pt x="1540796" y="426489"/>
                  </a:lnTo>
                  <a:lnTo>
                    <a:pt x="1579798" y="437285"/>
                  </a:lnTo>
                  <a:lnTo>
                    <a:pt x="1617478" y="447714"/>
                  </a:lnTo>
                  <a:lnTo>
                    <a:pt x="1653922" y="457802"/>
                  </a:lnTo>
                  <a:lnTo>
                    <a:pt x="1689209" y="467569"/>
                  </a:lnTo>
                  <a:lnTo>
                    <a:pt x="1723410" y="477036"/>
                  </a:lnTo>
                  <a:lnTo>
                    <a:pt x="1756591" y="486220"/>
                  </a:lnTo>
                  <a:lnTo>
                    <a:pt x="1788809" y="495138"/>
                  </a:lnTo>
                  <a:lnTo>
                    <a:pt x="1820119" y="503805"/>
                  </a:lnTo>
                  <a:lnTo>
                    <a:pt x="1850572" y="512234"/>
                  </a:lnTo>
                  <a:lnTo>
                    <a:pt x="1880212" y="520439"/>
                  </a:lnTo>
                  <a:lnTo>
                    <a:pt x="1909083" y="528430"/>
                  </a:lnTo>
                  <a:lnTo>
                    <a:pt x="1937222" y="536219"/>
                  </a:lnTo>
                  <a:lnTo>
                    <a:pt x="1964667" y="543815"/>
                  </a:lnTo>
                  <a:lnTo>
                    <a:pt x="1991450" y="551229"/>
                  </a:lnTo>
                  <a:lnTo>
                    <a:pt x="2017603" y="558468"/>
                  </a:lnTo>
                  <a:lnTo>
                    <a:pt x="2043155" y="565541"/>
                  </a:lnTo>
                  <a:lnTo>
                    <a:pt x="2068132" y="572454"/>
                  </a:lnTo>
                  <a:lnTo>
                    <a:pt x="2092561" y="579216"/>
                  </a:lnTo>
                  <a:lnTo>
                    <a:pt x="2116464" y="585833"/>
                  </a:lnTo>
                  <a:lnTo>
                    <a:pt x="2139863" y="592310"/>
                  </a:lnTo>
                  <a:lnTo>
                    <a:pt x="2162781" y="598653"/>
                  </a:lnTo>
                  <a:lnTo>
                    <a:pt x="2185235" y="604868"/>
                  </a:lnTo>
                  <a:lnTo>
                    <a:pt x="2207245" y="610961"/>
                  </a:lnTo>
                  <a:lnTo>
                    <a:pt x="2228827" y="616934"/>
                  </a:lnTo>
                  <a:lnTo>
                    <a:pt x="2249998" y="622795"/>
                  </a:lnTo>
                  <a:lnTo>
                    <a:pt x="2270773" y="628545"/>
                  </a:lnTo>
                  <a:lnTo>
                    <a:pt x="2291167" y="634190"/>
                  </a:lnTo>
                  <a:lnTo>
                    <a:pt x="2311194" y="63973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45649" y="2298415"/>
              <a:ext cx="2311194" cy="90737"/>
            </a:xfrm>
            <a:custGeom>
              <a:avLst/>
              <a:pathLst>
                <a:path w="2311194" h="90737">
                  <a:moveTo>
                    <a:pt x="0" y="0"/>
                  </a:moveTo>
                  <a:lnTo>
                    <a:pt x="148413" y="5826"/>
                  </a:lnTo>
                  <a:lnTo>
                    <a:pt x="279323" y="10966"/>
                  </a:lnTo>
                  <a:lnTo>
                    <a:pt x="396426" y="15563"/>
                  </a:lnTo>
                  <a:lnTo>
                    <a:pt x="502358" y="19722"/>
                  </a:lnTo>
                  <a:lnTo>
                    <a:pt x="599067" y="23519"/>
                  </a:lnTo>
                  <a:lnTo>
                    <a:pt x="688030" y="27012"/>
                  </a:lnTo>
                  <a:lnTo>
                    <a:pt x="770398" y="30245"/>
                  </a:lnTo>
                  <a:lnTo>
                    <a:pt x="847080" y="33256"/>
                  </a:lnTo>
                  <a:lnTo>
                    <a:pt x="918811" y="36072"/>
                  </a:lnTo>
                  <a:lnTo>
                    <a:pt x="986192" y="38718"/>
                  </a:lnTo>
                  <a:lnTo>
                    <a:pt x="1049721" y="41212"/>
                  </a:lnTo>
                  <a:lnTo>
                    <a:pt x="1109814" y="43571"/>
                  </a:lnTo>
                  <a:lnTo>
                    <a:pt x="1166824" y="45809"/>
                  </a:lnTo>
                  <a:lnTo>
                    <a:pt x="1221052" y="47938"/>
                  </a:lnTo>
                  <a:lnTo>
                    <a:pt x="1272756" y="49968"/>
                  </a:lnTo>
                  <a:lnTo>
                    <a:pt x="1322162" y="51908"/>
                  </a:lnTo>
                  <a:lnTo>
                    <a:pt x="1369465" y="53765"/>
                  </a:lnTo>
                  <a:lnTo>
                    <a:pt x="1414837" y="55546"/>
                  </a:lnTo>
                  <a:lnTo>
                    <a:pt x="1458429" y="57258"/>
                  </a:lnTo>
                  <a:lnTo>
                    <a:pt x="1500375" y="58904"/>
                  </a:lnTo>
                  <a:lnTo>
                    <a:pt x="1540796" y="60491"/>
                  </a:lnTo>
                  <a:lnTo>
                    <a:pt x="1579798" y="62023"/>
                  </a:lnTo>
                  <a:lnTo>
                    <a:pt x="1617478" y="63502"/>
                  </a:lnTo>
                  <a:lnTo>
                    <a:pt x="1653922" y="64933"/>
                  </a:lnTo>
                  <a:lnTo>
                    <a:pt x="1689209" y="66318"/>
                  </a:lnTo>
                  <a:lnTo>
                    <a:pt x="1723410" y="67661"/>
                  </a:lnTo>
                  <a:lnTo>
                    <a:pt x="1756591" y="68964"/>
                  </a:lnTo>
                  <a:lnTo>
                    <a:pt x="1788809" y="70228"/>
                  </a:lnTo>
                  <a:lnTo>
                    <a:pt x="1820119" y="71458"/>
                  </a:lnTo>
                  <a:lnTo>
                    <a:pt x="1850572" y="72653"/>
                  </a:lnTo>
                  <a:lnTo>
                    <a:pt x="1880212" y="73817"/>
                  </a:lnTo>
                  <a:lnTo>
                    <a:pt x="1909083" y="74950"/>
                  </a:lnTo>
                  <a:lnTo>
                    <a:pt x="1937222" y="76055"/>
                  </a:lnTo>
                  <a:lnTo>
                    <a:pt x="1964667" y="77133"/>
                  </a:lnTo>
                  <a:lnTo>
                    <a:pt x="1991450" y="78184"/>
                  </a:lnTo>
                  <a:lnTo>
                    <a:pt x="2017603" y="79211"/>
                  </a:lnTo>
                  <a:lnTo>
                    <a:pt x="2043155" y="80214"/>
                  </a:lnTo>
                  <a:lnTo>
                    <a:pt x="2068132" y="81195"/>
                  </a:lnTo>
                  <a:lnTo>
                    <a:pt x="2092561" y="82154"/>
                  </a:lnTo>
                  <a:lnTo>
                    <a:pt x="2116464" y="83092"/>
                  </a:lnTo>
                  <a:lnTo>
                    <a:pt x="2139863" y="84011"/>
                  </a:lnTo>
                  <a:lnTo>
                    <a:pt x="2162781" y="84911"/>
                  </a:lnTo>
                  <a:lnTo>
                    <a:pt x="2185235" y="85792"/>
                  </a:lnTo>
                  <a:lnTo>
                    <a:pt x="2207245" y="86656"/>
                  </a:lnTo>
                  <a:lnTo>
                    <a:pt x="2228827" y="87504"/>
                  </a:lnTo>
                  <a:lnTo>
                    <a:pt x="2249998" y="88335"/>
                  </a:lnTo>
                  <a:lnTo>
                    <a:pt x="2270773" y="89150"/>
                  </a:lnTo>
                  <a:lnTo>
                    <a:pt x="2291167" y="89951"/>
                  </a:lnTo>
                  <a:lnTo>
                    <a:pt x="2311194" y="9073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45649" y="2139727"/>
              <a:ext cx="2311194" cy="126566"/>
            </a:xfrm>
            <a:custGeom>
              <a:avLst/>
              <a:pathLst>
                <a:path w="2311194" h="126566">
                  <a:moveTo>
                    <a:pt x="0" y="126566"/>
                  </a:moveTo>
                  <a:lnTo>
                    <a:pt x="148413" y="118438"/>
                  </a:lnTo>
                  <a:lnTo>
                    <a:pt x="279323" y="111269"/>
                  </a:lnTo>
                  <a:lnTo>
                    <a:pt x="396426" y="104856"/>
                  </a:lnTo>
                  <a:lnTo>
                    <a:pt x="502358" y="99055"/>
                  </a:lnTo>
                  <a:lnTo>
                    <a:pt x="599067" y="93759"/>
                  </a:lnTo>
                  <a:lnTo>
                    <a:pt x="688030" y="88888"/>
                  </a:lnTo>
                  <a:lnTo>
                    <a:pt x="770398" y="84377"/>
                  </a:lnTo>
                  <a:lnTo>
                    <a:pt x="847080" y="80178"/>
                  </a:lnTo>
                  <a:lnTo>
                    <a:pt x="918811" y="76249"/>
                  </a:lnTo>
                  <a:lnTo>
                    <a:pt x="986192" y="72560"/>
                  </a:lnTo>
                  <a:lnTo>
                    <a:pt x="1049721" y="69081"/>
                  </a:lnTo>
                  <a:lnTo>
                    <a:pt x="1109814" y="65790"/>
                  </a:lnTo>
                  <a:lnTo>
                    <a:pt x="1166824" y="62668"/>
                  </a:lnTo>
                  <a:lnTo>
                    <a:pt x="1221052" y="59698"/>
                  </a:lnTo>
                  <a:lnTo>
                    <a:pt x="1272756" y="56867"/>
                  </a:lnTo>
                  <a:lnTo>
                    <a:pt x="1322162" y="54161"/>
                  </a:lnTo>
                  <a:lnTo>
                    <a:pt x="1369465" y="51571"/>
                  </a:lnTo>
                  <a:lnTo>
                    <a:pt x="1414837" y="49086"/>
                  </a:lnTo>
                  <a:lnTo>
                    <a:pt x="1458429" y="46699"/>
                  </a:lnTo>
                  <a:lnTo>
                    <a:pt x="1500375" y="44402"/>
                  </a:lnTo>
                  <a:lnTo>
                    <a:pt x="1540796" y="42188"/>
                  </a:lnTo>
                  <a:lnTo>
                    <a:pt x="1579798" y="40052"/>
                  </a:lnTo>
                  <a:lnTo>
                    <a:pt x="1617478" y="37989"/>
                  </a:lnTo>
                  <a:lnTo>
                    <a:pt x="1653922" y="35993"/>
                  </a:lnTo>
                  <a:lnTo>
                    <a:pt x="1689209" y="34061"/>
                  </a:lnTo>
                  <a:lnTo>
                    <a:pt x="1723410" y="32188"/>
                  </a:lnTo>
                  <a:lnTo>
                    <a:pt x="1756591" y="30371"/>
                  </a:lnTo>
                  <a:lnTo>
                    <a:pt x="1788809" y="28606"/>
                  </a:lnTo>
                  <a:lnTo>
                    <a:pt x="1820119" y="26892"/>
                  </a:lnTo>
                  <a:lnTo>
                    <a:pt x="1850572" y="25224"/>
                  </a:lnTo>
                  <a:lnTo>
                    <a:pt x="1880212" y="23601"/>
                  </a:lnTo>
                  <a:lnTo>
                    <a:pt x="1909083" y="22020"/>
                  </a:lnTo>
                  <a:lnTo>
                    <a:pt x="1937222" y="20479"/>
                  </a:lnTo>
                  <a:lnTo>
                    <a:pt x="1964667" y="18976"/>
                  </a:lnTo>
                  <a:lnTo>
                    <a:pt x="1991450" y="17509"/>
                  </a:lnTo>
                  <a:lnTo>
                    <a:pt x="2017603" y="16077"/>
                  </a:lnTo>
                  <a:lnTo>
                    <a:pt x="2043155" y="14678"/>
                  </a:lnTo>
                  <a:lnTo>
                    <a:pt x="2068132" y="13310"/>
                  </a:lnTo>
                  <a:lnTo>
                    <a:pt x="2092561" y="11972"/>
                  </a:lnTo>
                  <a:lnTo>
                    <a:pt x="2116464" y="10663"/>
                  </a:lnTo>
                  <a:lnTo>
                    <a:pt x="2139863" y="9382"/>
                  </a:lnTo>
                  <a:lnTo>
                    <a:pt x="2162781" y="8127"/>
                  </a:lnTo>
                  <a:lnTo>
                    <a:pt x="2185235" y="6897"/>
                  </a:lnTo>
                  <a:lnTo>
                    <a:pt x="2207245" y="5692"/>
                  </a:lnTo>
                  <a:lnTo>
                    <a:pt x="2228827" y="4510"/>
                  </a:lnTo>
                  <a:lnTo>
                    <a:pt x="2249998" y="3351"/>
                  </a:lnTo>
                  <a:lnTo>
                    <a:pt x="2270773" y="2213"/>
                  </a:lnTo>
                  <a:lnTo>
                    <a:pt x="2291167" y="1096"/>
                  </a:lnTo>
                  <a:lnTo>
                    <a:pt x="231119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445649" y="2058349"/>
              <a:ext cx="2311194" cy="242985"/>
            </a:xfrm>
            <a:custGeom>
              <a:avLst/>
              <a:pathLst>
                <a:path w="2311194" h="242985">
                  <a:moveTo>
                    <a:pt x="0" y="242985"/>
                  </a:moveTo>
                  <a:lnTo>
                    <a:pt x="148413" y="227382"/>
                  </a:lnTo>
                  <a:lnTo>
                    <a:pt x="279323" y="213619"/>
                  </a:lnTo>
                  <a:lnTo>
                    <a:pt x="396426" y="201307"/>
                  </a:lnTo>
                  <a:lnTo>
                    <a:pt x="502358" y="190170"/>
                  </a:lnTo>
                  <a:lnTo>
                    <a:pt x="599067" y="180003"/>
                  </a:lnTo>
                  <a:lnTo>
                    <a:pt x="688030" y="170649"/>
                  </a:lnTo>
                  <a:lnTo>
                    <a:pt x="770398" y="161990"/>
                  </a:lnTo>
                  <a:lnTo>
                    <a:pt x="847080" y="153928"/>
                  </a:lnTo>
                  <a:lnTo>
                    <a:pt x="918811" y="146387"/>
                  </a:lnTo>
                  <a:lnTo>
                    <a:pt x="986192" y="139302"/>
                  </a:lnTo>
                  <a:lnTo>
                    <a:pt x="1049721" y="132623"/>
                  </a:lnTo>
                  <a:lnTo>
                    <a:pt x="1109814" y="126306"/>
                  </a:lnTo>
                  <a:lnTo>
                    <a:pt x="1166824" y="120312"/>
                  </a:lnTo>
                  <a:lnTo>
                    <a:pt x="1221052" y="114611"/>
                  </a:lnTo>
                  <a:lnTo>
                    <a:pt x="1272756" y="109175"/>
                  </a:lnTo>
                  <a:lnTo>
                    <a:pt x="1322162" y="103981"/>
                  </a:lnTo>
                  <a:lnTo>
                    <a:pt x="1369465" y="99007"/>
                  </a:lnTo>
                  <a:lnTo>
                    <a:pt x="1414837" y="94237"/>
                  </a:lnTo>
                  <a:lnTo>
                    <a:pt x="1458429" y="89654"/>
                  </a:lnTo>
                  <a:lnTo>
                    <a:pt x="1500375" y="85244"/>
                  </a:lnTo>
                  <a:lnTo>
                    <a:pt x="1540796" y="80995"/>
                  </a:lnTo>
                  <a:lnTo>
                    <a:pt x="1579798" y="76894"/>
                  </a:lnTo>
                  <a:lnTo>
                    <a:pt x="1617478" y="72933"/>
                  </a:lnTo>
                  <a:lnTo>
                    <a:pt x="1653922" y="69101"/>
                  </a:lnTo>
                  <a:lnTo>
                    <a:pt x="1689209" y="65391"/>
                  </a:lnTo>
                  <a:lnTo>
                    <a:pt x="1723410" y="61796"/>
                  </a:lnTo>
                  <a:lnTo>
                    <a:pt x="1756591" y="58307"/>
                  </a:lnTo>
                  <a:lnTo>
                    <a:pt x="1788809" y="54920"/>
                  </a:lnTo>
                  <a:lnTo>
                    <a:pt x="1820119" y="51628"/>
                  </a:lnTo>
                  <a:lnTo>
                    <a:pt x="1850572" y="48427"/>
                  </a:lnTo>
                  <a:lnTo>
                    <a:pt x="1880212" y="45310"/>
                  </a:lnTo>
                  <a:lnTo>
                    <a:pt x="1909083" y="42275"/>
                  </a:lnTo>
                  <a:lnTo>
                    <a:pt x="1937222" y="39317"/>
                  </a:lnTo>
                  <a:lnTo>
                    <a:pt x="1964667" y="36431"/>
                  </a:lnTo>
                  <a:lnTo>
                    <a:pt x="1991450" y="33616"/>
                  </a:lnTo>
                  <a:lnTo>
                    <a:pt x="2017603" y="30866"/>
                  </a:lnTo>
                  <a:lnTo>
                    <a:pt x="2043155" y="28180"/>
                  </a:lnTo>
                  <a:lnTo>
                    <a:pt x="2068132" y="25554"/>
                  </a:lnTo>
                  <a:lnTo>
                    <a:pt x="2092561" y="22985"/>
                  </a:lnTo>
                  <a:lnTo>
                    <a:pt x="2116464" y="20472"/>
                  </a:lnTo>
                  <a:lnTo>
                    <a:pt x="2139863" y="18012"/>
                  </a:lnTo>
                  <a:lnTo>
                    <a:pt x="2162781" y="15603"/>
                  </a:lnTo>
                  <a:lnTo>
                    <a:pt x="2185235" y="13242"/>
                  </a:lnTo>
                  <a:lnTo>
                    <a:pt x="2207245" y="10928"/>
                  </a:lnTo>
                  <a:lnTo>
                    <a:pt x="2228827" y="8659"/>
                  </a:lnTo>
                  <a:lnTo>
                    <a:pt x="2249998" y="6433"/>
                  </a:lnTo>
                  <a:lnTo>
                    <a:pt x="2270773" y="4249"/>
                  </a:lnTo>
                  <a:lnTo>
                    <a:pt x="2291167" y="2105"/>
                  </a:lnTo>
                  <a:lnTo>
                    <a:pt x="231119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445649" y="1906572"/>
              <a:ext cx="2311194" cy="67267"/>
            </a:xfrm>
            <a:custGeom>
              <a:avLst/>
              <a:pathLst>
                <a:path w="2311194" h="67267">
                  <a:moveTo>
                    <a:pt x="0" y="0"/>
                  </a:moveTo>
                  <a:lnTo>
                    <a:pt x="148413" y="4319"/>
                  </a:lnTo>
                  <a:lnTo>
                    <a:pt x="279323" y="8129"/>
                  </a:lnTo>
                  <a:lnTo>
                    <a:pt x="396426" y="11538"/>
                  </a:lnTo>
                  <a:lnTo>
                    <a:pt x="502358" y="14621"/>
                  </a:lnTo>
                  <a:lnTo>
                    <a:pt x="599067" y="17435"/>
                  </a:lnTo>
                  <a:lnTo>
                    <a:pt x="688030" y="20025"/>
                  </a:lnTo>
                  <a:lnTo>
                    <a:pt x="770398" y="22422"/>
                  </a:lnTo>
                  <a:lnTo>
                    <a:pt x="847080" y="24654"/>
                  </a:lnTo>
                  <a:lnTo>
                    <a:pt x="918811" y="26742"/>
                  </a:lnTo>
                  <a:lnTo>
                    <a:pt x="986192" y="28703"/>
                  </a:lnTo>
                  <a:lnTo>
                    <a:pt x="1049721" y="30552"/>
                  </a:lnTo>
                  <a:lnTo>
                    <a:pt x="1109814" y="32301"/>
                  </a:lnTo>
                  <a:lnTo>
                    <a:pt x="1166824" y="33960"/>
                  </a:lnTo>
                  <a:lnTo>
                    <a:pt x="1221052" y="35538"/>
                  </a:lnTo>
                  <a:lnTo>
                    <a:pt x="1272756" y="37043"/>
                  </a:lnTo>
                  <a:lnTo>
                    <a:pt x="1322162" y="38481"/>
                  </a:lnTo>
                  <a:lnTo>
                    <a:pt x="1369465" y="39858"/>
                  </a:lnTo>
                  <a:lnTo>
                    <a:pt x="1414837" y="41178"/>
                  </a:lnTo>
                  <a:lnTo>
                    <a:pt x="1458429" y="42447"/>
                  </a:lnTo>
                  <a:lnTo>
                    <a:pt x="1500375" y="43668"/>
                  </a:lnTo>
                  <a:lnTo>
                    <a:pt x="1540796" y="44844"/>
                  </a:lnTo>
                  <a:lnTo>
                    <a:pt x="1579798" y="45980"/>
                  </a:lnTo>
                  <a:lnTo>
                    <a:pt x="1617478" y="47076"/>
                  </a:lnTo>
                  <a:lnTo>
                    <a:pt x="1653922" y="48137"/>
                  </a:lnTo>
                  <a:lnTo>
                    <a:pt x="1689209" y="49164"/>
                  </a:lnTo>
                  <a:lnTo>
                    <a:pt x="1723410" y="50159"/>
                  </a:lnTo>
                  <a:lnTo>
                    <a:pt x="1756591" y="51125"/>
                  </a:lnTo>
                  <a:lnTo>
                    <a:pt x="1788809" y="52063"/>
                  </a:lnTo>
                  <a:lnTo>
                    <a:pt x="1820119" y="52974"/>
                  </a:lnTo>
                  <a:lnTo>
                    <a:pt x="1850572" y="53861"/>
                  </a:lnTo>
                  <a:lnTo>
                    <a:pt x="1880212" y="54723"/>
                  </a:lnTo>
                  <a:lnTo>
                    <a:pt x="1909083" y="55563"/>
                  </a:lnTo>
                  <a:lnTo>
                    <a:pt x="1937222" y="56382"/>
                  </a:lnTo>
                  <a:lnTo>
                    <a:pt x="1964667" y="57181"/>
                  </a:lnTo>
                  <a:lnTo>
                    <a:pt x="1991450" y="57961"/>
                  </a:lnTo>
                  <a:lnTo>
                    <a:pt x="2017603" y="58722"/>
                  </a:lnTo>
                  <a:lnTo>
                    <a:pt x="2043155" y="59466"/>
                  </a:lnTo>
                  <a:lnTo>
                    <a:pt x="2068132" y="60193"/>
                  </a:lnTo>
                  <a:lnTo>
                    <a:pt x="2092561" y="60904"/>
                  </a:lnTo>
                  <a:lnTo>
                    <a:pt x="2116464" y="61599"/>
                  </a:lnTo>
                  <a:lnTo>
                    <a:pt x="2139863" y="62280"/>
                  </a:lnTo>
                  <a:lnTo>
                    <a:pt x="2162781" y="62947"/>
                  </a:lnTo>
                  <a:lnTo>
                    <a:pt x="2185235" y="63601"/>
                  </a:lnTo>
                  <a:lnTo>
                    <a:pt x="2207245" y="64241"/>
                  </a:lnTo>
                  <a:lnTo>
                    <a:pt x="2228827" y="64870"/>
                  </a:lnTo>
                  <a:lnTo>
                    <a:pt x="2249998" y="65486"/>
                  </a:lnTo>
                  <a:lnTo>
                    <a:pt x="2270773" y="66091"/>
                  </a:lnTo>
                  <a:lnTo>
                    <a:pt x="2291167" y="66684"/>
                  </a:lnTo>
                  <a:lnTo>
                    <a:pt x="2311194" y="6726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445649" y="1660888"/>
              <a:ext cx="2311194" cy="596829"/>
            </a:xfrm>
            <a:custGeom>
              <a:avLst/>
              <a:pathLst>
                <a:path w="2311194" h="596829">
                  <a:moveTo>
                    <a:pt x="0" y="0"/>
                  </a:moveTo>
                  <a:lnTo>
                    <a:pt x="148413" y="38325"/>
                  </a:lnTo>
                  <a:lnTo>
                    <a:pt x="279323" y="72130"/>
                  </a:lnTo>
                  <a:lnTo>
                    <a:pt x="396426" y="102370"/>
                  </a:lnTo>
                  <a:lnTo>
                    <a:pt x="502358" y="129726"/>
                  </a:lnTo>
                  <a:lnTo>
                    <a:pt x="599067" y="154699"/>
                  </a:lnTo>
                  <a:lnTo>
                    <a:pt x="688030" y="177673"/>
                  </a:lnTo>
                  <a:lnTo>
                    <a:pt x="770398" y="198943"/>
                  </a:lnTo>
                  <a:lnTo>
                    <a:pt x="847080" y="218745"/>
                  </a:lnTo>
                  <a:lnTo>
                    <a:pt x="918811" y="237268"/>
                  </a:lnTo>
                  <a:lnTo>
                    <a:pt x="986192" y="254668"/>
                  </a:lnTo>
                  <a:lnTo>
                    <a:pt x="1049721" y="271074"/>
                  </a:lnTo>
                  <a:lnTo>
                    <a:pt x="1109814" y="286592"/>
                  </a:lnTo>
                  <a:lnTo>
                    <a:pt x="1166824" y="301314"/>
                  </a:lnTo>
                  <a:lnTo>
                    <a:pt x="1221052" y="315317"/>
                  </a:lnTo>
                  <a:lnTo>
                    <a:pt x="1272756" y="328669"/>
                  </a:lnTo>
                  <a:lnTo>
                    <a:pt x="1322162" y="341427"/>
                  </a:lnTo>
                  <a:lnTo>
                    <a:pt x="1369465" y="353643"/>
                  </a:lnTo>
                  <a:lnTo>
                    <a:pt x="1414837" y="365359"/>
                  </a:lnTo>
                  <a:lnTo>
                    <a:pt x="1458429" y="376616"/>
                  </a:lnTo>
                  <a:lnTo>
                    <a:pt x="1500375" y="387448"/>
                  </a:lnTo>
                  <a:lnTo>
                    <a:pt x="1540796" y="397886"/>
                  </a:lnTo>
                  <a:lnTo>
                    <a:pt x="1579798" y="407958"/>
                  </a:lnTo>
                  <a:lnTo>
                    <a:pt x="1617478" y="417688"/>
                  </a:lnTo>
                  <a:lnTo>
                    <a:pt x="1653922" y="427099"/>
                  </a:lnTo>
                  <a:lnTo>
                    <a:pt x="1689209" y="436212"/>
                  </a:lnTo>
                  <a:lnTo>
                    <a:pt x="1723410" y="445043"/>
                  </a:lnTo>
                  <a:lnTo>
                    <a:pt x="1756591" y="453612"/>
                  </a:lnTo>
                  <a:lnTo>
                    <a:pt x="1788809" y="461932"/>
                  </a:lnTo>
                  <a:lnTo>
                    <a:pt x="1820119" y="470017"/>
                  </a:lnTo>
                  <a:lnTo>
                    <a:pt x="1850572" y="477881"/>
                  </a:lnTo>
                  <a:lnTo>
                    <a:pt x="1880212" y="485535"/>
                  </a:lnTo>
                  <a:lnTo>
                    <a:pt x="1909083" y="492990"/>
                  </a:lnTo>
                  <a:lnTo>
                    <a:pt x="1937222" y="500257"/>
                  </a:lnTo>
                  <a:lnTo>
                    <a:pt x="1964667" y="507344"/>
                  </a:lnTo>
                  <a:lnTo>
                    <a:pt x="1991450" y="514260"/>
                  </a:lnTo>
                  <a:lnTo>
                    <a:pt x="2017603" y="521014"/>
                  </a:lnTo>
                  <a:lnTo>
                    <a:pt x="2043155" y="527612"/>
                  </a:lnTo>
                  <a:lnTo>
                    <a:pt x="2068132" y="534062"/>
                  </a:lnTo>
                  <a:lnTo>
                    <a:pt x="2092561" y="540371"/>
                  </a:lnTo>
                  <a:lnTo>
                    <a:pt x="2116464" y="546543"/>
                  </a:lnTo>
                  <a:lnTo>
                    <a:pt x="2139863" y="552586"/>
                  </a:lnTo>
                  <a:lnTo>
                    <a:pt x="2162781" y="558504"/>
                  </a:lnTo>
                  <a:lnTo>
                    <a:pt x="2185235" y="564302"/>
                  </a:lnTo>
                  <a:lnTo>
                    <a:pt x="2207245" y="569986"/>
                  </a:lnTo>
                  <a:lnTo>
                    <a:pt x="2228827" y="575559"/>
                  </a:lnTo>
                  <a:lnTo>
                    <a:pt x="2249998" y="581026"/>
                  </a:lnTo>
                  <a:lnTo>
                    <a:pt x="2270773" y="586391"/>
                  </a:lnTo>
                  <a:lnTo>
                    <a:pt x="2291167" y="591658"/>
                  </a:lnTo>
                  <a:lnTo>
                    <a:pt x="2311194" y="59682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445649" y="2453548"/>
              <a:ext cx="2311194" cy="56266"/>
            </a:xfrm>
            <a:custGeom>
              <a:avLst/>
              <a:pathLst>
                <a:path w="2311194" h="56266">
                  <a:moveTo>
                    <a:pt x="0" y="0"/>
                  </a:moveTo>
                  <a:lnTo>
                    <a:pt x="148413" y="3613"/>
                  </a:lnTo>
                  <a:lnTo>
                    <a:pt x="279323" y="6800"/>
                  </a:lnTo>
                  <a:lnTo>
                    <a:pt x="396426" y="9651"/>
                  </a:lnTo>
                  <a:lnTo>
                    <a:pt x="502358" y="12230"/>
                  </a:lnTo>
                  <a:lnTo>
                    <a:pt x="599067" y="14584"/>
                  </a:lnTo>
                  <a:lnTo>
                    <a:pt x="688030" y="16750"/>
                  </a:lnTo>
                  <a:lnTo>
                    <a:pt x="770398" y="18755"/>
                  </a:lnTo>
                  <a:lnTo>
                    <a:pt x="847080" y="20622"/>
                  </a:lnTo>
                  <a:lnTo>
                    <a:pt x="918811" y="22368"/>
                  </a:lnTo>
                  <a:lnTo>
                    <a:pt x="986192" y="24009"/>
                  </a:lnTo>
                  <a:lnTo>
                    <a:pt x="1049721" y="25555"/>
                  </a:lnTo>
                  <a:lnTo>
                    <a:pt x="1109814" y="27018"/>
                  </a:lnTo>
                  <a:lnTo>
                    <a:pt x="1166824" y="28406"/>
                  </a:lnTo>
                  <a:lnTo>
                    <a:pt x="1221052" y="29727"/>
                  </a:lnTo>
                  <a:lnTo>
                    <a:pt x="1272756" y="30985"/>
                  </a:lnTo>
                  <a:lnTo>
                    <a:pt x="1322162" y="32188"/>
                  </a:lnTo>
                  <a:lnTo>
                    <a:pt x="1369465" y="33340"/>
                  </a:lnTo>
                  <a:lnTo>
                    <a:pt x="1414837" y="34444"/>
                  </a:lnTo>
                  <a:lnTo>
                    <a:pt x="1458429" y="35506"/>
                  </a:lnTo>
                  <a:lnTo>
                    <a:pt x="1500375" y="36527"/>
                  </a:lnTo>
                  <a:lnTo>
                    <a:pt x="1540796" y="37511"/>
                  </a:lnTo>
                  <a:lnTo>
                    <a:pt x="1579798" y="38460"/>
                  </a:lnTo>
                  <a:lnTo>
                    <a:pt x="1617478" y="39378"/>
                  </a:lnTo>
                  <a:lnTo>
                    <a:pt x="1653922" y="40265"/>
                  </a:lnTo>
                  <a:lnTo>
                    <a:pt x="1689209" y="41124"/>
                  </a:lnTo>
                  <a:lnTo>
                    <a:pt x="1723410" y="41957"/>
                  </a:lnTo>
                  <a:lnTo>
                    <a:pt x="1756591" y="42764"/>
                  </a:lnTo>
                  <a:lnTo>
                    <a:pt x="1788809" y="43549"/>
                  </a:lnTo>
                  <a:lnTo>
                    <a:pt x="1820119" y="44311"/>
                  </a:lnTo>
                  <a:lnTo>
                    <a:pt x="1850572" y="45052"/>
                  </a:lnTo>
                  <a:lnTo>
                    <a:pt x="1880212" y="45774"/>
                  </a:lnTo>
                  <a:lnTo>
                    <a:pt x="1909083" y="46477"/>
                  </a:lnTo>
                  <a:lnTo>
                    <a:pt x="1937222" y="47162"/>
                  </a:lnTo>
                  <a:lnTo>
                    <a:pt x="1964667" y="47830"/>
                  </a:lnTo>
                  <a:lnTo>
                    <a:pt x="1991450" y="48482"/>
                  </a:lnTo>
                  <a:lnTo>
                    <a:pt x="2017603" y="49119"/>
                  </a:lnTo>
                  <a:lnTo>
                    <a:pt x="2043155" y="49741"/>
                  </a:lnTo>
                  <a:lnTo>
                    <a:pt x="2068132" y="50349"/>
                  </a:lnTo>
                  <a:lnTo>
                    <a:pt x="2092561" y="50944"/>
                  </a:lnTo>
                  <a:lnTo>
                    <a:pt x="2116464" y="51526"/>
                  </a:lnTo>
                  <a:lnTo>
                    <a:pt x="2139863" y="52095"/>
                  </a:lnTo>
                  <a:lnTo>
                    <a:pt x="2162781" y="52653"/>
                  </a:lnTo>
                  <a:lnTo>
                    <a:pt x="2185235" y="53200"/>
                  </a:lnTo>
                  <a:lnTo>
                    <a:pt x="2207245" y="53736"/>
                  </a:lnTo>
                  <a:lnTo>
                    <a:pt x="2228827" y="54261"/>
                  </a:lnTo>
                  <a:lnTo>
                    <a:pt x="2249998" y="54777"/>
                  </a:lnTo>
                  <a:lnTo>
                    <a:pt x="2270773" y="55282"/>
                  </a:lnTo>
                  <a:lnTo>
                    <a:pt x="2291167" y="55779"/>
                  </a:lnTo>
                  <a:lnTo>
                    <a:pt x="2311194" y="5626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445649" y="2219458"/>
              <a:ext cx="2311194" cy="45011"/>
            </a:xfrm>
            <a:custGeom>
              <a:avLst/>
              <a:pathLst>
                <a:path w="2311194" h="45011">
                  <a:moveTo>
                    <a:pt x="0" y="45011"/>
                  </a:moveTo>
                  <a:lnTo>
                    <a:pt x="148413" y="42121"/>
                  </a:lnTo>
                  <a:lnTo>
                    <a:pt x="279323" y="39571"/>
                  </a:lnTo>
                  <a:lnTo>
                    <a:pt x="396426" y="37291"/>
                  </a:lnTo>
                  <a:lnTo>
                    <a:pt x="502358" y="35227"/>
                  </a:lnTo>
                  <a:lnTo>
                    <a:pt x="599067" y="33344"/>
                  </a:lnTo>
                  <a:lnTo>
                    <a:pt x="688030" y="31611"/>
                  </a:lnTo>
                  <a:lnTo>
                    <a:pt x="770398" y="30007"/>
                  </a:lnTo>
                  <a:lnTo>
                    <a:pt x="847080" y="28514"/>
                  </a:lnTo>
                  <a:lnTo>
                    <a:pt x="918811" y="27117"/>
                  </a:lnTo>
                  <a:lnTo>
                    <a:pt x="986192" y="25805"/>
                  </a:lnTo>
                  <a:lnTo>
                    <a:pt x="1049721" y="24567"/>
                  </a:lnTo>
                  <a:lnTo>
                    <a:pt x="1109814" y="23397"/>
                  </a:lnTo>
                  <a:lnTo>
                    <a:pt x="1166824" y="22287"/>
                  </a:lnTo>
                  <a:lnTo>
                    <a:pt x="1221052" y="21231"/>
                  </a:lnTo>
                  <a:lnTo>
                    <a:pt x="1272756" y="20224"/>
                  </a:lnTo>
                  <a:lnTo>
                    <a:pt x="1322162" y="19261"/>
                  </a:lnTo>
                  <a:lnTo>
                    <a:pt x="1369465" y="18340"/>
                  </a:lnTo>
                  <a:lnTo>
                    <a:pt x="1414837" y="17457"/>
                  </a:lnTo>
                  <a:lnTo>
                    <a:pt x="1458429" y="16608"/>
                  </a:lnTo>
                  <a:lnTo>
                    <a:pt x="1500375" y="15791"/>
                  </a:lnTo>
                  <a:lnTo>
                    <a:pt x="1540796" y="15003"/>
                  </a:lnTo>
                  <a:lnTo>
                    <a:pt x="1579798" y="14244"/>
                  </a:lnTo>
                  <a:lnTo>
                    <a:pt x="1617478" y="13510"/>
                  </a:lnTo>
                  <a:lnTo>
                    <a:pt x="1653922" y="12800"/>
                  </a:lnTo>
                  <a:lnTo>
                    <a:pt x="1689209" y="12113"/>
                  </a:lnTo>
                  <a:lnTo>
                    <a:pt x="1723410" y="11447"/>
                  </a:lnTo>
                  <a:lnTo>
                    <a:pt x="1756591" y="10801"/>
                  </a:lnTo>
                  <a:lnTo>
                    <a:pt x="1788809" y="10173"/>
                  </a:lnTo>
                  <a:lnTo>
                    <a:pt x="1820119" y="9563"/>
                  </a:lnTo>
                  <a:lnTo>
                    <a:pt x="1850572" y="8970"/>
                  </a:lnTo>
                  <a:lnTo>
                    <a:pt x="1880212" y="8393"/>
                  </a:lnTo>
                  <a:lnTo>
                    <a:pt x="1909083" y="7831"/>
                  </a:lnTo>
                  <a:lnTo>
                    <a:pt x="1937222" y="7283"/>
                  </a:lnTo>
                  <a:lnTo>
                    <a:pt x="1964667" y="6748"/>
                  </a:lnTo>
                  <a:lnTo>
                    <a:pt x="1991450" y="6227"/>
                  </a:lnTo>
                  <a:lnTo>
                    <a:pt x="2017603" y="5717"/>
                  </a:lnTo>
                  <a:lnTo>
                    <a:pt x="2043155" y="5220"/>
                  </a:lnTo>
                  <a:lnTo>
                    <a:pt x="2068132" y="4733"/>
                  </a:lnTo>
                  <a:lnTo>
                    <a:pt x="2092561" y="4257"/>
                  </a:lnTo>
                  <a:lnTo>
                    <a:pt x="2116464" y="3792"/>
                  </a:lnTo>
                  <a:lnTo>
                    <a:pt x="2139863" y="3336"/>
                  </a:lnTo>
                  <a:lnTo>
                    <a:pt x="2162781" y="2890"/>
                  </a:lnTo>
                  <a:lnTo>
                    <a:pt x="2185235" y="2453"/>
                  </a:lnTo>
                  <a:lnTo>
                    <a:pt x="2207245" y="2024"/>
                  </a:lnTo>
                  <a:lnTo>
                    <a:pt x="2228827" y="1604"/>
                  </a:lnTo>
                  <a:lnTo>
                    <a:pt x="2249998" y="1191"/>
                  </a:lnTo>
                  <a:lnTo>
                    <a:pt x="2270773" y="787"/>
                  </a:lnTo>
                  <a:lnTo>
                    <a:pt x="2291167" y="390"/>
                  </a:lnTo>
                  <a:lnTo>
                    <a:pt x="231119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445649" y="2123302"/>
              <a:ext cx="2311194" cy="70654"/>
            </a:xfrm>
            <a:custGeom>
              <a:avLst/>
              <a:pathLst>
                <a:path w="2311194" h="70654">
                  <a:moveTo>
                    <a:pt x="0" y="0"/>
                  </a:moveTo>
                  <a:lnTo>
                    <a:pt x="148413" y="4537"/>
                  </a:lnTo>
                  <a:lnTo>
                    <a:pt x="279323" y="8539"/>
                  </a:lnTo>
                  <a:lnTo>
                    <a:pt x="396426" y="12119"/>
                  </a:lnTo>
                  <a:lnTo>
                    <a:pt x="502358" y="15357"/>
                  </a:lnTo>
                  <a:lnTo>
                    <a:pt x="599067" y="18313"/>
                  </a:lnTo>
                  <a:lnTo>
                    <a:pt x="688030" y="21033"/>
                  </a:lnTo>
                  <a:lnTo>
                    <a:pt x="770398" y="23551"/>
                  </a:lnTo>
                  <a:lnTo>
                    <a:pt x="847080" y="25895"/>
                  </a:lnTo>
                  <a:lnTo>
                    <a:pt x="918811" y="28088"/>
                  </a:lnTo>
                  <a:lnTo>
                    <a:pt x="986192" y="30148"/>
                  </a:lnTo>
                  <a:lnTo>
                    <a:pt x="1049721" y="32090"/>
                  </a:lnTo>
                  <a:lnTo>
                    <a:pt x="1109814" y="33927"/>
                  </a:lnTo>
                  <a:lnTo>
                    <a:pt x="1166824" y="35670"/>
                  </a:lnTo>
                  <a:lnTo>
                    <a:pt x="1221052" y="37328"/>
                  </a:lnTo>
                  <a:lnTo>
                    <a:pt x="1272756" y="38908"/>
                  </a:lnTo>
                  <a:lnTo>
                    <a:pt x="1322162" y="40419"/>
                  </a:lnTo>
                  <a:lnTo>
                    <a:pt x="1369465" y="41865"/>
                  </a:lnTo>
                  <a:lnTo>
                    <a:pt x="1414837" y="43252"/>
                  </a:lnTo>
                  <a:lnTo>
                    <a:pt x="1458429" y="44585"/>
                  </a:lnTo>
                  <a:lnTo>
                    <a:pt x="1500375" y="45867"/>
                  </a:lnTo>
                  <a:lnTo>
                    <a:pt x="1540796" y="47103"/>
                  </a:lnTo>
                  <a:lnTo>
                    <a:pt x="1579798" y="48295"/>
                  </a:lnTo>
                  <a:lnTo>
                    <a:pt x="1617478" y="49447"/>
                  </a:lnTo>
                  <a:lnTo>
                    <a:pt x="1653922" y="50561"/>
                  </a:lnTo>
                  <a:lnTo>
                    <a:pt x="1689209" y="51640"/>
                  </a:lnTo>
                  <a:lnTo>
                    <a:pt x="1723410" y="52685"/>
                  </a:lnTo>
                  <a:lnTo>
                    <a:pt x="1756591" y="53700"/>
                  </a:lnTo>
                  <a:lnTo>
                    <a:pt x="1788809" y="54685"/>
                  </a:lnTo>
                  <a:lnTo>
                    <a:pt x="1820119" y="55642"/>
                  </a:lnTo>
                  <a:lnTo>
                    <a:pt x="1850572" y="56573"/>
                  </a:lnTo>
                  <a:lnTo>
                    <a:pt x="1880212" y="57479"/>
                  </a:lnTo>
                  <a:lnTo>
                    <a:pt x="1909083" y="58361"/>
                  </a:lnTo>
                  <a:lnTo>
                    <a:pt x="1937222" y="59222"/>
                  </a:lnTo>
                  <a:lnTo>
                    <a:pt x="1964667" y="60061"/>
                  </a:lnTo>
                  <a:lnTo>
                    <a:pt x="1991450" y="60879"/>
                  </a:lnTo>
                  <a:lnTo>
                    <a:pt x="2017603" y="61679"/>
                  </a:lnTo>
                  <a:lnTo>
                    <a:pt x="2043155" y="62460"/>
                  </a:lnTo>
                  <a:lnTo>
                    <a:pt x="2068132" y="63224"/>
                  </a:lnTo>
                  <a:lnTo>
                    <a:pt x="2092561" y="63970"/>
                  </a:lnTo>
                  <a:lnTo>
                    <a:pt x="2116464" y="64701"/>
                  </a:lnTo>
                  <a:lnTo>
                    <a:pt x="2139863" y="65417"/>
                  </a:lnTo>
                  <a:lnTo>
                    <a:pt x="2162781" y="66117"/>
                  </a:lnTo>
                  <a:lnTo>
                    <a:pt x="2185235" y="66804"/>
                  </a:lnTo>
                  <a:lnTo>
                    <a:pt x="2207245" y="67476"/>
                  </a:lnTo>
                  <a:lnTo>
                    <a:pt x="2228827" y="68136"/>
                  </a:lnTo>
                  <a:lnTo>
                    <a:pt x="2249998" y="68783"/>
                  </a:lnTo>
                  <a:lnTo>
                    <a:pt x="2270773" y="69419"/>
                  </a:lnTo>
                  <a:lnTo>
                    <a:pt x="2291167" y="70042"/>
                  </a:lnTo>
                  <a:lnTo>
                    <a:pt x="2311194" y="7065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3"/>
            <p:cNvSpPr/>
            <p:nvPr/>
          </p:nvSpPr>
          <p:spPr>
            <a:xfrm>
              <a:off x="4270675" y="1185068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70675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tx195"/>
            <p:cNvSpPr/>
            <p:nvPr/>
          </p:nvSpPr>
          <p:spPr>
            <a:xfrm rot="-5400000">
              <a:off x="4096512" y="2358506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7" name="tx196"/>
            <p:cNvSpPr/>
            <p:nvPr/>
          </p:nvSpPr>
          <p:spPr>
            <a:xfrm rot="-5400000">
              <a:off x="4096512" y="1860388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8" name="tx197"/>
            <p:cNvSpPr/>
            <p:nvPr/>
          </p:nvSpPr>
          <p:spPr>
            <a:xfrm rot="-5400000">
              <a:off x="4096512" y="1362271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9" name="pl198"/>
            <p:cNvSpPr/>
            <p:nvPr/>
          </p:nvSpPr>
          <p:spPr>
            <a:xfrm>
              <a:off x="4239044" y="23995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239044" y="19013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239044" y="14032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4270675" y="2692600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445649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5216047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5986445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6756843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tx206"/>
            <p:cNvSpPr/>
            <p:nvPr/>
          </p:nvSpPr>
          <p:spPr>
            <a:xfrm>
              <a:off x="4270675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8" name="rc207"/>
            <p:cNvSpPr/>
            <p:nvPr/>
          </p:nvSpPr>
          <p:spPr>
            <a:xfrm>
              <a:off x="1342663" y="2994900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437216" y="426055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27716" y="409810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80477" y="433295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59965" y="418855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56058" y="42220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13361" y="408269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41751" y="37237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1435204" y="41891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1508842" y="413793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1526515" y="408196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21522" y="43426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313629" y="439482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58473" y="312903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34541" y="42556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71788" y="428334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83974" y="410965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75973" y="428414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307468" y="428708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53970" y="362537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04862" y="37748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03174" y="40141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18814" y="41028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17986" y="393568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66182" y="41679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36239" y="41935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305488" y="405566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285735" y="346698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266531" y="373997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996275" y="403865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20399" y="392167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996465" y="43845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77267" y="437406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67737" y="415355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60766" y="438740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79105" y="33536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40211" y="44054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19400" y="386477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48145" y="315771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36260" y="30349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75909" y="384667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68341" y="37016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18901" y="365241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23921" y="36834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49273" y="430269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980227" y="363765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086041" y="409770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028842" y="412210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86254" y="390081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98476" y="38907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53212" y="400518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91625" y="392388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52846" y="424252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83823" y="364495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22584" y="402772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33039" y="41593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14348" y="382766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48399" y="37535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28605" y="343288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18525" y="34572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55663" y="343718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60258" y="35528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10354" y="38386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65704" y="386847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61570" y="375619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37087" y="371244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61766" y="369677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96782" y="349070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58837" y="362690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37494" y="367408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810204" y="345982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848224" y="37103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47230" y="351698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15627" y="3835274"/>
              <a:ext cx="2315134" cy="544416"/>
            </a:xfrm>
            <a:custGeom>
              <a:avLst/>
              <a:pathLst>
                <a:path w="2315134" h="544416">
                  <a:moveTo>
                    <a:pt x="0" y="544416"/>
                  </a:moveTo>
                  <a:lnTo>
                    <a:pt x="148666" y="509456"/>
                  </a:lnTo>
                  <a:lnTo>
                    <a:pt x="279799" y="478620"/>
                  </a:lnTo>
                  <a:lnTo>
                    <a:pt x="397101" y="451035"/>
                  </a:lnTo>
                  <a:lnTo>
                    <a:pt x="503215" y="426082"/>
                  </a:lnTo>
                  <a:lnTo>
                    <a:pt x="600088" y="403302"/>
                  </a:lnTo>
                  <a:lnTo>
                    <a:pt x="689203" y="382346"/>
                  </a:lnTo>
                  <a:lnTo>
                    <a:pt x="771711" y="362944"/>
                  </a:lnTo>
                  <a:lnTo>
                    <a:pt x="848524" y="344881"/>
                  </a:lnTo>
                  <a:lnTo>
                    <a:pt x="920377" y="327984"/>
                  </a:lnTo>
                  <a:lnTo>
                    <a:pt x="987873" y="312112"/>
                  </a:lnTo>
                  <a:lnTo>
                    <a:pt x="1051510" y="297147"/>
                  </a:lnTo>
                  <a:lnTo>
                    <a:pt x="1111706" y="282992"/>
                  </a:lnTo>
                  <a:lnTo>
                    <a:pt x="1168813" y="269563"/>
                  </a:lnTo>
                  <a:lnTo>
                    <a:pt x="1223133" y="256789"/>
                  </a:lnTo>
                  <a:lnTo>
                    <a:pt x="1274926" y="244610"/>
                  </a:lnTo>
                  <a:lnTo>
                    <a:pt x="1324416" y="232972"/>
                  </a:lnTo>
                  <a:lnTo>
                    <a:pt x="1371799" y="221830"/>
                  </a:lnTo>
                  <a:lnTo>
                    <a:pt x="1417248" y="211142"/>
                  </a:lnTo>
                  <a:lnTo>
                    <a:pt x="1460915" y="200874"/>
                  </a:lnTo>
                  <a:lnTo>
                    <a:pt x="1502933" y="190993"/>
                  </a:lnTo>
                  <a:lnTo>
                    <a:pt x="1543422" y="181472"/>
                  </a:lnTo>
                  <a:lnTo>
                    <a:pt x="1582491" y="172284"/>
                  </a:lnTo>
                  <a:lnTo>
                    <a:pt x="1620235" y="163409"/>
                  </a:lnTo>
                  <a:lnTo>
                    <a:pt x="1656741" y="154824"/>
                  </a:lnTo>
                  <a:lnTo>
                    <a:pt x="1692089" y="146512"/>
                  </a:lnTo>
                  <a:lnTo>
                    <a:pt x="1726348" y="138456"/>
                  </a:lnTo>
                  <a:lnTo>
                    <a:pt x="1759585" y="130640"/>
                  </a:lnTo>
                  <a:lnTo>
                    <a:pt x="1791858" y="123051"/>
                  </a:lnTo>
                  <a:lnTo>
                    <a:pt x="1823222" y="115675"/>
                  </a:lnTo>
                  <a:lnTo>
                    <a:pt x="1853726" y="108502"/>
                  </a:lnTo>
                  <a:lnTo>
                    <a:pt x="1883417" y="101520"/>
                  </a:lnTo>
                  <a:lnTo>
                    <a:pt x="1912337" y="94719"/>
                  </a:lnTo>
                  <a:lnTo>
                    <a:pt x="1940524" y="88091"/>
                  </a:lnTo>
                  <a:lnTo>
                    <a:pt x="1968016" y="81626"/>
                  </a:lnTo>
                  <a:lnTo>
                    <a:pt x="1994844" y="75317"/>
                  </a:lnTo>
                  <a:lnTo>
                    <a:pt x="2021042" y="69157"/>
                  </a:lnTo>
                  <a:lnTo>
                    <a:pt x="2046637" y="63138"/>
                  </a:lnTo>
                  <a:lnTo>
                    <a:pt x="2071657" y="57254"/>
                  </a:lnTo>
                  <a:lnTo>
                    <a:pt x="2096127" y="51500"/>
                  </a:lnTo>
                  <a:lnTo>
                    <a:pt x="2120071" y="45870"/>
                  </a:lnTo>
                  <a:lnTo>
                    <a:pt x="2143511" y="40358"/>
                  </a:lnTo>
                  <a:lnTo>
                    <a:pt x="2166467" y="34959"/>
                  </a:lnTo>
                  <a:lnTo>
                    <a:pt x="2188960" y="29670"/>
                  </a:lnTo>
                  <a:lnTo>
                    <a:pt x="2211007" y="24485"/>
                  </a:lnTo>
                  <a:lnTo>
                    <a:pt x="2232626" y="19402"/>
                  </a:lnTo>
                  <a:lnTo>
                    <a:pt x="2253833" y="14415"/>
                  </a:lnTo>
                  <a:lnTo>
                    <a:pt x="2274644" y="9521"/>
                  </a:lnTo>
                  <a:lnTo>
                    <a:pt x="2295073" y="4717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515627" y="3726897"/>
              <a:ext cx="2315134" cy="527318"/>
            </a:xfrm>
            <a:custGeom>
              <a:avLst/>
              <a:pathLst>
                <a:path w="2315134" h="527318">
                  <a:moveTo>
                    <a:pt x="0" y="527318"/>
                  </a:moveTo>
                  <a:lnTo>
                    <a:pt x="148666" y="493456"/>
                  </a:lnTo>
                  <a:lnTo>
                    <a:pt x="279799" y="463588"/>
                  </a:lnTo>
                  <a:lnTo>
                    <a:pt x="397101" y="436870"/>
                  </a:lnTo>
                  <a:lnTo>
                    <a:pt x="503215" y="412701"/>
                  </a:lnTo>
                  <a:lnTo>
                    <a:pt x="600088" y="390636"/>
                  </a:lnTo>
                  <a:lnTo>
                    <a:pt x="689203" y="370338"/>
                  </a:lnTo>
                  <a:lnTo>
                    <a:pt x="771711" y="351545"/>
                  </a:lnTo>
                  <a:lnTo>
                    <a:pt x="848524" y="334050"/>
                  </a:lnTo>
                  <a:lnTo>
                    <a:pt x="920377" y="317683"/>
                  </a:lnTo>
                  <a:lnTo>
                    <a:pt x="987873" y="302310"/>
                  </a:lnTo>
                  <a:lnTo>
                    <a:pt x="1051510" y="287815"/>
                  </a:lnTo>
                  <a:lnTo>
                    <a:pt x="1111706" y="274105"/>
                  </a:lnTo>
                  <a:lnTo>
                    <a:pt x="1168813" y="261097"/>
                  </a:lnTo>
                  <a:lnTo>
                    <a:pt x="1223133" y="248725"/>
                  </a:lnTo>
                  <a:lnTo>
                    <a:pt x="1274926" y="236928"/>
                  </a:lnTo>
                  <a:lnTo>
                    <a:pt x="1324416" y="225656"/>
                  </a:lnTo>
                  <a:lnTo>
                    <a:pt x="1371799" y="214863"/>
                  </a:lnTo>
                  <a:lnTo>
                    <a:pt x="1417248" y="204511"/>
                  </a:lnTo>
                  <a:lnTo>
                    <a:pt x="1460915" y="194565"/>
                  </a:lnTo>
                  <a:lnTo>
                    <a:pt x="1502933" y="184995"/>
                  </a:lnTo>
                  <a:lnTo>
                    <a:pt x="1543422" y="175772"/>
                  </a:lnTo>
                  <a:lnTo>
                    <a:pt x="1582491" y="166874"/>
                  </a:lnTo>
                  <a:lnTo>
                    <a:pt x="1620235" y="158277"/>
                  </a:lnTo>
                  <a:lnTo>
                    <a:pt x="1656741" y="149962"/>
                  </a:lnTo>
                  <a:lnTo>
                    <a:pt x="1692089" y="141911"/>
                  </a:lnTo>
                  <a:lnTo>
                    <a:pt x="1726348" y="134107"/>
                  </a:lnTo>
                  <a:lnTo>
                    <a:pt x="1759585" y="126537"/>
                  </a:lnTo>
                  <a:lnTo>
                    <a:pt x="1791858" y="119186"/>
                  </a:lnTo>
                  <a:lnTo>
                    <a:pt x="1823222" y="112042"/>
                  </a:lnTo>
                  <a:lnTo>
                    <a:pt x="1853726" y="105094"/>
                  </a:lnTo>
                  <a:lnTo>
                    <a:pt x="1883417" y="98332"/>
                  </a:lnTo>
                  <a:lnTo>
                    <a:pt x="1912337" y="91745"/>
                  </a:lnTo>
                  <a:lnTo>
                    <a:pt x="1940524" y="85324"/>
                  </a:lnTo>
                  <a:lnTo>
                    <a:pt x="1968016" y="79063"/>
                  </a:lnTo>
                  <a:lnTo>
                    <a:pt x="1994844" y="72952"/>
                  </a:lnTo>
                  <a:lnTo>
                    <a:pt x="2021042" y="66985"/>
                  </a:lnTo>
                  <a:lnTo>
                    <a:pt x="2046637" y="61155"/>
                  </a:lnTo>
                  <a:lnTo>
                    <a:pt x="2071657" y="55456"/>
                  </a:lnTo>
                  <a:lnTo>
                    <a:pt x="2096127" y="49883"/>
                  </a:lnTo>
                  <a:lnTo>
                    <a:pt x="2120071" y="44429"/>
                  </a:lnTo>
                  <a:lnTo>
                    <a:pt x="2143511" y="39090"/>
                  </a:lnTo>
                  <a:lnTo>
                    <a:pt x="2166467" y="33861"/>
                  </a:lnTo>
                  <a:lnTo>
                    <a:pt x="2188960" y="28738"/>
                  </a:lnTo>
                  <a:lnTo>
                    <a:pt x="2211007" y="23716"/>
                  </a:lnTo>
                  <a:lnTo>
                    <a:pt x="2232626" y="18792"/>
                  </a:lnTo>
                  <a:lnTo>
                    <a:pt x="2253833" y="13962"/>
                  </a:lnTo>
                  <a:lnTo>
                    <a:pt x="2274644" y="9222"/>
                  </a:lnTo>
                  <a:lnTo>
                    <a:pt x="2295073" y="4569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515627" y="3943320"/>
              <a:ext cx="2315134" cy="414471"/>
            </a:xfrm>
            <a:custGeom>
              <a:avLst/>
              <a:pathLst>
                <a:path w="2315134" h="414471">
                  <a:moveTo>
                    <a:pt x="0" y="414471"/>
                  </a:moveTo>
                  <a:lnTo>
                    <a:pt x="148666" y="387856"/>
                  </a:lnTo>
                  <a:lnTo>
                    <a:pt x="279799" y="364379"/>
                  </a:lnTo>
                  <a:lnTo>
                    <a:pt x="397101" y="343379"/>
                  </a:lnTo>
                  <a:lnTo>
                    <a:pt x="503215" y="324382"/>
                  </a:lnTo>
                  <a:lnTo>
                    <a:pt x="600088" y="307039"/>
                  </a:lnTo>
                  <a:lnTo>
                    <a:pt x="689203" y="291085"/>
                  </a:lnTo>
                  <a:lnTo>
                    <a:pt x="771711" y="276314"/>
                  </a:lnTo>
                  <a:lnTo>
                    <a:pt x="848524" y="262562"/>
                  </a:lnTo>
                  <a:lnTo>
                    <a:pt x="920377" y="249699"/>
                  </a:lnTo>
                  <a:lnTo>
                    <a:pt x="987873" y="237615"/>
                  </a:lnTo>
                  <a:lnTo>
                    <a:pt x="1051510" y="226222"/>
                  </a:lnTo>
                  <a:lnTo>
                    <a:pt x="1111706" y="215446"/>
                  </a:lnTo>
                  <a:lnTo>
                    <a:pt x="1168813" y="205222"/>
                  </a:lnTo>
                  <a:lnTo>
                    <a:pt x="1223133" y="195497"/>
                  </a:lnTo>
                  <a:lnTo>
                    <a:pt x="1274926" y="186225"/>
                  </a:lnTo>
                  <a:lnTo>
                    <a:pt x="1324416" y="177365"/>
                  </a:lnTo>
                  <a:lnTo>
                    <a:pt x="1371799" y="168882"/>
                  </a:lnTo>
                  <a:lnTo>
                    <a:pt x="1417248" y="160745"/>
                  </a:lnTo>
                  <a:lnTo>
                    <a:pt x="1460915" y="152928"/>
                  </a:lnTo>
                  <a:lnTo>
                    <a:pt x="1502933" y="145405"/>
                  </a:lnTo>
                  <a:lnTo>
                    <a:pt x="1543422" y="138157"/>
                  </a:lnTo>
                  <a:lnTo>
                    <a:pt x="1582491" y="131162"/>
                  </a:lnTo>
                  <a:lnTo>
                    <a:pt x="1620235" y="124405"/>
                  </a:lnTo>
                  <a:lnTo>
                    <a:pt x="1656741" y="117869"/>
                  </a:lnTo>
                  <a:lnTo>
                    <a:pt x="1692089" y="111541"/>
                  </a:lnTo>
                  <a:lnTo>
                    <a:pt x="1726348" y="105408"/>
                  </a:lnTo>
                  <a:lnTo>
                    <a:pt x="1759585" y="99458"/>
                  </a:lnTo>
                  <a:lnTo>
                    <a:pt x="1791858" y="93680"/>
                  </a:lnTo>
                  <a:lnTo>
                    <a:pt x="1823222" y="88065"/>
                  </a:lnTo>
                  <a:lnTo>
                    <a:pt x="1853726" y="82604"/>
                  </a:lnTo>
                  <a:lnTo>
                    <a:pt x="1883417" y="77288"/>
                  </a:lnTo>
                  <a:lnTo>
                    <a:pt x="1912337" y="72111"/>
                  </a:lnTo>
                  <a:lnTo>
                    <a:pt x="1940524" y="67065"/>
                  </a:lnTo>
                  <a:lnTo>
                    <a:pt x="1968016" y="62143"/>
                  </a:lnTo>
                  <a:lnTo>
                    <a:pt x="1994844" y="57340"/>
                  </a:lnTo>
                  <a:lnTo>
                    <a:pt x="2021042" y="52650"/>
                  </a:lnTo>
                  <a:lnTo>
                    <a:pt x="2046637" y="48068"/>
                  </a:lnTo>
                  <a:lnTo>
                    <a:pt x="2071657" y="43588"/>
                  </a:lnTo>
                  <a:lnTo>
                    <a:pt x="2096127" y="39208"/>
                  </a:lnTo>
                  <a:lnTo>
                    <a:pt x="2120071" y="34921"/>
                  </a:lnTo>
                  <a:lnTo>
                    <a:pt x="2143511" y="30725"/>
                  </a:lnTo>
                  <a:lnTo>
                    <a:pt x="2166467" y="26615"/>
                  </a:lnTo>
                  <a:lnTo>
                    <a:pt x="2188960" y="22588"/>
                  </a:lnTo>
                  <a:lnTo>
                    <a:pt x="2211007" y="18641"/>
                  </a:lnTo>
                  <a:lnTo>
                    <a:pt x="2232626" y="14771"/>
                  </a:lnTo>
                  <a:lnTo>
                    <a:pt x="2253833" y="10974"/>
                  </a:lnTo>
                  <a:lnTo>
                    <a:pt x="2274644" y="7248"/>
                  </a:lnTo>
                  <a:lnTo>
                    <a:pt x="2295073" y="3591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515627" y="3436357"/>
              <a:ext cx="2315134" cy="577554"/>
            </a:xfrm>
            <a:custGeom>
              <a:avLst/>
              <a:pathLst>
                <a:path w="2315134" h="577554">
                  <a:moveTo>
                    <a:pt x="0" y="577554"/>
                  </a:moveTo>
                  <a:lnTo>
                    <a:pt x="148666" y="540467"/>
                  </a:lnTo>
                  <a:lnTo>
                    <a:pt x="279799" y="507753"/>
                  </a:lnTo>
                  <a:lnTo>
                    <a:pt x="397101" y="478490"/>
                  </a:lnTo>
                  <a:lnTo>
                    <a:pt x="503215" y="452018"/>
                  </a:lnTo>
                  <a:lnTo>
                    <a:pt x="600088" y="427851"/>
                  </a:lnTo>
                  <a:lnTo>
                    <a:pt x="689203" y="405619"/>
                  </a:lnTo>
                  <a:lnTo>
                    <a:pt x="771711" y="385036"/>
                  </a:lnTo>
                  <a:lnTo>
                    <a:pt x="848524" y="365874"/>
                  </a:lnTo>
                  <a:lnTo>
                    <a:pt x="920377" y="347948"/>
                  </a:lnTo>
                  <a:lnTo>
                    <a:pt x="987873" y="331110"/>
                  </a:lnTo>
                  <a:lnTo>
                    <a:pt x="1051510" y="315235"/>
                  </a:lnTo>
                  <a:lnTo>
                    <a:pt x="1111706" y="300218"/>
                  </a:lnTo>
                  <a:lnTo>
                    <a:pt x="1168813" y="285971"/>
                  </a:lnTo>
                  <a:lnTo>
                    <a:pt x="1223133" y="272420"/>
                  </a:lnTo>
                  <a:lnTo>
                    <a:pt x="1274926" y="259499"/>
                  </a:lnTo>
                  <a:lnTo>
                    <a:pt x="1324416" y="247153"/>
                  </a:lnTo>
                  <a:lnTo>
                    <a:pt x="1371799" y="235332"/>
                  </a:lnTo>
                  <a:lnTo>
                    <a:pt x="1417248" y="223994"/>
                  </a:lnTo>
                  <a:lnTo>
                    <a:pt x="1460915" y="213101"/>
                  </a:lnTo>
                  <a:lnTo>
                    <a:pt x="1502933" y="202619"/>
                  </a:lnTo>
                  <a:lnTo>
                    <a:pt x="1543422" y="192518"/>
                  </a:lnTo>
                  <a:lnTo>
                    <a:pt x="1582491" y="182771"/>
                  </a:lnTo>
                  <a:lnTo>
                    <a:pt x="1620235" y="173355"/>
                  </a:lnTo>
                  <a:lnTo>
                    <a:pt x="1656741" y="164248"/>
                  </a:lnTo>
                  <a:lnTo>
                    <a:pt x="1692089" y="155430"/>
                  </a:lnTo>
                  <a:lnTo>
                    <a:pt x="1726348" y="146883"/>
                  </a:lnTo>
                  <a:lnTo>
                    <a:pt x="1759585" y="138592"/>
                  </a:lnTo>
                  <a:lnTo>
                    <a:pt x="1791858" y="130541"/>
                  </a:lnTo>
                  <a:lnTo>
                    <a:pt x="1823222" y="122716"/>
                  </a:lnTo>
                  <a:lnTo>
                    <a:pt x="1853726" y="115106"/>
                  </a:lnTo>
                  <a:lnTo>
                    <a:pt x="1883417" y="107700"/>
                  </a:lnTo>
                  <a:lnTo>
                    <a:pt x="1912337" y="100485"/>
                  </a:lnTo>
                  <a:lnTo>
                    <a:pt x="1940524" y="93453"/>
                  </a:lnTo>
                  <a:lnTo>
                    <a:pt x="1968016" y="86595"/>
                  </a:lnTo>
                  <a:lnTo>
                    <a:pt x="1994844" y="79902"/>
                  </a:lnTo>
                  <a:lnTo>
                    <a:pt x="2021042" y="73366"/>
                  </a:lnTo>
                  <a:lnTo>
                    <a:pt x="2046637" y="66981"/>
                  </a:lnTo>
                  <a:lnTo>
                    <a:pt x="2071657" y="60739"/>
                  </a:lnTo>
                  <a:lnTo>
                    <a:pt x="2096127" y="54635"/>
                  </a:lnTo>
                  <a:lnTo>
                    <a:pt x="2120071" y="48662"/>
                  </a:lnTo>
                  <a:lnTo>
                    <a:pt x="2143511" y="42814"/>
                  </a:lnTo>
                  <a:lnTo>
                    <a:pt x="2166467" y="37087"/>
                  </a:lnTo>
                  <a:lnTo>
                    <a:pt x="2188960" y="31476"/>
                  </a:lnTo>
                  <a:lnTo>
                    <a:pt x="2211007" y="25976"/>
                  </a:lnTo>
                  <a:lnTo>
                    <a:pt x="2232626" y="20583"/>
                  </a:lnTo>
                  <a:lnTo>
                    <a:pt x="2253833" y="15292"/>
                  </a:lnTo>
                  <a:lnTo>
                    <a:pt x="2274644" y="10100"/>
                  </a:lnTo>
                  <a:lnTo>
                    <a:pt x="2295073" y="5004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515627" y="3796984"/>
              <a:ext cx="2315134" cy="430154"/>
            </a:xfrm>
            <a:custGeom>
              <a:avLst/>
              <a:pathLst>
                <a:path w="2315134" h="430154">
                  <a:moveTo>
                    <a:pt x="0" y="430154"/>
                  </a:moveTo>
                  <a:lnTo>
                    <a:pt x="148666" y="402531"/>
                  </a:lnTo>
                  <a:lnTo>
                    <a:pt x="279799" y="378167"/>
                  </a:lnTo>
                  <a:lnTo>
                    <a:pt x="397101" y="356372"/>
                  </a:lnTo>
                  <a:lnTo>
                    <a:pt x="503215" y="336656"/>
                  </a:lnTo>
                  <a:lnTo>
                    <a:pt x="600088" y="318657"/>
                  </a:lnTo>
                  <a:lnTo>
                    <a:pt x="689203" y="302099"/>
                  </a:lnTo>
                  <a:lnTo>
                    <a:pt x="771711" y="286769"/>
                  </a:lnTo>
                  <a:lnTo>
                    <a:pt x="848524" y="272497"/>
                  </a:lnTo>
                  <a:lnTo>
                    <a:pt x="920377" y="259147"/>
                  </a:lnTo>
                  <a:lnTo>
                    <a:pt x="987873" y="246606"/>
                  </a:lnTo>
                  <a:lnTo>
                    <a:pt x="1051510" y="234782"/>
                  </a:lnTo>
                  <a:lnTo>
                    <a:pt x="1111706" y="223598"/>
                  </a:lnTo>
                  <a:lnTo>
                    <a:pt x="1168813" y="212987"/>
                  </a:lnTo>
                  <a:lnTo>
                    <a:pt x="1223133" y="202894"/>
                  </a:lnTo>
                  <a:lnTo>
                    <a:pt x="1274926" y="193271"/>
                  </a:lnTo>
                  <a:lnTo>
                    <a:pt x="1324416" y="184076"/>
                  </a:lnTo>
                  <a:lnTo>
                    <a:pt x="1371799" y="175272"/>
                  </a:lnTo>
                  <a:lnTo>
                    <a:pt x="1417248" y="166828"/>
                  </a:lnTo>
                  <a:lnTo>
                    <a:pt x="1460915" y="158714"/>
                  </a:lnTo>
                  <a:lnTo>
                    <a:pt x="1502933" y="150907"/>
                  </a:lnTo>
                  <a:lnTo>
                    <a:pt x="1543422" y="143384"/>
                  </a:lnTo>
                  <a:lnTo>
                    <a:pt x="1582491" y="136125"/>
                  </a:lnTo>
                  <a:lnTo>
                    <a:pt x="1620235" y="129112"/>
                  </a:lnTo>
                  <a:lnTo>
                    <a:pt x="1656741" y="122329"/>
                  </a:lnTo>
                  <a:lnTo>
                    <a:pt x="1692089" y="115762"/>
                  </a:lnTo>
                  <a:lnTo>
                    <a:pt x="1726348" y="109396"/>
                  </a:lnTo>
                  <a:lnTo>
                    <a:pt x="1759585" y="103221"/>
                  </a:lnTo>
                  <a:lnTo>
                    <a:pt x="1791858" y="97225"/>
                  </a:lnTo>
                  <a:lnTo>
                    <a:pt x="1823222" y="91397"/>
                  </a:lnTo>
                  <a:lnTo>
                    <a:pt x="1853726" y="85729"/>
                  </a:lnTo>
                  <a:lnTo>
                    <a:pt x="1883417" y="80213"/>
                  </a:lnTo>
                  <a:lnTo>
                    <a:pt x="1912337" y="74840"/>
                  </a:lnTo>
                  <a:lnTo>
                    <a:pt x="1940524" y="69602"/>
                  </a:lnTo>
                  <a:lnTo>
                    <a:pt x="1968016" y="64494"/>
                  </a:lnTo>
                  <a:lnTo>
                    <a:pt x="1994844" y="59510"/>
                  </a:lnTo>
                  <a:lnTo>
                    <a:pt x="2021042" y="54642"/>
                  </a:lnTo>
                  <a:lnTo>
                    <a:pt x="2046637" y="49886"/>
                  </a:lnTo>
                  <a:lnTo>
                    <a:pt x="2071657" y="45238"/>
                  </a:lnTo>
                  <a:lnTo>
                    <a:pt x="2096127" y="40691"/>
                  </a:lnTo>
                  <a:lnTo>
                    <a:pt x="2120071" y="36242"/>
                  </a:lnTo>
                  <a:lnTo>
                    <a:pt x="2143511" y="31887"/>
                  </a:lnTo>
                  <a:lnTo>
                    <a:pt x="2166467" y="27622"/>
                  </a:lnTo>
                  <a:lnTo>
                    <a:pt x="2188960" y="23443"/>
                  </a:lnTo>
                  <a:lnTo>
                    <a:pt x="2211007" y="19346"/>
                  </a:lnTo>
                  <a:lnTo>
                    <a:pt x="2232626" y="15330"/>
                  </a:lnTo>
                  <a:lnTo>
                    <a:pt x="2253833" y="11389"/>
                  </a:lnTo>
                  <a:lnTo>
                    <a:pt x="2274644" y="7523"/>
                  </a:lnTo>
                  <a:lnTo>
                    <a:pt x="2295073" y="3727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515627" y="3558315"/>
              <a:ext cx="2315134" cy="387178"/>
            </a:xfrm>
            <a:custGeom>
              <a:avLst/>
              <a:pathLst>
                <a:path w="2315134" h="387178">
                  <a:moveTo>
                    <a:pt x="0" y="387178"/>
                  </a:moveTo>
                  <a:lnTo>
                    <a:pt x="148666" y="362315"/>
                  </a:lnTo>
                  <a:lnTo>
                    <a:pt x="279799" y="340385"/>
                  </a:lnTo>
                  <a:lnTo>
                    <a:pt x="397101" y="320767"/>
                  </a:lnTo>
                  <a:lnTo>
                    <a:pt x="503215" y="303021"/>
                  </a:lnTo>
                  <a:lnTo>
                    <a:pt x="600088" y="286820"/>
                  </a:lnTo>
                  <a:lnTo>
                    <a:pt x="689203" y="271917"/>
                  </a:lnTo>
                  <a:lnTo>
                    <a:pt x="771711" y="258118"/>
                  </a:lnTo>
                  <a:lnTo>
                    <a:pt x="848524" y="245272"/>
                  </a:lnTo>
                  <a:lnTo>
                    <a:pt x="920377" y="233256"/>
                  </a:lnTo>
                  <a:lnTo>
                    <a:pt x="987873" y="221968"/>
                  </a:lnTo>
                  <a:lnTo>
                    <a:pt x="1051510" y="211325"/>
                  </a:lnTo>
                  <a:lnTo>
                    <a:pt x="1111706" y="201258"/>
                  </a:lnTo>
                  <a:lnTo>
                    <a:pt x="1168813" y="191708"/>
                  </a:lnTo>
                  <a:lnTo>
                    <a:pt x="1223133" y="182623"/>
                  </a:lnTo>
                  <a:lnTo>
                    <a:pt x="1274926" y="173962"/>
                  </a:lnTo>
                  <a:lnTo>
                    <a:pt x="1324416" y="165685"/>
                  </a:lnTo>
                  <a:lnTo>
                    <a:pt x="1371799" y="157761"/>
                  </a:lnTo>
                  <a:lnTo>
                    <a:pt x="1417248" y="150160"/>
                  </a:lnTo>
                  <a:lnTo>
                    <a:pt x="1460915" y="142857"/>
                  </a:lnTo>
                  <a:lnTo>
                    <a:pt x="1502933" y="135830"/>
                  </a:lnTo>
                  <a:lnTo>
                    <a:pt x="1543422" y="129059"/>
                  </a:lnTo>
                  <a:lnTo>
                    <a:pt x="1582491" y="122525"/>
                  </a:lnTo>
                  <a:lnTo>
                    <a:pt x="1620235" y="116213"/>
                  </a:lnTo>
                  <a:lnTo>
                    <a:pt x="1656741" y="110108"/>
                  </a:lnTo>
                  <a:lnTo>
                    <a:pt x="1692089" y="104196"/>
                  </a:lnTo>
                  <a:lnTo>
                    <a:pt x="1726348" y="98467"/>
                  </a:lnTo>
                  <a:lnTo>
                    <a:pt x="1759585" y="92908"/>
                  </a:lnTo>
                  <a:lnTo>
                    <a:pt x="1791858" y="87511"/>
                  </a:lnTo>
                  <a:lnTo>
                    <a:pt x="1823222" y="82266"/>
                  </a:lnTo>
                  <a:lnTo>
                    <a:pt x="1853726" y="77164"/>
                  </a:lnTo>
                  <a:lnTo>
                    <a:pt x="1883417" y="72199"/>
                  </a:lnTo>
                  <a:lnTo>
                    <a:pt x="1912337" y="67362"/>
                  </a:lnTo>
                  <a:lnTo>
                    <a:pt x="1940524" y="62648"/>
                  </a:lnTo>
                  <a:lnTo>
                    <a:pt x="1968016" y="58051"/>
                  </a:lnTo>
                  <a:lnTo>
                    <a:pt x="1994844" y="53564"/>
                  </a:lnTo>
                  <a:lnTo>
                    <a:pt x="2021042" y="49183"/>
                  </a:lnTo>
                  <a:lnTo>
                    <a:pt x="2046637" y="44902"/>
                  </a:lnTo>
                  <a:lnTo>
                    <a:pt x="2071657" y="40718"/>
                  </a:lnTo>
                  <a:lnTo>
                    <a:pt x="2096127" y="36626"/>
                  </a:lnTo>
                  <a:lnTo>
                    <a:pt x="2120071" y="32621"/>
                  </a:lnTo>
                  <a:lnTo>
                    <a:pt x="2143511" y="28701"/>
                  </a:lnTo>
                  <a:lnTo>
                    <a:pt x="2166467" y="24862"/>
                  </a:lnTo>
                  <a:lnTo>
                    <a:pt x="2188960" y="21101"/>
                  </a:lnTo>
                  <a:lnTo>
                    <a:pt x="2211007" y="17413"/>
                  </a:lnTo>
                  <a:lnTo>
                    <a:pt x="2232626" y="13798"/>
                  </a:lnTo>
                  <a:lnTo>
                    <a:pt x="2253833" y="10251"/>
                  </a:lnTo>
                  <a:lnTo>
                    <a:pt x="2274644" y="6771"/>
                  </a:lnTo>
                  <a:lnTo>
                    <a:pt x="2295073" y="3354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515627" y="3693011"/>
              <a:ext cx="2315134" cy="12680"/>
            </a:xfrm>
            <a:custGeom>
              <a:avLst/>
              <a:pathLst>
                <a:path w="2315134" h="12680">
                  <a:moveTo>
                    <a:pt x="0" y="12680"/>
                  </a:moveTo>
                  <a:lnTo>
                    <a:pt x="148666" y="11866"/>
                  </a:lnTo>
                  <a:lnTo>
                    <a:pt x="279799" y="11147"/>
                  </a:lnTo>
                  <a:lnTo>
                    <a:pt x="397101" y="10505"/>
                  </a:lnTo>
                  <a:lnTo>
                    <a:pt x="503215" y="9924"/>
                  </a:lnTo>
                  <a:lnTo>
                    <a:pt x="600088" y="9393"/>
                  </a:lnTo>
                  <a:lnTo>
                    <a:pt x="689203" y="8905"/>
                  </a:lnTo>
                  <a:lnTo>
                    <a:pt x="771711" y="8453"/>
                  </a:lnTo>
                  <a:lnTo>
                    <a:pt x="848524" y="8032"/>
                  </a:lnTo>
                  <a:lnTo>
                    <a:pt x="920377" y="7639"/>
                  </a:lnTo>
                  <a:lnTo>
                    <a:pt x="987873" y="7269"/>
                  </a:lnTo>
                  <a:lnTo>
                    <a:pt x="1051510" y="6921"/>
                  </a:lnTo>
                  <a:lnTo>
                    <a:pt x="1111706" y="6591"/>
                  </a:lnTo>
                  <a:lnTo>
                    <a:pt x="1168813" y="6278"/>
                  </a:lnTo>
                  <a:lnTo>
                    <a:pt x="1223133" y="5981"/>
                  </a:lnTo>
                  <a:lnTo>
                    <a:pt x="1274926" y="5697"/>
                  </a:lnTo>
                  <a:lnTo>
                    <a:pt x="1324416" y="5426"/>
                  </a:lnTo>
                  <a:lnTo>
                    <a:pt x="1371799" y="5166"/>
                  </a:lnTo>
                  <a:lnTo>
                    <a:pt x="1417248" y="4917"/>
                  </a:lnTo>
                  <a:lnTo>
                    <a:pt x="1460915" y="4678"/>
                  </a:lnTo>
                  <a:lnTo>
                    <a:pt x="1502933" y="4448"/>
                  </a:lnTo>
                  <a:lnTo>
                    <a:pt x="1543422" y="4226"/>
                  </a:lnTo>
                  <a:lnTo>
                    <a:pt x="1582491" y="4012"/>
                  </a:lnTo>
                  <a:lnTo>
                    <a:pt x="1620235" y="3806"/>
                  </a:lnTo>
                  <a:lnTo>
                    <a:pt x="1656741" y="3606"/>
                  </a:lnTo>
                  <a:lnTo>
                    <a:pt x="1692089" y="3412"/>
                  </a:lnTo>
                  <a:lnTo>
                    <a:pt x="1726348" y="3224"/>
                  </a:lnTo>
                  <a:lnTo>
                    <a:pt x="1759585" y="3042"/>
                  </a:lnTo>
                  <a:lnTo>
                    <a:pt x="1791858" y="2866"/>
                  </a:lnTo>
                  <a:lnTo>
                    <a:pt x="1823222" y="2694"/>
                  </a:lnTo>
                  <a:lnTo>
                    <a:pt x="1853726" y="2527"/>
                  </a:lnTo>
                  <a:lnTo>
                    <a:pt x="1883417" y="2364"/>
                  </a:lnTo>
                  <a:lnTo>
                    <a:pt x="1912337" y="2206"/>
                  </a:lnTo>
                  <a:lnTo>
                    <a:pt x="1940524" y="2051"/>
                  </a:lnTo>
                  <a:lnTo>
                    <a:pt x="1968016" y="1901"/>
                  </a:lnTo>
                  <a:lnTo>
                    <a:pt x="1994844" y="1754"/>
                  </a:lnTo>
                  <a:lnTo>
                    <a:pt x="2021042" y="1610"/>
                  </a:lnTo>
                  <a:lnTo>
                    <a:pt x="2046637" y="1470"/>
                  </a:lnTo>
                  <a:lnTo>
                    <a:pt x="2071657" y="1333"/>
                  </a:lnTo>
                  <a:lnTo>
                    <a:pt x="2096127" y="1199"/>
                  </a:lnTo>
                  <a:lnTo>
                    <a:pt x="2120071" y="1068"/>
                  </a:lnTo>
                  <a:lnTo>
                    <a:pt x="2143511" y="940"/>
                  </a:lnTo>
                  <a:lnTo>
                    <a:pt x="2166467" y="814"/>
                  </a:lnTo>
                  <a:lnTo>
                    <a:pt x="2188960" y="691"/>
                  </a:lnTo>
                  <a:lnTo>
                    <a:pt x="2211007" y="570"/>
                  </a:lnTo>
                  <a:lnTo>
                    <a:pt x="2232626" y="451"/>
                  </a:lnTo>
                  <a:lnTo>
                    <a:pt x="2253833" y="335"/>
                  </a:lnTo>
                  <a:lnTo>
                    <a:pt x="2274644" y="221"/>
                  </a:lnTo>
                  <a:lnTo>
                    <a:pt x="2295073" y="109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1515627" y="4036616"/>
              <a:ext cx="2315134" cy="263464"/>
            </a:xfrm>
            <a:custGeom>
              <a:avLst/>
              <a:pathLst>
                <a:path w="2315134" h="263464">
                  <a:moveTo>
                    <a:pt x="0" y="263464"/>
                  </a:moveTo>
                  <a:lnTo>
                    <a:pt x="148666" y="246546"/>
                  </a:lnTo>
                  <a:lnTo>
                    <a:pt x="279799" y="231623"/>
                  </a:lnTo>
                  <a:lnTo>
                    <a:pt x="397101" y="218274"/>
                  </a:lnTo>
                  <a:lnTo>
                    <a:pt x="503215" y="206198"/>
                  </a:lnTo>
                  <a:lnTo>
                    <a:pt x="600088" y="195174"/>
                  </a:lnTo>
                  <a:lnTo>
                    <a:pt x="689203" y="185032"/>
                  </a:lnTo>
                  <a:lnTo>
                    <a:pt x="771711" y="175643"/>
                  </a:lnTo>
                  <a:lnTo>
                    <a:pt x="848524" y="166901"/>
                  </a:lnTo>
                  <a:lnTo>
                    <a:pt x="920377" y="158724"/>
                  </a:lnTo>
                  <a:lnTo>
                    <a:pt x="987873" y="151043"/>
                  </a:lnTo>
                  <a:lnTo>
                    <a:pt x="1051510" y="143801"/>
                  </a:lnTo>
                  <a:lnTo>
                    <a:pt x="1111706" y="136951"/>
                  </a:lnTo>
                  <a:lnTo>
                    <a:pt x="1168813" y="130452"/>
                  </a:lnTo>
                  <a:lnTo>
                    <a:pt x="1223133" y="124270"/>
                  </a:lnTo>
                  <a:lnTo>
                    <a:pt x="1274926" y="118376"/>
                  </a:lnTo>
                  <a:lnTo>
                    <a:pt x="1324416" y="112744"/>
                  </a:lnTo>
                  <a:lnTo>
                    <a:pt x="1371799" y="107352"/>
                  </a:lnTo>
                  <a:lnTo>
                    <a:pt x="1417248" y="102180"/>
                  </a:lnTo>
                  <a:lnTo>
                    <a:pt x="1460915" y="97211"/>
                  </a:lnTo>
                  <a:lnTo>
                    <a:pt x="1502933" y="92429"/>
                  </a:lnTo>
                  <a:lnTo>
                    <a:pt x="1543422" y="87821"/>
                  </a:lnTo>
                  <a:lnTo>
                    <a:pt x="1582491" y="83375"/>
                  </a:lnTo>
                  <a:lnTo>
                    <a:pt x="1620235" y="79080"/>
                  </a:lnTo>
                  <a:lnTo>
                    <a:pt x="1656741" y="74925"/>
                  </a:lnTo>
                  <a:lnTo>
                    <a:pt x="1692089" y="70903"/>
                  </a:lnTo>
                  <a:lnTo>
                    <a:pt x="1726348" y="67004"/>
                  </a:lnTo>
                  <a:lnTo>
                    <a:pt x="1759585" y="63222"/>
                  </a:lnTo>
                  <a:lnTo>
                    <a:pt x="1791858" y="59549"/>
                  </a:lnTo>
                  <a:lnTo>
                    <a:pt x="1823222" y="55980"/>
                  </a:lnTo>
                  <a:lnTo>
                    <a:pt x="1853726" y="52508"/>
                  </a:lnTo>
                  <a:lnTo>
                    <a:pt x="1883417" y="49129"/>
                  </a:lnTo>
                  <a:lnTo>
                    <a:pt x="1912337" y="45838"/>
                  </a:lnTo>
                  <a:lnTo>
                    <a:pt x="1940524" y="42630"/>
                  </a:lnTo>
                  <a:lnTo>
                    <a:pt x="1968016" y="39502"/>
                  </a:lnTo>
                  <a:lnTo>
                    <a:pt x="1994844" y="36449"/>
                  </a:lnTo>
                  <a:lnTo>
                    <a:pt x="2021042" y="33467"/>
                  </a:lnTo>
                  <a:lnTo>
                    <a:pt x="2046637" y="30555"/>
                  </a:lnTo>
                  <a:lnTo>
                    <a:pt x="2071657" y="27707"/>
                  </a:lnTo>
                  <a:lnTo>
                    <a:pt x="2096127" y="24923"/>
                  </a:lnTo>
                  <a:lnTo>
                    <a:pt x="2120071" y="22198"/>
                  </a:lnTo>
                  <a:lnTo>
                    <a:pt x="2143511" y="19530"/>
                  </a:lnTo>
                  <a:lnTo>
                    <a:pt x="2166467" y="16918"/>
                  </a:lnTo>
                  <a:lnTo>
                    <a:pt x="2188960" y="14358"/>
                  </a:lnTo>
                  <a:lnTo>
                    <a:pt x="2211007" y="11849"/>
                  </a:lnTo>
                  <a:lnTo>
                    <a:pt x="2232626" y="9389"/>
                  </a:lnTo>
                  <a:lnTo>
                    <a:pt x="2253833" y="6976"/>
                  </a:lnTo>
                  <a:lnTo>
                    <a:pt x="2274644" y="4607"/>
                  </a:lnTo>
                  <a:lnTo>
                    <a:pt x="2295073" y="2282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515627" y="3998901"/>
              <a:ext cx="2315134" cy="377928"/>
            </a:xfrm>
            <a:custGeom>
              <a:avLst/>
              <a:pathLst>
                <a:path w="2315134" h="377928">
                  <a:moveTo>
                    <a:pt x="0" y="377928"/>
                  </a:moveTo>
                  <a:lnTo>
                    <a:pt x="148666" y="353660"/>
                  </a:lnTo>
                  <a:lnTo>
                    <a:pt x="279799" y="332253"/>
                  </a:lnTo>
                  <a:lnTo>
                    <a:pt x="397101" y="313104"/>
                  </a:lnTo>
                  <a:lnTo>
                    <a:pt x="503215" y="295782"/>
                  </a:lnTo>
                  <a:lnTo>
                    <a:pt x="600088" y="279968"/>
                  </a:lnTo>
                  <a:lnTo>
                    <a:pt x="689203" y="265421"/>
                  </a:lnTo>
                  <a:lnTo>
                    <a:pt x="771711" y="251952"/>
                  </a:lnTo>
                  <a:lnTo>
                    <a:pt x="848524" y="239413"/>
                  </a:lnTo>
                  <a:lnTo>
                    <a:pt x="920377" y="227683"/>
                  </a:lnTo>
                  <a:lnTo>
                    <a:pt x="987873" y="216665"/>
                  </a:lnTo>
                  <a:lnTo>
                    <a:pt x="1051510" y="206277"/>
                  </a:lnTo>
                  <a:lnTo>
                    <a:pt x="1111706" y="196450"/>
                  </a:lnTo>
                  <a:lnTo>
                    <a:pt x="1168813" y="187128"/>
                  </a:lnTo>
                  <a:lnTo>
                    <a:pt x="1223133" y="178261"/>
                  </a:lnTo>
                  <a:lnTo>
                    <a:pt x="1274926" y="169806"/>
                  </a:lnTo>
                  <a:lnTo>
                    <a:pt x="1324416" y="161727"/>
                  </a:lnTo>
                  <a:lnTo>
                    <a:pt x="1371799" y="153992"/>
                  </a:lnTo>
                  <a:lnTo>
                    <a:pt x="1417248" y="146573"/>
                  </a:lnTo>
                  <a:lnTo>
                    <a:pt x="1460915" y="139445"/>
                  </a:lnTo>
                  <a:lnTo>
                    <a:pt x="1502933" y="132585"/>
                  </a:lnTo>
                  <a:lnTo>
                    <a:pt x="1543422" y="125976"/>
                  </a:lnTo>
                  <a:lnTo>
                    <a:pt x="1582491" y="119598"/>
                  </a:lnTo>
                  <a:lnTo>
                    <a:pt x="1620235" y="113437"/>
                  </a:lnTo>
                  <a:lnTo>
                    <a:pt x="1656741" y="107477"/>
                  </a:lnTo>
                  <a:lnTo>
                    <a:pt x="1692089" y="101707"/>
                  </a:lnTo>
                  <a:lnTo>
                    <a:pt x="1726348" y="96114"/>
                  </a:lnTo>
                  <a:lnTo>
                    <a:pt x="1759585" y="90689"/>
                  </a:lnTo>
                  <a:lnTo>
                    <a:pt x="1791858" y="85420"/>
                  </a:lnTo>
                  <a:lnTo>
                    <a:pt x="1823222" y="80301"/>
                  </a:lnTo>
                  <a:lnTo>
                    <a:pt x="1853726" y="75321"/>
                  </a:lnTo>
                  <a:lnTo>
                    <a:pt x="1883417" y="70474"/>
                  </a:lnTo>
                  <a:lnTo>
                    <a:pt x="1912337" y="65753"/>
                  </a:lnTo>
                  <a:lnTo>
                    <a:pt x="1940524" y="61152"/>
                  </a:lnTo>
                  <a:lnTo>
                    <a:pt x="1968016" y="56664"/>
                  </a:lnTo>
                  <a:lnTo>
                    <a:pt x="1994844" y="52284"/>
                  </a:lnTo>
                  <a:lnTo>
                    <a:pt x="2021042" y="48008"/>
                  </a:lnTo>
                  <a:lnTo>
                    <a:pt x="2046637" y="43830"/>
                  </a:lnTo>
                  <a:lnTo>
                    <a:pt x="2071657" y="39745"/>
                  </a:lnTo>
                  <a:lnTo>
                    <a:pt x="2096127" y="35751"/>
                  </a:lnTo>
                  <a:lnTo>
                    <a:pt x="2120071" y="31842"/>
                  </a:lnTo>
                  <a:lnTo>
                    <a:pt x="2143511" y="28016"/>
                  </a:lnTo>
                  <a:lnTo>
                    <a:pt x="2166467" y="24268"/>
                  </a:lnTo>
                  <a:lnTo>
                    <a:pt x="2188960" y="20596"/>
                  </a:lnTo>
                  <a:lnTo>
                    <a:pt x="2211007" y="16997"/>
                  </a:lnTo>
                  <a:lnTo>
                    <a:pt x="2232626" y="13468"/>
                  </a:lnTo>
                  <a:lnTo>
                    <a:pt x="2253833" y="10006"/>
                  </a:lnTo>
                  <a:lnTo>
                    <a:pt x="2274644" y="6609"/>
                  </a:lnTo>
                  <a:lnTo>
                    <a:pt x="2295073" y="3274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515627" y="3688348"/>
              <a:ext cx="2315134" cy="408235"/>
            </a:xfrm>
            <a:custGeom>
              <a:avLst/>
              <a:pathLst>
                <a:path w="2315134" h="408235">
                  <a:moveTo>
                    <a:pt x="0" y="408235"/>
                  </a:moveTo>
                  <a:lnTo>
                    <a:pt x="148666" y="382020"/>
                  </a:lnTo>
                  <a:lnTo>
                    <a:pt x="279799" y="358897"/>
                  </a:lnTo>
                  <a:lnTo>
                    <a:pt x="397101" y="338213"/>
                  </a:lnTo>
                  <a:lnTo>
                    <a:pt x="503215" y="319501"/>
                  </a:lnTo>
                  <a:lnTo>
                    <a:pt x="600088" y="302419"/>
                  </a:lnTo>
                  <a:lnTo>
                    <a:pt x="689203" y="286705"/>
                  </a:lnTo>
                  <a:lnTo>
                    <a:pt x="771711" y="272157"/>
                  </a:lnTo>
                  <a:lnTo>
                    <a:pt x="848524" y="258612"/>
                  </a:lnTo>
                  <a:lnTo>
                    <a:pt x="920377" y="245942"/>
                  </a:lnTo>
                  <a:lnTo>
                    <a:pt x="987873" y="234040"/>
                  </a:lnTo>
                  <a:lnTo>
                    <a:pt x="1051510" y="222819"/>
                  </a:lnTo>
                  <a:lnTo>
                    <a:pt x="1111706" y="212204"/>
                  </a:lnTo>
                  <a:lnTo>
                    <a:pt x="1168813" y="202134"/>
                  </a:lnTo>
                  <a:lnTo>
                    <a:pt x="1223133" y="192556"/>
                  </a:lnTo>
                  <a:lnTo>
                    <a:pt x="1274926" y="183423"/>
                  </a:lnTo>
                  <a:lnTo>
                    <a:pt x="1324416" y="174696"/>
                  </a:lnTo>
                  <a:lnTo>
                    <a:pt x="1371799" y="166341"/>
                  </a:lnTo>
                  <a:lnTo>
                    <a:pt x="1417248" y="158327"/>
                  </a:lnTo>
                  <a:lnTo>
                    <a:pt x="1460915" y="150627"/>
                  </a:lnTo>
                  <a:lnTo>
                    <a:pt x="1502933" y="143218"/>
                  </a:lnTo>
                  <a:lnTo>
                    <a:pt x="1543422" y="136078"/>
                  </a:lnTo>
                  <a:lnTo>
                    <a:pt x="1582491" y="129189"/>
                  </a:lnTo>
                  <a:lnTo>
                    <a:pt x="1620235" y="122533"/>
                  </a:lnTo>
                  <a:lnTo>
                    <a:pt x="1656741" y="116096"/>
                  </a:lnTo>
                  <a:lnTo>
                    <a:pt x="1692089" y="109863"/>
                  </a:lnTo>
                  <a:lnTo>
                    <a:pt x="1726348" y="103822"/>
                  </a:lnTo>
                  <a:lnTo>
                    <a:pt x="1759585" y="97961"/>
                  </a:lnTo>
                  <a:lnTo>
                    <a:pt x="1791858" y="92271"/>
                  </a:lnTo>
                  <a:lnTo>
                    <a:pt x="1823222" y="86740"/>
                  </a:lnTo>
                  <a:lnTo>
                    <a:pt x="1853726" y="81361"/>
                  </a:lnTo>
                  <a:lnTo>
                    <a:pt x="1883417" y="76126"/>
                  </a:lnTo>
                  <a:lnTo>
                    <a:pt x="1912337" y="71026"/>
                  </a:lnTo>
                  <a:lnTo>
                    <a:pt x="1940524" y="66056"/>
                  </a:lnTo>
                  <a:lnTo>
                    <a:pt x="1968016" y="61208"/>
                  </a:lnTo>
                  <a:lnTo>
                    <a:pt x="1994844" y="56477"/>
                  </a:lnTo>
                  <a:lnTo>
                    <a:pt x="2021042" y="51858"/>
                  </a:lnTo>
                  <a:lnTo>
                    <a:pt x="2046637" y="47344"/>
                  </a:lnTo>
                  <a:lnTo>
                    <a:pt x="2071657" y="42933"/>
                  </a:lnTo>
                  <a:lnTo>
                    <a:pt x="2096127" y="38618"/>
                  </a:lnTo>
                  <a:lnTo>
                    <a:pt x="2120071" y="34396"/>
                  </a:lnTo>
                  <a:lnTo>
                    <a:pt x="2143511" y="30262"/>
                  </a:lnTo>
                  <a:lnTo>
                    <a:pt x="2166467" y="26214"/>
                  </a:lnTo>
                  <a:lnTo>
                    <a:pt x="2188960" y="22248"/>
                  </a:lnTo>
                  <a:lnTo>
                    <a:pt x="2211007" y="18361"/>
                  </a:lnTo>
                  <a:lnTo>
                    <a:pt x="2232626" y="14548"/>
                  </a:lnTo>
                  <a:lnTo>
                    <a:pt x="2253833" y="10809"/>
                  </a:lnTo>
                  <a:lnTo>
                    <a:pt x="2274644" y="7139"/>
                  </a:lnTo>
                  <a:lnTo>
                    <a:pt x="2295073" y="3537"/>
                  </a:lnTo>
                  <a:lnTo>
                    <a:pt x="231513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rc290"/>
            <p:cNvSpPr/>
            <p:nvPr/>
          </p:nvSpPr>
          <p:spPr>
            <a:xfrm>
              <a:off x="1342663" y="2994900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342663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tx292"/>
            <p:cNvSpPr/>
            <p:nvPr/>
          </p:nvSpPr>
          <p:spPr>
            <a:xfrm rot="-5400000">
              <a:off x="1152636" y="440268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52636" y="40986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5" name="tx294"/>
            <p:cNvSpPr/>
            <p:nvPr/>
          </p:nvSpPr>
          <p:spPr>
            <a:xfrm rot="-5400000">
              <a:off x="1152636" y="379459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6" name="tx295"/>
            <p:cNvSpPr/>
            <p:nvPr/>
          </p:nvSpPr>
          <p:spPr>
            <a:xfrm rot="-5400000">
              <a:off x="1152636" y="349054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7" name="tx296"/>
            <p:cNvSpPr/>
            <p:nvPr/>
          </p:nvSpPr>
          <p:spPr>
            <a:xfrm rot="-5400000">
              <a:off x="1152636" y="318649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8" name="pl297"/>
            <p:cNvSpPr/>
            <p:nvPr/>
          </p:nvSpPr>
          <p:spPr>
            <a:xfrm>
              <a:off x="1311032" y="444370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11032" y="41396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11032" y="383560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311032" y="35315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1311032" y="32275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1342663" y="4502431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1515627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2287338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3059050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3830761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tx307"/>
            <p:cNvSpPr/>
            <p:nvPr/>
          </p:nvSpPr>
          <p:spPr>
            <a:xfrm rot="-5400000">
              <a:off x="41327" y="3698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9" name="tx308"/>
            <p:cNvSpPr/>
            <p:nvPr/>
          </p:nvSpPr>
          <p:spPr>
            <a:xfrm>
              <a:off x="1342663" y="2800146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10" name="rc309"/>
            <p:cNvSpPr/>
            <p:nvPr/>
          </p:nvSpPr>
          <p:spPr>
            <a:xfrm>
              <a:off x="4270675" y="2994900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402517" y="391967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35595" y="3174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98025" y="399029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69939" y="373246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415845" y="40446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63216" y="307910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30827" y="30349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386800" y="34368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446423" y="421185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4404484" y="379615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77724" y="4094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44038" y="353492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86436" y="399564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39697" y="425964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207404" y="389886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61183" y="350645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61016" y="434776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55672" y="42255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59957" y="407955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96839" y="433968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76968" y="42156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51464" y="43411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220851" y="40350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73346" y="39751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48236" y="370381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230018" y="374589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164034" y="409722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158329" y="44054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48294" y="408302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28699" y="41541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49334" y="41284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62029" y="419927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53040" y="32458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78611" y="329562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010169" y="387760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40224" y="40729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03809" y="42050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004566" y="385581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07382" y="362176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009197" y="426384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73035" y="344878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47345" y="383538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55622" y="389937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47178" y="41923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57969" y="362184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957858" y="38853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904278" y="35940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5973949" y="385223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89398" y="402510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95760" y="412664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86674" y="386625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22264" y="36340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54428" y="383382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55905" y="388236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74820" y="40429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79238" y="392542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44095" y="403912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75612" y="395009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691842" y="367540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80290" y="336161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62690" y="405809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39679" y="42332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81882" y="419385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27439" y="392157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23442" y="412288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48185" y="40024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76806" y="343762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92260" y="381244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03344" y="390914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783674" y="385275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696538" y="41902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6701053" y="380126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25306" y="3840081"/>
              <a:ext cx="2337174" cy="167278"/>
            </a:xfrm>
            <a:custGeom>
              <a:avLst/>
              <a:pathLst>
                <a:path w="2337174" h="167278">
                  <a:moveTo>
                    <a:pt x="0" y="0"/>
                  </a:moveTo>
                  <a:lnTo>
                    <a:pt x="150081" y="10741"/>
                  </a:lnTo>
                  <a:lnTo>
                    <a:pt x="282463" y="20216"/>
                  </a:lnTo>
                  <a:lnTo>
                    <a:pt x="400882" y="28692"/>
                  </a:lnTo>
                  <a:lnTo>
                    <a:pt x="508005" y="36359"/>
                  </a:lnTo>
                  <a:lnTo>
                    <a:pt x="605801" y="43359"/>
                  </a:lnTo>
                  <a:lnTo>
                    <a:pt x="695765" y="49798"/>
                  </a:lnTo>
                  <a:lnTo>
                    <a:pt x="779058" y="55759"/>
                  </a:lnTo>
                  <a:lnTo>
                    <a:pt x="856602" y="61309"/>
                  </a:lnTo>
                  <a:lnTo>
                    <a:pt x="929140" y="66501"/>
                  </a:lnTo>
                  <a:lnTo>
                    <a:pt x="997278" y="71378"/>
                  </a:lnTo>
                  <a:lnTo>
                    <a:pt x="1061521" y="75976"/>
                  </a:lnTo>
                  <a:lnTo>
                    <a:pt x="1122290" y="80325"/>
                  </a:lnTo>
                  <a:lnTo>
                    <a:pt x="1179940" y="84452"/>
                  </a:lnTo>
                  <a:lnTo>
                    <a:pt x="1234778" y="88376"/>
                  </a:lnTo>
                  <a:lnTo>
                    <a:pt x="1287064" y="92119"/>
                  </a:lnTo>
                  <a:lnTo>
                    <a:pt x="1337025" y="95695"/>
                  </a:lnTo>
                  <a:lnTo>
                    <a:pt x="1384859" y="99118"/>
                  </a:lnTo>
                  <a:lnTo>
                    <a:pt x="1430741" y="102402"/>
                  </a:lnTo>
                  <a:lnTo>
                    <a:pt x="1474823" y="105557"/>
                  </a:lnTo>
                  <a:lnTo>
                    <a:pt x="1517241" y="108593"/>
                  </a:lnTo>
                  <a:lnTo>
                    <a:pt x="1558116" y="111519"/>
                  </a:lnTo>
                  <a:lnTo>
                    <a:pt x="1597557" y="114342"/>
                  </a:lnTo>
                  <a:lnTo>
                    <a:pt x="1635660" y="117069"/>
                  </a:lnTo>
                  <a:lnTo>
                    <a:pt x="1672514" y="119707"/>
                  </a:lnTo>
                  <a:lnTo>
                    <a:pt x="1708198" y="122261"/>
                  </a:lnTo>
                  <a:lnTo>
                    <a:pt x="1742783" y="124736"/>
                  </a:lnTo>
                  <a:lnTo>
                    <a:pt x="1776336" y="127137"/>
                  </a:lnTo>
                  <a:lnTo>
                    <a:pt x="1808917" y="129469"/>
                  </a:lnTo>
                  <a:lnTo>
                    <a:pt x="1840579" y="131736"/>
                  </a:lnTo>
                  <a:lnTo>
                    <a:pt x="1871374" y="133940"/>
                  </a:lnTo>
                  <a:lnTo>
                    <a:pt x="1901348" y="136085"/>
                  </a:lnTo>
                  <a:lnTo>
                    <a:pt x="1930543" y="138174"/>
                  </a:lnTo>
                  <a:lnTo>
                    <a:pt x="1958999" y="140211"/>
                  </a:lnTo>
                  <a:lnTo>
                    <a:pt x="1986752" y="142198"/>
                  </a:lnTo>
                  <a:lnTo>
                    <a:pt x="2013836" y="144136"/>
                  </a:lnTo>
                  <a:lnTo>
                    <a:pt x="2040283" y="146029"/>
                  </a:lnTo>
                  <a:lnTo>
                    <a:pt x="2066122" y="147878"/>
                  </a:lnTo>
                  <a:lnTo>
                    <a:pt x="2091380" y="149686"/>
                  </a:lnTo>
                  <a:lnTo>
                    <a:pt x="2116083" y="151454"/>
                  </a:lnTo>
                  <a:lnTo>
                    <a:pt x="2140255" y="153184"/>
                  </a:lnTo>
                  <a:lnTo>
                    <a:pt x="2163918" y="154878"/>
                  </a:lnTo>
                  <a:lnTo>
                    <a:pt x="2187093" y="156537"/>
                  </a:lnTo>
                  <a:lnTo>
                    <a:pt x="2209799" y="158162"/>
                  </a:lnTo>
                  <a:lnTo>
                    <a:pt x="2232056" y="159755"/>
                  </a:lnTo>
                  <a:lnTo>
                    <a:pt x="2253881" y="161317"/>
                  </a:lnTo>
                  <a:lnTo>
                    <a:pt x="2275290" y="162849"/>
                  </a:lnTo>
                  <a:lnTo>
                    <a:pt x="2296299" y="164353"/>
                  </a:lnTo>
                  <a:lnTo>
                    <a:pt x="2316923" y="165829"/>
                  </a:lnTo>
                  <a:lnTo>
                    <a:pt x="2337174" y="16727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25306" y="3461369"/>
              <a:ext cx="2337174" cy="559933"/>
            </a:xfrm>
            <a:custGeom>
              <a:avLst/>
              <a:pathLst>
                <a:path w="2337174" h="559933">
                  <a:moveTo>
                    <a:pt x="0" y="0"/>
                  </a:moveTo>
                  <a:lnTo>
                    <a:pt x="150081" y="35956"/>
                  </a:lnTo>
                  <a:lnTo>
                    <a:pt x="282463" y="67671"/>
                  </a:lnTo>
                  <a:lnTo>
                    <a:pt x="400882" y="96042"/>
                  </a:lnTo>
                  <a:lnTo>
                    <a:pt x="508005" y="121706"/>
                  </a:lnTo>
                  <a:lnTo>
                    <a:pt x="605801" y="145136"/>
                  </a:lnTo>
                  <a:lnTo>
                    <a:pt x="695765" y="166689"/>
                  </a:lnTo>
                  <a:lnTo>
                    <a:pt x="779058" y="186644"/>
                  </a:lnTo>
                  <a:lnTo>
                    <a:pt x="856602" y="205222"/>
                  </a:lnTo>
                  <a:lnTo>
                    <a:pt x="929140" y="222600"/>
                  </a:lnTo>
                  <a:lnTo>
                    <a:pt x="997278" y="238924"/>
                  </a:lnTo>
                  <a:lnTo>
                    <a:pt x="1061521" y="254316"/>
                  </a:lnTo>
                  <a:lnTo>
                    <a:pt x="1122290" y="268874"/>
                  </a:lnTo>
                  <a:lnTo>
                    <a:pt x="1179940" y="282686"/>
                  </a:lnTo>
                  <a:lnTo>
                    <a:pt x="1234778" y="295824"/>
                  </a:lnTo>
                  <a:lnTo>
                    <a:pt x="1287064" y="308350"/>
                  </a:lnTo>
                  <a:lnTo>
                    <a:pt x="1337025" y="320320"/>
                  </a:lnTo>
                  <a:lnTo>
                    <a:pt x="1384859" y="331780"/>
                  </a:lnTo>
                  <a:lnTo>
                    <a:pt x="1430741" y="342772"/>
                  </a:lnTo>
                  <a:lnTo>
                    <a:pt x="1474823" y="353333"/>
                  </a:lnTo>
                  <a:lnTo>
                    <a:pt x="1517241" y="363495"/>
                  </a:lnTo>
                  <a:lnTo>
                    <a:pt x="1558116" y="373288"/>
                  </a:lnTo>
                  <a:lnTo>
                    <a:pt x="1597557" y="382737"/>
                  </a:lnTo>
                  <a:lnTo>
                    <a:pt x="1635660" y="391866"/>
                  </a:lnTo>
                  <a:lnTo>
                    <a:pt x="1672514" y="400695"/>
                  </a:lnTo>
                  <a:lnTo>
                    <a:pt x="1708198" y="409244"/>
                  </a:lnTo>
                  <a:lnTo>
                    <a:pt x="1742783" y="417530"/>
                  </a:lnTo>
                  <a:lnTo>
                    <a:pt x="1776336" y="425569"/>
                  </a:lnTo>
                  <a:lnTo>
                    <a:pt x="1808917" y="433374"/>
                  </a:lnTo>
                  <a:lnTo>
                    <a:pt x="1840579" y="440960"/>
                  </a:lnTo>
                  <a:lnTo>
                    <a:pt x="1871374" y="448338"/>
                  </a:lnTo>
                  <a:lnTo>
                    <a:pt x="1901348" y="455519"/>
                  </a:lnTo>
                  <a:lnTo>
                    <a:pt x="1930543" y="462513"/>
                  </a:lnTo>
                  <a:lnTo>
                    <a:pt x="1958999" y="469330"/>
                  </a:lnTo>
                  <a:lnTo>
                    <a:pt x="1986752" y="475979"/>
                  </a:lnTo>
                  <a:lnTo>
                    <a:pt x="2013836" y="482468"/>
                  </a:lnTo>
                  <a:lnTo>
                    <a:pt x="2040283" y="488804"/>
                  </a:lnTo>
                  <a:lnTo>
                    <a:pt x="2066122" y="494995"/>
                  </a:lnTo>
                  <a:lnTo>
                    <a:pt x="2091380" y="501046"/>
                  </a:lnTo>
                  <a:lnTo>
                    <a:pt x="2116083" y="506964"/>
                  </a:lnTo>
                  <a:lnTo>
                    <a:pt x="2140255" y="512755"/>
                  </a:lnTo>
                  <a:lnTo>
                    <a:pt x="2163918" y="518424"/>
                  </a:lnTo>
                  <a:lnTo>
                    <a:pt x="2187093" y="523977"/>
                  </a:lnTo>
                  <a:lnTo>
                    <a:pt x="2209799" y="529417"/>
                  </a:lnTo>
                  <a:lnTo>
                    <a:pt x="2232056" y="534749"/>
                  </a:lnTo>
                  <a:lnTo>
                    <a:pt x="2253881" y="539977"/>
                  </a:lnTo>
                  <a:lnTo>
                    <a:pt x="2275290" y="545107"/>
                  </a:lnTo>
                  <a:lnTo>
                    <a:pt x="2296299" y="550140"/>
                  </a:lnTo>
                  <a:lnTo>
                    <a:pt x="2316923" y="555081"/>
                  </a:lnTo>
                  <a:lnTo>
                    <a:pt x="2337174" y="55993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25306" y="3971029"/>
              <a:ext cx="2337174" cy="87427"/>
            </a:xfrm>
            <a:custGeom>
              <a:avLst/>
              <a:pathLst>
                <a:path w="2337174" h="87427">
                  <a:moveTo>
                    <a:pt x="0" y="87427"/>
                  </a:moveTo>
                  <a:lnTo>
                    <a:pt x="150081" y="81813"/>
                  </a:lnTo>
                  <a:lnTo>
                    <a:pt x="282463" y="76861"/>
                  </a:lnTo>
                  <a:lnTo>
                    <a:pt x="400882" y="72431"/>
                  </a:lnTo>
                  <a:lnTo>
                    <a:pt x="508005" y="68424"/>
                  </a:lnTo>
                  <a:lnTo>
                    <a:pt x="605801" y="64766"/>
                  </a:lnTo>
                  <a:lnTo>
                    <a:pt x="695765" y="61401"/>
                  </a:lnTo>
                  <a:lnTo>
                    <a:pt x="779058" y="58285"/>
                  </a:lnTo>
                  <a:lnTo>
                    <a:pt x="856602" y="55384"/>
                  </a:lnTo>
                  <a:lnTo>
                    <a:pt x="929140" y="52671"/>
                  </a:lnTo>
                  <a:lnTo>
                    <a:pt x="997278" y="50122"/>
                  </a:lnTo>
                  <a:lnTo>
                    <a:pt x="1061521" y="47719"/>
                  </a:lnTo>
                  <a:lnTo>
                    <a:pt x="1122290" y="45445"/>
                  </a:lnTo>
                  <a:lnTo>
                    <a:pt x="1179940" y="43289"/>
                  </a:lnTo>
                  <a:lnTo>
                    <a:pt x="1234778" y="41237"/>
                  </a:lnTo>
                  <a:lnTo>
                    <a:pt x="1287064" y="39282"/>
                  </a:lnTo>
                  <a:lnTo>
                    <a:pt x="1337025" y="37413"/>
                  </a:lnTo>
                  <a:lnTo>
                    <a:pt x="1384859" y="35623"/>
                  </a:lnTo>
                  <a:lnTo>
                    <a:pt x="1430741" y="33907"/>
                  </a:lnTo>
                  <a:lnTo>
                    <a:pt x="1474823" y="32258"/>
                  </a:lnTo>
                  <a:lnTo>
                    <a:pt x="1517241" y="30671"/>
                  </a:lnTo>
                  <a:lnTo>
                    <a:pt x="1558116" y="29142"/>
                  </a:lnTo>
                  <a:lnTo>
                    <a:pt x="1597557" y="27667"/>
                  </a:lnTo>
                  <a:lnTo>
                    <a:pt x="1635660" y="26241"/>
                  </a:lnTo>
                  <a:lnTo>
                    <a:pt x="1672514" y="24863"/>
                  </a:lnTo>
                  <a:lnTo>
                    <a:pt x="1708198" y="23528"/>
                  </a:lnTo>
                  <a:lnTo>
                    <a:pt x="1742783" y="22234"/>
                  </a:lnTo>
                  <a:lnTo>
                    <a:pt x="1776336" y="20979"/>
                  </a:lnTo>
                  <a:lnTo>
                    <a:pt x="1808917" y="19760"/>
                  </a:lnTo>
                  <a:lnTo>
                    <a:pt x="1840579" y="18576"/>
                  </a:lnTo>
                  <a:lnTo>
                    <a:pt x="1871374" y="17424"/>
                  </a:lnTo>
                  <a:lnTo>
                    <a:pt x="1901348" y="16303"/>
                  </a:lnTo>
                  <a:lnTo>
                    <a:pt x="1930543" y="15211"/>
                  </a:lnTo>
                  <a:lnTo>
                    <a:pt x="1958999" y="14146"/>
                  </a:lnTo>
                  <a:lnTo>
                    <a:pt x="1986752" y="13108"/>
                  </a:lnTo>
                  <a:lnTo>
                    <a:pt x="2013836" y="12095"/>
                  </a:lnTo>
                  <a:lnTo>
                    <a:pt x="2040283" y="11105"/>
                  </a:lnTo>
                  <a:lnTo>
                    <a:pt x="2066122" y="10139"/>
                  </a:lnTo>
                  <a:lnTo>
                    <a:pt x="2091380" y="9194"/>
                  </a:lnTo>
                  <a:lnTo>
                    <a:pt x="2116083" y="8270"/>
                  </a:lnTo>
                  <a:lnTo>
                    <a:pt x="2140255" y="7366"/>
                  </a:lnTo>
                  <a:lnTo>
                    <a:pt x="2163918" y="6481"/>
                  </a:lnTo>
                  <a:lnTo>
                    <a:pt x="2187093" y="5614"/>
                  </a:lnTo>
                  <a:lnTo>
                    <a:pt x="2209799" y="4764"/>
                  </a:lnTo>
                  <a:lnTo>
                    <a:pt x="2232056" y="3932"/>
                  </a:lnTo>
                  <a:lnTo>
                    <a:pt x="2253881" y="3115"/>
                  </a:lnTo>
                  <a:lnTo>
                    <a:pt x="2275290" y="2314"/>
                  </a:lnTo>
                  <a:lnTo>
                    <a:pt x="2296299" y="1529"/>
                  </a:lnTo>
                  <a:lnTo>
                    <a:pt x="2316923" y="757"/>
                  </a:lnTo>
                  <a:lnTo>
                    <a:pt x="233717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425306" y="3546945"/>
              <a:ext cx="2337174" cy="406365"/>
            </a:xfrm>
            <a:custGeom>
              <a:avLst/>
              <a:pathLst>
                <a:path w="2337174" h="406365">
                  <a:moveTo>
                    <a:pt x="0" y="406365"/>
                  </a:moveTo>
                  <a:lnTo>
                    <a:pt x="150081" y="380270"/>
                  </a:lnTo>
                  <a:lnTo>
                    <a:pt x="282463" y="357253"/>
                  </a:lnTo>
                  <a:lnTo>
                    <a:pt x="400882" y="336663"/>
                  </a:lnTo>
                  <a:lnTo>
                    <a:pt x="508005" y="318038"/>
                  </a:lnTo>
                  <a:lnTo>
                    <a:pt x="605801" y="301034"/>
                  </a:lnTo>
                  <a:lnTo>
                    <a:pt x="695765" y="285392"/>
                  </a:lnTo>
                  <a:lnTo>
                    <a:pt x="779058" y="270910"/>
                  </a:lnTo>
                  <a:lnTo>
                    <a:pt x="856602" y="257427"/>
                  </a:lnTo>
                  <a:lnTo>
                    <a:pt x="929140" y="244815"/>
                  </a:lnTo>
                  <a:lnTo>
                    <a:pt x="997278" y="232968"/>
                  </a:lnTo>
                  <a:lnTo>
                    <a:pt x="1061521" y="221798"/>
                  </a:lnTo>
                  <a:lnTo>
                    <a:pt x="1122290" y="211232"/>
                  </a:lnTo>
                  <a:lnTo>
                    <a:pt x="1179940" y="201208"/>
                  </a:lnTo>
                  <a:lnTo>
                    <a:pt x="1234778" y="191674"/>
                  </a:lnTo>
                  <a:lnTo>
                    <a:pt x="1287064" y="182583"/>
                  </a:lnTo>
                  <a:lnTo>
                    <a:pt x="1337025" y="173896"/>
                  </a:lnTo>
                  <a:lnTo>
                    <a:pt x="1384859" y="165579"/>
                  </a:lnTo>
                  <a:lnTo>
                    <a:pt x="1430741" y="157601"/>
                  </a:lnTo>
                  <a:lnTo>
                    <a:pt x="1474823" y="149937"/>
                  </a:lnTo>
                  <a:lnTo>
                    <a:pt x="1517241" y="142562"/>
                  </a:lnTo>
                  <a:lnTo>
                    <a:pt x="1558116" y="135455"/>
                  </a:lnTo>
                  <a:lnTo>
                    <a:pt x="1597557" y="128597"/>
                  </a:lnTo>
                  <a:lnTo>
                    <a:pt x="1635660" y="121972"/>
                  </a:lnTo>
                  <a:lnTo>
                    <a:pt x="1672514" y="115564"/>
                  </a:lnTo>
                  <a:lnTo>
                    <a:pt x="1708198" y="109360"/>
                  </a:lnTo>
                  <a:lnTo>
                    <a:pt x="1742783" y="103346"/>
                  </a:lnTo>
                  <a:lnTo>
                    <a:pt x="1776336" y="97513"/>
                  </a:lnTo>
                  <a:lnTo>
                    <a:pt x="1808917" y="91848"/>
                  </a:lnTo>
                  <a:lnTo>
                    <a:pt x="1840579" y="86343"/>
                  </a:lnTo>
                  <a:lnTo>
                    <a:pt x="1871374" y="80988"/>
                  </a:lnTo>
                  <a:lnTo>
                    <a:pt x="1901348" y="75777"/>
                  </a:lnTo>
                  <a:lnTo>
                    <a:pt x="1930543" y="70701"/>
                  </a:lnTo>
                  <a:lnTo>
                    <a:pt x="1958999" y="65753"/>
                  </a:lnTo>
                  <a:lnTo>
                    <a:pt x="1986752" y="60928"/>
                  </a:lnTo>
                  <a:lnTo>
                    <a:pt x="2013836" y="56218"/>
                  </a:lnTo>
                  <a:lnTo>
                    <a:pt x="2040283" y="51620"/>
                  </a:lnTo>
                  <a:lnTo>
                    <a:pt x="2066122" y="47127"/>
                  </a:lnTo>
                  <a:lnTo>
                    <a:pt x="2091380" y="42736"/>
                  </a:lnTo>
                  <a:lnTo>
                    <a:pt x="2116083" y="38441"/>
                  </a:lnTo>
                  <a:lnTo>
                    <a:pt x="2140255" y="34238"/>
                  </a:lnTo>
                  <a:lnTo>
                    <a:pt x="2163918" y="30124"/>
                  </a:lnTo>
                  <a:lnTo>
                    <a:pt x="2187093" y="26094"/>
                  </a:lnTo>
                  <a:lnTo>
                    <a:pt x="2209799" y="22146"/>
                  </a:lnTo>
                  <a:lnTo>
                    <a:pt x="2232056" y="18276"/>
                  </a:lnTo>
                  <a:lnTo>
                    <a:pt x="2253881" y="14482"/>
                  </a:lnTo>
                  <a:lnTo>
                    <a:pt x="2275290" y="10759"/>
                  </a:lnTo>
                  <a:lnTo>
                    <a:pt x="2296299" y="7106"/>
                  </a:lnTo>
                  <a:lnTo>
                    <a:pt x="2316923" y="3521"/>
                  </a:lnTo>
                  <a:lnTo>
                    <a:pt x="233717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425306" y="3694684"/>
              <a:ext cx="2337174" cy="398319"/>
            </a:xfrm>
            <a:custGeom>
              <a:avLst/>
              <a:pathLst>
                <a:path w="2337174" h="398319">
                  <a:moveTo>
                    <a:pt x="0" y="398319"/>
                  </a:moveTo>
                  <a:lnTo>
                    <a:pt x="150081" y="372741"/>
                  </a:lnTo>
                  <a:lnTo>
                    <a:pt x="282463" y="350179"/>
                  </a:lnTo>
                  <a:lnTo>
                    <a:pt x="400882" y="329997"/>
                  </a:lnTo>
                  <a:lnTo>
                    <a:pt x="508005" y="311740"/>
                  </a:lnTo>
                  <a:lnTo>
                    <a:pt x="605801" y="295073"/>
                  </a:lnTo>
                  <a:lnTo>
                    <a:pt x="695765" y="279741"/>
                  </a:lnTo>
                  <a:lnTo>
                    <a:pt x="779058" y="265546"/>
                  </a:lnTo>
                  <a:lnTo>
                    <a:pt x="856602" y="252330"/>
                  </a:lnTo>
                  <a:lnTo>
                    <a:pt x="929140" y="239968"/>
                  </a:lnTo>
                  <a:lnTo>
                    <a:pt x="997278" y="228355"/>
                  </a:lnTo>
                  <a:lnTo>
                    <a:pt x="1061521" y="217406"/>
                  </a:lnTo>
                  <a:lnTo>
                    <a:pt x="1122290" y="207049"/>
                  </a:lnTo>
                  <a:lnTo>
                    <a:pt x="1179940" y="197224"/>
                  </a:lnTo>
                  <a:lnTo>
                    <a:pt x="1234778" y="187878"/>
                  </a:lnTo>
                  <a:lnTo>
                    <a:pt x="1287064" y="178967"/>
                  </a:lnTo>
                  <a:lnTo>
                    <a:pt x="1337025" y="170453"/>
                  </a:lnTo>
                  <a:lnTo>
                    <a:pt x="1384859" y="162300"/>
                  </a:lnTo>
                  <a:lnTo>
                    <a:pt x="1430741" y="154481"/>
                  </a:lnTo>
                  <a:lnTo>
                    <a:pt x="1474823" y="146968"/>
                  </a:lnTo>
                  <a:lnTo>
                    <a:pt x="1517241" y="139739"/>
                  </a:lnTo>
                  <a:lnTo>
                    <a:pt x="1558116" y="132773"/>
                  </a:lnTo>
                  <a:lnTo>
                    <a:pt x="1597557" y="126051"/>
                  </a:lnTo>
                  <a:lnTo>
                    <a:pt x="1635660" y="119557"/>
                  </a:lnTo>
                  <a:lnTo>
                    <a:pt x="1672514" y="113276"/>
                  </a:lnTo>
                  <a:lnTo>
                    <a:pt x="1708198" y="107194"/>
                  </a:lnTo>
                  <a:lnTo>
                    <a:pt x="1742783" y="101300"/>
                  </a:lnTo>
                  <a:lnTo>
                    <a:pt x="1776336" y="95582"/>
                  </a:lnTo>
                  <a:lnTo>
                    <a:pt x="1808917" y="90029"/>
                  </a:lnTo>
                  <a:lnTo>
                    <a:pt x="1840579" y="84633"/>
                  </a:lnTo>
                  <a:lnTo>
                    <a:pt x="1871374" y="79385"/>
                  </a:lnTo>
                  <a:lnTo>
                    <a:pt x="1901348" y="74276"/>
                  </a:lnTo>
                  <a:lnTo>
                    <a:pt x="1930543" y="69301"/>
                  </a:lnTo>
                  <a:lnTo>
                    <a:pt x="1958999" y="64451"/>
                  </a:lnTo>
                  <a:lnTo>
                    <a:pt x="1986752" y="59721"/>
                  </a:lnTo>
                  <a:lnTo>
                    <a:pt x="2013836" y="55105"/>
                  </a:lnTo>
                  <a:lnTo>
                    <a:pt x="2040283" y="50598"/>
                  </a:lnTo>
                  <a:lnTo>
                    <a:pt x="2066122" y="46194"/>
                  </a:lnTo>
                  <a:lnTo>
                    <a:pt x="2091380" y="41890"/>
                  </a:lnTo>
                  <a:lnTo>
                    <a:pt x="2116083" y="37680"/>
                  </a:lnTo>
                  <a:lnTo>
                    <a:pt x="2140255" y="33560"/>
                  </a:lnTo>
                  <a:lnTo>
                    <a:pt x="2163918" y="29527"/>
                  </a:lnTo>
                  <a:lnTo>
                    <a:pt x="2187093" y="25578"/>
                  </a:lnTo>
                  <a:lnTo>
                    <a:pt x="2209799" y="21708"/>
                  </a:lnTo>
                  <a:lnTo>
                    <a:pt x="2232056" y="17915"/>
                  </a:lnTo>
                  <a:lnTo>
                    <a:pt x="2253881" y="14195"/>
                  </a:lnTo>
                  <a:lnTo>
                    <a:pt x="2275290" y="10546"/>
                  </a:lnTo>
                  <a:lnTo>
                    <a:pt x="2296299" y="6966"/>
                  </a:lnTo>
                  <a:lnTo>
                    <a:pt x="2316923" y="3451"/>
                  </a:lnTo>
                  <a:lnTo>
                    <a:pt x="233717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425306" y="3475409"/>
              <a:ext cx="2337174" cy="326397"/>
            </a:xfrm>
            <a:custGeom>
              <a:avLst/>
              <a:pathLst>
                <a:path w="2337174" h="326397">
                  <a:moveTo>
                    <a:pt x="0" y="0"/>
                  </a:moveTo>
                  <a:lnTo>
                    <a:pt x="150081" y="20959"/>
                  </a:lnTo>
                  <a:lnTo>
                    <a:pt x="282463" y="39447"/>
                  </a:lnTo>
                  <a:lnTo>
                    <a:pt x="400882" y="55985"/>
                  </a:lnTo>
                  <a:lnTo>
                    <a:pt x="508005" y="70945"/>
                  </a:lnTo>
                  <a:lnTo>
                    <a:pt x="605801" y="84603"/>
                  </a:lnTo>
                  <a:lnTo>
                    <a:pt x="695765" y="97166"/>
                  </a:lnTo>
                  <a:lnTo>
                    <a:pt x="779058" y="108799"/>
                  </a:lnTo>
                  <a:lnTo>
                    <a:pt x="856602" y="119628"/>
                  </a:lnTo>
                  <a:lnTo>
                    <a:pt x="929140" y="129758"/>
                  </a:lnTo>
                  <a:lnTo>
                    <a:pt x="997278" y="139274"/>
                  </a:lnTo>
                  <a:lnTo>
                    <a:pt x="1061521" y="148246"/>
                  </a:lnTo>
                  <a:lnTo>
                    <a:pt x="1122290" y="156733"/>
                  </a:lnTo>
                  <a:lnTo>
                    <a:pt x="1179940" y="164784"/>
                  </a:lnTo>
                  <a:lnTo>
                    <a:pt x="1234778" y="172442"/>
                  </a:lnTo>
                  <a:lnTo>
                    <a:pt x="1287064" y="179744"/>
                  </a:lnTo>
                  <a:lnTo>
                    <a:pt x="1337025" y="186722"/>
                  </a:lnTo>
                  <a:lnTo>
                    <a:pt x="1384859" y="193402"/>
                  </a:lnTo>
                  <a:lnTo>
                    <a:pt x="1430741" y="199809"/>
                  </a:lnTo>
                  <a:lnTo>
                    <a:pt x="1474823" y="205966"/>
                  </a:lnTo>
                  <a:lnTo>
                    <a:pt x="1517241" y="211890"/>
                  </a:lnTo>
                  <a:lnTo>
                    <a:pt x="1558116" y="217598"/>
                  </a:lnTo>
                  <a:lnTo>
                    <a:pt x="1597557" y="223106"/>
                  </a:lnTo>
                  <a:lnTo>
                    <a:pt x="1635660" y="228427"/>
                  </a:lnTo>
                  <a:lnTo>
                    <a:pt x="1672514" y="233574"/>
                  </a:lnTo>
                  <a:lnTo>
                    <a:pt x="1708198" y="238558"/>
                  </a:lnTo>
                  <a:lnTo>
                    <a:pt x="1742783" y="243388"/>
                  </a:lnTo>
                  <a:lnTo>
                    <a:pt x="1776336" y="248074"/>
                  </a:lnTo>
                  <a:lnTo>
                    <a:pt x="1808917" y="252624"/>
                  </a:lnTo>
                  <a:lnTo>
                    <a:pt x="1840579" y="257045"/>
                  </a:lnTo>
                  <a:lnTo>
                    <a:pt x="1871374" y="261346"/>
                  </a:lnTo>
                  <a:lnTo>
                    <a:pt x="1901348" y="265532"/>
                  </a:lnTo>
                  <a:lnTo>
                    <a:pt x="1930543" y="269609"/>
                  </a:lnTo>
                  <a:lnTo>
                    <a:pt x="1958999" y="273583"/>
                  </a:lnTo>
                  <a:lnTo>
                    <a:pt x="1986752" y="277459"/>
                  </a:lnTo>
                  <a:lnTo>
                    <a:pt x="2013836" y="281242"/>
                  </a:lnTo>
                  <a:lnTo>
                    <a:pt x="2040283" y="284935"/>
                  </a:lnTo>
                  <a:lnTo>
                    <a:pt x="2066122" y="288543"/>
                  </a:lnTo>
                  <a:lnTo>
                    <a:pt x="2091380" y="292071"/>
                  </a:lnTo>
                  <a:lnTo>
                    <a:pt x="2116083" y="295521"/>
                  </a:lnTo>
                  <a:lnTo>
                    <a:pt x="2140255" y="298897"/>
                  </a:lnTo>
                  <a:lnTo>
                    <a:pt x="2163918" y="302201"/>
                  </a:lnTo>
                  <a:lnTo>
                    <a:pt x="2187093" y="305438"/>
                  </a:lnTo>
                  <a:lnTo>
                    <a:pt x="2209799" y="308609"/>
                  </a:lnTo>
                  <a:lnTo>
                    <a:pt x="2232056" y="311717"/>
                  </a:lnTo>
                  <a:lnTo>
                    <a:pt x="2253881" y="314765"/>
                  </a:lnTo>
                  <a:lnTo>
                    <a:pt x="2275290" y="317755"/>
                  </a:lnTo>
                  <a:lnTo>
                    <a:pt x="2296299" y="320689"/>
                  </a:lnTo>
                  <a:lnTo>
                    <a:pt x="2316923" y="323569"/>
                  </a:lnTo>
                  <a:lnTo>
                    <a:pt x="2337174" y="32639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425306" y="3546129"/>
              <a:ext cx="2337174" cy="542636"/>
            </a:xfrm>
            <a:custGeom>
              <a:avLst/>
              <a:pathLst>
                <a:path w="2337174" h="542636">
                  <a:moveTo>
                    <a:pt x="0" y="0"/>
                  </a:moveTo>
                  <a:lnTo>
                    <a:pt x="150081" y="34845"/>
                  </a:lnTo>
                  <a:lnTo>
                    <a:pt x="282463" y="65581"/>
                  </a:lnTo>
                  <a:lnTo>
                    <a:pt x="400882" y="93075"/>
                  </a:lnTo>
                  <a:lnTo>
                    <a:pt x="508005" y="117946"/>
                  </a:lnTo>
                  <a:lnTo>
                    <a:pt x="605801" y="140652"/>
                  </a:lnTo>
                  <a:lnTo>
                    <a:pt x="695765" y="161540"/>
                  </a:lnTo>
                  <a:lnTo>
                    <a:pt x="779058" y="180878"/>
                  </a:lnTo>
                  <a:lnTo>
                    <a:pt x="856602" y="198882"/>
                  </a:lnTo>
                  <a:lnTo>
                    <a:pt x="929140" y="215724"/>
                  </a:lnTo>
                  <a:lnTo>
                    <a:pt x="997278" y="231544"/>
                  </a:lnTo>
                  <a:lnTo>
                    <a:pt x="1061521" y="246460"/>
                  </a:lnTo>
                  <a:lnTo>
                    <a:pt x="1122290" y="260569"/>
                  </a:lnTo>
                  <a:lnTo>
                    <a:pt x="1179940" y="273954"/>
                  </a:lnTo>
                  <a:lnTo>
                    <a:pt x="1234778" y="286686"/>
                  </a:lnTo>
                  <a:lnTo>
                    <a:pt x="1287064" y="298825"/>
                  </a:lnTo>
                  <a:lnTo>
                    <a:pt x="1337025" y="310425"/>
                  </a:lnTo>
                  <a:lnTo>
                    <a:pt x="1384859" y="321531"/>
                  </a:lnTo>
                  <a:lnTo>
                    <a:pt x="1430741" y="332184"/>
                  </a:lnTo>
                  <a:lnTo>
                    <a:pt x="1474823" y="342418"/>
                  </a:lnTo>
                  <a:lnTo>
                    <a:pt x="1517241" y="352267"/>
                  </a:lnTo>
                  <a:lnTo>
                    <a:pt x="1558116" y="361757"/>
                  </a:lnTo>
                  <a:lnTo>
                    <a:pt x="1597557" y="370914"/>
                  </a:lnTo>
                  <a:lnTo>
                    <a:pt x="1635660" y="379761"/>
                  </a:lnTo>
                  <a:lnTo>
                    <a:pt x="1672514" y="388318"/>
                  </a:lnTo>
                  <a:lnTo>
                    <a:pt x="1708198" y="396602"/>
                  </a:lnTo>
                  <a:lnTo>
                    <a:pt x="1742783" y="404632"/>
                  </a:lnTo>
                  <a:lnTo>
                    <a:pt x="1776336" y="412423"/>
                  </a:lnTo>
                  <a:lnTo>
                    <a:pt x="1808917" y="419987"/>
                  </a:lnTo>
                  <a:lnTo>
                    <a:pt x="1840579" y="427338"/>
                  </a:lnTo>
                  <a:lnTo>
                    <a:pt x="1871374" y="434488"/>
                  </a:lnTo>
                  <a:lnTo>
                    <a:pt x="1901348" y="441447"/>
                  </a:lnTo>
                  <a:lnTo>
                    <a:pt x="1930543" y="448226"/>
                  </a:lnTo>
                  <a:lnTo>
                    <a:pt x="1958999" y="454832"/>
                  </a:lnTo>
                  <a:lnTo>
                    <a:pt x="1986752" y="461276"/>
                  </a:lnTo>
                  <a:lnTo>
                    <a:pt x="2013836" y="467564"/>
                  </a:lnTo>
                  <a:lnTo>
                    <a:pt x="2040283" y="473705"/>
                  </a:lnTo>
                  <a:lnTo>
                    <a:pt x="2066122" y="479704"/>
                  </a:lnTo>
                  <a:lnTo>
                    <a:pt x="2091380" y="485568"/>
                  </a:lnTo>
                  <a:lnTo>
                    <a:pt x="2116083" y="491304"/>
                  </a:lnTo>
                  <a:lnTo>
                    <a:pt x="2140255" y="496916"/>
                  </a:lnTo>
                  <a:lnTo>
                    <a:pt x="2163918" y="502410"/>
                  </a:lnTo>
                  <a:lnTo>
                    <a:pt x="2187093" y="507790"/>
                  </a:lnTo>
                  <a:lnTo>
                    <a:pt x="2209799" y="513062"/>
                  </a:lnTo>
                  <a:lnTo>
                    <a:pt x="2232056" y="518230"/>
                  </a:lnTo>
                  <a:lnTo>
                    <a:pt x="2253881" y="523297"/>
                  </a:lnTo>
                  <a:lnTo>
                    <a:pt x="2275290" y="528268"/>
                  </a:lnTo>
                  <a:lnTo>
                    <a:pt x="2296299" y="533146"/>
                  </a:lnTo>
                  <a:lnTo>
                    <a:pt x="2316923" y="537934"/>
                  </a:lnTo>
                  <a:lnTo>
                    <a:pt x="2337174" y="54263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425306" y="4029469"/>
              <a:ext cx="2337174" cy="246430"/>
            </a:xfrm>
            <a:custGeom>
              <a:avLst/>
              <a:pathLst>
                <a:path w="2337174" h="246430">
                  <a:moveTo>
                    <a:pt x="0" y="0"/>
                  </a:moveTo>
                  <a:lnTo>
                    <a:pt x="150081" y="15824"/>
                  </a:lnTo>
                  <a:lnTo>
                    <a:pt x="282463" y="29782"/>
                  </a:lnTo>
                  <a:lnTo>
                    <a:pt x="400882" y="42268"/>
                  </a:lnTo>
                  <a:lnTo>
                    <a:pt x="508005" y="53563"/>
                  </a:lnTo>
                  <a:lnTo>
                    <a:pt x="605801" y="63875"/>
                  </a:lnTo>
                  <a:lnTo>
                    <a:pt x="695765" y="73361"/>
                  </a:lnTo>
                  <a:lnTo>
                    <a:pt x="779058" y="82143"/>
                  </a:lnTo>
                  <a:lnTo>
                    <a:pt x="856602" y="90319"/>
                  </a:lnTo>
                  <a:lnTo>
                    <a:pt x="929140" y="97967"/>
                  </a:lnTo>
                  <a:lnTo>
                    <a:pt x="997278" y="105152"/>
                  </a:lnTo>
                  <a:lnTo>
                    <a:pt x="1061521" y="111926"/>
                  </a:lnTo>
                  <a:lnTo>
                    <a:pt x="1122290" y="118333"/>
                  </a:lnTo>
                  <a:lnTo>
                    <a:pt x="1179940" y="124412"/>
                  </a:lnTo>
                  <a:lnTo>
                    <a:pt x="1234778" y="130194"/>
                  </a:lnTo>
                  <a:lnTo>
                    <a:pt x="1287064" y="135707"/>
                  </a:lnTo>
                  <a:lnTo>
                    <a:pt x="1337025" y="140975"/>
                  </a:lnTo>
                  <a:lnTo>
                    <a:pt x="1384859" y="146018"/>
                  </a:lnTo>
                  <a:lnTo>
                    <a:pt x="1430741" y="150856"/>
                  </a:lnTo>
                  <a:lnTo>
                    <a:pt x="1474823" y="155504"/>
                  </a:lnTo>
                  <a:lnTo>
                    <a:pt x="1517241" y="159977"/>
                  </a:lnTo>
                  <a:lnTo>
                    <a:pt x="1558116" y="164286"/>
                  </a:lnTo>
                  <a:lnTo>
                    <a:pt x="1597557" y="168445"/>
                  </a:lnTo>
                  <a:lnTo>
                    <a:pt x="1635660" y="172463"/>
                  </a:lnTo>
                  <a:lnTo>
                    <a:pt x="1672514" y="176348"/>
                  </a:lnTo>
                  <a:lnTo>
                    <a:pt x="1708198" y="180111"/>
                  </a:lnTo>
                  <a:lnTo>
                    <a:pt x="1742783" y="183758"/>
                  </a:lnTo>
                  <a:lnTo>
                    <a:pt x="1776336" y="187295"/>
                  </a:lnTo>
                  <a:lnTo>
                    <a:pt x="1808917" y="190731"/>
                  </a:lnTo>
                  <a:lnTo>
                    <a:pt x="1840579" y="194069"/>
                  </a:lnTo>
                  <a:lnTo>
                    <a:pt x="1871374" y="197316"/>
                  </a:lnTo>
                  <a:lnTo>
                    <a:pt x="1901348" y="200477"/>
                  </a:lnTo>
                  <a:lnTo>
                    <a:pt x="1930543" y="203555"/>
                  </a:lnTo>
                  <a:lnTo>
                    <a:pt x="1958999" y="206555"/>
                  </a:lnTo>
                  <a:lnTo>
                    <a:pt x="1986752" y="209481"/>
                  </a:lnTo>
                  <a:lnTo>
                    <a:pt x="2013836" y="212337"/>
                  </a:lnTo>
                  <a:lnTo>
                    <a:pt x="2040283" y="215126"/>
                  </a:lnTo>
                  <a:lnTo>
                    <a:pt x="2066122" y="217850"/>
                  </a:lnTo>
                  <a:lnTo>
                    <a:pt x="2091380" y="220513"/>
                  </a:lnTo>
                  <a:lnTo>
                    <a:pt x="2116083" y="223118"/>
                  </a:lnTo>
                  <a:lnTo>
                    <a:pt x="2140255" y="225667"/>
                  </a:lnTo>
                  <a:lnTo>
                    <a:pt x="2163918" y="228162"/>
                  </a:lnTo>
                  <a:lnTo>
                    <a:pt x="2187093" y="230605"/>
                  </a:lnTo>
                  <a:lnTo>
                    <a:pt x="2209799" y="232999"/>
                  </a:lnTo>
                  <a:lnTo>
                    <a:pt x="2232056" y="235346"/>
                  </a:lnTo>
                  <a:lnTo>
                    <a:pt x="2253881" y="237647"/>
                  </a:lnTo>
                  <a:lnTo>
                    <a:pt x="2275290" y="239905"/>
                  </a:lnTo>
                  <a:lnTo>
                    <a:pt x="2296299" y="242120"/>
                  </a:lnTo>
                  <a:lnTo>
                    <a:pt x="2316923" y="244294"/>
                  </a:lnTo>
                  <a:lnTo>
                    <a:pt x="2337174" y="24643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425306" y="3994206"/>
              <a:ext cx="2337174" cy="78719"/>
            </a:xfrm>
            <a:custGeom>
              <a:avLst/>
              <a:pathLst>
                <a:path w="2337174" h="78719">
                  <a:moveTo>
                    <a:pt x="0" y="0"/>
                  </a:moveTo>
                  <a:lnTo>
                    <a:pt x="150081" y="5054"/>
                  </a:lnTo>
                  <a:lnTo>
                    <a:pt x="282463" y="9513"/>
                  </a:lnTo>
                  <a:lnTo>
                    <a:pt x="400882" y="13502"/>
                  </a:lnTo>
                  <a:lnTo>
                    <a:pt x="508005" y="17110"/>
                  </a:lnTo>
                  <a:lnTo>
                    <a:pt x="605801" y="20404"/>
                  </a:lnTo>
                  <a:lnTo>
                    <a:pt x="695765" y="23434"/>
                  </a:lnTo>
                  <a:lnTo>
                    <a:pt x="779058" y="26239"/>
                  </a:lnTo>
                  <a:lnTo>
                    <a:pt x="856602" y="28851"/>
                  </a:lnTo>
                  <a:lnTo>
                    <a:pt x="929140" y="31294"/>
                  </a:lnTo>
                  <a:lnTo>
                    <a:pt x="997278" y="33589"/>
                  </a:lnTo>
                  <a:lnTo>
                    <a:pt x="1061521" y="35753"/>
                  </a:lnTo>
                  <a:lnTo>
                    <a:pt x="1122290" y="37800"/>
                  </a:lnTo>
                  <a:lnTo>
                    <a:pt x="1179940" y="39742"/>
                  </a:lnTo>
                  <a:lnTo>
                    <a:pt x="1234778" y="41589"/>
                  </a:lnTo>
                  <a:lnTo>
                    <a:pt x="1287064" y="43350"/>
                  </a:lnTo>
                  <a:lnTo>
                    <a:pt x="1337025" y="45032"/>
                  </a:lnTo>
                  <a:lnTo>
                    <a:pt x="1384859" y="46644"/>
                  </a:lnTo>
                  <a:lnTo>
                    <a:pt x="1430741" y="48189"/>
                  </a:lnTo>
                  <a:lnTo>
                    <a:pt x="1474823" y="49674"/>
                  </a:lnTo>
                  <a:lnTo>
                    <a:pt x="1517241" y="51102"/>
                  </a:lnTo>
                  <a:lnTo>
                    <a:pt x="1558116" y="52479"/>
                  </a:lnTo>
                  <a:lnTo>
                    <a:pt x="1597557" y="53808"/>
                  </a:lnTo>
                  <a:lnTo>
                    <a:pt x="1635660" y="55091"/>
                  </a:lnTo>
                  <a:lnTo>
                    <a:pt x="1672514" y="56332"/>
                  </a:lnTo>
                  <a:lnTo>
                    <a:pt x="1708198" y="57534"/>
                  </a:lnTo>
                  <a:lnTo>
                    <a:pt x="1742783" y="58699"/>
                  </a:lnTo>
                  <a:lnTo>
                    <a:pt x="1776336" y="59829"/>
                  </a:lnTo>
                  <a:lnTo>
                    <a:pt x="1808917" y="60926"/>
                  </a:lnTo>
                  <a:lnTo>
                    <a:pt x="1840579" y="61993"/>
                  </a:lnTo>
                  <a:lnTo>
                    <a:pt x="1871374" y="63030"/>
                  </a:lnTo>
                  <a:lnTo>
                    <a:pt x="1901348" y="64040"/>
                  </a:lnTo>
                  <a:lnTo>
                    <a:pt x="1930543" y="65023"/>
                  </a:lnTo>
                  <a:lnTo>
                    <a:pt x="1958999" y="65981"/>
                  </a:lnTo>
                  <a:lnTo>
                    <a:pt x="1986752" y="66916"/>
                  </a:lnTo>
                  <a:lnTo>
                    <a:pt x="2013836" y="67828"/>
                  </a:lnTo>
                  <a:lnTo>
                    <a:pt x="2040283" y="68719"/>
                  </a:lnTo>
                  <a:lnTo>
                    <a:pt x="2066122" y="69590"/>
                  </a:lnTo>
                  <a:lnTo>
                    <a:pt x="2091380" y="70440"/>
                  </a:lnTo>
                  <a:lnTo>
                    <a:pt x="2116083" y="71272"/>
                  </a:lnTo>
                  <a:lnTo>
                    <a:pt x="2140255" y="72086"/>
                  </a:lnTo>
                  <a:lnTo>
                    <a:pt x="2163918" y="72883"/>
                  </a:lnTo>
                  <a:lnTo>
                    <a:pt x="2187093" y="73664"/>
                  </a:lnTo>
                  <a:lnTo>
                    <a:pt x="2209799" y="74429"/>
                  </a:lnTo>
                  <a:lnTo>
                    <a:pt x="2232056" y="75178"/>
                  </a:lnTo>
                  <a:lnTo>
                    <a:pt x="2253881" y="75914"/>
                  </a:lnTo>
                  <a:lnTo>
                    <a:pt x="2275290" y="76635"/>
                  </a:lnTo>
                  <a:lnTo>
                    <a:pt x="2296299" y="77342"/>
                  </a:lnTo>
                  <a:lnTo>
                    <a:pt x="2316923" y="78037"/>
                  </a:lnTo>
                  <a:lnTo>
                    <a:pt x="2337174" y="7871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425306" y="3916170"/>
              <a:ext cx="2337174" cy="74181"/>
            </a:xfrm>
            <a:custGeom>
              <a:avLst/>
              <a:pathLst>
                <a:path w="2337174" h="74181">
                  <a:moveTo>
                    <a:pt x="0" y="74181"/>
                  </a:moveTo>
                  <a:lnTo>
                    <a:pt x="150081" y="69417"/>
                  </a:lnTo>
                  <a:lnTo>
                    <a:pt x="282463" y="65216"/>
                  </a:lnTo>
                  <a:lnTo>
                    <a:pt x="400882" y="61457"/>
                  </a:lnTo>
                  <a:lnTo>
                    <a:pt x="508005" y="58057"/>
                  </a:lnTo>
                  <a:lnTo>
                    <a:pt x="605801" y="54953"/>
                  </a:lnTo>
                  <a:lnTo>
                    <a:pt x="695765" y="52097"/>
                  </a:lnTo>
                  <a:lnTo>
                    <a:pt x="779058" y="49454"/>
                  </a:lnTo>
                  <a:lnTo>
                    <a:pt x="856602" y="46992"/>
                  </a:lnTo>
                  <a:lnTo>
                    <a:pt x="929140" y="44690"/>
                  </a:lnTo>
                  <a:lnTo>
                    <a:pt x="997278" y="42527"/>
                  </a:lnTo>
                  <a:lnTo>
                    <a:pt x="1061521" y="40488"/>
                  </a:lnTo>
                  <a:lnTo>
                    <a:pt x="1122290" y="38560"/>
                  </a:lnTo>
                  <a:lnTo>
                    <a:pt x="1179940" y="36730"/>
                  </a:lnTo>
                  <a:lnTo>
                    <a:pt x="1234778" y="34989"/>
                  </a:lnTo>
                  <a:lnTo>
                    <a:pt x="1287064" y="33330"/>
                  </a:lnTo>
                  <a:lnTo>
                    <a:pt x="1337025" y="31744"/>
                  </a:lnTo>
                  <a:lnTo>
                    <a:pt x="1384859" y="30226"/>
                  </a:lnTo>
                  <a:lnTo>
                    <a:pt x="1430741" y="28769"/>
                  </a:lnTo>
                  <a:lnTo>
                    <a:pt x="1474823" y="27370"/>
                  </a:lnTo>
                  <a:lnTo>
                    <a:pt x="1517241" y="26024"/>
                  </a:lnTo>
                  <a:lnTo>
                    <a:pt x="1558116" y="24727"/>
                  </a:lnTo>
                  <a:lnTo>
                    <a:pt x="1597557" y="23475"/>
                  </a:lnTo>
                  <a:lnTo>
                    <a:pt x="1635660" y="22265"/>
                  </a:lnTo>
                  <a:lnTo>
                    <a:pt x="1672514" y="21096"/>
                  </a:lnTo>
                  <a:lnTo>
                    <a:pt x="1708198" y="19963"/>
                  </a:lnTo>
                  <a:lnTo>
                    <a:pt x="1742783" y="18865"/>
                  </a:lnTo>
                  <a:lnTo>
                    <a:pt x="1776336" y="17800"/>
                  </a:lnTo>
                  <a:lnTo>
                    <a:pt x="1808917" y="16766"/>
                  </a:lnTo>
                  <a:lnTo>
                    <a:pt x="1840579" y="15761"/>
                  </a:lnTo>
                  <a:lnTo>
                    <a:pt x="1871374" y="14784"/>
                  </a:lnTo>
                  <a:lnTo>
                    <a:pt x="1901348" y="13833"/>
                  </a:lnTo>
                  <a:lnTo>
                    <a:pt x="1930543" y="12906"/>
                  </a:lnTo>
                  <a:lnTo>
                    <a:pt x="1958999" y="12003"/>
                  </a:lnTo>
                  <a:lnTo>
                    <a:pt x="1986752" y="11122"/>
                  </a:lnTo>
                  <a:lnTo>
                    <a:pt x="2013836" y="10262"/>
                  </a:lnTo>
                  <a:lnTo>
                    <a:pt x="2040283" y="9423"/>
                  </a:lnTo>
                  <a:lnTo>
                    <a:pt x="2066122" y="8603"/>
                  </a:lnTo>
                  <a:lnTo>
                    <a:pt x="2091380" y="7801"/>
                  </a:lnTo>
                  <a:lnTo>
                    <a:pt x="2116083" y="7017"/>
                  </a:lnTo>
                  <a:lnTo>
                    <a:pt x="2140255" y="6250"/>
                  </a:lnTo>
                  <a:lnTo>
                    <a:pt x="2163918" y="5499"/>
                  </a:lnTo>
                  <a:lnTo>
                    <a:pt x="2187093" y="4763"/>
                  </a:lnTo>
                  <a:lnTo>
                    <a:pt x="2209799" y="4042"/>
                  </a:lnTo>
                  <a:lnTo>
                    <a:pt x="2232056" y="3336"/>
                  </a:lnTo>
                  <a:lnTo>
                    <a:pt x="2253881" y="2643"/>
                  </a:lnTo>
                  <a:lnTo>
                    <a:pt x="2275290" y="1964"/>
                  </a:lnTo>
                  <a:lnTo>
                    <a:pt x="2296299" y="1297"/>
                  </a:lnTo>
                  <a:lnTo>
                    <a:pt x="2316923" y="642"/>
                  </a:lnTo>
                  <a:lnTo>
                    <a:pt x="233717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3" name="rc392"/>
            <p:cNvSpPr/>
            <p:nvPr/>
          </p:nvSpPr>
          <p:spPr>
            <a:xfrm>
              <a:off x="4270675" y="2994900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270675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tx394"/>
            <p:cNvSpPr/>
            <p:nvPr/>
          </p:nvSpPr>
          <p:spPr>
            <a:xfrm rot="-5400000">
              <a:off x="4128288" y="426277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6" name="tx395"/>
            <p:cNvSpPr/>
            <p:nvPr/>
          </p:nvSpPr>
          <p:spPr>
            <a:xfrm rot="-5400000">
              <a:off x="4128288" y="398268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97" name="tx396"/>
            <p:cNvSpPr/>
            <p:nvPr/>
          </p:nvSpPr>
          <p:spPr>
            <a:xfrm rot="-5400000">
              <a:off x="4128288" y="37025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98" name="tx397"/>
            <p:cNvSpPr/>
            <p:nvPr/>
          </p:nvSpPr>
          <p:spPr>
            <a:xfrm rot="-5400000">
              <a:off x="4128288" y="342251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99" name="tx398"/>
            <p:cNvSpPr/>
            <p:nvPr/>
          </p:nvSpPr>
          <p:spPr>
            <a:xfrm rot="-5400000">
              <a:off x="4128288" y="314242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00" name="pl399"/>
            <p:cNvSpPr/>
            <p:nvPr/>
          </p:nvSpPr>
          <p:spPr>
            <a:xfrm>
              <a:off x="4239044" y="4303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4239044" y="402369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4239044" y="37436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4239044" y="346352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4239044" y="318343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4270675" y="4502431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5"/>
            <p:cNvSpPr/>
            <p:nvPr/>
          </p:nvSpPr>
          <p:spPr>
            <a:xfrm>
              <a:off x="4425306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5204364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5983423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6762481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tx409"/>
            <p:cNvSpPr/>
            <p:nvPr/>
          </p:nvSpPr>
          <p:spPr>
            <a:xfrm>
              <a:off x="4270675" y="2800146"/>
              <a:ext cx="97822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11" name="rc410"/>
            <p:cNvSpPr/>
            <p:nvPr/>
          </p:nvSpPr>
          <p:spPr>
            <a:xfrm>
              <a:off x="1342663" y="4804731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89880" y="575164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484883" y="560949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484320" y="569343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463970" y="589233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435204" y="606742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485521" y="571855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500103" y="585585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448500" y="58993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512518" y="600542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511302" y="569294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00711" y="58734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93475" y="508349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32447" y="524409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93737" y="55043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17218" y="566064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41822" y="62152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28660" y="591901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66944" y="54563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56060" y="493610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30227" y="48447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223619" y="57461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271220" y="54327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224113" y="51952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282302" y="53621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222470" y="59155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272284" y="585074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307107" y="526626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247296" y="531715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55689" y="595986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989992" y="562691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70717" y="575412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13863" y="603584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31195" y="561897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972883" y="593744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15481" y="500128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21289" y="58314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22439" y="549114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47018" y="528234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65838" y="490496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81488" y="514738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52508" y="58594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984462" y="54135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990574" y="556516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986963" y="53611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990625" y="582803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023508" y="54099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037879" y="578469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079192" y="574011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72111" y="580039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13141" y="574411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85633" y="594215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47714" y="546578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750587" y="55303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17168" y="49392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750239" y="55038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69596" y="57601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17206" y="55196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766103" y="539434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48265" y="53251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87009" y="517368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47372" y="568798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785478" y="50689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14328" y="601674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47766" y="585557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17584" y="566396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765680" y="576618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787558" y="561761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831365" y="581634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3776425" y="558682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3855663" y="549920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3781831" y="55125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3772063" y="558038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508208" y="5650124"/>
              <a:ext cx="2321411" cy="65011"/>
            </a:xfrm>
            <a:custGeom>
              <a:avLst/>
              <a:pathLst>
                <a:path w="2321411" h="65011">
                  <a:moveTo>
                    <a:pt x="0" y="65011"/>
                  </a:moveTo>
                  <a:lnTo>
                    <a:pt x="149069" y="60837"/>
                  </a:lnTo>
                  <a:lnTo>
                    <a:pt x="280558" y="57154"/>
                  </a:lnTo>
                  <a:lnTo>
                    <a:pt x="398178" y="53860"/>
                  </a:lnTo>
                  <a:lnTo>
                    <a:pt x="504579" y="50880"/>
                  </a:lnTo>
                  <a:lnTo>
                    <a:pt x="601715" y="48160"/>
                  </a:lnTo>
                  <a:lnTo>
                    <a:pt x="691072" y="45658"/>
                  </a:lnTo>
                  <a:lnTo>
                    <a:pt x="773803" y="43341"/>
                  </a:lnTo>
                  <a:lnTo>
                    <a:pt x="850824" y="41184"/>
                  </a:lnTo>
                  <a:lnTo>
                    <a:pt x="922873" y="39166"/>
                  </a:lnTo>
                  <a:lnTo>
                    <a:pt x="990552" y="37271"/>
                  </a:lnTo>
                  <a:lnTo>
                    <a:pt x="1054362" y="35484"/>
                  </a:lnTo>
                  <a:lnTo>
                    <a:pt x="1114720" y="33793"/>
                  </a:lnTo>
                  <a:lnTo>
                    <a:pt x="1171982" y="32190"/>
                  </a:lnTo>
                  <a:lnTo>
                    <a:pt x="1226450" y="30664"/>
                  </a:lnTo>
                  <a:lnTo>
                    <a:pt x="1278383" y="29210"/>
                  </a:lnTo>
                  <a:lnTo>
                    <a:pt x="1328007" y="27820"/>
                  </a:lnTo>
                  <a:lnTo>
                    <a:pt x="1375519" y="26490"/>
                  </a:lnTo>
                  <a:lnTo>
                    <a:pt x="1421091" y="25213"/>
                  </a:lnTo>
                  <a:lnTo>
                    <a:pt x="1464876" y="23987"/>
                  </a:lnTo>
                  <a:lnTo>
                    <a:pt x="1507008" y="22807"/>
                  </a:lnTo>
                  <a:lnTo>
                    <a:pt x="1547607" y="21670"/>
                  </a:lnTo>
                  <a:lnTo>
                    <a:pt x="1586782" y="20573"/>
                  </a:lnTo>
                  <a:lnTo>
                    <a:pt x="1624628" y="19513"/>
                  </a:lnTo>
                  <a:lnTo>
                    <a:pt x="1661234" y="18488"/>
                  </a:lnTo>
                  <a:lnTo>
                    <a:pt x="1696677" y="17495"/>
                  </a:lnTo>
                  <a:lnTo>
                    <a:pt x="1731029" y="16533"/>
                  </a:lnTo>
                  <a:lnTo>
                    <a:pt x="1764356" y="15600"/>
                  </a:lnTo>
                  <a:lnTo>
                    <a:pt x="1796716" y="14694"/>
                  </a:lnTo>
                  <a:lnTo>
                    <a:pt x="1828165" y="13813"/>
                  </a:lnTo>
                  <a:lnTo>
                    <a:pt x="1858753" y="12956"/>
                  </a:lnTo>
                  <a:lnTo>
                    <a:pt x="1888524" y="12123"/>
                  </a:lnTo>
                  <a:lnTo>
                    <a:pt x="1917522" y="11311"/>
                  </a:lnTo>
                  <a:lnTo>
                    <a:pt x="1945786" y="10519"/>
                  </a:lnTo>
                  <a:lnTo>
                    <a:pt x="1973352" y="9747"/>
                  </a:lnTo>
                  <a:lnTo>
                    <a:pt x="2000254" y="8994"/>
                  </a:lnTo>
                  <a:lnTo>
                    <a:pt x="2026522" y="8258"/>
                  </a:lnTo>
                  <a:lnTo>
                    <a:pt x="2052187" y="7539"/>
                  </a:lnTo>
                  <a:lnTo>
                    <a:pt x="2077275" y="6837"/>
                  </a:lnTo>
                  <a:lnTo>
                    <a:pt x="2101811" y="6149"/>
                  </a:lnTo>
                  <a:lnTo>
                    <a:pt x="2125820" y="5477"/>
                  </a:lnTo>
                  <a:lnTo>
                    <a:pt x="2149323" y="4819"/>
                  </a:lnTo>
                  <a:lnTo>
                    <a:pt x="2172342" y="4174"/>
                  </a:lnTo>
                  <a:lnTo>
                    <a:pt x="2194895" y="3543"/>
                  </a:lnTo>
                  <a:lnTo>
                    <a:pt x="2217002" y="2924"/>
                  </a:lnTo>
                  <a:lnTo>
                    <a:pt x="2238680" y="2316"/>
                  </a:lnTo>
                  <a:lnTo>
                    <a:pt x="2259944" y="1721"/>
                  </a:lnTo>
                  <a:lnTo>
                    <a:pt x="2280812" y="1137"/>
                  </a:lnTo>
                  <a:lnTo>
                    <a:pt x="2301296" y="563"/>
                  </a:lnTo>
                  <a:lnTo>
                    <a:pt x="232141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508208" y="5671579"/>
              <a:ext cx="2321411" cy="240226"/>
            </a:xfrm>
            <a:custGeom>
              <a:avLst/>
              <a:pathLst>
                <a:path w="2321411" h="240226">
                  <a:moveTo>
                    <a:pt x="0" y="240226"/>
                  </a:moveTo>
                  <a:lnTo>
                    <a:pt x="149069" y="224800"/>
                  </a:lnTo>
                  <a:lnTo>
                    <a:pt x="280558" y="211193"/>
                  </a:lnTo>
                  <a:lnTo>
                    <a:pt x="398178" y="199021"/>
                  </a:lnTo>
                  <a:lnTo>
                    <a:pt x="504579" y="188010"/>
                  </a:lnTo>
                  <a:lnTo>
                    <a:pt x="601715" y="177959"/>
                  </a:lnTo>
                  <a:lnTo>
                    <a:pt x="691072" y="168712"/>
                  </a:lnTo>
                  <a:lnTo>
                    <a:pt x="773803" y="160150"/>
                  </a:lnTo>
                  <a:lnTo>
                    <a:pt x="850824" y="152180"/>
                  </a:lnTo>
                  <a:lnTo>
                    <a:pt x="922873" y="144724"/>
                  </a:lnTo>
                  <a:lnTo>
                    <a:pt x="990552" y="137721"/>
                  </a:lnTo>
                  <a:lnTo>
                    <a:pt x="1054362" y="131117"/>
                  </a:lnTo>
                  <a:lnTo>
                    <a:pt x="1114720" y="124871"/>
                  </a:lnTo>
                  <a:lnTo>
                    <a:pt x="1171982" y="118946"/>
                  </a:lnTo>
                  <a:lnTo>
                    <a:pt x="1226450" y="113309"/>
                  </a:lnTo>
                  <a:lnTo>
                    <a:pt x="1278383" y="107935"/>
                  </a:lnTo>
                  <a:lnTo>
                    <a:pt x="1328007" y="102800"/>
                  </a:lnTo>
                  <a:lnTo>
                    <a:pt x="1375519" y="97883"/>
                  </a:lnTo>
                  <a:lnTo>
                    <a:pt x="1421091" y="93167"/>
                  </a:lnTo>
                  <a:lnTo>
                    <a:pt x="1464876" y="88636"/>
                  </a:lnTo>
                  <a:lnTo>
                    <a:pt x="1507008" y="84276"/>
                  </a:lnTo>
                  <a:lnTo>
                    <a:pt x="1547607" y="80075"/>
                  </a:lnTo>
                  <a:lnTo>
                    <a:pt x="1586782" y="76021"/>
                  </a:lnTo>
                  <a:lnTo>
                    <a:pt x="1624628" y="72105"/>
                  </a:lnTo>
                  <a:lnTo>
                    <a:pt x="1661234" y="68317"/>
                  </a:lnTo>
                  <a:lnTo>
                    <a:pt x="1696677" y="64649"/>
                  </a:lnTo>
                  <a:lnTo>
                    <a:pt x="1731029" y="61094"/>
                  </a:lnTo>
                  <a:lnTo>
                    <a:pt x="1764356" y="57645"/>
                  </a:lnTo>
                  <a:lnTo>
                    <a:pt x="1796716" y="54296"/>
                  </a:lnTo>
                  <a:lnTo>
                    <a:pt x="1828165" y="51042"/>
                  </a:lnTo>
                  <a:lnTo>
                    <a:pt x="1858753" y="47877"/>
                  </a:lnTo>
                  <a:lnTo>
                    <a:pt x="1888524" y="44796"/>
                  </a:lnTo>
                  <a:lnTo>
                    <a:pt x="1917522" y="41795"/>
                  </a:lnTo>
                  <a:lnTo>
                    <a:pt x="1945786" y="38870"/>
                  </a:lnTo>
                  <a:lnTo>
                    <a:pt x="1973352" y="36018"/>
                  </a:lnTo>
                  <a:lnTo>
                    <a:pt x="2000254" y="33234"/>
                  </a:lnTo>
                  <a:lnTo>
                    <a:pt x="2026522" y="30515"/>
                  </a:lnTo>
                  <a:lnTo>
                    <a:pt x="2052187" y="27860"/>
                  </a:lnTo>
                  <a:lnTo>
                    <a:pt x="2077275" y="25263"/>
                  </a:lnTo>
                  <a:lnTo>
                    <a:pt x="2101811" y="22724"/>
                  </a:lnTo>
                  <a:lnTo>
                    <a:pt x="2125820" y="20240"/>
                  </a:lnTo>
                  <a:lnTo>
                    <a:pt x="2149323" y="17808"/>
                  </a:lnTo>
                  <a:lnTo>
                    <a:pt x="2172342" y="15426"/>
                  </a:lnTo>
                  <a:lnTo>
                    <a:pt x="2194895" y="13092"/>
                  </a:lnTo>
                  <a:lnTo>
                    <a:pt x="2217002" y="10804"/>
                  </a:lnTo>
                  <a:lnTo>
                    <a:pt x="2238680" y="8561"/>
                  </a:lnTo>
                  <a:lnTo>
                    <a:pt x="2259944" y="6360"/>
                  </a:lnTo>
                  <a:lnTo>
                    <a:pt x="2280812" y="4201"/>
                  </a:lnTo>
                  <a:lnTo>
                    <a:pt x="2301296" y="2081"/>
                  </a:lnTo>
                  <a:lnTo>
                    <a:pt x="232141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508208" y="5743908"/>
              <a:ext cx="2321411" cy="270974"/>
            </a:xfrm>
            <a:custGeom>
              <a:avLst/>
              <a:pathLst>
                <a:path w="2321411" h="270974">
                  <a:moveTo>
                    <a:pt x="0" y="0"/>
                  </a:moveTo>
                  <a:lnTo>
                    <a:pt x="149069" y="17400"/>
                  </a:lnTo>
                  <a:lnTo>
                    <a:pt x="280558" y="32749"/>
                  </a:lnTo>
                  <a:lnTo>
                    <a:pt x="398178" y="46478"/>
                  </a:lnTo>
                  <a:lnTo>
                    <a:pt x="504579" y="58898"/>
                  </a:lnTo>
                  <a:lnTo>
                    <a:pt x="601715" y="70237"/>
                  </a:lnTo>
                  <a:lnTo>
                    <a:pt x="691072" y="80667"/>
                  </a:lnTo>
                  <a:lnTo>
                    <a:pt x="773803" y="90324"/>
                  </a:lnTo>
                  <a:lnTo>
                    <a:pt x="850824" y="99315"/>
                  </a:lnTo>
                  <a:lnTo>
                    <a:pt x="922873" y="107725"/>
                  </a:lnTo>
                  <a:lnTo>
                    <a:pt x="990552" y="115625"/>
                  </a:lnTo>
                  <a:lnTo>
                    <a:pt x="1054362" y="123073"/>
                  </a:lnTo>
                  <a:lnTo>
                    <a:pt x="1114720" y="130119"/>
                  </a:lnTo>
                  <a:lnTo>
                    <a:pt x="1171982" y="136803"/>
                  </a:lnTo>
                  <a:lnTo>
                    <a:pt x="1226450" y="143161"/>
                  </a:lnTo>
                  <a:lnTo>
                    <a:pt x="1278383" y="149223"/>
                  </a:lnTo>
                  <a:lnTo>
                    <a:pt x="1328007" y="155015"/>
                  </a:lnTo>
                  <a:lnTo>
                    <a:pt x="1375519" y="160561"/>
                  </a:lnTo>
                  <a:lnTo>
                    <a:pt x="1421091" y="165881"/>
                  </a:lnTo>
                  <a:lnTo>
                    <a:pt x="1464876" y="170992"/>
                  </a:lnTo>
                  <a:lnTo>
                    <a:pt x="1507008" y="175910"/>
                  </a:lnTo>
                  <a:lnTo>
                    <a:pt x="1547607" y="180649"/>
                  </a:lnTo>
                  <a:lnTo>
                    <a:pt x="1586782" y="185222"/>
                  </a:lnTo>
                  <a:lnTo>
                    <a:pt x="1624628" y="189639"/>
                  </a:lnTo>
                  <a:lnTo>
                    <a:pt x="1661234" y="193912"/>
                  </a:lnTo>
                  <a:lnTo>
                    <a:pt x="1696677" y="198049"/>
                  </a:lnTo>
                  <a:lnTo>
                    <a:pt x="1731029" y="202059"/>
                  </a:lnTo>
                  <a:lnTo>
                    <a:pt x="1764356" y="205949"/>
                  </a:lnTo>
                  <a:lnTo>
                    <a:pt x="1796716" y="209727"/>
                  </a:lnTo>
                  <a:lnTo>
                    <a:pt x="1828165" y="213398"/>
                  </a:lnTo>
                  <a:lnTo>
                    <a:pt x="1858753" y="216968"/>
                  </a:lnTo>
                  <a:lnTo>
                    <a:pt x="1888524" y="220443"/>
                  </a:lnTo>
                  <a:lnTo>
                    <a:pt x="1917522" y="223828"/>
                  </a:lnTo>
                  <a:lnTo>
                    <a:pt x="1945786" y="227127"/>
                  </a:lnTo>
                  <a:lnTo>
                    <a:pt x="1973352" y="230345"/>
                  </a:lnTo>
                  <a:lnTo>
                    <a:pt x="2000254" y="233485"/>
                  </a:lnTo>
                  <a:lnTo>
                    <a:pt x="2026522" y="236552"/>
                  </a:lnTo>
                  <a:lnTo>
                    <a:pt x="2052187" y="239547"/>
                  </a:lnTo>
                  <a:lnTo>
                    <a:pt x="2077275" y="242476"/>
                  </a:lnTo>
                  <a:lnTo>
                    <a:pt x="2101811" y="245340"/>
                  </a:lnTo>
                  <a:lnTo>
                    <a:pt x="2125820" y="248142"/>
                  </a:lnTo>
                  <a:lnTo>
                    <a:pt x="2149323" y="250886"/>
                  </a:lnTo>
                  <a:lnTo>
                    <a:pt x="2172342" y="253573"/>
                  </a:lnTo>
                  <a:lnTo>
                    <a:pt x="2194895" y="256206"/>
                  </a:lnTo>
                  <a:lnTo>
                    <a:pt x="2217002" y="258786"/>
                  </a:lnTo>
                  <a:lnTo>
                    <a:pt x="2238680" y="261316"/>
                  </a:lnTo>
                  <a:lnTo>
                    <a:pt x="2259944" y="263799"/>
                  </a:lnTo>
                  <a:lnTo>
                    <a:pt x="2280812" y="266234"/>
                  </a:lnTo>
                  <a:lnTo>
                    <a:pt x="2301296" y="268625"/>
                  </a:lnTo>
                  <a:lnTo>
                    <a:pt x="2321411" y="27097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508208" y="5639671"/>
              <a:ext cx="2321411" cy="79543"/>
            </a:xfrm>
            <a:custGeom>
              <a:avLst/>
              <a:pathLst>
                <a:path w="2321411" h="79543">
                  <a:moveTo>
                    <a:pt x="0" y="79543"/>
                  </a:moveTo>
                  <a:lnTo>
                    <a:pt x="149069" y="74436"/>
                  </a:lnTo>
                  <a:lnTo>
                    <a:pt x="280558" y="69930"/>
                  </a:lnTo>
                  <a:lnTo>
                    <a:pt x="398178" y="65900"/>
                  </a:lnTo>
                  <a:lnTo>
                    <a:pt x="504579" y="62254"/>
                  </a:lnTo>
                  <a:lnTo>
                    <a:pt x="601715" y="58925"/>
                  </a:lnTo>
                  <a:lnTo>
                    <a:pt x="691072" y="55864"/>
                  </a:lnTo>
                  <a:lnTo>
                    <a:pt x="773803" y="53029"/>
                  </a:lnTo>
                  <a:lnTo>
                    <a:pt x="850824" y="50390"/>
                  </a:lnTo>
                  <a:lnTo>
                    <a:pt x="922873" y="47921"/>
                  </a:lnTo>
                  <a:lnTo>
                    <a:pt x="990552" y="45602"/>
                  </a:lnTo>
                  <a:lnTo>
                    <a:pt x="1054362" y="43415"/>
                  </a:lnTo>
                  <a:lnTo>
                    <a:pt x="1114720" y="41347"/>
                  </a:lnTo>
                  <a:lnTo>
                    <a:pt x="1171982" y="39385"/>
                  </a:lnTo>
                  <a:lnTo>
                    <a:pt x="1226450" y="37519"/>
                  </a:lnTo>
                  <a:lnTo>
                    <a:pt x="1278383" y="35739"/>
                  </a:lnTo>
                  <a:lnTo>
                    <a:pt x="1328007" y="34039"/>
                  </a:lnTo>
                  <a:lnTo>
                    <a:pt x="1375519" y="32411"/>
                  </a:lnTo>
                  <a:lnTo>
                    <a:pt x="1421091" y="30849"/>
                  </a:lnTo>
                  <a:lnTo>
                    <a:pt x="1464876" y="29349"/>
                  </a:lnTo>
                  <a:lnTo>
                    <a:pt x="1507008" y="27905"/>
                  </a:lnTo>
                  <a:lnTo>
                    <a:pt x="1547607" y="26514"/>
                  </a:lnTo>
                  <a:lnTo>
                    <a:pt x="1586782" y="25172"/>
                  </a:lnTo>
                  <a:lnTo>
                    <a:pt x="1624628" y="23875"/>
                  </a:lnTo>
                  <a:lnTo>
                    <a:pt x="1661234" y="22621"/>
                  </a:lnTo>
                  <a:lnTo>
                    <a:pt x="1696677" y="21406"/>
                  </a:lnTo>
                  <a:lnTo>
                    <a:pt x="1731029" y="20229"/>
                  </a:lnTo>
                  <a:lnTo>
                    <a:pt x="1764356" y="19087"/>
                  </a:lnTo>
                  <a:lnTo>
                    <a:pt x="1796716" y="17978"/>
                  </a:lnTo>
                  <a:lnTo>
                    <a:pt x="1828165" y="16901"/>
                  </a:lnTo>
                  <a:lnTo>
                    <a:pt x="1858753" y="15853"/>
                  </a:lnTo>
                  <a:lnTo>
                    <a:pt x="1888524" y="14833"/>
                  </a:lnTo>
                  <a:lnTo>
                    <a:pt x="1917522" y="13839"/>
                  </a:lnTo>
                  <a:lnTo>
                    <a:pt x="1945786" y="12870"/>
                  </a:lnTo>
                  <a:lnTo>
                    <a:pt x="1973352" y="11926"/>
                  </a:lnTo>
                  <a:lnTo>
                    <a:pt x="2000254" y="11004"/>
                  </a:lnTo>
                  <a:lnTo>
                    <a:pt x="2026522" y="10104"/>
                  </a:lnTo>
                  <a:lnTo>
                    <a:pt x="2052187" y="9225"/>
                  </a:lnTo>
                  <a:lnTo>
                    <a:pt x="2077275" y="8365"/>
                  </a:lnTo>
                  <a:lnTo>
                    <a:pt x="2101811" y="7524"/>
                  </a:lnTo>
                  <a:lnTo>
                    <a:pt x="2125820" y="6702"/>
                  </a:lnTo>
                  <a:lnTo>
                    <a:pt x="2149323" y="5896"/>
                  </a:lnTo>
                  <a:lnTo>
                    <a:pt x="2172342" y="5107"/>
                  </a:lnTo>
                  <a:lnTo>
                    <a:pt x="2194895" y="4335"/>
                  </a:lnTo>
                  <a:lnTo>
                    <a:pt x="2217002" y="3577"/>
                  </a:lnTo>
                  <a:lnTo>
                    <a:pt x="2238680" y="2834"/>
                  </a:lnTo>
                  <a:lnTo>
                    <a:pt x="2259944" y="2106"/>
                  </a:lnTo>
                  <a:lnTo>
                    <a:pt x="2280812" y="1391"/>
                  </a:lnTo>
                  <a:lnTo>
                    <a:pt x="2301296" y="689"/>
                  </a:lnTo>
                  <a:lnTo>
                    <a:pt x="232141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508208" y="5532936"/>
              <a:ext cx="2321411" cy="342224"/>
            </a:xfrm>
            <a:custGeom>
              <a:avLst/>
              <a:pathLst>
                <a:path w="2321411" h="342224">
                  <a:moveTo>
                    <a:pt x="0" y="342224"/>
                  </a:moveTo>
                  <a:lnTo>
                    <a:pt x="149069" y="320248"/>
                  </a:lnTo>
                  <a:lnTo>
                    <a:pt x="280558" y="300864"/>
                  </a:lnTo>
                  <a:lnTo>
                    <a:pt x="398178" y="283524"/>
                  </a:lnTo>
                  <a:lnTo>
                    <a:pt x="504579" y="267838"/>
                  </a:lnTo>
                  <a:lnTo>
                    <a:pt x="601715" y="253518"/>
                  </a:lnTo>
                  <a:lnTo>
                    <a:pt x="691072" y="240345"/>
                  </a:lnTo>
                  <a:lnTo>
                    <a:pt x="773803" y="228149"/>
                  </a:lnTo>
                  <a:lnTo>
                    <a:pt x="850824" y="216794"/>
                  </a:lnTo>
                  <a:lnTo>
                    <a:pt x="922873" y="206173"/>
                  </a:lnTo>
                  <a:lnTo>
                    <a:pt x="990552" y="196196"/>
                  </a:lnTo>
                  <a:lnTo>
                    <a:pt x="1054362" y="186789"/>
                  </a:lnTo>
                  <a:lnTo>
                    <a:pt x="1114720" y="177891"/>
                  </a:lnTo>
                  <a:lnTo>
                    <a:pt x="1171982" y="169449"/>
                  </a:lnTo>
                  <a:lnTo>
                    <a:pt x="1226450" y="161419"/>
                  </a:lnTo>
                  <a:lnTo>
                    <a:pt x="1278383" y="153763"/>
                  </a:lnTo>
                  <a:lnTo>
                    <a:pt x="1328007" y="146448"/>
                  </a:lnTo>
                  <a:lnTo>
                    <a:pt x="1375519" y="139444"/>
                  </a:lnTo>
                  <a:lnTo>
                    <a:pt x="1421091" y="132725"/>
                  </a:lnTo>
                  <a:lnTo>
                    <a:pt x="1464876" y="126271"/>
                  </a:lnTo>
                  <a:lnTo>
                    <a:pt x="1507008" y="120059"/>
                  </a:lnTo>
                  <a:lnTo>
                    <a:pt x="1547607" y="114074"/>
                  </a:lnTo>
                  <a:lnTo>
                    <a:pt x="1586782" y="108299"/>
                  </a:lnTo>
                  <a:lnTo>
                    <a:pt x="1624628" y="102720"/>
                  </a:lnTo>
                  <a:lnTo>
                    <a:pt x="1661234" y="97323"/>
                  </a:lnTo>
                  <a:lnTo>
                    <a:pt x="1696677" y="92098"/>
                  </a:lnTo>
                  <a:lnTo>
                    <a:pt x="1731029" y="87034"/>
                  </a:lnTo>
                  <a:lnTo>
                    <a:pt x="1764356" y="82121"/>
                  </a:lnTo>
                  <a:lnTo>
                    <a:pt x="1796716" y="77350"/>
                  </a:lnTo>
                  <a:lnTo>
                    <a:pt x="1828165" y="72714"/>
                  </a:lnTo>
                  <a:lnTo>
                    <a:pt x="1858753" y="68205"/>
                  </a:lnTo>
                  <a:lnTo>
                    <a:pt x="1888524" y="63816"/>
                  </a:lnTo>
                  <a:lnTo>
                    <a:pt x="1917522" y="59541"/>
                  </a:lnTo>
                  <a:lnTo>
                    <a:pt x="1945786" y="55374"/>
                  </a:lnTo>
                  <a:lnTo>
                    <a:pt x="1973352" y="51311"/>
                  </a:lnTo>
                  <a:lnTo>
                    <a:pt x="2000254" y="47345"/>
                  </a:lnTo>
                  <a:lnTo>
                    <a:pt x="2026522" y="43472"/>
                  </a:lnTo>
                  <a:lnTo>
                    <a:pt x="2052187" y="39689"/>
                  </a:lnTo>
                  <a:lnTo>
                    <a:pt x="2077275" y="35990"/>
                  </a:lnTo>
                  <a:lnTo>
                    <a:pt x="2101811" y="32373"/>
                  </a:lnTo>
                  <a:lnTo>
                    <a:pt x="2125820" y="28834"/>
                  </a:lnTo>
                  <a:lnTo>
                    <a:pt x="2149323" y="25369"/>
                  </a:lnTo>
                  <a:lnTo>
                    <a:pt x="2172342" y="21975"/>
                  </a:lnTo>
                  <a:lnTo>
                    <a:pt x="2194895" y="18651"/>
                  </a:lnTo>
                  <a:lnTo>
                    <a:pt x="2217002" y="15392"/>
                  </a:lnTo>
                  <a:lnTo>
                    <a:pt x="2238680" y="12196"/>
                  </a:lnTo>
                  <a:lnTo>
                    <a:pt x="2259944" y="9061"/>
                  </a:lnTo>
                  <a:lnTo>
                    <a:pt x="2280812" y="5985"/>
                  </a:lnTo>
                  <a:lnTo>
                    <a:pt x="2301296" y="2965"/>
                  </a:lnTo>
                  <a:lnTo>
                    <a:pt x="232141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508208" y="5399636"/>
              <a:ext cx="2321411" cy="30593"/>
            </a:xfrm>
            <a:custGeom>
              <a:avLst/>
              <a:pathLst>
                <a:path w="2321411" h="30593">
                  <a:moveTo>
                    <a:pt x="0" y="30593"/>
                  </a:moveTo>
                  <a:lnTo>
                    <a:pt x="149069" y="28629"/>
                  </a:lnTo>
                  <a:lnTo>
                    <a:pt x="280558" y="26896"/>
                  </a:lnTo>
                  <a:lnTo>
                    <a:pt x="398178" y="25346"/>
                  </a:lnTo>
                  <a:lnTo>
                    <a:pt x="504579" y="23943"/>
                  </a:lnTo>
                  <a:lnTo>
                    <a:pt x="601715" y="22663"/>
                  </a:lnTo>
                  <a:lnTo>
                    <a:pt x="691072" y="21486"/>
                  </a:lnTo>
                  <a:lnTo>
                    <a:pt x="773803" y="20395"/>
                  </a:lnTo>
                  <a:lnTo>
                    <a:pt x="850824" y="19380"/>
                  </a:lnTo>
                  <a:lnTo>
                    <a:pt x="922873" y="18431"/>
                  </a:lnTo>
                  <a:lnTo>
                    <a:pt x="990552" y="17539"/>
                  </a:lnTo>
                  <a:lnTo>
                    <a:pt x="1054362" y="16698"/>
                  </a:lnTo>
                  <a:lnTo>
                    <a:pt x="1114720" y="15902"/>
                  </a:lnTo>
                  <a:lnTo>
                    <a:pt x="1171982" y="15148"/>
                  </a:lnTo>
                  <a:lnTo>
                    <a:pt x="1226450" y="14430"/>
                  </a:lnTo>
                  <a:lnTo>
                    <a:pt x="1278383" y="13746"/>
                  </a:lnTo>
                  <a:lnTo>
                    <a:pt x="1328007" y="13092"/>
                  </a:lnTo>
                  <a:lnTo>
                    <a:pt x="1375519" y="12465"/>
                  </a:lnTo>
                  <a:lnTo>
                    <a:pt x="1421091" y="11865"/>
                  </a:lnTo>
                  <a:lnTo>
                    <a:pt x="1464876" y="11288"/>
                  </a:lnTo>
                  <a:lnTo>
                    <a:pt x="1507008" y="10733"/>
                  </a:lnTo>
                  <a:lnTo>
                    <a:pt x="1547607" y="10197"/>
                  </a:lnTo>
                  <a:lnTo>
                    <a:pt x="1586782" y="9681"/>
                  </a:lnTo>
                  <a:lnTo>
                    <a:pt x="1624628" y="9182"/>
                  </a:lnTo>
                  <a:lnTo>
                    <a:pt x="1661234" y="8700"/>
                  </a:lnTo>
                  <a:lnTo>
                    <a:pt x="1696677" y="8233"/>
                  </a:lnTo>
                  <a:lnTo>
                    <a:pt x="1731029" y="7780"/>
                  </a:lnTo>
                  <a:lnTo>
                    <a:pt x="1764356" y="7341"/>
                  </a:lnTo>
                  <a:lnTo>
                    <a:pt x="1796716" y="6914"/>
                  </a:lnTo>
                  <a:lnTo>
                    <a:pt x="1828165" y="6500"/>
                  </a:lnTo>
                  <a:lnTo>
                    <a:pt x="1858753" y="6097"/>
                  </a:lnTo>
                  <a:lnTo>
                    <a:pt x="1888524" y="5705"/>
                  </a:lnTo>
                  <a:lnTo>
                    <a:pt x="1917522" y="5322"/>
                  </a:lnTo>
                  <a:lnTo>
                    <a:pt x="1945786" y="4950"/>
                  </a:lnTo>
                  <a:lnTo>
                    <a:pt x="1973352" y="4587"/>
                  </a:lnTo>
                  <a:lnTo>
                    <a:pt x="2000254" y="4232"/>
                  </a:lnTo>
                  <a:lnTo>
                    <a:pt x="2026522" y="3886"/>
                  </a:lnTo>
                  <a:lnTo>
                    <a:pt x="2052187" y="3548"/>
                  </a:lnTo>
                  <a:lnTo>
                    <a:pt x="2077275" y="3217"/>
                  </a:lnTo>
                  <a:lnTo>
                    <a:pt x="2101811" y="2894"/>
                  </a:lnTo>
                  <a:lnTo>
                    <a:pt x="2125820" y="2577"/>
                  </a:lnTo>
                  <a:lnTo>
                    <a:pt x="2149323" y="2267"/>
                  </a:lnTo>
                  <a:lnTo>
                    <a:pt x="2172342" y="1964"/>
                  </a:lnTo>
                  <a:lnTo>
                    <a:pt x="2194895" y="1667"/>
                  </a:lnTo>
                  <a:lnTo>
                    <a:pt x="2217002" y="1376"/>
                  </a:lnTo>
                  <a:lnTo>
                    <a:pt x="2238680" y="1090"/>
                  </a:lnTo>
                  <a:lnTo>
                    <a:pt x="2259944" y="810"/>
                  </a:lnTo>
                  <a:lnTo>
                    <a:pt x="2280812" y="535"/>
                  </a:lnTo>
                  <a:lnTo>
                    <a:pt x="2301296" y="265"/>
                  </a:lnTo>
                  <a:lnTo>
                    <a:pt x="232141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508208" y="5353108"/>
              <a:ext cx="2321411" cy="260812"/>
            </a:xfrm>
            <a:custGeom>
              <a:avLst/>
              <a:pathLst>
                <a:path w="2321411" h="260812">
                  <a:moveTo>
                    <a:pt x="0" y="260812"/>
                  </a:moveTo>
                  <a:lnTo>
                    <a:pt x="149069" y="244064"/>
                  </a:lnTo>
                  <a:lnTo>
                    <a:pt x="280558" y="229291"/>
                  </a:lnTo>
                  <a:lnTo>
                    <a:pt x="398178" y="216076"/>
                  </a:lnTo>
                  <a:lnTo>
                    <a:pt x="504579" y="204122"/>
                  </a:lnTo>
                  <a:lnTo>
                    <a:pt x="601715" y="193209"/>
                  </a:lnTo>
                  <a:lnTo>
                    <a:pt x="691072" y="183169"/>
                  </a:lnTo>
                  <a:lnTo>
                    <a:pt x="773803" y="173874"/>
                  </a:lnTo>
                  <a:lnTo>
                    <a:pt x="850824" y="165221"/>
                  </a:lnTo>
                  <a:lnTo>
                    <a:pt x="922873" y="157126"/>
                  </a:lnTo>
                  <a:lnTo>
                    <a:pt x="990552" y="149523"/>
                  </a:lnTo>
                  <a:lnTo>
                    <a:pt x="1054362" y="142354"/>
                  </a:lnTo>
                  <a:lnTo>
                    <a:pt x="1114720" y="135572"/>
                  </a:lnTo>
                  <a:lnTo>
                    <a:pt x="1171982" y="129139"/>
                  </a:lnTo>
                  <a:lnTo>
                    <a:pt x="1226450" y="123019"/>
                  </a:lnTo>
                  <a:lnTo>
                    <a:pt x="1278383" y="117185"/>
                  </a:lnTo>
                  <a:lnTo>
                    <a:pt x="1328007" y="111609"/>
                  </a:lnTo>
                  <a:lnTo>
                    <a:pt x="1375519" y="106271"/>
                  </a:lnTo>
                  <a:lnTo>
                    <a:pt x="1421091" y="101151"/>
                  </a:lnTo>
                  <a:lnTo>
                    <a:pt x="1464876" y="96232"/>
                  </a:lnTo>
                  <a:lnTo>
                    <a:pt x="1507008" y="91498"/>
                  </a:lnTo>
                  <a:lnTo>
                    <a:pt x="1547607" y="86937"/>
                  </a:lnTo>
                  <a:lnTo>
                    <a:pt x="1586782" y="82536"/>
                  </a:lnTo>
                  <a:lnTo>
                    <a:pt x="1624628" y="78284"/>
                  </a:lnTo>
                  <a:lnTo>
                    <a:pt x="1661234" y="74171"/>
                  </a:lnTo>
                  <a:lnTo>
                    <a:pt x="1696677" y="70189"/>
                  </a:lnTo>
                  <a:lnTo>
                    <a:pt x="1731029" y="66329"/>
                  </a:lnTo>
                  <a:lnTo>
                    <a:pt x="1764356" y="62585"/>
                  </a:lnTo>
                  <a:lnTo>
                    <a:pt x="1796716" y="58949"/>
                  </a:lnTo>
                  <a:lnTo>
                    <a:pt x="1828165" y="55416"/>
                  </a:lnTo>
                  <a:lnTo>
                    <a:pt x="1858753" y="51980"/>
                  </a:lnTo>
                  <a:lnTo>
                    <a:pt x="1888524" y="48635"/>
                  </a:lnTo>
                  <a:lnTo>
                    <a:pt x="1917522" y="45377"/>
                  </a:lnTo>
                  <a:lnTo>
                    <a:pt x="1945786" y="42201"/>
                  </a:lnTo>
                  <a:lnTo>
                    <a:pt x="1973352" y="39104"/>
                  </a:lnTo>
                  <a:lnTo>
                    <a:pt x="2000254" y="36082"/>
                  </a:lnTo>
                  <a:lnTo>
                    <a:pt x="2026522" y="33131"/>
                  </a:lnTo>
                  <a:lnTo>
                    <a:pt x="2052187" y="30247"/>
                  </a:lnTo>
                  <a:lnTo>
                    <a:pt x="2077275" y="27428"/>
                  </a:lnTo>
                  <a:lnTo>
                    <a:pt x="2101811" y="24672"/>
                  </a:lnTo>
                  <a:lnTo>
                    <a:pt x="2125820" y="21974"/>
                  </a:lnTo>
                  <a:lnTo>
                    <a:pt x="2149323" y="19334"/>
                  </a:lnTo>
                  <a:lnTo>
                    <a:pt x="2172342" y="16748"/>
                  </a:lnTo>
                  <a:lnTo>
                    <a:pt x="2194895" y="14214"/>
                  </a:lnTo>
                  <a:lnTo>
                    <a:pt x="2217002" y="11730"/>
                  </a:lnTo>
                  <a:lnTo>
                    <a:pt x="2238680" y="9294"/>
                  </a:lnTo>
                  <a:lnTo>
                    <a:pt x="2259944" y="6905"/>
                  </a:lnTo>
                  <a:lnTo>
                    <a:pt x="2280812" y="4561"/>
                  </a:lnTo>
                  <a:lnTo>
                    <a:pt x="2301296" y="2259"/>
                  </a:lnTo>
                  <a:lnTo>
                    <a:pt x="2321411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508208" y="5393208"/>
              <a:ext cx="2321411" cy="255786"/>
            </a:xfrm>
            <a:custGeom>
              <a:avLst/>
              <a:pathLst>
                <a:path w="2321411" h="255786">
                  <a:moveTo>
                    <a:pt x="0" y="255786"/>
                  </a:moveTo>
                  <a:lnTo>
                    <a:pt x="149069" y="239361"/>
                  </a:lnTo>
                  <a:lnTo>
                    <a:pt x="280558" y="224872"/>
                  </a:lnTo>
                  <a:lnTo>
                    <a:pt x="398178" y="211912"/>
                  </a:lnTo>
                  <a:lnTo>
                    <a:pt x="504579" y="200188"/>
                  </a:lnTo>
                  <a:lnTo>
                    <a:pt x="601715" y="189485"/>
                  </a:lnTo>
                  <a:lnTo>
                    <a:pt x="691072" y="179640"/>
                  </a:lnTo>
                  <a:lnTo>
                    <a:pt x="773803" y="170524"/>
                  </a:lnTo>
                  <a:lnTo>
                    <a:pt x="850824" y="162037"/>
                  </a:lnTo>
                  <a:lnTo>
                    <a:pt x="922873" y="154098"/>
                  </a:lnTo>
                  <a:lnTo>
                    <a:pt x="990552" y="146641"/>
                  </a:lnTo>
                  <a:lnTo>
                    <a:pt x="1054362" y="139610"/>
                  </a:lnTo>
                  <a:lnTo>
                    <a:pt x="1114720" y="132960"/>
                  </a:lnTo>
                  <a:lnTo>
                    <a:pt x="1171982" y="126650"/>
                  </a:lnTo>
                  <a:lnTo>
                    <a:pt x="1226450" y="120649"/>
                  </a:lnTo>
                  <a:lnTo>
                    <a:pt x="1278383" y="114926"/>
                  </a:lnTo>
                  <a:lnTo>
                    <a:pt x="1328007" y="109458"/>
                  </a:lnTo>
                  <a:lnTo>
                    <a:pt x="1375519" y="104223"/>
                  </a:lnTo>
                  <a:lnTo>
                    <a:pt x="1421091" y="99202"/>
                  </a:lnTo>
                  <a:lnTo>
                    <a:pt x="1464876" y="94377"/>
                  </a:lnTo>
                  <a:lnTo>
                    <a:pt x="1507008" y="89735"/>
                  </a:lnTo>
                  <a:lnTo>
                    <a:pt x="1547607" y="85262"/>
                  </a:lnTo>
                  <a:lnTo>
                    <a:pt x="1586782" y="80945"/>
                  </a:lnTo>
                  <a:lnTo>
                    <a:pt x="1624628" y="76775"/>
                  </a:lnTo>
                  <a:lnTo>
                    <a:pt x="1661234" y="72742"/>
                  </a:lnTo>
                  <a:lnTo>
                    <a:pt x="1696677" y="68836"/>
                  </a:lnTo>
                  <a:lnTo>
                    <a:pt x="1731029" y="65051"/>
                  </a:lnTo>
                  <a:lnTo>
                    <a:pt x="1764356" y="61379"/>
                  </a:lnTo>
                  <a:lnTo>
                    <a:pt x="1796716" y="57813"/>
                  </a:lnTo>
                  <a:lnTo>
                    <a:pt x="1828165" y="54348"/>
                  </a:lnTo>
                  <a:lnTo>
                    <a:pt x="1858753" y="50978"/>
                  </a:lnTo>
                  <a:lnTo>
                    <a:pt x="1888524" y="47697"/>
                  </a:lnTo>
                  <a:lnTo>
                    <a:pt x="1917522" y="44502"/>
                  </a:lnTo>
                  <a:lnTo>
                    <a:pt x="1945786" y="41388"/>
                  </a:lnTo>
                  <a:lnTo>
                    <a:pt x="1973352" y="38351"/>
                  </a:lnTo>
                  <a:lnTo>
                    <a:pt x="2000254" y="35386"/>
                  </a:lnTo>
                  <a:lnTo>
                    <a:pt x="2026522" y="32492"/>
                  </a:lnTo>
                  <a:lnTo>
                    <a:pt x="2052187" y="29664"/>
                  </a:lnTo>
                  <a:lnTo>
                    <a:pt x="2077275" y="26900"/>
                  </a:lnTo>
                  <a:lnTo>
                    <a:pt x="2101811" y="24196"/>
                  </a:lnTo>
                  <a:lnTo>
                    <a:pt x="2125820" y="21551"/>
                  </a:lnTo>
                  <a:lnTo>
                    <a:pt x="2149323" y="18961"/>
                  </a:lnTo>
                  <a:lnTo>
                    <a:pt x="2172342" y="16425"/>
                  </a:lnTo>
                  <a:lnTo>
                    <a:pt x="2194895" y="13940"/>
                  </a:lnTo>
                  <a:lnTo>
                    <a:pt x="2217002" y="11504"/>
                  </a:lnTo>
                  <a:lnTo>
                    <a:pt x="2238680" y="9115"/>
                  </a:lnTo>
                  <a:lnTo>
                    <a:pt x="2259944" y="6772"/>
                  </a:lnTo>
                  <a:lnTo>
                    <a:pt x="2280812" y="4473"/>
                  </a:lnTo>
                  <a:lnTo>
                    <a:pt x="2301296" y="2216"/>
                  </a:lnTo>
                  <a:lnTo>
                    <a:pt x="232141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508208" y="5685891"/>
              <a:ext cx="2321411" cy="204258"/>
            </a:xfrm>
            <a:custGeom>
              <a:avLst/>
              <a:pathLst>
                <a:path w="2321411" h="204258">
                  <a:moveTo>
                    <a:pt x="0" y="0"/>
                  </a:moveTo>
                  <a:lnTo>
                    <a:pt x="149069" y="13116"/>
                  </a:lnTo>
                  <a:lnTo>
                    <a:pt x="280558" y="24686"/>
                  </a:lnTo>
                  <a:lnTo>
                    <a:pt x="398178" y="35035"/>
                  </a:lnTo>
                  <a:lnTo>
                    <a:pt x="504579" y="44397"/>
                  </a:lnTo>
                  <a:lnTo>
                    <a:pt x="601715" y="52944"/>
                  </a:lnTo>
                  <a:lnTo>
                    <a:pt x="691072" y="60806"/>
                  </a:lnTo>
                  <a:lnTo>
                    <a:pt x="773803" y="68086"/>
                  </a:lnTo>
                  <a:lnTo>
                    <a:pt x="850824" y="74863"/>
                  </a:lnTo>
                  <a:lnTo>
                    <a:pt x="922873" y="81202"/>
                  </a:lnTo>
                  <a:lnTo>
                    <a:pt x="990552" y="87157"/>
                  </a:lnTo>
                  <a:lnTo>
                    <a:pt x="1054362" y="92772"/>
                  </a:lnTo>
                  <a:lnTo>
                    <a:pt x="1114720" y="98083"/>
                  </a:lnTo>
                  <a:lnTo>
                    <a:pt x="1171982" y="103121"/>
                  </a:lnTo>
                  <a:lnTo>
                    <a:pt x="1226450" y="107914"/>
                  </a:lnTo>
                  <a:lnTo>
                    <a:pt x="1278383" y="112483"/>
                  </a:lnTo>
                  <a:lnTo>
                    <a:pt x="1328007" y="116850"/>
                  </a:lnTo>
                  <a:lnTo>
                    <a:pt x="1375519" y="121030"/>
                  </a:lnTo>
                  <a:lnTo>
                    <a:pt x="1421091" y="125040"/>
                  </a:lnTo>
                  <a:lnTo>
                    <a:pt x="1464876" y="128893"/>
                  </a:lnTo>
                  <a:lnTo>
                    <a:pt x="1507008" y="132600"/>
                  </a:lnTo>
                  <a:lnTo>
                    <a:pt x="1547607" y="136172"/>
                  </a:lnTo>
                  <a:lnTo>
                    <a:pt x="1586782" y="139619"/>
                  </a:lnTo>
                  <a:lnTo>
                    <a:pt x="1624628" y="142949"/>
                  </a:lnTo>
                  <a:lnTo>
                    <a:pt x="1661234" y="146170"/>
                  </a:lnTo>
                  <a:lnTo>
                    <a:pt x="1696677" y="149289"/>
                  </a:lnTo>
                  <a:lnTo>
                    <a:pt x="1731029" y="152311"/>
                  </a:lnTo>
                  <a:lnTo>
                    <a:pt x="1764356" y="155244"/>
                  </a:lnTo>
                  <a:lnTo>
                    <a:pt x="1796716" y="158091"/>
                  </a:lnTo>
                  <a:lnTo>
                    <a:pt x="1828165" y="160858"/>
                  </a:lnTo>
                  <a:lnTo>
                    <a:pt x="1858753" y="163549"/>
                  </a:lnTo>
                  <a:lnTo>
                    <a:pt x="1888524" y="166169"/>
                  </a:lnTo>
                  <a:lnTo>
                    <a:pt x="1917522" y="168721"/>
                  </a:lnTo>
                  <a:lnTo>
                    <a:pt x="1945786" y="171207"/>
                  </a:lnTo>
                  <a:lnTo>
                    <a:pt x="1973352" y="173633"/>
                  </a:lnTo>
                  <a:lnTo>
                    <a:pt x="2000254" y="176000"/>
                  </a:lnTo>
                  <a:lnTo>
                    <a:pt x="2026522" y="178311"/>
                  </a:lnTo>
                  <a:lnTo>
                    <a:pt x="2052187" y="180570"/>
                  </a:lnTo>
                  <a:lnTo>
                    <a:pt x="2077275" y="182777"/>
                  </a:lnTo>
                  <a:lnTo>
                    <a:pt x="2101811" y="184936"/>
                  </a:lnTo>
                  <a:lnTo>
                    <a:pt x="2125820" y="187048"/>
                  </a:lnTo>
                  <a:lnTo>
                    <a:pt x="2149323" y="189116"/>
                  </a:lnTo>
                  <a:lnTo>
                    <a:pt x="2172342" y="191142"/>
                  </a:lnTo>
                  <a:lnTo>
                    <a:pt x="2194895" y="193126"/>
                  </a:lnTo>
                  <a:lnTo>
                    <a:pt x="2217002" y="195072"/>
                  </a:lnTo>
                  <a:lnTo>
                    <a:pt x="2238680" y="196979"/>
                  </a:lnTo>
                  <a:lnTo>
                    <a:pt x="2259944" y="198850"/>
                  </a:lnTo>
                  <a:lnTo>
                    <a:pt x="2280812" y="200686"/>
                  </a:lnTo>
                  <a:lnTo>
                    <a:pt x="2301296" y="202488"/>
                  </a:lnTo>
                  <a:lnTo>
                    <a:pt x="2321411" y="20425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508208" y="5650239"/>
              <a:ext cx="2321411" cy="93867"/>
            </a:xfrm>
            <a:custGeom>
              <a:avLst/>
              <a:pathLst>
                <a:path w="2321411" h="93867">
                  <a:moveTo>
                    <a:pt x="0" y="0"/>
                  </a:moveTo>
                  <a:lnTo>
                    <a:pt x="149069" y="6027"/>
                  </a:lnTo>
                  <a:lnTo>
                    <a:pt x="280558" y="11344"/>
                  </a:lnTo>
                  <a:lnTo>
                    <a:pt x="398178" y="16100"/>
                  </a:lnTo>
                  <a:lnTo>
                    <a:pt x="504579" y="20402"/>
                  </a:lnTo>
                  <a:lnTo>
                    <a:pt x="601715" y="24330"/>
                  </a:lnTo>
                  <a:lnTo>
                    <a:pt x="691072" y="27943"/>
                  </a:lnTo>
                  <a:lnTo>
                    <a:pt x="773803" y="31289"/>
                  </a:lnTo>
                  <a:lnTo>
                    <a:pt x="850824" y="34403"/>
                  </a:lnTo>
                  <a:lnTo>
                    <a:pt x="922873" y="37316"/>
                  </a:lnTo>
                  <a:lnTo>
                    <a:pt x="990552" y="40053"/>
                  </a:lnTo>
                  <a:lnTo>
                    <a:pt x="1054362" y="42633"/>
                  </a:lnTo>
                  <a:lnTo>
                    <a:pt x="1114720" y="45074"/>
                  </a:lnTo>
                  <a:lnTo>
                    <a:pt x="1171982" y="47389"/>
                  </a:lnTo>
                  <a:lnTo>
                    <a:pt x="1226450" y="49592"/>
                  </a:lnTo>
                  <a:lnTo>
                    <a:pt x="1278383" y="51692"/>
                  </a:lnTo>
                  <a:lnTo>
                    <a:pt x="1328007" y="53698"/>
                  </a:lnTo>
                  <a:lnTo>
                    <a:pt x="1375519" y="55619"/>
                  </a:lnTo>
                  <a:lnTo>
                    <a:pt x="1421091" y="57462"/>
                  </a:lnTo>
                  <a:lnTo>
                    <a:pt x="1464876" y="59233"/>
                  </a:lnTo>
                  <a:lnTo>
                    <a:pt x="1507008" y="60936"/>
                  </a:lnTo>
                  <a:lnTo>
                    <a:pt x="1547607" y="62578"/>
                  </a:lnTo>
                  <a:lnTo>
                    <a:pt x="1586782" y="64162"/>
                  </a:lnTo>
                  <a:lnTo>
                    <a:pt x="1624628" y="65692"/>
                  </a:lnTo>
                  <a:lnTo>
                    <a:pt x="1661234" y="67172"/>
                  </a:lnTo>
                  <a:lnTo>
                    <a:pt x="1696677" y="68606"/>
                  </a:lnTo>
                  <a:lnTo>
                    <a:pt x="1731029" y="69995"/>
                  </a:lnTo>
                  <a:lnTo>
                    <a:pt x="1764356" y="71342"/>
                  </a:lnTo>
                  <a:lnTo>
                    <a:pt x="1796716" y="72651"/>
                  </a:lnTo>
                  <a:lnTo>
                    <a:pt x="1828165" y="73922"/>
                  </a:lnTo>
                  <a:lnTo>
                    <a:pt x="1858753" y="75159"/>
                  </a:lnTo>
                  <a:lnTo>
                    <a:pt x="1888524" y="76363"/>
                  </a:lnTo>
                  <a:lnTo>
                    <a:pt x="1917522" y="77536"/>
                  </a:lnTo>
                  <a:lnTo>
                    <a:pt x="1945786" y="78678"/>
                  </a:lnTo>
                  <a:lnTo>
                    <a:pt x="1973352" y="79793"/>
                  </a:lnTo>
                  <a:lnTo>
                    <a:pt x="2000254" y="80881"/>
                  </a:lnTo>
                  <a:lnTo>
                    <a:pt x="2026522" y="81943"/>
                  </a:lnTo>
                  <a:lnTo>
                    <a:pt x="2052187" y="82981"/>
                  </a:lnTo>
                  <a:lnTo>
                    <a:pt x="2077275" y="83995"/>
                  </a:lnTo>
                  <a:lnTo>
                    <a:pt x="2101811" y="84987"/>
                  </a:lnTo>
                  <a:lnTo>
                    <a:pt x="2125820" y="85958"/>
                  </a:lnTo>
                  <a:lnTo>
                    <a:pt x="2149323" y="86908"/>
                  </a:lnTo>
                  <a:lnTo>
                    <a:pt x="2172342" y="87839"/>
                  </a:lnTo>
                  <a:lnTo>
                    <a:pt x="2194895" y="88751"/>
                  </a:lnTo>
                  <a:lnTo>
                    <a:pt x="2217002" y="89645"/>
                  </a:lnTo>
                  <a:lnTo>
                    <a:pt x="2238680" y="90522"/>
                  </a:lnTo>
                  <a:lnTo>
                    <a:pt x="2259944" y="91382"/>
                  </a:lnTo>
                  <a:lnTo>
                    <a:pt x="2280812" y="92225"/>
                  </a:lnTo>
                  <a:lnTo>
                    <a:pt x="2301296" y="93054"/>
                  </a:lnTo>
                  <a:lnTo>
                    <a:pt x="2321411" y="9386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4" name="rc493"/>
            <p:cNvSpPr/>
            <p:nvPr/>
          </p:nvSpPr>
          <p:spPr>
            <a:xfrm>
              <a:off x="1342663" y="4804731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42663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 rot="-5400000">
              <a:off x="1152636" y="616737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7" name="tx496"/>
            <p:cNvSpPr/>
            <p:nvPr/>
          </p:nvSpPr>
          <p:spPr>
            <a:xfrm rot="-5400000">
              <a:off x="1152636" y="574730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8" name="tx497"/>
            <p:cNvSpPr/>
            <p:nvPr/>
          </p:nvSpPr>
          <p:spPr>
            <a:xfrm rot="-5400000">
              <a:off x="1152636" y="532723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9" name="tx498"/>
            <p:cNvSpPr/>
            <p:nvPr/>
          </p:nvSpPr>
          <p:spPr>
            <a:xfrm rot="-5400000">
              <a:off x="1152636" y="490717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500" name="pl499"/>
            <p:cNvSpPr/>
            <p:nvPr/>
          </p:nvSpPr>
          <p:spPr>
            <a:xfrm>
              <a:off x="1311032" y="62083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311032" y="57883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311032" y="53682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311032" y="494818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342663" y="631226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508208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228201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6"/>
            <p:cNvSpPr/>
            <p:nvPr/>
          </p:nvSpPr>
          <p:spPr>
            <a:xfrm>
              <a:off x="305581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3829620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>
              <a:off x="1476433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0" name="tx509"/>
            <p:cNvSpPr/>
            <p:nvPr/>
          </p:nvSpPr>
          <p:spPr>
            <a:xfrm>
              <a:off x="2250237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1" name="tx510"/>
            <p:cNvSpPr/>
            <p:nvPr/>
          </p:nvSpPr>
          <p:spPr>
            <a:xfrm>
              <a:off x="302404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12" name="tx511"/>
            <p:cNvSpPr/>
            <p:nvPr/>
          </p:nvSpPr>
          <p:spPr>
            <a:xfrm>
              <a:off x="3797844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13" name="tx512"/>
            <p:cNvSpPr/>
            <p:nvPr/>
          </p:nvSpPr>
          <p:spPr>
            <a:xfrm>
              <a:off x="2386611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14" name="tx513"/>
            <p:cNvSpPr/>
            <p:nvPr/>
          </p:nvSpPr>
          <p:spPr>
            <a:xfrm>
              <a:off x="1342663" y="4609978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15" name="rc514"/>
            <p:cNvSpPr/>
            <p:nvPr/>
          </p:nvSpPr>
          <p:spPr>
            <a:xfrm>
              <a:off x="4270675" y="4804731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92272" y="566572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402714" y="558327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386366" y="564651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416507" y="597547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392519" y="593406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440614" y="588678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363216" y="53950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450224" y="56856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400386" y="591055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367625" y="555567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98788" y="62152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59130" y="581566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83103" y="559181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235634" y="60691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95683" y="573158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69347" y="532300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200834" y="576658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38935" y="58402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89192" y="55693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215291" y="59372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223576" y="551038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131967" y="58955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195639" y="548007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216682" y="511008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186924" y="53971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196151" y="544906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173436" y="557454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217217" y="587408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82007" y="563470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012289" y="569464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37133" y="59149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94132" y="545019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03657" y="569934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012120" y="548688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42000" y="499398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07205" y="57591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32373" y="557307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07909" y="48447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48493" y="557727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47828" y="569815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944390" y="54460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90018" y="537326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958337" y="52314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963472" y="580320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914317" y="583514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922752" y="604816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905851" y="562494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906763" y="553974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59565" y="558925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64670" y="572367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89652" y="580293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71691" y="584769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712354" y="56329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47978" y="55649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681902" y="579947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30719" y="549249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59429" y="58794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02083" y="571642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39065" y="563762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17468" y="572926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93446" y="568469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30562" y="60040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83225" y="570734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40517" y="572477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681242" y="56036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712230" y="563248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717754" y="602192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783674" y="56114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715691" y="54767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734722" y="54849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766296" y="582938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737532" y="590308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436843" y="5703331"/>
              <a:ext cx="2325087" cy="3075"/>
            </a:xfrm>
            <a:custGeom>
              <a:avLst/>
              <a:pathLst>
                <a:path w="2325087" h="3075">
                  <a:moveTo>
                    <a:pt x="0" y="0"/>
                  </a:moveTo>
                  <a:lnTo>
                    <a:pt x="149305" y="197"/>
                  </a:lnTo>
                  <a:lnTo>
                    <a:pt x="281002" y="371"/>
                  </a:lnTo>
                  <a:lnTo>
                    <a:pt x="398809" y="527"/>
                  </a:lnTo>
                  <a:lnTo>
                    <a:pt x="505378" y="668"/>
                  </a:lnTo>
                  <a:lnTo>
                    <a:pt x="602668" y="797"/>
                  </a:lnTo>
                  <a:lnTo>
                    <a:pt x="692166" y="915"/>
                  </a:lnTo>
                  <a:lnTo>
                    <a:pt x="775029" y="1025"/>
                  </a:lnTo>
                  <a:lnTo>
                    <a:pt x="852172" y="1127"/>
                  </a:lnTo>
                  <a:lnTo>
                    <a:pt x="924334" y="1222"/>
                  </a:lnTo>
                  <a:lnTo>
                    <a:pt x="992121" y="1312"/>
                  </a:lnTo>
                  <a:lnTo>
                    <a:pt x="1056031" y="1396"/>
                  </a:lnTo>
                  <a:lnTo>
                    <a:pt x="1116485" y="1476"/>
                  </a:lnTo>
                  <a:lnTo>
                    <a:pt x="1173838" y="1552"/>
                  </a:lnTo>
                  <a:lnTo>
                    <a:pt x="1228392" y="1624"/>
                  </a:lnTo>
                  <a:lnTo>
                    <a:pt x="1280407" y="1693"/>
                  </a:lnTo>
                  <a:lnTo>
                    <a:pt x="1330110" y="1759"/>
                  </a:lnTo>
                  <a:lnTo>
                    <a:pt x="1377697" y="1822"/>
                  </a:lnTo>
                  <a:lnTo>
                    <a:pt x="1423342" y="1882"/>
                  </a:lnTo>
                  <a:lnTo>
                    <a:pt x="1467196" y="1940"/>
                  </a:lnTo>
                  <a:lnTo>
                    <a:pt x="1509394" y="1996"/>
                  </a:lnTo>
                  <a:lnTo>
                    <a:pt x="1550058" y="2050"/>
                  </a:lnTo>
                  <a:lnTo>
                    <a:pt x="1589295" y="2102"/>
                  </a:lnTo>
                  <a:lnTo>
                    <a:pt x="1627201" y="2152"/>
                  </a:lnTo>
                  <a:lnTo>
                    <a:pt x="1663864" y="2200"/>
                  </a:lnTo>
                  <a:lnTo>
                    <a:pt x="1699364" y="2247"/>
                  </a:lnTo>
                  <a:lnTo>
                    <a:pt x="1733770" y="2293"/>
                  </a:lnTo>
                  <a:lnTo>
                    <a:pt x="1767150" y="2337"/>
                  </a:lnTo>
                  <a:lnTo>
                    <a:pt x="1799562" y="2380"/>
                  </a:lnTo>
                  <a:lnTo>
                    <a:pt x="1831060" y="2422"/>
                  </a:lnTo>
                  <a:lnTo>
                    <a:pt x="1861696" y="2462"/>
                  </a:lnTo>
                  <a:lnTo>
                    <a:pt x="1891515" y="2501"/>
                  </a:lnTo>
                  <a:lnTo>
                    <a:pt x="1920559" y="2540"/>
                  </a:lnTo>
                  <a:lnTo>
                    <a:pt x="1948867" y="2577"/>
                  </a:lnTo>
                  <a:lnTo>
                    <a:pt x="1976477" y="2614"/>
                  </a:lnTo>
                  <a:lnTo>
                    <a:pt x="2003421" y="2649"/>
                  </a:lnTo>
                  <a:lnTo>
                    <a:pt x="2029731" y="2684"/>
                  </a:lnTo>
                  <a:lnTo>
                    <a:pt x="2055437" y="2718"/>
                  </a:lnTo>
                  <a:lnTo>
                    <a:pt x="2080564" y="2752"/>
                  </a:lnTo>
                  <a:lnTo>
                    <a:pt x="2105139" y="2784"/>
                  </a:lnTo>
                  <a:lnTo>
                    <a:pt x="2129186" y="2816"/>
                  </a:lnTo>
                  <a:lnTo>
                    <a:pt x="2152727" y="2847"/>
                  </a:lnTo>
                  <a:lnTo>
                    <a:pt x="2175782" y="2877"/>
                  </a:lnTo>
                  <a:lnTo>
                    <a:pt x="2198371" y="2907"/>
                  </a:lnTo>
                  <a:lnTo>
                    <a:pt x="2220513" y="2937"/>
                  </a:lnTo>
                  <a:lnTo>
                    <a:pt x="2242225" y="2965"/>
                  </a:lnTo>
                  <a:lnTo>
                    <a:pt x="2263523" y="2994"/>
                  </a:lnTo>
                  <a:lnTo>
                    <a:pt x="2284424" y="3021"/>
                  </a:lnTo>
                  <a:lnTo>
                    <a:pt x="2304940" y="3048"/>
                  </a:lnTo>
                  <a:lnTo>
                    <a:pt x="2325087" y="307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436843" y="5469773"/>
              <a:ext cx="2325087" cy="110081"/>
            </a:xfrm>
            <a:custGeom>
              <a:avLst/>
              <a:pathLst>
                <a:path w="2325087" h="110081">
                  <a:moveTo>
                    <a:pt x="0" y="0"/>
                  </a:moveTo>
                  <a:lnTo>
                    <a:pt x="149305" y="7068"/>
                  </a:lnTo>
                  <a:lnTo>
                    <a:pt x="281002" y="13304"/>
                  </a:lnTo>
                  <a:lnTo>
                    <a:pt x="398809" y="18881"/>
                  </a:lnTo>
                  <a:lnTo>
                    <a:pt x="505378" y="23927"/>
                  </a:lnTo>
                  <a:lnTo>
                    <a:pt x="602668" y="28533"/>
                  </a:lnTo>
                  <a:lnTo>
                    <a:pt x="692166" y="32770"/>
                  </a:lnTo>
                  <a:lnTo>
                    <a:pt x="775029" y="36693"/>
                  </a:lnTo>
                  <a:lnTo>
                    <a:pt x="852172" y="40346"/>
                  </a:lnTo>
                  <a:lnTo>
                    <a:pt x="924334" y="43762"/>
                  </a:lnTo>
                  <a:lnTo>
                    <a:pt x="992121" y="46972"/>
                  </a:lnTo>
                  <a:lnTo>
                    <a:pt x="1056031" y="49997"/>
                  </a:lnTo>
                  <a:lnTo>
                    <a:pt x="1116485" y="52860"/>
                  </a:lnTo>
                  <a:lnTo>
                    <a:pt x="1173838" y="55575"/>
                  </a:lnTo>
                  <a:lnTo>
                    <a:pt x="1228392" y="58158"/>
                  </a:lnTo>
                  <a:lnTo>
                    <a:pt x="1280407" y="60620"/>
                  </a:lnTo>
                  <a:lnTo>
                    <a:pt x="1330110" y="62974"/>
                  </a:lnTo>
                  <a:lnTo>
                    <a:pt x="1377697" y="65227"/>
                  </a:lnTo>
                  <a:lnTo>
                    <a:pt x="1423342" y="67388"/>
                  </a:lnTo>
                  <a:lnTo>
                    <a:pt x="1467196" y="69464"/>
                  </a:lnTo>
                  <a:lnTo>
                    <a:pt x="1509394" y="71462"/>
                  </a:lnTo>
                  <a:lnTo>
                    <a:pt x="1550058" y="73387"/>
                  </a:lnTo>
                  <a:lnTo>
                    <a:pt x="1589295" y="75245"/>
                  </a:lnTo>
                  <a:lnTo>
                    <a:pt x="1627201" y="77039"/>
                  </a:lnTo>
                  <a:lnTo>
                    <a:pt x="1663864" y="78775"/>
                  </a:lnTo>
                  <a:lnTo>
                    <a:pt x="1699364" y="80456"/>
                  </a:lnTo>
                  <a:lnTo>
                    <a:pt x="1733770" y="82085"/>
                  </a:lnTo>
                  <a:lnTo>
                    <a:pt x="1767150" y="83665"/>
                  </a:lnTo>
                  <a:lnTo>
                    <a:pt x="1799562" y="85200"/>
                  </a:lnTo>
                  <a:lnTo>
                    <a:pt x="1831060" y="86691"/>
                  </a:lnTo>
                  <a:lnTo>
                    <a:pt x="1861696" y="88142"/>
                  </a:lnTo>
                  <a:lnTo>
                    <a:pt x="1891515" y="89553"/>
                  </a:lnTo>
                  <a:lnTo>
                    <a:pt x="1920559" y="90928"/>
                  </a:lnTo>
                  <a:lnTo>
                    <a:pt x="1948867" y="92269"/>
                  </a:lnTo>
                  <a:lnTo>
                    <a:pt x="1976477" y="93576"/>
                  </a:lnTo>
                  <a:lnTo>
                    <a:pt x="2003421" y="94852"/>
                  </a:lnTo>
                  <a:lnTo>
                    <a:pt x="2029731" y="96097"/>
                  </a:lnTo>
                  <a:lnTo>
                    <a:pt x="2055437" y="97314"/>
                  </a:lnTo>
                  <a:lnTo>
                    <a:pt x="2080564" y="98504"/>
                  </a:lnTo>
                  <a:lnTo>
                    <a:pt x="2105139" y="99667"/>
                  </a:lnTo>
                  <a:lnTo>
                    <a:pt x="2129186" y="100806"/>
                  </a:lnTo>
                  <a:lnTo>
                    <a:pt x="2152727" y="101921"/>
                  </a:lnTo>
                  <a:lnTo>
                    <a:pt x="2175782" y="103012"/>
                  </a:lnTo>
                  <a:lnTo>
                    <a:pt x="2198371" y="104082"/>
                  </a:lnTo>
                  <a:lnTo>
                    <a:pt x="2220513" y="105130"/>
                  </a:lnTo>
                  <a:lnTo>
                    <a:pt x="2242225" y="106158"/>
                  </a:lnTo>
                  <a:lnTo>
                    <a:pt x="2263523" y="107166"/>
                  </a:lnTo>
                  <a:lnTo>
                    <a:pt x="2284424" y="108156"/>
                  </a:lnTo>
                  <a:lnTo>
                    <a:pt x="2304940" y="109127"/>
                  </a:lnTo>
                  <a:lnTo>
                    <a:pt x="2325087" y="11008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436843" y="5650316"/>
              <a:ext cx="2325087" cy="131219"/>
            </a:xfrm>
            <a:custGeom>
              <a:avLst/>
              <a:pathLst>
                <a:path w="2325087" h="131219">
                  <a:moveTo>
                    <a:pt x="0" y="0"/>
                  </a:moveTo>
                  <a:lnTo>
                    <a:pt x="149305" y="8426"/>
                  </a:lnTo>
                  <a:lnTo>
                    <a:pt x="281002" y="15858"/>
                  </a:lnTo>
                  <a:lnTo>
                    <a:pt x="398809" y="22507"/>
                  </a:lnTo>
                  <a:lnTo>
                    <a:pt x="505378" y="28521"/>
                  </a:lnTo>
                  <a:lnTo>
                    <a:pt x="602668" y="34012"/>
                  </a:lnTo>
                  <a:lnTo>
                    <a:pt x="692166" y="39063"/>
                  </a:lnTo>
                  <a:lnTo>
                    <a:pt x="775029" y="43739"/>
                  </a:lnTo>
                  <a:lnTo>
                    <a:pt x="852172" y="48093"/>
                  </a:lnTo>
                  <a:lnTo>
                    <a:pt x="924334" y="52166"/>
                  </a:lnTo>
                  <a:lnTo>
                    <a:pt x="992121" y="55991"/>
                  </a:lnTo>
                  <a:lnTo>
                    <a:pt x="1056031" y="59598"/>
                  </a:lnTo>
                  <a:lnTo>
                    <a:pt x="1116485" y="63010"/>
                  </a:lnTo>
                  <a:lnTo>
                    <a:pt x="1173838" y="66247"/>
                  </a:lnTo>
                  <a:lnTo>
                    <a:pt x="1228392" y="69326"/>
                  </a:lnTo>
                  <a:lnTo>
                    <a:pt x="1280407" y="72261"/>
                  </a:lnTo>
                  <a:lnTo>
                    <a:pt x="1330110" y="75066"/>
                  </a:lnTo>
                  <a:lnTo>
                    <a:pt x="1377697" y="77752"/>
                  </a:lnTo>
                  <a:lnTo>
                    <a:pt x="1423342" y="80328"/>
                  </a:lnTo>
                  <a:lnTo>
                    <a:pt x="1467196" y="82803"/>
                  </a:lnTo>
                  <a:lnTo>
                    <a:pt x="1509394" y="85184"/>
                  </a:lnTo>
                  <a:lnTo>
                    <a:pt x="1550058" y="87479"/>
                  </a:lnTo>
                  <a:lnTo>
                    <a:pt x="1589295" y="89694"/>
                  </a:lnTo>
                  <a:lnTo>
                    <a:pt x="1627201" y="91833"/>
                  </a:lnTo>
                  <a:lnTo>
                    <a:pt x="1663864" y="93902"/>
                  </a:lnTo>
                  <a:lnTo>
                    <a:pt x="1699364" y="95906"/>
                  </a:lnTo>
                  <a:lnTo>
                    <a:pt x="1733770" y="97847"/>
                  </a:lnTo>
                  <a:lnTo>
                    <a:pt x="1767150" y="99731"/>
                  </a:lnTo>
                  <a:lnTo>
                    <a:pt x="1799562" y="101561"/>
                  </a:lnTo>
                  <a:lnTo>
                    <a:pt x="1831060" y="103338"/>
                  </a:lnTo>
                  <a:lnTo>
                    <a:pt x="1861696" y="105067"/>
                  </a:lnTo>
                  <a:lnTo>
                    <a:pt x="1891515" y="106750"/>
                  </a:lnTo>
                  <a:lnTo>
                    <a:pt x="1920559" y="108389"/>
                  </a:lnTo>
                  <a:lnTo>
                    <a:pt x="1948867" y="109987"/>
                  </a:lnTo>
                  <a:lnTo>
                    <a:pt x="1976477" y="111545"/>
                  </a:lnTo>
                  <a:lnTo>
                    <a:pt x="2003421" y="113066"/>
                  </a:lnTo>
                  <a:lnTo>
                    <a:pt x="2029731" y="114550"/>
                  </a:lnTo>
                  <a:lnTo>
                    <a:pt x="2055437" y="116001"/>
                  </a:lnTo>
                  <a:lnTo>
                    <a:pt x="2080564" y="117419"/>
                  </a:lnTo>
                  <a:lnTo>
                    <a:pt x="2105139" y="118806"/>
                  </a:lnTo>
                  <a:lnTo>
                    <a:pt x="2129186" y="120163"/>
                  </a:lnTo>
                  <a:lnTo>
                    <a:pt x="2152727" y="121492"/>
                  </a:lnTo>
                  <a:lnTo>
                    <a:pt x="2175782" y="122793"/>
                  </a:lnTo>
                  <a:lnTo>
                    <a:pt x="2198371" y="124068"/>
                  </a:lnTo>
                  <a:lnTo>
                    <a:pt x="2220513" y="125318"/>
                  </a:lnTo>
                  <a:lnTo>
                    <a:pt x="2242225" y="126543"/>
                  </a:lnTo>
                  <a:lnTo>
                    <a:pt x="2263523" y="127745"/>
                  </a:lnTo>
                  <a:lnTo>
                    <a:pt x="2284424" y="128924"/>
                  </a:lnTo>
                  <a:lnTo>
                    <a:pt x="2304940" y="130082"/>
                  </a:lnTo>
                  <a:lnTo>
                    <a:pt x="2325087" y="13121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436843" y="5820081"/>
              <a:ext cx="2325087" cy="119738"/>
            </a:xfrm>
            <a:custGeom>
              <a:avLst/>
              <a:pathLst>
                <a:path w="2325087" h="119738">
                  <a:moveTo>
                    <a:pt x="0" y="0"/>
                  </a:moveTo>
                  <a:lnTo>
                    <a:pt x="149305" y="7688"/>
                  </a:lnTo>
                  <a:lnTo>
                    <a:pt x="281002" y="14471"/>
                  </a:lnTo>
                  <a:lnTo>
                    <a:pt x="398809" y="20538"/>
                  </a:lnTo>
                  <a:lnTo>
                    <a:pt x="505378" y="26026"/>
                  </a:lnTo>
                  <a:lnTo>
                    <a:pt x="602668" y="31036"/>
                  </a:lnTo>
                  <a:lnTo>
                    <a:pt x="692166" y="35645"/>
                  </a:lnTo>
                  <a:lnTo>
                    <a:pt x="775029" y="39912"/>
                  </a:lnTo>
                  <a:lnTo>
                    <a:pt x="852172" y="43885"/>
                  </a:lnTo>
                  <a:lnTo>
                    <a:pt x="924334" y="47601"/>
                  </a:lnTo>
                  <a:lnTo>
                    <a:pt x="992121" y="51092"/>
                  </a:lnTo>
                  <a:lnTo>
                    <a:pt x="1056031" y="54383"/>
                  </a:lnTo>
                  <a:lnTo>
                    <a:pt x="1116485" y="57497"/>
                  </a:lnTo>
                  <a:lnTo>
                    <a:pt x="1173838" y="60450"/>
                  </a:lnTo>
                  <a:lnTo>
                    <a:pt x="1228392" y="63260"/>
                  </a:lnTo>
                  <a:lnTo>
                    <a:pt x="1280407" y="65938"/>
                  </a:lnTo>
                  <a:lnTo>
                    <a:pt x="1330110" y="68498"/>
                  </a:lnTo>
                  <a:lnTo>
                    <a:pt x="1377697" y="70949"/>
                  </a:lnTo>
                  <a:lnTo>
                    <a:pt x="1423342" y="73299"/>
                  </a:lnTo>
                  <a:lnTo>
                    <a:pt x="1467196" y="75558"/>
                  </a:lnTo>
                  <a:lnTo>
                    <a:pt x="1509394" y="77731"/>
                  </a:lnTo>
                  <a:lnTo>
                    <a:pt x="1550058" y="79825"/>
                  </a:lnTo>
                  <a:lnTo>
                    <a:pt x="1589295" y="81846"/>
                  </a:lnTo>
                  <a:lnTo>
                    <a:pt x="1627201" y="83798"/>
                  </a:lnTo>
                  <a:lnTo>
                    <a:pt x="1663864" y="85686"/>
                  </a:lnTo>
                  <a:lnTo>
                    <a:pt x="1699364" y="87514"/>
                  </a:lnTo>
                  <a:lnTo>
                    <a:pt x="1733770" y="89286"/>
                  </a:lnTo>
                  <a:lnTo>
                    <a:pt x="1767150" y="91005"/>
                  </a:lnTo>
                  <a:lnTo>
                    <a:pt x="1799562" y="92674"/>
                  </a:lnTo>
                  <a:lnTo>
                    <a:pt x="1831060" y="94296"/>
                  </a:lnTo>
                  <a:lnTo>
                    <a:pt x="1861696" y="95874"/>
                  </a:lnTo>
                  <a:lnTo>
                    <a:pt x="1891515" y="97409"/>
                  </a:lnTo>
                  <a:lnTo>
                    <a:pt x="1920559" y="98905"/>
                  </a:lnTo>
                  <a:lnTo>
                    <a:pt x="1948867" y="100363"/>
                  </a:lnTo>
                  <a:lnTo>
                    <a:pt x="1976477" y="101785"/>
                  </a:lnTo>
                  <a:lnTo>
                    <a:pt x="2003421" y="103172"/>
                  </a:lnTo>
                  <a:lnTo>
                    <a:pt x="2029731" y="104527"/>
                  </a:lnTo>
                  <a:lnTo>
                    <a:pt x="2055437" y="105851"/>
                  </a:lnTo>
                  <a:lnTo>
                    <a:pt x="2080564" y="107145"/>
                  </a:lnTo>
                  <a:lnTo>
                    <a:pt x="2105139" y="108411"/>
                  </a:lnTo>
                  <a:lnTo>
                    <a:pt x="2129186" y="109649"/>
                  </a:lnTo>
                  <a:lnTo>
                    <a:pt x="2152727" y="110861"/>
                  </a:lnTo>
                  <a:lnTo>
                    <a:pt x="2175782" y="112049"/>
                  </a:lnTo>
                  <a:lnTo>
                    <a:pt x="2198371" y="113212"/>
                  </a:lnTo>
                  <a:lnTo>
                    <a:pt x="2220513" y="114352"/>
                  </a:lnTo>
                  <a:lnTo>
                    <a:pt x="2242225" y="115470"/>
                  </a:lnTo>
                  <a:lnTo>
                    <a:pt x="2263523" y="116567"/>
                  </a:lnTo>
                  <a:lnTo>
                    <a:pt x="2284424" y="117643"/>
                  </a:lnTo>
                  <a:lnTo>
                    <a:pt x="2304940" y="118700"/>
                  </a:lnTo>
                  <a:lnTo>
                    <a:pt x="2325087" y="119738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436843" y="5656165"/>
              <a:ext cx="2325087" cy="49588"/>
            </a:xfrm>
            <a:custGeom>
              <a:avLst/>
              <a:pathLst>
                <a:path w="2325087" h="49588">
                  <a:moveTo>
                    <a:pt x="0" y="0"/>
                  </a:moveTo>
                  <a:lnTo>
                    <a:pt x="149305" y="3184"/>
                  </a:lnTo>
                  <a:lnTo>
                    <a:pt x="281002" y="5993"/>
                  </a:lnTo>
                  <a:lnTo>
                    <a:pt x="398809" y="8505"/>
                  </a:lnTo>
                  <a:lnTo>
                    <a:pt x="505378" y="10778"/>
                  </a:lnTo>
                  <a:lnTo>
                    <a:pt x="602668" y="12853"/>
                  </a:lnTo>
                  <a:lnTo>
                    <a:pt x="692166" y="14762"/>
                  </a:lnTo>
                  <a:lnTo>
                    <a:pt x="775029" y="16529"/>
                  </a:lnTo>
                  <a:lnTo>
                    <a:pt x="852172" y="18174"/>
                  </a:lnTo>
                  <a:lnTo>
                    <a:pt x="924334" y="19713"/>
                  </a:lnTo>
                  <a:lnTo>
                    <a:pt x="992121" y="21159"/>
                  </a:lnTo>
                  <a:lnTo>
                    <a:pt x="1056031" y="22522"/>
                  </a:lnTo>
                  <a:lnTo>
                    <a:pt x="1116485" y="23812"/>
                  </a:lnTo>
                  <a:lnTo>
                    <a:pt x="1173838" y="25035"/>
                  </a:lnTo>
                  <a:lnTo>
                    <a:pt x="1228392" y="26198"/>
                  </a:lnTo>
                  <a:lnTo>
                    <a:pt x="1280407" y="27308"/>
                  </a:lnTo>
                  <a:lnTo>
                    <a:pt x="1330110" y="28368"/>
                  </a:lnTo>
                  <a:lnTo>
                    <a:pt x="1377697" y="29383"/>
                  </a:lnTo>
                  <a:lnTo>
                    <a:pt x="1423342" y="30356"/>
                  </a:lnTo>
                  <a:lnTo>
                    <a:pt x="1467196" y="31291"/>
                  </a:lnTo>
                  <a:lnTo>
                    <a:pt x="1509394" y="32191"/>
                  </a:lnTo>
                  <a:lnTo>
                    <a:pt x="1550058" y="33059"/>
                  </a:lnTo>
                  <a:lnTo>
                    <a:pt x="1589295" y="33896"/>
                  </a:lnTo>
                  <a:lnTo>
                    <a:pt x="1627201" y="34704"/>
                  </a:lnTo>
                  <a:lnTo>
                    <a:pt x="1663864" y="35486"/>
                  </a:lnTo>
                  <a:lnTo>
                    <a:pt x="1699364" y="36243"/>
                  </a:lnTo>
                  <a:lnTo>
                    <a:pt x="1733770" y="36977"/>
                  </a:lnTo>
                  <a:lnTo>
                    <a:pt x="1767150" y="37689"/>
                  </a:lnTo>
                  <a:lnTo>
                    <a:pt x="1799562" y="38380"/>
                  </a:lnTo>
                  <a:lnTo>
                    <a:pt x="1831060" y="39052"/>
                  </a:lnTo>
                  <a:lnTo>
                    <a:pt x="1861696" y="39705"/>
                  </a:lnTo>
                  <a:lnTo>
                    <a:pt x="1891515" y="40341"/>
                  </a:lnTo>
                  <a:lnTo>
                    <a:pt x="1920559" y="40961"/>
                  </a:lnTo>
                  <a:lnTo>
                    <a:pt x="1948867" y="41564"/>
                  </a:lnTo>
                  <a:lnTo>
                    <a:pt x="1976477" y="42153"/>
                  </a:lnTo>
                  <a:lnTo>
                    <a:pt x="2003421" y="42728"/>
                  </a:lnTo>
                  <a:lnTo>
                    <a:pt x="2029731" y="43289"/>
                  </a:lnTo>
                  <a:lnTo>
                    <a:pt x="2055437" y="43837"/>
                  </a:lnTo>
                  <a:lnTo>
                    <a:pt x="2080564" y="44373"/>
                  </a:lnTo>
                  <a:lnTo>
                    <a:pt x="2105139" y="44897"/>
                  </a:lnTo>
                  <a:lnTo>
                    <a:pt x="2129186" y="45410"/>
                  </a:lnTo>
                  <a:lnTo>
                    <a:pt x="2152727" y="45912"/>
                  </a:lnTo>
                  <a:lnTo>
                    <a:pt x="2175782" y="46404"/>
                  </a:lnTo>
                  <a:lnTo>
                    <a:pt x="2198371" y="46886"/>
                  </a:lnTo>
                  <a:lnTo>
                    <a:pt x="2220513" y="47358"/>
                  </a:lnTo>
                  <a:lnTo>
                    <a:pt x="2242225" y="47821"/>
                  </a:lnTo>
                  <a:lnTo>
                    <a:pt x="2263523" y="48275"/>
                  </a:lnTo>
                  <a:lnTo>
                    <a:pt x="2284424" y="48721"/>
                  </a:lnTo>
                  <a:lnTo>
                    <a:pt x="2304940" y="49159"/>
                  </a:lnTo>
                  <a:lnTo>
                    <a:pt x="2325087" y="49588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436843" y="5574113"/>
              <a:ext cx="2325087" cy="189653"/>
            </a:xfrm>
            <a:custGeom>
              <a:avLst/>
              <a:pathLst>
                <a:path w="2325087" h="189653">
                  <a:moveTo>
                    <a:pt x="0" y="189653"/>
                  </a:moveTo>
                  <a:lnTo>
                    <a:pt x="149305" y="177475"/>
                  </a:lnTo>
                  <a:lnTo>
                    <a:pt x="281002" y="166732"/>
                  </a:lnTo>
                  <a:lnTo>
                    <a:pt x="398809" y="157123"/>
                  </a:lnTo>
                  <a:lnTo>
                    <a:pt x="505378" y="148430"/>
                  </a:lnTo>
                  <a:lnTo>
                    <a:pt x="602668" y="140494"/>
                  </a:lnTo>
                  <a:lnTo>
                    <a:pt x="692166" y="133194"/>
                  </a:lnTo>
                  <a:lnTo>
                    <a:pt x="775029" y="126435"/>
                  </a:lnTo>
                  <a:lnTo>
                    <a:pt x="852172" y="120143"/>
                  </a:lnTo>
                  <a:lnTo>
                    <a:pt x="924334" y="114257"/>
                  </a:lnTo>
                  <a:lnTo>
                    <a:pt x="992121" y="108727"/>
                  </a:lnTo>
                  <a:lnTo>
                    <a:pt x="1056031" y="103514"/>
                  </a:lnTo>
                  <a:lnTo>
                    <a:pt x="1116485" y="98583"/>
                  </a:lnTo>
                  <a:lnTo>
                    <a:pt x="1173838" y="93905"/>
                  </a:lnTo>
                  <a:lnTo>
                    <a:pt x="1228392" y="89455"/>
                  </a:lnTo>
                  <a:lnTo>
                    <a:pt x="1280407" y="85212"/>
                  </a:lnTo>
                  <a:lnTo>
                    <a:pt x="1330110" y="81158"/>
                  </a:lnTo>
                  <a:lnTo>
                    <a:pt x="1377697" y="77277"/>
                  </a:lnTo>
                  <a:lnTo>
                    <a:pt x="1423342" y="73553"/>
                  </a:lnTo>
                  <a:lnTo>
                    <a:pt x="1467196" y="69976"/>
                  </a:lnTo>
                  <a:lnTo>
                    <a:pt x="1509394" y="66534"/>
                  </a:lnTo>
                  <a:lnTo>
                    <a:pt x="1550058" y="63217"/>
                  </a:lnTo>
                  <a:lnTo>
                    <a:pt x="1589295" y="60017"/>
                  </a:lnTo>
                  <a:lnTo>
                    <a:pt x="1627201" y="56925"/>
                  </a:lnTo>
                  <a:lnTo>
                    <a:pt x="1663864" y="53934"/>
                  </a:lnTo>
                  <a:lnTo>
                    <a:pt x="1699364" y="51039"/>
                  </a:lnTo>
                  <a:lnTo>
                    <a:pt x="1733770" y="48232"/>
                  </a:lnTo>
                  <a:lnTo>
                    <a:pt x="1767150" y="45510"/>
                  </a:lnTo>
                  <a:lnTo>
                    <a:pt x="1799562" y="42866"/>
                  </a:lnTo>
                  <a:lnTo>
                    <a:pt x="1831060" y="40296"/>
                  </a:lnTo>
                  <a:lnTo>
                    <a:pt x="1861696" y="37798"/>
                  </a:lnTo>
                  <a:lnTo>
                    <a:pt x="1891515" y="35365"/>
                  </a:lnTo>
                  <a:lnTo>
                    <a:pt x="1920559" y="32996"/>
                  </a:lnTo>
                  <a:lnTo>
                    <a:pt x="1948867" y="30687"/>
                  </a:lnTo>
                  <a:lnTo>
                    <a:pt x="1976477" y="28435"/>
                  </a:lnTo>
                  <a:lnTo>
                    <a:pt x="2003421" y="26237"/>
                  </a:lnTo>
                  <a:lnTo>
                    <a:pt x="2029731" y="24091"/>
                  </a:lnTo>
                  <a:lnTo>
                    <a:pt x="2055437" y="21994"/>
                  </a:lnTo>
                  <a:lnTo>
                    <a:pt x="2080564" y="19945"/>
                  </a:lnTo>
                  <a:lnTo>
                    <a:pt x="2105139" y="17940"/>
                  </a:lnTo>
                  <a:lnTo>
                    <a:pt x="2129186" y="15979"/>
                  </a:lnTo>
                  <a:lnTo>
                    <a:pt x="2152727" y="14059"/>
                  </a:lnTo>
                  <a:lnTo>
                    <a:pt x="2175782" y="12178"/>
                  </a:lnTo>
                  <a:lnTo>
                    <a:pt x="2198371" y="10336"/>
                  </a:lnTo>
                  <a:lnTo>
                    <a:pt x="2220513" y="8529"/>
                  </a:lnTo>
                  <a:lnTo>
                    <a:pt x="2242225" y="6758"/>
                  </a:lnTo>
                  <a:lnTo>
                    <a:pt x="2263523" y="5021"/>
                  </a:lnTo>
                  <a:lnTo>
                    <a:pt x="2284424" y="3316"/>
                  </a:lnTo>
                  <a:lnTo>
                    <a:pt x="2304940" y="1643"/>
                  </a:lnTo>
                  <a:lnTo>
                    <a:pt x="232508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436843" y="5305283"/>
              <a:ext cx="2325087" cy="222356"/>
            </a:xfrm>
            <a:custGeom>
              <a:avLst/>
              <a:pathLst>
                <a:path w="2325087" h="222356">
                  <a:moveTo>
                    <a:pt x="0" y="0"/>
                  </a:moveTo>
                  <a:lnTo>
                    <a:pt x="149305" y="14278"/>
                  </a:lnTo>
                  <a:lnTo>
                    <a:pt x="281002" y="26873"/>
                  </a:lnTo>
                  <a:lnTo>
                    <a:pt x="398809" y="38139"/>
                  </a:lnTo>
                  <a:lnTo>
                    <a:pt x="505378" y="48331"/>
                  </a:lnTo>
                  <a:lnTo>
                    <a:pt x="602668" y="57635"/>
                  </a:lnTo>
                  <a:lnTo>
                    <a:pt x="692166" y="66194"/>
                  </a:lnTo>
                  <a:lnTo>
                    <a:pt x="775029" y="74118"/>
                  </a:lnTo>
                  <a:lnTo>
                    <a:pt x="852172" y="81496"/>
                  </a:lnTo>
                  <a:lnTo>
                    <a:pt x="924334" y="88397"/>
                  </a:lnTo>
                  <a:lnTo>
                    <a:pt x="992121" y="94879"/>
                  </a:lnTo>
                  <a:lnTo>
                    <a:pt x="1056031" y="100991"/>
                  </a:lnTo>
                  <a:lnTo>
                    <a:pt x="1116485" y="106773"/>
                  </a:lnTo>
                  <a:lnTo>
                    <a:pt x="1173838" y="112258"/>
                  </a:lnTo>
                  <a:lnTo>
                    <a:pt x="1228392" y="117475"/>
                  </a:lnTo>
                  <a:lnTo>
                    <a:pt x="1280407" y="122449"/>
                  </a:lnTo>
                  <a:lnTo>
                    <a:pt x="1330110" y="127203"/>
                  </a:lnTo>
                  <a:lnTo>
                    <a:pt x="1377697" y="131753"/>
                  </a:lnTo>
                  <a:lnTo>
                    <a:pt x="1423342" y="136119"/>
                  </a:lnTo>
                  <a:lnTo>
                    <a:pt x="1467196" y="140312"/>
                  </a:lnTo>
                  <a:lnTo>
                    <a:pt x="1509394" y="144348"/>
                  </a:lnTo>
                  <a:lnTo>
                    <a:pt x="1550058" y="148237"/>
                  </a:lnTo>
                  <a:lnTo>
                    <a:pt x="1589295" y="151989"/>
                  </a:lnTo>
                  <a:lnTo>
                    <a:pt x="1627201" y="155614"/>
                  </a:lnTo>
                  <a:lnTo>
                    <a:pt x="1663864" y="159121"/>
                  </a:lnTo>
                  <a:lnTo>
                    <a:pt x="1699364" y="162516"/>
                  </a:lnTo>
                  <a:lnTo>
                    <a:pt x="1733770" y="165806"/>
                  </a:lnTo>
                  <a:lnTo>
                    <a:pt x="1767150" y="168998"/>
                  </a:lnTo>
                  <a:lnTo>
                    <a:pt x="1799562" y="172098"/>
                  </a:lnTo>
                  <a:lnTo>
                    <a:pt x="1831060" y="175110"/>
                  </a:lnTo>
                  <a:lnTo>
                    <a:pt x="1861696" y="178040"/>
                  </a:lnTo>
                  <a:lnTo>
                    <a:pt x="1891515" y="180892"/>
                  </a:lnTo>
                  <a:lnTo>
                    <a:pt x="1920559" y="183669"/>
                  </a:lnTo>
                  <a:lnTo>
                    <a:pt x="1948867" y="186376"/>
                  </a:lnTo>
                  <a:lnTo>
                    <a:pt x="1976477" y="189017"/>
                  </a:lnTo>
                  <a:lnTo>
                    <a:pt x="2003421" y="191594"/>
                  </a:lnTo>
                  <a:lnTo>
                    <a:pt x="2029731" y="194110"/>
                  </a:lnTo>
                  <a:lnTo>
                    <a:pt x="2055437" y="196568"/>
                  </a:lnTo>
                  <a:lnTo>
                    <a:pt x="2080564" y="198971"/>
                  </a:lnTo>
                  <a:lnTo>
                    <a:pt x="2105139" y="201321"/>
                  </a:lnTo>
                  <a:lnTo>
                    <a:pt x="2129186" y="203621"/>
                  </a:lnTo>
                  <a:lnTo>
                    <a:pt x="2152727" y="205872"/>
                  </a:lnTo>
                  <a:lnTo>
                    <a:pt x="2175782" y="208077"/>
                  </a:lnTo>
                  <a:lnTo>
                    <a:pt x="2198371" y="210237"/>
                  </a:lnTo>
                  <a:lnTo>
                    <a:pt x="2220513" y="212355"/>
                  </a:lnTo>
                  <a:lnTo>
                    <a:pt x="2242225" y="214431"/>
                  </a:lnTo>
                  <a:lnTo>
                    <a:pt x="2263523" y="216468"/>
                  </a:lnTo>
                  <a:lnTo>
                    <a:pt x="2284424" y="218467"/>
                  </a:lnTo>
                  <a:lnTo>
                    <a:pt x="2304940" y="220429"/>
                  </a:lnTo>
                  <a:lnTo>
                    <a:pt x="2325087" y="22235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436843" y="5888523"/>
              <a:ext cx="2325087" cy="47391"/>
            </a:xfrm>
            <a:custGeom>
              <a:avLst/>
              <a:pathLst>
                <a:path w="2325087" h="47391">
                  <a:moveTo>
                    <a:pt x="0" y="47391"/>
                  </a:moveTo>
                  <a:lnTo>
                    <a:pt x="149305" y="44348"/>
                  </a:lnTo>
                  <a:lnTo>
                    <a:pt x="281002" y="41663"/>
                  </a:lnTo>
                  <a:lnTo>
                    <a:pt x="398809" y="39262"/>
                  </a:lnTo>
                  <a:lnTo>
                    <a:pt x="505378" y="37090"/>
                  </a:lnTo>
                  <a:lnTo>
                    <a:pt x="602668" y="35107"/>
                  </a:lnTo>
                  <a:lnTo>
                    <a:pt x="692166" y="33283"/>
                  </a:lnTo>
                  <a:lnTo>
                    <a:pt x="775029" y="31594"/>
                  </a:lnTo>
                  <a:lnTo>
                    <a:pt x="852172" y="30021"/>
                  </a:lnTo>
                  <a:lnTo>
                    <a:pt x="924334" y="28551"/>
                  </a:lnTo>
                  <a:lnTo>
                    <a:pt x="992121" y="27169"/>
                  </a:lnTo>
                  <a:lnTo>
                    <a:pt x="1056031" y="25866"/>
                  </a:lnTo>
                  <a:lnTo>
                    <a:pt x="1116485" y="24634"/>
                  </a:lnTo>
                  <a:lnTo>
                    <a:pt x="1173838" y="23465"/>
                  </a:lnTo>
                  <a:lnTo>
                    <a:pt x="1228392" y="22353"/>
                  </a:lnTo>
                  <a:lnTo>
                    <a:pt x="1280407" y="21293"/>
                  </a:lnTo>
                  <a:lnTo>
                    <a:pt x="1330110" y="20280"/>
                  </a:lnTo>
                  <a:lnTo>
                    <a:pt x="1377697" y="19310"/>
                  </a:lnTo>
                  <a:lnTo>
                    <a:pt x="1423342" y="18379"/>
                  </a:lnTo>
                  <a:lnTo>
                    <a:pt x="1467196" y="17486"/>
                  </a:lnTo>
                  <a:lnTo>
                    <a:pt x="1509394" y="16625"/>
                  </a:lnTo>
                  <a:lnTo>
                    <a:pt x="1550058" y="15797"/>
                  </a:lnTo>
                  <a:lnTo>
                    <a:pt x="1589295" y="14997"/>
                  </a:lnTo>
                  <a:lnTo>
                    <a:pt x="1627201" y="14224"/>
                  </a:lnTo>
                  <a:lnTo>
                    <a:pt x="1663864" y="13477"/>
                  </a:lnTo>
                  <a:lnTo>
                    <a:pt x="1699364" y="12753"/>
                  </a:lnTo>
                  <a:lnTo>
                    <a:pt x="1733770" y="12052"/>
                  </a:lnTo>
                  <a:lnTo>
                    <a:pt x="1767150" y="11372"/>
                  </a:lnTo>
                  <a:lnTo>
                    <a:pt x="1799562" y="10711"/>
                  </a:lnTo>
                  <a:lnTo>
                    <a:pt x="1831060" y="10069"/>
                  </a:lnTo>
                  <a:lnTo>
                    <a:pt x="1861696" y="9445"/>
                  </a:lnTo>
                  <a:lnTo>
                    <a:pt x="1891515" y="8837"/>
                  </a:lnTo>
                  <a:lnTo>
                    <a:pt x="1920559" y="8245"/>
                  </a:lnTo>
                  <a:lnTo>
                    <a:pt x="1948867" y="7668"/>
                  </a:lnTo>
                  <a:lnTo>
                    <a:pt x="1976477" y="7105"/>
                  </a:lnTo>
                  <a:lnTo>
                    <a:pt x="2003421" y="6556"/>
                  </a:lnTo>
                  <a:lnTo>
                    <a:pt x="2029731" y="6020"/>
                  </a:lnTo>
                  <a:lnTo>
                    <a:pt x="2055437" y="5496"/>
                  </a:lnTo>
                  <a:lnTo>
                    <a:pt x="2080564" y="4984"/>
                  </a:lnTo>
                  <a:lnTo>
                    <a:pt x="2105139" y="4483"/>
                  </a:lnTo>
                  <a:lnTo>
                    <a:pt x="2129186" y="3992"/>
                  </a:lnTo>
                  <a:lnTo>
                    <a:pt x="2152727" y="3513"/>
                  </a:lnTo>
                  <a:lnTo>
                    <a:pt x="2175782" y="3043"/>
                  </a:lnTo>
                  <a:lnTo>
                    <a:pt x="2198371" y="2582"/>
                  </a:lnTo>
                  <a:lnTo>
                    <a:pt x="2220513" y="2131"/>
                  </a:lnTo>
                  <a:lnTo>
                    <a:pt x="2242225" y="1688"/>
                  </a:lnTo>
                  <a:lnTo>
                    <a:pt x="2263523" y="1254"/>
                  </a:lnTo>
                  <a:lnTo>
                    <a:pt x="2284424" y="828"/>
                  </a:lnTo>
                  <a:lnTo>
                    <a:pt x="2304940" y="410"/>
                  </a:lnTo>
                  <a:lnTo>
                    <a:pt x="232508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436843" y="5569107"/>
              <a:ext cx="2325087" cy="336974"/>
            </a:xfrm>
            <a:custGeom>
              <a:avLst/>
              <a:pathLst>
                <a:path w="2325087" h="336974">
                  <a:moveTo>
                    <a:pt x="0" y="336974"/>
                  </a:moveTo>
                  <a:lnTo>
                    <a:pt x="149305" y="315335"/>
                  </a:lnTo>
                  <a:lnTo>
                    <a:pt x="281002" y="296248"/>
                  </a:lnTo>
                  <a:lnTo>
                    <a:pt x="398809" y="279175"/>
                  </a:lnTo>
                  <a:lnTo>
                    <a:pt x="505378" y="263730"/>
                  </a:lnTo>
                  <a:lnTo>
                    <a:pt x="602668" y="249629"/>
                  </a:lnTo>
                  <a:lnTo>
                    <a:pt x="692166" y="236658"/>
                  </a:lnTo>
                  <a:lnTo>
                    <a:pt x="775029" y="224649"/>
                  </a:lnTo>
                  <a:lnTo>
                    <a:pt x="852172" y="213469"/>
                  </a:lnTo>
                  <a:lnTo>
                    <a:pt x="924334" y="203010"/>
                  </a:lnTo>
                  <a:lnTo>
                    <a:pt x="992121" y="193186"/>
                  </a:lnTo>
                  <a:lnTo>
                    <a:pt x="1056031" y="183924"/>
                  </a:lnTo>
                  <a:lnTo>
                    <a:pt x="1116485" y="175162"/>
                  </a:lnTo>
                  <a:lnTo>
                    <a:pt x="1173838" y="166850"/>
                  </a:lnTo>
                  <a:lnTo>
                    <a:pt x="1228392" y="158943"/>
                  </a:lnTo>
                  <a:lnTo>
                    <a:pt x="1280407" y="151405"/>
                  </a:lnTo>
                  <a:lnTo>
                    <a:pt x="1330110" y="144201"/>
                  </a:lnTo>
                  <a:lnTo>
                    <a:pt x="1377697" y="137305"/>
                  </a:lnTo>
                  <a:lnTo>
                    <a:pt x="1423342" y="130689"/>
                  </a:lnTo>
                  <a:lnTo>
                    <a:pt x="1467196" y="124334"/>
                  </a:lnTo>
                  <a:lnTo>
                    <a:pt x="1509394" y="118218"/>
                  </a:lnTo>
                  <a:lnTo>
                    <a:pt x="1550058" y="112324"/>
                  </a:lnTo>
                  <a:lnTo>
                    <a:pt x="1589295" y="106638"/>
                  </a:lnTo>
                  <a:lnTo>
                    <a:pt x="1627201" y="101144"/>
                  </a:lnTo>
                  <a:lnTo>
                    <a:pt x="1663864" y="95830"/>
                  </a:lnTo>
                  <a:lnTo>
                    <a:pt x="1699364" y="90685"/>
                  </a:lnTo>
                  <a:lnTo>
                    <a:pt x="1733770" y="85699"/>
                  </a:lnTo>
                  <a:lnTo>
                    <a:pt x="1767150" y="80861"/>
                  </a:lnTo>
                  <a:lnTo>
                    <a:pt x="1799562" y="76164"/>
                  </a:lnTo>
                  <a:lnTo>
                    <a:pt x="1831060" y="71599"/>
                  </a:lnTo>
                  <a:lnTo>
                    <a:pt x="1861696" y="67159"/>
                  </a:lnTo>
                  <a:lnTo>
                    <a:pt x="1891515" y="62837"/>
                  </a:lnTo>
                  <a:lnTo>
                    <a:pt x="1920559" y="58628"/>
                  </a:lnTo>
                  <a:lnTo>
                    <a:pt x="1948867" y="54525"/>
                  </a:lnTo>
                  <a:lnTo>
                    <a:pt x="1976477" y="50524"/>
                  </a:lnTo>
                  <a:lnTo>
                    <a:pt x="2003421" y="46619"/>
                  </a:lnTo>
                  <a:lnTo>
                    <a:pt x="2029731" y="42805"/>
                  </a:lnTo>
                  <a:lnTo>
                    <a:pt x="2055437" y="39080"/>
                  </a:lnTo>
                  <a:lnTo>
                    <a:pt x="2080564" y="35438"/>
                  </a:lnTo>
                  <a:lnTo>
                    <a:pt x="2105139" y="31876"/>
                  </a:lnTo>
                  <a:lnTo>
                    <a:pt x="2129186" y="28391"/>
                  </a:lnTo>
                  <a:lnTo>
                    <a:pt x="2152727" y="24980"/>
                  </a:lnTo>
                  <a:lnTo>
                    <a:pt x="2175782" y="21638"/>
                  </a:lnTo>
                  <a:lnTo>
                    <a:pt x="2198371" y="18364"/>
                  </a:lnTo>
                  <a:lnTo>
                    <a:pt x="2220513" y="15155"/>
                  </a:lnTo>
                  <a:lnTo>
                    <a:pt x="2242225" y="12009"/>
                  </a:lnTo>
                  <a:lnTo>
                    <a:pt x="2263523" y="8922"/>
                  </a:lnTo>
                  <a:lnTo>
                    <a:pt x="2284424" y="5893"/>
                  </a:lnTo>
                  <a:lnTo>
                    <a:pt x="2304940" y="2919"/>
                  </a:lnTo>
                  <a:lnTo>
                    <a:pt x="232508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436843" y="5579735"/>
              <a:ext cx="2325087" cy="222179"/>
            </a:xfrm>
            <a:custGeom>
              <a:avLst/>
              <a:pathLst>
                <a:path w="2325087" h="222179">
                  <a:moveTo>
                    <a:pt x="0" y="0"/>
                  </a:moveTo>
                  <a:lnTo>
                    <a:pt x="149305" y="14267"/>
                  </a:lnTo>
                  <a:lnTo>
                    <a:pt x="281002" y="26851"/>
                  </a:lnTo>
                  <a:lnTo>
                    <a:pt x="398809" y="38109"/>
                  </a:lnTo>
                  <a:lnTo>
                    <a:pt x="505378" y="48292"/>
                  </a:lnTo>
                  <a:lnTo>
                    <a:pt x="602668" y="57589"/>
                  </a:lnTo>
                  <a:lnTo>
                    <a:pt x="692166" y="66141"/>
                  </a:lnTo>
                  <a:lnTo>
                    <a:pt x="775029" y="74059"/>
                  </a:lnTo>
                  <a:lnTo>
                    <a:pt x="852172" y="81431"/>
                  </a:lnTo>
                  <a:lnTo>
                    <a:pt x="924334" y="88326"/>
                  </a:lnTo>
                  <a:lnTo>
                    <a:pt x="992121" y="94804"/>
                  </a:lnTo>
                  <a:lnTo>
                    <a:pt x="1056031" y="100911"/>
                  </a:lnTo>
                  <a:lnTo>
                    <a:pt x="1116485" y="106688"/>
                  </a:lnTo>
                  <a:lnTo>
                    <a:pt x="1173838" y="112168"/>
                  </a:lnTo>
                  <a:lnTo>
                    <a:pt x="1228392" y="117381"/>
                  </a:lnTo>
                  <a:lnTo>
                    <a:pt x="1280407" y="122352"/>
                  </a:lnTo>
                  <a:lnTo>
                    <a:pt x="1330110" y="127101"/>
                  </a:lnTo>
                  <a:lnTo>
                    <a:pt x="1377697" y="131649"/>
                  </a:lnTo>
                  <a:lnTo>
                    <a:pt x="1423342" y="136010"/>
                  </a:lnTo>
                  <a:lnTo>
                    <a:pt x="1467196" y="140201"/>
                  </a:lnTo>
                  <a:lnTo>
                    <a:pt x="1509394" y="144233"/>
                  </a:lnTo>
                  <a:lnTo>
                    <a:pt x="1550058" y="148119"/>
                  </a:lnTo>
                  <a:lnTo>
                    <a:pt x="1589295" y="151868"/>
                  </a:lnTo>
                  <a:lnTo>
                    <a:pt x="1627201" y="155490"/>
                  </a:lnTo>
                  <a:lnTo>
                    <a:pt x="1663864" y="158994"/>
                  </a:lnTo>
                  <a:lnTo>
                    <a:pt x="1699364" y="162386"/>
                  </a:lnTo>
                  <a:lnTo>
                    <a:pt x="1733770" y="165674"/>
                  </a:lnTo>
                  <a:lnTo>
                    <a:pt x="1767150" y="168864"/>
                  </a:lnTo>
                  <a:lnTo>
                    <a:pt x="1799562" y="171961"/>
                  </a:lnTo>
                  <a:lnTo>
                    <a:pt x="1831060" y="174971"/>
                  </a:lnTo>
                  <a:lnTo>
                    <a:pt x="1861696" y="177898"/>
                  </a:lnTo>
                  <a:lnTo>
                    <a:pt x="1891515" y="180748"/>
                  </a:lnTo>
                  <a:lnTo>
                    <a:pt x="1920559" y="183523"/>
                  </a:lnTo>
                  <a:lnTo>
                    <a:pt x="1948867" y="186228"/>
                  </a:lnTo>
                  <a:lnTo>
                    <a:pt x="1976477" y="188866"/>
                  </a:lnTo>
                  <a:lnTo>
                    <a:pt x="2003421" y="191441"/>
                  </a:lnTo>
                  <a:lnTo>
                    <a:pt x="2029731" y="193955"/>
                  </a:lnTo>
                  <a:lnTo>
                    <a:pt x="2055437" y="196411"/>
                  </a:lnTo>
                  <a:lnTo>
                    <a:pt x="2080564" y="198813"/>
                  </a:lnTo>
                  <a:lnTo>
                    <a:pt x="2105139" y="201161"/>
                  </a:lnTo>
                  <a:lnTo>
                    <a:pt x="2129186" y="203459"/>
                  </a:lnTo>
                  <a:lnTo>
                    <a:pt x="2152727" y="205708"/>
                  </a:lnTo>
                  <a:lnTo>
                    <a:pt x="2175782" y="207911"/>
                  </a:lnTo>
                  <a:lnTo>
                    <a:pt x="2198371" y="210070"/>
                  </a:lnTo>
                  <a:lnTo>
                    <a:pt x="2220513" y="212186"/>
                  </a:lnTo>
                  <a:lnTo>
                    <a:pt x="2242225" y="214260"/>
                  </a:lnTo>
                  <a:lnTo>
                    <a:pt x="2263523" y="216296"/>
                  </a:lnTo>
                  <a:lnTo>
                    <a:pt x="2284424" y="218293"/>
                  </a:lnTo>
                  <a:lnTo>
                    <a:pt x="2304940" y="220253"/>
                  </a:lnTo>
                  <a:lnTo>
                    <a:pt x="2325087" y="22217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8" name="rc597"/>
            <p:cNvSpPr/>
            <p:nvPr/>
          </p:nvSpPr>
          <p:spPr>
            <a:xfrm>
              <a:off x="4270675" y="4804731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4270675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tx599"/>
            <p:cNvSpPr/>
            <p:nvPr/>
          </p:nvSpPr>
          <p:spPr>
            <a:xfrm rot="-5400000">
              <a:off x="4128288" y="617963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1" name="tx600"/>
            <p:cNvSpPr/>
            <p:nvPr/>
          </p:nvSpPr>
          <p:spPr>
            <a:xfrm rot="-5400000">
              <a:off x="4128288" y="587977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602" name="tx601"/>
            <p:cNvSpPr/>
            <p:nvPr/>
          </p:nvSpPr>
          <p:spPr>
            <a:xfrm rot="-5400000">
              <a:off x="4128288" y="55799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3" name="tx602"/>
            <p:cNvSpPr/>
            <p:nvPr/>
          </p:nvSpPr>
          <p:spPr>
            <a:xfrm rot="-5400000">
              <a:off x="4128288" y="528005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04" name="tx603"/>
            <p:cNvSpPr/>
            <p:nvPr/>
          </p:nvSpPr>
          <p:spPr>
            <a:xfrm rot="-5400000">
              <a:off x="4128288" y="498019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605" name="pl604"/>
            <p:cNvSpPr/>
            <p:nvPr/>
          </p:nvSpPr>
          <p:spPr>
            <a:xfrm>
              <a:off x="4239044" y="622064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4239044" y="59207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4239044" y="562092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4239044" y="53210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8"/>
            <p:cNvSpPr/>
            <p:nvPr/>
          </p:nvSpPr>
          <p:spPr>
            <a:xfrm>
              <a:off x="4239044" y="502120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09"/>
            <p:cNvSpPr/>
            <p:nvPr/>
          </p:nvSpPr>
          <p:spPr>
            <a:xfrm>
              <a:off x="4270675" y="631226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0"/>
            <p:cNvSpPr/>
            <p:nvPr/>
          </p:nvSpPr>
          <p:spPr>
            <a:xfrm>
              <a:off x="4436843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1"/>
            <p:cNvSpPr/>
            <p:nvPr/>
          </p:nvSpPr>
          <p:spPr>
            <a:xfrm>
              <a:off x="521187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2"/>
            <p:cNvSpPr/>
            <p:nvPr/>
          </p:nvSpPr>
          <p:spPr>
            <a:xfrm>
              <a:off x="5986901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6761930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tx614"/>
            <p:cNvSpPr/>
            <p:nvPr/>
          </p:nvSpPr>
          <p:spPr>
            <a:xfrm>
              <a:off x="4405067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16" name="tx615"/>
            <p:cNvSpPr/>
            <p:nvPr/>
          </p:nvSpPr>
          <p:spPr>
            <a:xfrm>
              <a:off x="5180096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17" name="tx616"/>
            <p:cNvSpPr/>
            <p:nvPr/>
          </p:nvSpPr>
          <p:spPr>
            <a:xfrm>
              <a:off x="5955126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18" name="tx617"/>
            <p:cNvSpPr/>
            <p:nvPr/>
          </p:nvSpPr>
          <p:spPr>
            <a:xfrm>
              <a:off x="6730155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19" name="tx618"/>
            <p:cNvSpPr/>
            <p:nvPr/>
          </p:nvSpPr>
          <p:spPr>
            <a:xfrm>
              <a:off x="5314623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20" name="tx619"/>
            <p:cNvSpPr/>
            <p:nvPr/>
          </p:nvSpPr>
          <p:spPr>
            <a:xfrm>
              <a:off x="4270675" y="4609978"/>
              <a:ext cx="93945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21" name="rc620"/>
            <p:cNvSpPr/>
            <p:nvPr/>
          </p:nvSpPr>
          <p:spPr>
            <a:xfrm>
              <a:off x="1548979" y="6778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1548979" y="6822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23" name="rc622"/>
            <p:cNvSpPr/>
            <p:nvPr/>
          </p:nvSpPr>
          <p:spPr>
            <a:xfrm>
              <a:off x="2092484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2154002" y="6840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l624"/>
            <p:cNvSpPr/>
            <p:nvPr/>
          </p:nvSpPr>
          <p:spPr>
            <a:xfrm>
              <a:off x="2110484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rc625"/>
            <p:cNvSpPr/>
            <p:nvPr/>
          </p:nvSpPr>
          <p:spPr>
            <a:xfrm>
              <a:off x="2570460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631978" y="6840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l627"/>
            <p:cNvSpPr/>
            <p:nvPr/>
          </p:nvSpPr>
          <p:spPr>
            <a:xfrm>
              <a:off x="2588460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rc628"/>
            <p:cNvSpPr/>
            <p:nvPr/>
          </p:nvSpPr>
          <p:spPr>
            <a:xfrm>
              <a:off x="3054745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3116263" y="6840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l630"/>
            <p:cNvSpPr/>
            <p:nvPr/>
          </p:nvSpPr>
          <p:spPr>
            <a:xfrm>
              <a:off x="3072745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rc631"/>
            <p:cNvSpPr/>
            <p:nvPr/>
          </p:nvSpPr>
          <p:spPr>
            <a:xfrm>
              <a:off x="352010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3581620" y="6840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l633"/>
            <p:cNvSpPr/>
            <p:nvPr/>
          </p:nvSpPr>
          <p:spPr>
            <a:xfrm>
              <a:off x="3538102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rc634"/>
            <p:cNvSpPr/>
            <p:nvPr/>
          </p:nvSpPr>
          <p:spPr>
            <a:xfrm>
              <a:off x="399807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059595" y="6840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l636"/>
            <p:cNvSpPr/>
            <p:nvPr/>
          </p:nvSpPr>
          <p:spPr>
            <a:xfrm>
              <a:off x="4016077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46343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524952" y="6840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l639"/>
            <p:cNvSpPr/>
            <p:nvPr/>
          </p:nvSpPr>
          <p:spPr>
            <a:xfrm>
              <a:off x="4481434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rc640"/>
            <p:cNvSpPr/>
            <p:nvPr/>
          </p:nvSpPr>
          <p:spPr>
            <a:xfrm>
              <a:off x="492879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90309" y="6840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946791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38143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442955" y="6840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5399437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rc646"/>
            <p:cNvSpPr/>
            <p:nvPr/>
          </p:nvSpPr>
          <p:spPr>
            <a:xfrm>
              <a:off x="585941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920931" y="6840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5877413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6331079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392597" y="6840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6349079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tx652"/>
            <p:cNvSpPr/>
            <p:nvPr/>
          </p:nvSpPr>
          <p:spPr>
            <a:xfrm>
              <a:off x="2335747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4" name="tx653"/>
            <p:cNvSpPr/>
            <p:nvPr/>
          </p:nvSpPr>
          <p:spPr>
            <a:xfrm>
              <a:off x="2813723" y="6827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329800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3763364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4241340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470669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5172053" y="6827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5624700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6102676" y="6827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6574342" y="6827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2026-07-20T17:44:26Z</dcterms:modified>
  <cp:category/>
</cp:coreProperties>
</file>