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51878" y="18749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8999" y="17338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73204" y="180414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33863" y="16052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31441" y="20900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66864" y="17941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41881" y="195403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30099" y="18575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38403" y="16977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62336" y="18131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85751" y="17321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95129" y="164559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65077" y="16357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90363" y="18301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01800" y="17906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86797" y="16929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61527" y="17677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80205" y="19118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76790" y="18586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806351" y="16144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62754" y="16332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99162" y="18156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61983" y="18602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803619" y="19550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66712" y="18515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806760" y="17400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01627" y="18483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72112" y="17502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4293" y="17318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4540" y="17577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31972" y="187248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4975" y="16547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40309" y="17502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1434" y="17637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38701" y="17957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5210" y="17511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07027" y="18339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08431" y="15239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8304" y="15872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7913" y="15670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13368" y="15363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000" y="17361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10813" y="17054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16828" y="16333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05778" y="18672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38377" y="17705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10003" y="17318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3981" y="167633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50354" y="16337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67756" y="167009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0875" y="18258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37332" y="16860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50028" y="18037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29192" y="18735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38214" y="17420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68699" y="172661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42369" y="16838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64732" y="17997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31089" y="16992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30665" y="13657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40821" y="18086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39006" y="14314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71329" y="17465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71908" y="15581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56777" y="153266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5876" y="15522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45954" y="17901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61304" y="16648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25889" y="17679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54956" y="17095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42414" y="14628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52653" y="12985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80224" y="1761411"/>
              <a:ext cx="997276" cy="101446"/>
            </a:xfrm>
            <a:custGeom>
              <a:avLst/>
              <a:pathLst>
                <a:path w="997276" h="101446">
                  <a:moveTo>
                    <a:pt x="0" y="101446"/>
                  </a:moveTo>
                  <a:lnTo>
                    <a:pt x="64040" y="94932"/>
                  </a:lnTo>
                  <a:lnTo>
                    <a:pt x="120527" y="89186"/>
                  </a:lnTo>
                  <a:lnTo>
                    <a:pt x="171057" y="84046"/>
                  </a:lnTo>
                  <a:lnTo>
                    <a:pt x="216766" y="79396"/>
                  </a:lnTo>
                  <a:lnTo>
                    <a:pt x="258496" y="75151"/>
                  </a:lnTo>
                  <a:lnTo>
                    <a:pt x="296884" y="71246"/>
                  </a:lnTo>
                  <a:lnTo>
                    <a:pt x="332425" y="67631"/>
                  </a:lnTo>
                  <a:lnTo>
                    <a:pt x="365513" y="64265"/>
                  </a:lnTo>
                  <a:lnTo>
                    <a:pt x="396465" y="61116"/>
                  </a:lnTo>
                  <a:lnTo>
                    <a:pt x="425540" y="58159"/>
                  </a:lnTo>
                  <a:lnTo>
                    <a:pt x="452953" y="55370"/>
                  </a:lnTo>
                  <a:lnTo>
                    <a:pt x="478883" y="52733"/>
                  </a:lnTo>
                  <a:lnTo>
                    <a:pt x="503482" y="50230"/>
                  </a:lnTo>
                  <a:lnTo>
                    <a:pt x="526882" y="47850"/>
                  </a:lnTo>
                  <a:lnTo>
                    <a:pt x="549192" y="45580"/>
                  </a:lnTo>
                  <a:lnTo>
                    <a:pt x="570511" y="43412"/>
                  </a:lnTo>
                  <a:lnTo>
                    <a:pt x="590922" y="41335"/>
                  </a:lnTo>
                  <a:lnTo>
                    <a:pt x="610499" y="39344"/>
                  </a:lnTo>
                  <a:lnTo>
                    <a:pt x="629309" y="37431"/>
                  </a:lnTo>
                  <a:lnTo>
                    <a:pt x="647409" y="35589"/>
                  </a:lnTo>
                  <a:lnTo>
                    <a:pt x="664851" y="33815"/>
                  </a:lnTo>
                  <a:lnTo>
                    <a:pt x="681680" y="32103"/>
                  </a:lnTo>
                  <a:lnTo>
                    <a:pt x="697939" y="30449"/>
                  </a:lnTo>
                  <a:lnTo>
                    <a:pt x="713664" y="28850"/>
                  </a:lnTo>
                  <a:lnTo>
                    <a:pt x="728891" y="27301"/>
                  </a:lnTo>
                  <a:lnTo>
                    <a:pt x="743649" y="25800"/>
                  </a:lnTo>
                  <a:lnTo>
                    <a:pt x="757966" y="24343"/>
                  </a:lnTo>
                  <a:lnTo>
                    <a:pt x="771868" y="22929"/>
                  </a:lnTo>
                  <a:lnTo>
                    <a:pt x="785378" y="21555"/>
                  </a:lnTo>
                  <a:lnTo>
                    <a:pt x="798518" y="20218"/>
                  </a:lnTo>
                  <a:lnTo>
                    <a:pt x="811308" y="18917"/>
                  </a:lnTo>
                  <a:lnTo>
                    <a:pt x="823766" y="17650"/>
                  </a:lnTo>
                  <a:lnTo>
                    <a:pt x="835908" y="16415"/>
                  </a:lnTo>
                  <a:lnTo>
                    <a:pt x="847750" y="15210"/>
                  </a:lnTo>
                  <a:lnTo>
                    <a:pt x="859307" y="14034"/>
                  </a:lnTo>
                  <a:lnTo>
                    <a:pt x="870592" y="12886"/>
                  </a:lnTo>
                  <a:lnTo>
                    <a:pt x="881618" y="11765"/>
                  </a:lnTo>
                  <a:lnTo>
                    <a:pt x="892395" y="10668"/>
                  </a:lnTo>
                  <a:lnTo>
                    <a:pt x="902936" y="9596"/>
                  </a:lnTo>
                  <a:lnTo>
                    <a:pt x="913250" y="8547"/>
                  </a:lnTo>
                  <a:lnTo>
                    <a:pt x="923347" y="7520"/>
                  </a:lnTo>
                  <a:lnTo>
                    <a:pt x="933236" y="6514"/>
                  </a:lnTo>
                  <a:lnTo>
                    <a:pt x="942925" y="5528"/>
                  </a:lnTo>
                  <a:lnTo>
                    <a:pt x="952422" y="4562"/>
                  </a:lnTo>
                  <a:lnTo>
                    <a:pt x="961735" y="3615"/>
                  </a:lnTo>
                  <a:lnTo>
                    <a:pt x="970870" y="2686"/>
                  </a:lnTo>
                  <a:lnTo>
                    <a:pt x="979835" y="1774"/>
                  </a:lnTo>
                  <a:lnTo>
                    <a:pt x="988635" y="879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0224" y="1558819"/>
              <a:ext cx="997276" cy="232709"/>
            </a:xfrm>
            <a:custGeom>
              <a:avLst/>
              <a:pathLst>
                <a:path w="997276" h="232709">
                  <a:moveTo>
                    <a:pt x="0" y="232709"/>
                  </a:moveTo>
                  <a:lnTo>
                    <a:pt x="64040" y="217766"/>
                  </a:lnTo>
                  <a:lnTo>
                    <a:pt x="120527" y="204585"/>
                  </a:lnTo>
                  <a:lnTo>
                    <a:pt x="171057" y="192794"/>
                  </a:lnTo>
                  <a:lnTo>
                    <a:pt x="216766" y="182128"/>
                  </a:lnTo>
                  <a:lnTo>
                    <a:pt x="258496" y="172390"/>
                  </a:lnTo>
                  <a:lnTo>
                    <a:pt x="296884" y="163433"/>
                  </a:lnTo>
                  <a:lnTo>
                    <a:pt x="332425" y="155139"/>
                  </a:lnTo>
                  <a:lnTo>
                    <a:pt x="365513" y="147418"/>
                  </a:lnTo>
                  <a:lnTo>
                    <a:pt x="396465" y="140196"/>
                  </a:lnTo>
                  <a:lnTo>
                    <a:pt x="425540" y="133411"/>
                  </a:lnTo>
                  <a:lnTo>
                    <a:pt x="452953" y="127015"/>
                  </a:lnTo>
                  <a:lnTo>
                    <a:pt x="478883" y="120964"/>
                  </a:lnTo>
                  <a:lnTo>
                    <a:pt x="503482" y="115224"/>
                  </a:lnTo>
                  <a:lnTo>
                    <a:pt x="526882" y="109764"/>
                  </a:lnTo>
                  <a:lnTo>
                    <a:pt x="549192" y="104558"/>
                  </a:lnTo>
                  <a:lnTo>
                    <a:pt x="570511" y="99583"/>
                  </a:lnTo>
                  <a:lnTo>
                    <a:pt x="590922" y="94820"/>
                  </a:lnTo>
                  <a:lnTo>
                    <a:pt x="610499" y="90252"/>
                  </a:lnTo>
                  <a:lnTo>
                    <a:pt x="629309" y="85863"/>
                  </a:lnTo>
                  <a:lnTo>
                    <a:pt x="647409" y="81639"/>
                  </a:lnTo>
                  <a:lnTo>
                    <a:pt x="664851" y="77569"/>
                  </a:lnTo>
                  <a:lnTo>
                    <a:pt x="681680" y="73642"/>
                  </a:lnTo>
                  <a:lnTo>
                    <a:pt x="697939" y="69848"/>
                  </a:lnTo>
                  <a:lnTo>
                    <a:pt x="713664" y="66179"/>
                  </a:lnTo>
                  <a:lnTo>
                    <a:pt x="728891" y="62626"/>
                  </a:lnTo>
                  <a:lnTo>
                    <a:pt x="743649" y="59182"/>
                  </a:lnTo>
                  <a:lnTo>
                    <a:pt x="757966" y="55841"/>
                  </a:lnTo>
                  <a:lnTo>
                    <a:pt x="771868" y="52598"/>
                  </a:lnTo>
                  <a:lnTo>
                    <a:pt x="785378" y="49445"/>
                  </a:lnTo>
                  <a:lnTo>
                    <a:pt x="798518" y="46379"/>
                  </a:lnTo>
                  <a:lnTo>
                    <a:pt x="811308" y="43394"/>
                  </a:lnTo>
                  <a:lnTo>
                    <a:pt x="823766" y="40487"/>
                  </a:lnTo>
                  <a:lnTo>
                    <a:pt x="835908" y="37654"/>
                  </a:lnTo>
                  <a:lnTo>
                    <a:pt x="847750" y="34891"/>
                  </a:lnTo>
                  <a:lnTo>
                    <a:pt x="859307" y="32194"/>
                  </a:lnTo>
                  <a:lnTo>
                    <a:pt x="870592" y="29561"/>
                  </a:lnTo>
                  <a:lnTo>
                    <a:pt x="881618" y="26988"/>
                  </a:lnTo>
                  <a:lnTo>
                    <a:pt x="892395" y="24473"/>
                  </a:lnTo>
                  <a:lnTo>
                    <a:pt x="902936" y="22013"/>
                  </a:lnTo>
                  <a:lnTo>
                    <a:pt x="913250" y="19607"/>
                  </a:lnTo>
                  <a:lnTo>
                    <a:pt x="923347" y="17250"/>
                  </a:lnTo>
                  <a:lnTo>
                    <a:pt x="933236" y="14943"/>
                  </a:lnTo>
                  <a:lnTo>
                    <a:pt x="942925" y="12682"/>
                  </a:lnTo>
                  <a:lnTo>
                    <a:pt x="952422" y="10466"/>
                  </a:lnTo>
                  <a:lnTo>
                    <a:pt x="961735" y="8293"/>
                  </a:lnTo>
                  <a:lnTo>
                    <a:pt x="970870" y="6161"/>
                  </a:lnTo>
                  <a:lnTo>
                    <a:pt x="979835" y="4069"/>
                  </a:lnTo>
                  <a:lnTo>
                    <a:pt x="988635" y="2016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0224" y="1806114"/>
              <a:ext cx="997276" cy="51836"/>
            </a:xfrm>
            <a:custGeom>
              <a:avLst/>
              <a:pathLst>
                <a:path w="997276" h="51836">
                  <a:moveTo>
                    <a:pt x="0" y="51836"/>
                  </a:moveTo>
                  <a:lnTo>
                    <a:pt x="64040" y="48507"/>
                  </a:lnTo>
                  <a:lnTo>
                    <a:pt x="120527" y="45571"/>
                  </a:lnTo>
                  <a:lnTo>
                    <a:pt x="171057" y="42944"/>
                  </a:lnTo>
                  <a:lnTo>
                    <a:pt x="216766" y="40569"/>
                  </a:lnTo>
                  <a:lnTo>
                    <a:pt x="258496" y="38400"/>
                  </a:lnTo>
                  <a:lnTo>
                    <a:pt x="296884" y="36404"/>
                  </a:lnTo>
                  <a:lnTo>
                    <a:pt x="332425" y="34557"/>
                  </a:lnTo>
                  <a:lnTo>
                    <a:pt x="365513" y="32837"/>
                  </a:lnTo>
                  <a:lnTo>
                    <a:pt x="396465" y="31228"/>
                  </a:lnTo>
                  <a:lnTo>
                    <a:pt x="425540" y="29717"/>
                  </a:lnTo>
                  <a:lnTo>
                    <a:pt x="452953" y="28292"/>
                  </a:lnTo>
                  <a:lnTo>
                    <a:pt x="478883" y="26944"/>
                  </a:lnTo>
                  <a:lnTo>
                    <a:pt x="503482" y="25666"/>
                  </a:lnTo>
                  <a:lnTo>
                    <a:pt x="526882" y="24450"/>
                  </a:lnTo>
                  <a:lnTo>
                    <a:pt x="549192" y="23290"/>
                  </a:lnTo>
                  <a:lnTo>
                    <a:pt x="570511" y="22182"/>
                  </a:lnTo>
                  <a:lnTo>
                    <a:pt x="590922" y="21121"/>
                  </a:lnTo>
                  <a:lnTo>
                    <a:pt x="610499" y="20103"/>
                  </a:lnTo>
                  <a:lnTo>
                    <a:pt x="629309" y="19126"/>
                  </a:lnTo>
                  <a:lnTo>
                    <a:pt x="647409" y="18185"/>
                  </a:lnTo>
                  <a:lnTo>
                    <a:pt x="664851" y="17278"/>
                  </a:lnTo>
                  <a:lnTo>
                    <a:pt x="681680" y="16403"/>
                  </a:lnTo>
                  <a:lnTo>
                    <a:pt x="697939" y="15558"/>
                  </a:lnTo>
                  <a:lnTo>
                    <a:pt x="713664" y="14741"/>
                  </a:lnTo>
                  <a:lnTo>
                    <a:pt x="728891" y="13950"/>
                  </a:lnTo>
                  <a:lnTo>
                    <a:pt x="743649" y="13182"/>
                  </a:lnTo>
                  <a:lnTo>
                    <a:pt x="757966" y="12438"/>
                  </a:lnTo>
                  <a:lnTo>
                    <a:pt x="771868" y="11716"/>
                  </a:lnTo>
                  <a:lnTo>
                    <a:pt x="785378" y="11013"/>
                  </a:lnTo>
                  <a:lnTo>
                    <a:pt x="798518" y="10330"/>
                  </a:lnTo>
                  <a:lnTo>
                    <a:pt x="811308" y="9666"/>
                  </a:lnTo>
                  <a:lnTo>
                    <a:pt x="823766" y="9018"/>
                  </a:lnTo>
                  <a:lnTo>
                    <a:pt x="835908" y="8387"/>
                  </a:lnTo>
                  <a:lnTo>
                    <a:pt x="847750" y="7772"/>
                  </a:lnTo>
                  <a:lnTo>
                    <a:pt x="859307" y="7171"/>
                  </a:lnTo>
                  <a:lnTo>
                    <a:pt x="870592" y="6584"/>
                  </a:lnTo>
                  <a:lnTo>
                    <a:pt x="881618" y="6011"/>
                  </a:lnTo>
                  <a:lnTo>
                    <a:pt x="892395" y="5451"/>
                  </a:lnTo>
                  <a:lnTo>
                    <a:pt x="902936" y="4903"/>
                  </a:lnTo>
                  <a:lnTo>
                    <a:pt x="913250" y="4367"/>
                  </a:lnTo>
                  <a:lnTo>
                    <a:pt x="923347" y="3842"/>
                  </a:lnTo>
                  <a:lnTo>
                    <a:pt x="933236" y="3328"/>
                  </a:lnTo>
                  <a:lnTo>
                    <a:pt x="942925" y="2825"/>
                  </a:lnTo>
                  <a:lnTo>
                    <a:pt x="952422" y="2331"/>
                  </a:lnTo>
                  <a:lnTo>
                    <a:pt x="961735" y="1847"/>
                  </a:lnTo>
                  <a:lnTo>
                    <a:pt x="970870" y="1372"/>
                  </a:lnTo>
                  <a:lnTo>
                    <a:pt x="979835" y="906"/>
                  </a:lnTo>
                  <a:lnTo>
                    <a:pt x="988635" y="449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0224" y="1528484"/>
              <a:ext cx="997276" cy="523868"/>
            </a:xfrm>
            <a:custGeom>
              <a:avLst/>
              <a:pathLst>
                <a:path w="997276" h="523868">
                  <a:moveTo>
                    <a:pt x="0" y="523868"/>
                  </a:moveTo>
                  <a:lnTo>
                    <a:pt x="64040" y="490228"/>
                  </a:lnTo>
                  <a:lnTo>
                    <a:pt x="120527" y="460555"/>
                  </a:lnTo>
                  <a:lnTo>
                    <a:pt x="171057" y="434012"/>
                  </a:lnTo>
                  <a:lnTo>
                    <a:pt x="216766" y="410001"/>
                  </a:lnTo>
                  <a:lnTo>
                    <a:pt x="258496" y="388080"/>
                  </a:lnTo>
                  <a:lnTo>
                    <a:pt x="296884" y="367915"/>
                  </a:lnTo>
                  <a:lnTo>
                    <a:pt x="332425" y="349245"/>
                  </a:lnTo>
                  <a:lnTo>
                    <a:pt x="365513" y="331864"/>
                  </a:lnTo>
                  <a:lnTo>
                    <a:pt x="396465" y="315605"/>
                  </a:lnTo>
                  <a:lnTo>
                    <a:pt x="425540" y="300332"/>
                  </a:lnTo>
                  <a:lnTo>
                    <a:pt x="452953" y="285932"/>
                  </a:lnTo>
                  <a:lnTo>
                    <a:pt x="478883" y="272311"/>
                  </a:lnTo>
                  <a:lnTo>
                    <a:pt x="503482" y="259389"/>
                  </a:lnTo>
                  <a:lnTo>
                    <a:pt x="526882" y="247097"/>
                  </a:lnTo>
                  <a:lnTo>
                    <a:pt x="549192" y="235378"/>
                  </a:lnTo>
                  <a:lnTo>
                    <a:pt x="570511" y="224179"/>
                  </a:lnTo>
                  <a:lnTo>
                    <a:pt x="590922" y="213457"/>
                  </a:lnTo>
                  <a:lnTo>
                    <a:pt x="610499" y="203173"/>
                  </a:lnTo>
                  <a:lnTo>
                    <a:pt x="629309" y="193292"/>
                  </a:lnTo>
                  <a:lnTo>
                    <a:pt x="647409" y="183784"/>
                  </a:lnTo>
                  <a:lnTo>
                    <a:pt x="664851" y="174622"/>
                  </a:lnTo>
                  <a:lnTo>
                    <a:pt x="681680" y="165782"/>
                  </a:lnTo>
                  <a:lnTo>
                    <a:pt x="697939" y="157241"/>
                  </a:lnTo>
                  <a:lnTo>
                    <a:pt x="713664" y="148980"/>
                  </a:lnTo>
                  <a:lnTo>
                    <a:pt x="728891" y="140982"/>
                  </a:lnTo>
                  <a:lnTo>
                    <a:pt x="743649" y="133230"/>
                  </a:lnTo>
                  <a:lnTo>
                    <a:pt x="757966" y="125709"/>
                  </a:lnTo>
                  <a:lnTo>
                    <a:pt x="771868" y="118406"/>
                  </a:lnTo>
                  <a:lnTo>
                    <a:pt x="785378" y="111309"/>
                  </a:lnTo>
                  <a:lnTo>
                    <a:pt x="798518" y="104407"/>
                  </a:lnTo>
                  <a:lnTo>
                    <a:pt x="811308" y="97688"/>
                  </a:lnTo>
                  <a:lnTo>
                    <a:pt x="823766" y="91144"/>
                  </a:lnTo>
                  <a:lnTo>
                    <a:pt x="835908" y="84766"/>
                  </a:lnTo>
                  <a:lnTo>
                    <a:pt x="847750" y="78545"/>
                  </a:lnTo>
                  <a:lnTo>
                    <a:pt x="859307" y="72475"/>
                  </a:lnTo>
                  <a:lnTo>
                    <a:pt x="870592" y="66547"/>
                  </a:lnTo>
                  <a:lnTo>
                    <a:pt x="881618" y="60755"/>
                  </a:lnTo>
                  <a:lnTo>
                    <a:pt x="892395" y="55093"/>
                  </a:lnTo>
                  <a:lnTo>
                    <a:pt x="902936" y="49556"/>
                  </a:lnTo>
                  <a:lnTo>
                    <a:pt x="913250" y="44138"/>
                  </a:lnTo>
                  <a:lnTo>
                    <a:pt x="923347" y="38834"/>
                  </a:lnTo>
                  <a:lnTo>
                    <a:pt x="933236" y="33640"/>
                  </a:lnTo>
                  <a:lnTo>
                    <a:pt x="942925" y="28550"/>
                  </a:lnTo>
                  <a:lnTo>
                    <a:pt x="952422" y="23561"/>
                  </a:lnTo>
                  <a:lnTo>
                    <a:pt x="961735" y="18669"/>
                  </a:lnTo>
                  <a:lnTo>
                    <a:pt x="970870" y="13871"/>
                  </a:lnTo>
                  <a:lnTo>
                    <a:pt x="979835" y="9162"/>
                  </a:lnTo>
                  <a:lnTo>
                    <a:pt x="988635" y="4539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80224" y="1764801"/>
              <a:ext cx="997276" cy="82761"/>
            </a:xfrm>
            <a:custGeom>
              <a:avLst/>
              <a:pathLst>
                <a:path w="997276" h="82761">
                  <a:moveTo>
                    <a:pt x="0" y="82761"/>
                  </a:moveTo>
                  <a:lnTo>
                    <a:pt x="64040" y="77446"/>
                  </a:lnTo>
                  <a:lnTo>
                    <a:pt x="120527" y="72759"/>
                  </a:lnTo>
                  <a:lnTo>
                    <a:pt x="171057" y="68565"/>
                  </a:lnTo>
                  <a:lnTo>
                    <a:pt x="216766" y="64772"/>
                  </a:lnTo>
                  <a:lnTo>
                    <a:pt x="258496" y="61309"/>
                  </a:lnTo>
                  <a:lnTo>
                    <a:pt x="296884" y="58123"/>
                  </a:lnTo>
                  <a:lnTo>
                    <a:pt x="332425" y="55174"/>
                  </a:lnTo>
                  <a:lnTo>
                    <a:pt x="365513" y="52428"/>
                  </a:lnTo>
                  <a:lnTo>
                    <a:pt x="396465" y="49859"/>
                  </a:lnTo>
                  <a:lnTo>
                    <a:pt x="425540" y="47446"/>
                  </a:lnTo>
                  <a:lnTo>
                    <a:pt x="452953" y="45171"/>
                  </a:lnTo>
                  <a:lnTo>
                    <a:pt x="478883" y="43020"/>
                  </a:lnTo>
                  <a:lnTo>
                    <a:pt x="503482" y="40978"/>
                  </a:lnTo>
                  <a:lnTo>
                    <a:pt x="526882" y="39036"/>
                  </a:lnTo>
                  <a:lnTo>
                    <a:pt x="549192" y="37185"/>
                  </a:lnTo>
                  <a:lnTo>
                    <a:pt x="570511" y="35416"/>
                  </a:lnTo>
                  <a:lnTo>
                    <a:pt x="590922" y="33722"/>
                  </a:lnTo>
                  <a:lnTo>
                    <a:pt x="610499" y="32097"/>
                  </a:lnTo>
                  <a:lnTo>
                    <a:pt x="629309" y="30536"/>
                  </a:lnTo>
                  <a:lnTo>
                    <a:pt x="647409" y="29034"/>
                  </a:lnTo>
                  <a:lnTo>
                    <a:pt x="664851" y="27587"/>
                  </a:lnTo>
                  <a:lnTo>
                    <a:pt x="681680" y="26190"/>
                  </a:lnTo>
                  <a:lnTo>
                    <a:pt x="697939" y="24841"/>
                  </a:lnTo>
                  <a:lnTo>
                    <a:pt x="713664" y="23536"/>
                  </a:lnTo>
                  <a:lnTo>
                    <a:pt x="728891" y="22272"/>
                  </a:lnTo>
                  <a:lnTo>
                    <a:pt x="743649" y="21047"/>
                  </a:lnTo>
                  <a:lnTo>
                    <a:pt x="757966" y="19859"/>
                  </a:lnTo>
                  <a:lnTo>
                    <a:pt x="771868" y="18706"/>
                  </a:lnTo>
                  <a:lnTo>
                    <a:pt x="785378" y="17584"/>
                  </a:lnTo>
                  <a:lnTo>
                    <a:pt x="798518" y="16494"/>
                  </a:lnTo>
                  <a:lnTo>
                    <a:pt x="811308" y="15432"/>
                  </a:lnTo>
                  <a:lnTo>
                    <a:pt x="823766" y="14399"/>
                  </a:lnTo>
                  <a:lnTo>
                    <a:pt x="835908" y="13391"/>
                  </a:lnTo>
                  <a:lnTo>
                    <a:pt x="847750" y="12408"/>
                  </a:lnTo>
                  <a:lnTo>
                    <a:pt x="859307" y="11449"/>
                  </a:lnTo>
                  <a:lnTo>
                    <a:pt x="870592" y="10513"/>
                  </a:lnTo>
                  <a:lnTo>
                    <a:pt x="881618" y="9598"/>
                  </a:lnTo>
                  <a:lnTo>
                    <a:pt x="892395" y="8703"/>
                  </a:lnTo>
                  <a:lnTo>
                    <a:pt x="902936" y="7829"/>
                  </a:lnTo>
                  <a:lnTo>
                    <a:pt x="913250" y="6973"/>
                  </a:lnTo>
                  <a:lnTo>
                    <a:pt x="923347" y="6135"/>
                  </a:lnTo>
                  <a:lnTo>
                    <a:pt x="933236" y="5314"/>
                  </a:lnTo>
                  <a:lnTo>
                    <a:pt x="942925" y="4510"/>
                  </a:lnTo>
                  <a:lnTo>
                    <a:pt x="952422" y="3722"/>
                  </a:lnTo>
                  <a:lnTo>
                    <a:pt x="961735" y="2949"/>
                  </a:lnTo>
                  <a:lnTo>
                    <a:pt x="970870" y="2191"/>
                  </a:lnTo>
                  <a:lnTo>
                    <a:pt x="979835" y="1447"/>
                  </a:lnTo>
                  <a:lnTo>
                    <a:pt x="988635" y="717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80224" y="1726487"/>
              <a:ext cx="997276" cy="18251"/>
            </a:xfrm>
            <a:custGeom>
              <a:avLst/>
              <a:pathLst>
                <a:path w="997276" h="18251">
                  <a:moveTo>
                    <a:pt x="0" y="0"/>
                  </a:moveTo>
                  <a:lnTo>
                    <a:pt x="64040" y="1172"/>
                  </a:lnTo>
                  <a:lnTo>
                    <a:pt x="120527" y="2205"/>
                  </a:lnTo>
                  <a:lnTo>
                    <a:pt x="171057" y="3130"/>
                  </a:lnTo>
                  <a:lnTo>
                    <a:pt x="216766" y="3967"/>
                  </a:lnTo>
                  <a:lnTo>
                    <a:pt x="258496" y="4730"/>
                  </a:lnTo>
                  <a:lnTo>
                    <a:pt x="296884" y="5433"/>
                  </a:lnTo>
                  <a:lnTo>
                    <a:pt x="332425" y="6083"/>
                  </a:lnTo>
                  <a:lnTo>
                    <a:pt x="365513" y="6689"/>
                  </a:lnTo>
                  <a:lnTo>
                    <a:pt x="396465" y="7255"/>
                  </a:lnTo>
                  <a:lnTo>
                    <a:pt x="425540" y="7787"/>
                  </a:lnTo>
                  <a:lnTo>
                    <a:pt x="452953" y="8289"/>
                  </a:lnTo>
                  <a:lnTo>
                    <a:pt x="478883" y="8764"/>
                  </a:lnTo>
                  <a:lnTo>
                    <a:pt x="503482" y="9214"/>
                  </a:lnTo>
                  <a:lnTo>
                    <a:pt x="526882" y="9642"/>
                  </a:lnTo>
                  <a:lnTo>
                    <a:pt x="549192" y="10050"/>
                  </a:lnTo>
                  <a:lnTo>
                    <a:pt x="570511" y="10441"/>
                  </a:lnTo>
                  <a:lnTo>
                    <a:pt x="590922" y="10814"/>
                  </a:lnTo>
                  <a:lnTo>
                    <a:pt x="610499" y="11172"/>
                  </a:lnTo>
                  <a:lnTo>
                    <a:pt x="629309" y="11517"/>
                  </a:lnTo>
                  <a:lnTo>
                    <a:pt x="647409" y="11848"/>
                  </a:lnTo>
                  <a:lnTo>
                    <a:pt x="664851" y="12167"/>
                  </a:lnTo>
                  <a:lnTo>
                    <a:pt x="681680" y="12475"/>
                  </a:lnTo>
                  <a:lnTo>
                    <a:pt x="697939" y="12773"/>
                  </a:lnTo>
                  <a:lnTo>
                    <a:pt x="713664" y="13060"/>
                  </a:lnTo>
                  <a:lnTo>
                    <a:pt x="728891" y="13339"/>
                  </a:lnTo>
                  <a:lnTo>
                    <a:pt x="743649" y="13609"/>
                  </a:lnTo>
                  <a:lnTo>
                    <a:pt x="757966" y="13871"/>
                  </a:lnTo>
                  <a:lnTo>
                    <a:pt x="771868" y="14126"/>
                  </a:lnTo>
                  <a:lnTo>
                    <a:pt x="785378" y="14373"/>
                  </a:lnTo>
                  <a:lnTo>
                    <a:pt x="798518" y="14613"/>
                  </a:lnTo>
                  <a:lnTo>
                    <a:pt x="811308" y="14847"/>
                  </a:lnTo>
                  <a:lnTo>
                    <a:pt x="823766" y="15075"/>
                  </a:lnTo>
                  <a:lnTo>
                    <a:pt x="835908" y="15298"/>
                  </a:lnTo>
                  <a:lnTo>
                    <a:pt x="847750" y="15514"/>
                  </a:lnTo>
                  <a:lnTo>
                    <a:pt x="859307" y="15726"/>
                  </a:lnTo>
                  <a:lnTo>
                    <a:pt x="870592" y="15932"/>
                  </a:lnTo>
                  <a:lnTo>
                    <a:pt x="881618" y="16134"/>
                  </a:lnTo>
                  <a:lnTo>
                    <a:pt x="892395" y="16331"/>
                  </a:lnTo>
                  <a:lnTo>
                    <a:pt x="902936" y="16524"/>
                  </a:lnTo>
                  <a:lnTo>
                    <a:pt x="913250" y="16713"/>
                  </a:lnTo>
                  <a:lnTo>
                    <a:pt x="923347" y="16898"/>
                  </a:lnTo>
                  <a:lnTo>
                    <a:pt x="933236" y="17079"/>
                  </a:lnTo>
                  <a:lnTo>
                    <a:pt x="942925" y="17256"/>
                  </a:lnTo>
                  <a:lnTo>
                    <a:pt x="952422" y="17430"/>
                  </a:lnTo>
                  <a:lnTo>
                    <a:pt x="961735" y="17600"/>
                  </a:lnTo>
                  <a:lnTo>
                    <a:pt x="970870" y="17768"/>
                  </a:lnTo>
                  <a:lnTo>
                    <a:pt x="979835" y="17932"/>
                  </a:lnTo>
                  <a:lnTo>
                    <a:pt x="988635" y="18093"/>
                  </a:lnTo>
                  <a:lnTo>
                    <a:pt x="997276" y="1825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80224" y="1716561"/>
              <a:ext cx="997276" cy="101625"/>
            </a:xfrm>
            <a:custGeom>
              <a:avLst/>
              <a:pathLst>
                <a:path w="997276" h="101625">
                  <a:moveTo>
                    <a:pt x="0" y="101625"/>
                  </a:moveTo>
                  <a:lnTo>
                    <a:pt x="64040" y="95100"/>
                  </a:lnTo>
                  <a:lnTo>
                    <a:pt x="120527" y="89343"/>
                  </a:lnTo>
                  <a:lnTo>
                    <a:pt x="171057" y="84194"/>
                  </a:lnTo>
                  <a:lnTo>
                    <a:pt x="216766" y="79536"/>
                  </a:lnTo>
                  <a:lnTo>
                    <a:pt x="258496" y="75284"/>
                  </a:lnTo>
                  <a:lnTo>
                    <a:pt x="296884" y="71372"/>
                  </a:lnTo>
                  <a:lnTo>
                    <a:pt x="332425" y="67750"/>
                  </a:lnTo>
                  <a:lnTo>
                    <a:pt x="365513" y="64378"/>
                  </a:lnTo>
                  <a:lnTo>
                    <a:pt x="396465" y="61224"/>
                  </a:lnTo>
                  <a:lnTo>
                    <a:pt x="425540" y="58261"/>
                  </a:lnTo>
                  <a:lnTo>
                    <a:pt x="452953" y="55468"/>
                  </a:lnTo>
                  <a:lnTo>
                    <a:pt x="478883" y="52826"/>
                  </a:lnTo>
                  <a:lnTo>
                    <a:pt x="503482" y="50319"/>
                  </a:lnTo>
                  <a:lnTo>
                    <a:pt x="526882" y="47934"/>
                  </a:lnTo>
                  <a:lnTo>
                    <a:pt x="549192" y="45661"/>
                  </a:lnTo>
                  <a:lnTo>
                    <a:pt x="570511" y="43488"/>
                  </a:lnTo>
                  <a:lnTo>
                    <a:pt x="590922" y="41408"/>
                  </a:lnTo>
                  <a:lnTo>
                    <a:pt x="610499" y="39413"/>
                  </a:lnTo>
                  <a:lnTo>
                    <a:pt x="629309" y="37497"/>
                  </a:lnTo>
                  <a:lnTo>
                    <a:pt x="647409" y="35652"/>
                  </a:lnTo>
                  <a:lnTo>
                    <a:pt x="664851" y="33875"/>
                  </a:lnTo>
                  <a:lnTo>
                    <a:pt x="681680" y="32160"/>
                  </a:lnTo>
                  <a:lnTo>
                    <a:pt x="697939" y="30503"/>
                  </a:lnTo>
                  <a:lnTo>
                    <a:pt x="713664" y="28901"/>
                  </a:lnTo>
                  <a:lnTo>
                    <a:pt x="728891" y="27349"/>
                  </a:lnTo>
                  <a:lnTo>
                    <a:pt x="743649" y="25845"/>
                  </a:lnTo>
                  <a:lnTo>
                    <a:pt x="757966" y="24386"/>
                  </a:lnTo>
                  <a:lnTo>
                    <a:pt x="771868" y="22969"/>
                  </a:lnTo>
                  <a:lnTo>
                    <a:pt x="785378" y="21593"/>
                  </a:lnTo>
                  <a:lnTo>
                    <a:pt x="798518" y="20254"/>
                  </a:lnTo>
                  <a:lnTo>
                    <a:pt x="811308" y="18950"/>
                  </a:lnTo>
                  <a:lnTo>
                    <a:pt x="823766" y="17681"/>
                  </a:lnTo>
                  <a:lnTo>
                    <a:pt x="835908" y="16443"/>
                  </a:lnTo>
                  <a:lnTo>
                    <a:pt x="847750" y="15237"/>
                  </a:lnTo>
                  <a:lnTo>
                    <a:pt x="859307" y="14059"/>
                  </a:lnTo>
                  <a:lnTo>
                    <a:pt x="870592" y="12909"/>
                  </a:lnTo>
                  <a:lnTo>
                    <a:pt x="881618" y="11786"/>
                  </a:lnTo>
                  <a:lnTo>
                    <a:pt x="892395" y="10687"/>
                  </a:lnTo>
                  <a:lnTo>
                    <a:pt x="902936" y="9613"/>
                  </a:lnTo>
                  <a:lnTo>
                    <a:pt x="913250" y="8562"/>
                  </a:lnTo>
                  <a:lnTo>
                    <a:pt x="923347" y="7533"/>
                  </a:lnTo>
                  <a:lnTo>
                    <a:pt x="933236" y="6525"/>
                  </a:lnTo>
                  <a:lnTo>
                    <a:pt x="942925" y="5538"/>
                  </a:lnTo>
                  <a:lnTo>
                    <a:pt x="952422" y="4570"/>
                  </a:lnTo>
                  <a:lnTo>
                    <a:pt x="961735" y="3621"/>
                  </a:lnTo>
                  <a:lnTo>
                    <a:pt x="970870" y="2690"/>
                  </a:lnTo>
                  <a:lnTo>
                    <a:pt x="979835" y="1777"/>
                  </a:lnTo>
                  <a:lnTo>
                    <a:pt x="988635" y="880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80224" y="1567647"/>
              <a:ext cx="997276" cy="369289"/>
            </a:xfrm>
            <a:custGeom>
              <a:avLst/>
              <a:pathLst>
                <a:path w="997276" h="369289">
                  <a:moveTo>
                    <a:pt x="0" y="369289"/>
                  </a:moveTo>
                  <a:lnTo>
                    <a:pt x="64040" y="345575"/>
                  </a:lnTo>
                  <a:lnTo>
                    <a:pt x="120527" y="324658"/>
                  </a:lnTo>
                  <a:lnTo>
                    <a:pt x="171057" y="305947"/>
                  </a:lnTo>
                  <a:lnTo>
                    <a:pt x="216766" y="289021"/>
                  </a:lnTo>
                  <a:lnTo>
                    <a:pt x="258496" y="273568"/>
                  </a:lnTo>
                  <a:lnTo>
                    <a:pt x="296884" y="259353"/>
                  </a:lnTo>
                  <a:lnTo>
                    <a:pt x="332425" y="246192"/>
                  </a:lnTo>
                  <a:lnTo>
                    <a:pt x="365513" y="233940"/>
                  </a:lnTo>
                  <a:lnTo>
                    <a:pt x="396465" y="222479"/>
                  </a:lnTo>
                  <a:lnTo>
                    <a:pt x="425540" y="211712"/>
                  </a:lnTo>
                  <a:lnTo>
                    <a:pt x="452953" y="201561"/>
                  </a:lnTo>
                  <a:lnTo>
                    <a:pt x="478883" y="191960"/>
                  </a:lnTo>
                  <a:lnTo>
                    <a:pt x="503482" y="182850"/>
                  </a:lnTo>
                  <a:lnTo>
                    <a:pt x="526882" y="174186"/>
                  </a:lnTo>
                  <a:lnTo>
                    <a:pt x="549192" y="165924"/>
                  </a:lnTo>
                  <a:lnTo>
                    <a:pt x="570511" y="158030"/>
                  </a:lnTo>
                  <a:lnTo>
                    <a:pt x="590922" y="150472"/>
                  </a:lnTo>
                  <a:lnTo>
                    <a:pt x="610499" y="143222"/>
                  </a:lnTo>
                  <a:lnTo>
                    <a:pt x="629309" y="136257"/>
                  </a:lnTo>
                  <a:lnTo>
                    <a:pt x="647409" y="129555"/>
                  </a:lnTo>
                  <a:lnTo>
                    <a:pt x="664851" y="123096"/>
                  </a:lnTo>
                  <a:lnTo>
                    <a:pt x="681680" y="116864"/>
                  </a:lnTo>
                  <a:lnTo>
                    <a:pt x="697939" y="110843"/>
                  </a:lnTo>
                  <a:lnTo>
                    <a:pt x="713664" y="105020"/>
                  </a:lnTo>
                  <a:lnTo>
                    <a:pt x="728891" y="99382"/>
                  </a:lnTo>
                  <a:lnTo>
                    <a:pt x="743649" y="93917"/>
                  </a:lnTo>
                  <a:lnTo>
                    <a:pt x="757966" y="88616"/>
                  </a:lnTo>
                  <a:lnTo>
                    <a:pt x="771868" y="83468"/>
                  </a:lnTo>
                  <a:lnTo>
                    <a:pt x="785378" y="78465"/>
                  </a:lnTo>
                  <a:lnTo>
                    <a:pt x="798518" y="73599"/>
                  </a:lnTo>
                  <a:lnTo>
                    <a:pt x="811308" y="68863"/>
                  </a:lnTo>
                  <a:lnTo>
                    <a:pt x="823766" y="64250"/>
                  </a:lnTo>
                  <a:lnTo>
                    <a:pt x="835908" y="59754"/>
                  </a:lnTo>
                  <a:lnTo>
                    <a:pt x="847750" y="55369"/>
                  </a:lnTo>
                  <a:lnTo>
                    <a:pt x="859307" y="51089"/>
                  </a:lnTo>
                  <a:lnTo>
                    <a:pt x="870592" y="46910"/>
                  </a:lnTo>
                  <a:lnTo>
                    <a:pt x="881618" y="42828"/>
                  </a:lnTo>
                  <a:lnTo>
                    <a:pt x="892395" y="38837"/>
                  </a:lnTo>
                  <a:lnTo>
                    <a:pt x="902936" y="34933"/>
                  </a:lnTo>
                  <a:lnTo>
                    <a:pt x="913250" y="31114"/>
                  </a:lnTo>
                  <a:lnTo>
                    <a:pt x="923347" y="27375"/>
                  </a:lnTo>
                  <a:lnTo>
                    <a:pt x="933236" y="23713"/>
                  </a:lnTo>
                  <a:lnTo>
                    <a:pt x="942925" y="20126"/>
                  </a:lnTo>
                  <a:lnTo>
                    <a:pt x="952422" y="16609"/>
                  </a:lnTo>
                  <a:lnTo>
                    <a:pt x="961735" y="13160"/>
                  </a:lnTo>
                  <a:lnTo>
                    <a:pt x="970870" y="9778"/>
                  </a:lnTo>
                  <a:lnTo>
                    <a:pt x="979835" y="6458"/>
                  </a:lnTo>
                  <a:lnTo>
                    <a:pt x="988635" y="3199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80224" y="1631766"/>
              <a:ext cx="997276" cy="270640"/>
            </a:xfrm>
            <a:custGeom>
              <a:avLst/>
              <a:pathLst>
                <a:path w="997276" h="270640">
                  <a:moveTo>
                    <a:pt x="0" y="270640"/>
                  </a:moveTo>
                  <a:lnTo>
                    <a:pt x="64040" y="253261"/>
                  </a:lnTo>
                  <a:lnTo>
                    <a:pt x="120527" y="237932"/>
                  </a:lnTo>
                  <a:lnTo>
                    <a:pt x="171057" y="224219"/>
                  </a:lnTo>
                  <a:lnTo>
                    <a:pt x="216766" y="211814"/>
                  </a:lnTo>
                  <a:lnTo>
                    <a:pt x="258496" y="200490"/>
                  </a:lnTo>
                  <a:lnTo>
                    <a:pt x="296884" y="190072"/>
                  </a:lnTo>
                  <a:lnTo>
                    <a:pt x="332425" y="180427"/>
                  </a:lnTo>
                  <a:lnTo>
                    <a:pt x="365513" y="171447"/>
                  </a:lnTo>
                  <a:lnTo>
                    <a:pt x="396465" y="163047"/>
                  </a:lnTo>
                  <a:lnTo>
                    <a:pt x="425540" y="155157"/>
                  </a:lnTo>
                  <a:lnTo>
                    <a:pt x="452953" y="147718"/>
                  </a:lnTo>
                  <a:lnTo>
                    <a:pt x="478883" y="140681"/>
                  </a:lnTo>
                  <a:lnTo>
                    <a:pt x="503482" y="134005"/>
                  </a:lnTo>
                  <a:lnTo>
                    <a:pt x="526882" y="127655"/>
                  </a:lnTo>
                  <a:lnTo>
                    <a:pt x="549192" y="121601"/>
                  </a:lnTo>
                  <a:lnTo>
                    <a:pt x="570511" y="115815"/>
                  </a:lnTo>
                  <a:lnTo>
                    <a:pt x="590922" y="110276"/>
                  </a:lnTo>
                  <a:lnTo>
                    <a:pt x="610499" y="104963"/>
                  </a:lnTo>
                  <a:lnTo>
                    <a:pt x="629309" y="99858"/>
                  </a:lnTo>
                  <a:lnTo>
                    <a:pt x="647409" y="94946"/>
                  </a:lnTo>
                  <a:lnTo>
                    <a:pt x="664851" y="90213"/>
                  </a:lnTo>
                  <a:lnTo>
                    <a:pt x="681680" y="85646"/>
                  </a:lnTo>
                  <a:lnTo>
                    <a:pt x="697939" y="81234"/>
                  </a:lnTo>
                  <a:lnTo>
                    <a:pt x="713664" y="76966"/>
                  </a:lnTo>
                  <a:lnTo>
                    <a:pt x="728891" y="72834"/>
                  </a:lnTo>
                  <a:lnTo>
                    <a:pt x="743649" y="68829"/>
                  </a:lnTo>
                  <a:lnTo>
                    <a:pt x="757966" y="64944"/>
                  </a:lnTo>
                  <a:lnTo>
                    <a:pt x="771868" y="61171"/>
                  </a:lnTo>
                  <a:lnTo>
                    <a:pt x="785378" y="57504"/>
                  </a:lnTo>
                  <a:lnTo>
                    <a:pt x="798518" y="53938"/>
                  </a:lnTo>
                  <a:lnTo>
                    <a:pt x="811308" y="50467"/>
                  </a:lnTo>
                  <a:lnTo>
                    <a:pt x="823766" y="47087"/>
                  </a:lnTo>
                  <a:lnTo>
                    <a:pt x="835908" y="43792"/>
                  </a:lnTo>
                  <a:lnTo>
                    <a:pt x="847750" y="40578"/>
                  </a:lnTo>
                  <a:lnTo>
                    <a:pt x="859307" y="37442"/>
                  </a:lnTo>
                  <a:lnTo>
                    <a:pt x="870592" y="34379"/>
                  </a:lnTo>
                  <a:lnTo>
                    <a:pt x="881618" y="31387"/>
                  </a:lnTo>
                  <a:lnTo>
                    <a:pt x="892395" y="28462"/>
                  </a:lnTo>
                  <a:lnTo>
                    <a:pt x="902936" y="25601"/>
                  </a:lnTo>
                  <a:lnTo>
                    <a:pt x="913250" y="22802"/>
                  </a:lnTo>
                  <a:lnTo>
                    <a:pt x="923347" y="20062"/>
                  </a:lnTo>
                  <a:lnTo>
                    <a:pt x="933236" y="17379"/>
                  </a:lnTo>
                  <a:lnTo>
                    <a:pt x="942925" y="14749"/>
                  </a:lnTo>
                  <a:lnTo>
                    <a:pt x="952422" y="12172"/>
                  </a:lnTo>
                  <a:lnTo>
                    <a:pt x="961735" y="9645"/>
                  </a:lnTo>
                  <a:lnTo>
                    <a:pt x="970870" y="7166"/>
                  </a:lnTo>
                  <a:lnTo>
                    <a:pt x="979835" y="4733"/>
                  </a:lnTo>
                  <a:lnTo>
                    <a:pt x="988635" y="2345"/>
                  </a:lnTo>
                  <a:lnTo>
                    <a:pt x="99727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80224" y="1782250"/>
              <a:ext cx="997276" cy="38329"/>
            </a:xfrm>
            <a:custGeom>
              <a:avLst/>
              <a:pathLst>
                <a:path w="997276" h="38329">
                  <a:moveTo>
                    <a:pt x="0" y="0"/>
                  </a:moveTo>
                  <a:lnTo>
                    <a:pt x="64040" y="2461"/>
                  </a:lnTo>
                  <a:lnTo>
                    <a:pt x="120527" y="4632"/>
                  </a:lnTo>
                  <a:lnTo>
                    <a:pt x="171057" y="6574"/>
                  </a:lnTo>
                  <a:lnTo>
                    <a:pt x="216766" y="8331"/>
                  </a:lnTo>
                  <a:lnTo>
                    <a:pt x="258496" y="9935"/>
                  </a:lnTo>
                  <a:lnTo>
                    <a:pt x="296884" y="11410"/>
                  </a:lnTo>
                  <a:lnTo>
                    <a:pt x="332425" y="12776"/>
                  </a:lnTo>
                  <a:lnTo>
                    <a:pt x="365513" y="14048"/>
                  </a:lnTo>
                  <a:lnTo>
                    <a:pt x="396465" y="15237"/>
                  </a:lnTo>
                  <a:lnTo>
                    <a:pt x="425540" y="16355"/>
                  </a:lnTo>
                  <a:lnTo>
                    <a:pt x="452953" y="17408"/>
                  </a:lnTo>
                  <a:lnTo>
                    <a:pt x="478883" y="18405"/>
                  </a:lnTo>
                  <a:lnTo>
                    <a:pt x="503482" y="19350"/>
                  </a:lnTo>
                  <a:lnTo>
                    <a:pt x="526882" y="20250"/>
                  </a:lnTo>
                  <a:lnTo>
                    <a:pt x="549192" y="21107"/>
                  </a:lnTo>
                  <a:lnTo>
                    <a:pt x="570511" y="21927"/>
                  </a:lnTo>
                  <a:lnTo>
                    <a:pt x="590922" y="22711"/>
                  </a:lnTo>
                  <a:lnTo>
                    <a:pt x="610499" y="23464"/>
                  </a:lnTo>
                  <a:lnTo>
                    <a:pt x="629309" y="24186"/>
                  </a:lnTo>
                  <a:lnTo>
                    <a:pt x="647409" y="24882"/>
                  </a:lnTo>
                  <a:lnTo>
                    <a:pt x="664851" y="25552"/>
                  </a:lnTo>
                  <a:lnTo>
                    <a:pt x="681680" y="26199"/>
                  </a:lnTo>
                  <a:lnTo>
                    <a:pt x="697939" y="26824"/>
                  </a:lnTo>
                  <a:lnTo>
                    <a:pt x="713664" y="27429"/>
                  </a:lnTo>
                  <a:lnTo>
                    <a:pt x="728891" y="28014"/>
                  </a:lnTo>
                  <a:lnTo>
                    <a:pt x="743649" y="28581"/>
                  </a:lnTo>
                  <a:lnTo>
                    <a:pt x="757966" y="29131"/>
                  </a:lnTo>
                  <a:lnTo>
                    <a:pt x="771868" y="29666"/>
                  </a:lnTo>
                  <a:lnTo>
                    <a:pt x="785378" y="30185"/>
                  </a:lnTo>
                  <a:lnTo>
                    <a:pt x="798518" y="30690"/>
                  </a:lnTo>
                  <a:lnTo>
                    <a:pt x="811308" y="31181"/>
                  </a:lnTo>
                  <a:lnTo>
                    <a:pt x="823766" y="31660"/>
                  </a:lnTo>
                  <a:lnTo>
                    <a:pt x="835908" y="32127"/>
                  </a:lnTo>
                  <a:lnTo>
                    <a:pt x="847750" y="32582"/>
                  </a:lnTo>
                  <a:lnTo>
                    <a:pt x="859307" y="33026"/>
                  </a:lnTo>
                  <a:lnTo>
                    <a:pt x="870592" y="33460"/>
                  </a:lnTo>
                  <a:lnTo>
                    <a:pt x="881618" y="33884"/>
                  </a:lnTo>
                  <a:lnTo>
                    <a:pt x="892395" y="34298"/>
                  </a:lnTo>
                  <a:lnTo>
                    <a:pt x="902936" y="34703"/>
                  </a:lnTo>
                  <a:lnTo>
                    <a:pt x="913250" y="35100"/>
                  </a:lnTo>
                  <a:lnTo>
                    <a:pt x="923347" y="35488"/>
                  </a:lnTo>
                  <a:lnTo>
                    <a:pt x="933236" y="35868"/>
                  </a:lnTo>
                  <a:lnTo>
                    <a:pt x="942925" y="36240"/>
                  </a:lnTo>
                  <a:lnTo>
                    <a:pt x="952422" y="36605"/>
                  </a:lnTo>
                  <a:lnTo>
                    <a:pt x="961735" y="36963"/>
                  </a:lnTo>
                  <a:lnTo>
                    <a:pt x="970870" y="37314"/>
                  </a:lnTo>
                  <a:lnTo>
                    <a:pt x="979835" y="37659"/>
                  </a:lnTo>
                  <a:lnTo>
                    <a:pt x="988635" y="37997"/>
                  </a:lnTo>
                  <a:lnTo>
                    <a:pt x="997276" y="3832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35360" y="20894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35360" y="188469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35360" y="16798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35360" y="147510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35360" y="12703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76458" y="21259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76458" y="19211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76458" y="17163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76458" y="15115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76458" y="13067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8022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1264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4507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7750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94828" y="18416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61569" y="18263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77250" y="17595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93861" y="17072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900767" y="203050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59385" y="20825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65422" y="17612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57718" y="20371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70447" y="17567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70109" y="16369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07424" y="1772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10015" y="18015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3398" y="13838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25902" y="17550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04565" y="14498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7600" y="16894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5412" y="16457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11985" y="18329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09051" y="17677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1181" y="19534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21835" y="19653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27780" y="19053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90493" y="20860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232709" y="19924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32918" y="20273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193853" y="18992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29939" y="19698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199124" y="17851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62173" y="14923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66783" y="18389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48215" y="163325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37523" y="18258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70303" y="16938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39799" y="18241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32660" y="14525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30027" y="16881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28574" y="17494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2591" y="19248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49488" y="17526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39836" y="13708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9842" y="16428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65213" y="18236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25789" y="18296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0670" y="19188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50395" y="20670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43061" y="1969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46290" y="19416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58668" y="16738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71214" y="16314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82352" y="15686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69446" y="17376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4968" y="18017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57193" y="20900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57093" y="17989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84119" y="20890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64489" y="17486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68441" y="18087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75371" y="20097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81361" y="17071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80666" y="12985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84399" y="18527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3470" y="16369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99207" y="16656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83013" y="15637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79654" y="171332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63545" y="157659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55970" y="18635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876591" y="16860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74540" y="18320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60035" y="20022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00628" y="14267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868689" y="16255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907031" y="1668667"/>
              <a:ext cx="1000997" cy="124349"/>
            </a:xfrm>
            <a:custGeom>
              <a:avLst/>
              <a:pathLst>
                <a:path w="1000997" h="124349">
                  <a:moveTo>
                    <a:pt x="0" y="124349"/>
                  </a:moveTo>
                  <a:lnTo>
                    <a:pt x="64279" y="116364"/>
                  </a:lnTo>
                  <a:lnTo>
                    <a:pt x="120977" y="109320"/>
                  </a:lnTo>
                  <a:lnTo>
                    <a:pt x="171695" y="103020"/>
                  </a:lnTo>
                  <a:lnTo>
                    <a:pt x="217575" y="97320"/>
                  </a:lnTo>
                  <a:lnTo>
                    <a:pt x="259461" y="92117"/>
                  </a:lnTo>
                  <a:lnTo>
                    <a:pt x="297991" y="87331"/>
                  </a:lnTo>
                  <a:lnTo>
                    <a:pt x="333665" y="82899"/>
                  </a:lnTo>
                  <a:lnTo>
                    <a:pt x="366877" y="78773"/>
                  </a:lnTo>
                  <a:lnTo>
                    <a:pt x="397944" y="74914"/>
                  </a:lnTo>
                  <a:lnTo>
                    <a:pt x="427128" y="71289"/>
                  </a:lnTo>
                  <a:lnTo>
                    <a:pt x="454643" y="67871"/>
                  </a:lnTo>
                  <a:lnTo>
                    <a:pt x="480669" y="64637"/>
                  </a:lnTo>
                  <a:lnTo>
                    <a:pt x="505361" y="61570"/>
                  </a:lnTo>
                  <a:lnTo>
                    <a:pt x="528847" y="58652"/>
                  </a:lnTo>
                  <a:lnTo>
                    <a:pt x="551241" y="55871"/>
                  </a:lnTo>
                  <a:lnTo>
                    <a:pt x="572639" y="53212"/>
                  </a:lnTo>
                  <a:lnTo>
                    <a:pt x="593126" y="50667"/>
                  </a:lnTo>
                  <a:lnTo>
                    <a:pt x="612777" y="48226"/>
                  </a:lnTo>
                  <a:lnTo>
                    <a:pt x="631657" y="45881"/>
                  </a:lnTo>
                  <a:lnTo>
                    <a:pt x="649825" y="43624"/>
                  </a:lnTo>
                  <a:lnTo>
                    <a:pt x="667331" y="41449"/>
                  </a:lnTo>
                  <a:lnTo>
                    <a:pt x="684223" y="39351"/>
                  </a:lnTo>
                  <a:lnTo>
                    <a:pt x="700543" y="37324"/>
                  </a:lnTo>
                  <a:lnTo>
                    <a:pt x="716327" y="35363"/>
                  </a:lnTo>
                  <a:lnTo>
                    <a:pt x="731610" y="33464"/>
                  </a:lnTo>
                  <a:lnTo>
                    <a:pt x="746423" y="31624"/>
                  </a:lnTo>
                  <a:lnTo>
                    <a:pt x="760794" y="29839"/>
                  </a:lnTo>
                  <a:lnTo>
                    <a:pt x="774747" y="28105"/>
                  </a:lnTo>
                  <a:lnTo>
                    <a:pt x="788308" y="26421"/>
                  </a:lnTo>
                  <a:lnTo>
                    <a:pt x="801498" y="24782"/>
                  </a:lnTo>
                  <a:lnTo>
                    <a:pt x="814335" y="23188"/>
                  </a:lnTo>
                  <a:lnTo>
                    <a:pt x="826839" y="21634"/>
                  </a:lnTo>
                  <a:lnTo>
                    <a:pt x="839027" y="20120"/>
                  </a:lnTo>
                  <a:lnTo>
                    <a:pt x="850913" y="18644"/>
                  </a:lnTo>
                  <a:lnTo>
                    <a:pt x="862513" y="17203"/>
                  </a:lnTo>
                  <a:lnTo>
                    <a:pt x="873840" y="15796"/>
                  </a:lnTo>
                  <a:lnTo>
                    <a:pt x="884907" y="14421"/>
                  </a:lnTo>
                  <a:lnTo>
                    <a:pt x="895725" y="13077"/>
                  </a:lnTo>
                  <a:lnTo>
                    <a:pt x="906305" y="11763"/>
                  </a:lnTo>
                  <a:lnTo>
                    <a:pt x="916658" y="10477"/>
                  </a:lnTo>
                  <a:lnTo>
                    <a:pt x="926792" y="9218"/>
                  </a:lnTo>
                  <a:lnTo>
                    <a:pt x="936718" y="7985"/>
                  </a:lnTo>
                  <a:lnTo>
                    <a:pt x="946443" y="6776"/>
                  </a:lnTo>
                  <a:lnTo>
                    <a:pt x="955976" y="5592"/>
                  </a:lnTo>
                  <a:lnTo>
                    <a:pt x="965323" y="4431"/>
                  </a:lnTo>
                  <a:lnTo>
                    <a:pt x="974492" y="3292"/>
                  </a:lnTo>
                  <a:lnTo>
                    <a:pt x="983490" y="2174"/>
                  </a:lnTo>
                  <a:lnTo>
                    <a:pt x="992323" y="1077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907031" y="1476025"/>
              <a:ext cx="1000997" cy="211620"/>
            </a:xfrm>
            <a:custGeom>
              <a:avLst/>
              <a:pathLst>
                <a:path w="1000997" h="211620">
                  <a:moveTo>
                    <a:pt x="0" y="211620"/>
                  </a:moveTo>
                  <a:lnTo>
                    <a:pt x="64279" y="198031"/>
                  </a:lnTo>
                  <a:lnTo>
                    <a:pt x="120977" y="186044"/>
                  </a:lnTo>
                  <a:lnTo>
                    <a:pt x="171695" y="175322"/>
                  </a:lnTo>
                  <a:lnTo>
                    <a:pt x="217575" y="165622"/>
                  </a:lnTo>
                  <a:lnTo>
                    <a:pt x="259461" y="156767"/>
                  </a:lnTo>
                  <a:lnTo>
                    <a:pt x="297991" y="148621"/>
                  </a:lnTo>
                  <a:lnTo>
                    <a:pt x="333665" y="141080"/>
                  </a:lnTo>
                  <a:lnTo>
                    <a:pt x="366877" y="134058"/>
                  </a:lnTo>
                  <a:lnTo>
                    <a:pt x="397944" y="127490"/>
                  </a:lnTo>
                  <a:lnTo>
                    <a:pt x="427128" y="121321"/>
                  </a:lnTo>
                  <a:lnTo>
                    <a:pt x="454643" y="115504"/>
                  </a:lnTo>
                  <a:lnTo>
                    <a:pt x="480669" y="110002"/>
                  </a:lnTo>
                  <a:lnTo>
                    <a:pt x="505361" y="104782"/>
                  </a:lnTo>
                  <a:lnTo>
                    <a:pt x="528847" y="99816"/>
                  </a:lnTo>
                  <a:lnTo>
                    <a:pt x="551241" y="95082"/>
                  </a:lnTo>
                  <a:lnTo>
                    <a:pt x="572639" y="90558"/>
                  </a:lnTo>
                  <a:lnTo>
                    <a:pt x="593126" y="86227"/>
                  </a:lnTo>
                  <a:lnTo>
                    <a:pt x="612777" y="82073"/>
                  </a:lnTo>
                  <a:lnTo>
                    <a:pt x="631657" y="78081"/>
                  </a:lnTo>
                  <a:lnTo>
                    <a:pt x="649825" y="74241"/>
                  </a:lnTo>
                  <a:lnTo>
                    <a:pt x="667331" y="70540"/>
                  </a:lnTo>
                  <a:lnTo>
                    <a:pt x="684223" y="66968"/>
                  </a:lnTo>
                  <a:lnTo>
                    <a:pt x="700543" y="63518"/>
                  </a:lnTo>
                  <a:lnTo>
                    <a:pt x="716327" y="60181"/>
                  </a:lnTo>
                  <a:lnTo>
                    <a:pt x="731610" y="56950"/>
                  </a:lnTo>
                  <a:lnTo>
                    <a:pt x="746423" y="53819"/>
                  </a:lnTo>
                  <a:lnTo>
                    <a:pt x="760794" y="50781"/>
                  </a:lnTo>
                  <a:lnTo>
                    <a:pt x="774747" y="47831"/>
                  </a:lnTo>
                  <a:lnTo>
                    <a:pt x="788308" y="44964"/>
                  </a:lnTo>
                  <a:lnTo>
                    <a:pt x="801498" y="42176"/>
                  </a:lnTo>
                  <a:lnTo>
                    <a:pt x="814335" y="39462"/>
                  </a:lnTo>
                  <a:lnTo>
                    <a:pt x="826839" y="36818"/>
                  </a:lnTo>
                  <a:lnTo>
                    <a:pt x="839027" y="34242"/>
                  </a:lnTo>
                  <a:lnTo>
                    <a:pt x="850913" y="31729"/>
                  </a:lnTo>
                  <a:lnTo>
                    <a:pt x="862513" y="29276"/>
                  </a:lnTo>
                  <a:lnTo>
                    <a:pt x="873840" y="26882"/>
                  </a:lnTo>
                  <a:lnTo>
                    <a:pt x="884907" y="24542"/>
                  </a:lnTo>
                  <a:lnTo>
                    <a:pt x="895725" y="22255"/>
                  </a:lnTo>
                  <a:lnTo>
                    <a:pt x="906305" y="20018"/>
                  </a:lnTo>
                  <a:lnTo>
                    <a:pt x="916658" y="17830"/>
                  </a:lnTo>
                  <a:lnTo>
                    <a:pt x="926792" y="15687"/>
                  </a:lnTo>
                  <a:lnTo>
                    <a:pt x="936718" y="13589"/>
                  </a:lnTo>
                  <a:lnTo>
                    <a:pt x="946443" y="11533"/>
                  </a:lnTo>
                  <a:lnTo>
                    <a:pt x="955976" y="9517"/>
                  </a:lnTo>
                  <a:lnTo>
                    <a:pt x="965323" y="7541"/>
                  </a:lnTo>
                  <a:lnTo>
                    <a:pt x="974492" y="5603"/>
                  </a:lnTo>
                  <a:lnTo>
                    <a:pt x="983490" y="3701"/>
                  </a:lnTo>
                  <a:lnTo>
                    <a:pt x="992323" y="1833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907031" y="1725737"/>
              <a:ext cx="1000997" cy="36389"/>
            </a:xfrm>
            <a:custGeom>
              <a:avLst/>
              <a:pathLst>
                <a:path w="1000997" h="36389">
                  <a:moveTo>
                    <a:pt x="0" y="36389"/>
                  </a:moveTo>
                  <a:lnTo>
                    <a:pt x="64279" y="34052"/>
                  </a:lnTo>
                  <a:lnTo>
                    <a:pt x="120977" y="31991"/>
                  </a:lnTo>
                  <a:lnTo>
                    <a:pt x="171695" y="30147"/>
                  </a:lnTo>
                  <a:lnTo>
                    <a:pt x="217575" y="28480"/>
                  </a:lnTo>
                  <a:lnTo>
                    <a:pt x="259461" y="26957"/>
                  </a:lnTo>
                  <a:lnTo>
                    <a:pt x="297991" y="25556"/>
                  </a:lnTo>
                  <a:lnTo>
                    <a:pt x="333665" y="24259"/>
                  </a:lnTo>
                  <a:lnTo>
                    <a:pt x="366877" y="23052"/>
                  </a:lnTo>
                  <a:lnTo>
                    <a:pt x="397944" y="21923"/>
                  </a:lnTo>
                  <a:lnTo>
                    <a:pt x="427128" y="20862"/>
                  </a:lnTo>
                  <a:lnTo>
                    <a:pt x="454643" y="19861"/>
                  </a:lnTo>
                  <a:lnTo>
                    <a:pt x="480669" y="18915"/>
                  </a:lnTo>
                  <a:lnTo>
                    <a:pt x="505361" y="18018"/>
                  </a:lnTo>
                  <a:lnTo>
                    <a:pt x="528847" y="17164"/>
                  </a:lnTo>
                  <a:lnTo>
                    <a:pt x="551241" y="16350"/>
                  </a:lnTo>
                  <a:lnTo>
                    <a:pt x="572639" y="15572"/>
                  </a:lnTo>
                  <a:lnTo>
                    <a:pt x="593126" y="14827"/>
                  </a:lnTo>
                  <a:lnTo>
                    <a:pt x="612777" y="14113"/>
                  </a:lnTo>
                  <a:lnTo>
                    <a:pt x="631657" y="13426"/>
                  </a:lnTo>
                  <a:lnTo>
                    <a:pt x="649825" y="12766"/>
                  </a:lnTo>
                  <a:lnTo>
                    <a:pt x="667331" y="12129"/>
                  </a:lnTo>
                  <a:lnTo>
                    <a:pt x="684223" y="11515"/>
                  </a:lnTo>
                  <a:lnTo>
                    <a:pt x="700543" y="10922"/>
                  </a:lnTo>
                  <a:lnTo>
                    <a:pt x="716327" y="10348"/>
                  </a:lnTo>
                  <a:lnTo>
                    <a:pt x="731610" y="9793"/>
                  </a:lnTo>
                  <a:lnTo>
                    <a:pt x="746423" y="9254"/>
                  </a:lnTo>
                  <a:lnTo>
                    <a:pt x="760794" y="8732"/>
                  </a:lnTo>
                  <a:lnTo>
                    <a:pt x="774747" y="8224"/>
                  </a:lnTo>
                  <a:lnTo>
                    <a:pt x="788308" y="7731"/>
                  </a:lnTo>
                  <a:lnTo>
                    <a:pt x="801498" y="7252"/>
                  </a:lnTo>
                  <a:lnTo>
                    <a:pt x="814335" y="6785"/>
                  </a:lnTo>
                  <a:lnTo>
                    <a:pt x="826839" y="6331"/>
                  </a:lnTo>
                  <a:lnTo>
                    <a:pt x="839027" y="5888"/>
                  </a:lnTo>
                  <a:lnTo>
                    <a:pt x="850913" y="5456"/>
                  </a:lnTo>
                  <a:lnTo>
                    <a:pt x="862513" y="5034"/>
                  </a:lnTo>
                  <a:lnTo>
                    <a:pt x="873840" y="4622"/>
                  </a:lnTo>
                  <a:lnTo>
                    <a:pt x="884907" y="4220"/>
                  </a:lnTo>
                  <a:lnTo>
                    <a:pt x="895725" y="3827"/>
                  </a:lnTo>
                  <a:lnTo>
                    <a:pt x="906305" y="3442"/>
                  </a:lnTo>
                  <a:lnTo>
                    <a:pt x="916658" y="3066"/>
                  </a:lnTo>
                  <a:lnTo>
                    <a:pt x="926792" y="2697"/>
                  </a:lnTo>
                  <a:lnTo>
                    <a:pt x="936718" y="2336"/>
                  </a:lnTo>
                  <a:lnTo>
                    <a:pt x="946443" y="1983"/>
                  </a:lnTo>
                  <a:lnTo>
                    <a:pt x="955976" y="1636"/>
                  </a:lnTo>
                  <a:lnTo>
                    <a:pt x="965323" y="1296"/>
                  </a:lnTo>
                  <a:lnTo>
                    <a:pt x="974492" y="963"/>
                  </a:lnTo>
                  <a:lnTo>
                    <a:pt x="983490" y="636"/>
                  </a:lnTo>
                  <a:lnTo>
                    <a:pt x="992323" y="315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907031" y="1669337"/>
              <a:ext cx="1000997" cy="318846"/>
            </a:xfrm>
            <a:custGeom>
              <a:avLst/>
              <a:pathLst>
                <a:path w="1000997" h="318846">
                  <a:moveTo>
                    <a:pt x="0" y="318846"/>
                  </a:moveTo>
                  <a:lnTo>
                    <a:pt x="64279" y="298371"/>
                  </a:lnTo>
                  <a:lnTo>
                    <a:pt x="120977" y="280311"/>
                  </a:lnTo>
                  <a:lnTo>
                    <a:pt x="171695" y="264156"/>
                  </a:lnTo>
                  <a:lnTo>
                    <a:pt x="217575" y="249542"/>
                  </a:lnTo>
                  <a:lnTo>
                    <a:pt x="259461" y="236200"/>
                  </a:lnTo>
                  <a:lnTo>
                    <a:pt x="297991" y="223927"/>
                  </a:lnTo>
                  <a:lnTo>
                    <a:pt x="333665" y="212564"/>
                  </a:lnTo>
                  <a:lnTo>
                    <a:pt x="366877" y="201985"/>
                  </a:lnTo>
                  <a:lnTo>
                    <a:pt x="397944" y="192089"/>
                  </a:lnTo>
                  <a:lnTo>
                    <a:pt x="427128" y="182793"/>
                  </a:lnTo>
                  <a:lnTo>
                    <a:pt x="454643" y="174029"/>
                  </a:lnTo>
                  <a:lnTo>
                    <a:pt x="480669" y="165739"/>
                  </a:lnTo>
                  <a:lnTo>
                    <a:pt x="505361" y="157874"/>
                  </a:lnTo>
                  <a:lnTo>
                    <a:pt x="528847" y="150393"/>
                  </a:lnTo>
                  <a:lnTo>
                    <a:pt x="551241" y="143260"/>
                  </a:lnTo>
                  <a:lnTo>
                    <a:pt x="572639" y="136444"/>
                  </a:lnTo>
                  <a:lnTo>
                    <a:pt x="593126" y="129918"/>
                  </a:lnTo>
                  <a:lnTo>
                    <a:pt x="612777" y="123659"/>
                  </a:lnTo>
                  <a:lnTo>
                    <a:pt x="631657" y="117645"/>
                  </a:lnTo>
                  <a:lnTo>
                    <a:pt x="649825" y="111858"/>
                  </a:lnTo>
                  <a:lnTo>
                    <a:pt x="667331" y="106282"/>
                  </a:lnTo>
                  <a:lnTo>
                    <a:pt x="684223" y="100901"/>
                  </a:lnTo>
                  <a:lnTo>
                    <a:pt x="700543" y="95703"/>
                  </a:lnTo>
                  <a:lnTo>
                    <a:pt x="716327" y="90675"/>
                  </a:lnTo>
                  <a:lnTo>
                    <a:pt x="731610" y="85807"/>
                  </a:lnTo>
                  <a:lnTo>
                    <a:pt x="746423" y="81089"/>
                  </a:lnTo>
                  <a:lnTo>
                    <a:pt x="760794" y="76511"/>
                  </a:lnTo>
                  <a:lnTo>
                    <a:pt x="774747" y="72066"/>
                  </a:lnTo>
                  <a:lnTo>
                    <a:pt x="788308" y="67747"/>
                  </a:lnTo>
                  <a:lnTo>
                    <a:pt x="801498" y="63546"/>
                  </a:lnTo>
                  <a:lnTo>
                    <a:pt x="814335" y="59457"/>
                  </a:lnTo>
                  <a:lnTo>
                    <a:pt x="826839" y="55474"/>
                  </a:lnTo>
                  <a:lnTo>
                    <a:pt x="839027" y="51592"/>
                  </a:lnTo>
                  <a:lnTo>
                    <a:pt x="850913" y="47805"/>
                  </a:lnTo>
                  <a:lnTo>
                    <a:pt x="862513" y="44111"/>
                  </a:lnTo>
                  <a:lnTo>
                    <a:pt x="873840" y="40503"/>
                  </a:lnTo>
                  <a:lnTo>
                    <a:pt x="884907" y="36978"/>
                  </a:lnTo>
                  <a:lnTo>
                    <a:pt x="895725" y="33532"/>
                  </a:lnTo>
                  <a:lnTo>
                    <a:pt x="906305" y="30162"/>
                  </a:lnTo>
                  <a:lnTo>
                    <a:pt x="916658" y="26864"/>
                  </a:lnTo>
                  <a:lnTo>
                    <a:pt x="926792" y="23636"/>
                  </a:lnTo>
                  <a:lnTo>
                    <a:pt x="936718" y="20474"/>
                  </a:lnTo>
                  <a:lnTo>
                    <a:pt x="946443" y="17376"/>
                  </a:lnTo>
                  <a:lnTo>
                    <a:pt x="955976" y="14340"/>
                  </a:lnTo>
                  <a:lnTo>
                    <a:pt x="965323" y="11363"/>
                  </a:lnTo>
                  <a:lnTo>
                    <a:pt x="974492" y="8442"/>
                  </a:lnTo>
                  <a:lnTo>
                    <a:pt x="983490" y="5576"/>
                  </a:lnTo>
                  <a:lnTo>
                    <a:pt x="992323" y="2762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907031" y="1924645"/>
              <a:ext cx="1000997" cy="157241"/>
            </a:xfrm>
            <a:custGeom>
              <a:avLst/>
              <a:pathLst>
                <a:path w="1000997" h="157241">
                  <a:moveTo>
                    <a:pt x="0" y="157241"/>
                  </a:moveTo>
                  <a:lnTo>
                    <a:pt x="64279" y="147144"/>
                  </a:lnTo>
                  <a:lnTo>
                    <a:pt x="120977" y="138237"/>
                  </a:lnTo>
                  <a:lnTo>
                    <a:pt x="171695" y="130270"/>
                  </a:lnTo>
                  <a:lnTo>
                    <a:pt x="217575" y="123063"/>
                  </a:lnTo>
                  <a:lnTo>
                    <a:pt x="259461" y="116484"/>
                  </a:lnTo>
                  <a:lnTo>
                    <a:pt x="297991" y="110431"/>
                  </a:lnTo>
                  <a:lnTo>
                    <a:pt x="333665" y="104827"/>
                  </a:lnTo>
                  <a:lnTo>
                    <a:pt x="366877" y="99610"/>
                  </a:lnTo>
                  <a:lnTo>
                    <a:pt x="397944" y="94730"/>
                  </a:lnTo>
                  <a:lnTo>
                    <a:pt x="427128" y="90146"/>
                  </a:lnTo>
                  <a:lnTo>
                    <a:pt x="454643" y="85823"/>
                  </a:lnTo>
                  <a:lnTo>
                    <a:pt x="480669" y="81735"/>
                  </a:lnTo>
                  <a:lnTo>
                    <a:pt x="505361" y="77856"/>
                  </a:lnTo>
                  <a:lnTo>
                    <a:pt x="528847" y="74167"/>
                  </a:lnTo>
                  <a:lnTo>
                    <a:pt x="551241" y="70649"/>
                  </a:lnTo>
                  <a:lnTo>
                    <a:pt x="572639" y="67288"/>
                  </a:lnTo>
                  <a:lnTo>
                    <a:pt x="593126" y="64070"/>
                  </a:lnTo>
                  <a:lnTo>
                    <a:pt x="612777" y="60983"/>
                  </a:lnTo>
                  <a:lnTo>
                    <a:pt x="631657" y="58017"/>
                  </a:lnTo>
                  <a:lnTo>
                    <a:pt x="649825" y="55163"/>
                  </a:lnTo>
                  <a:lnTo>
                    <a:pt x="667331" y="52413"/>
                  </a:lnTo>
                  <a:lnTo>
                    <a:pt x="684223" y="49760"/>
                  </a:lnTo>
                  <a:lnTo>
                    <a:pt x="700543" y="47196"/>
                  </a:lnTo>
                  <a:lnTo>
                    <a:pt x="716327" y="44717"/>
                  </a:lnTo>
                  <a:lnTo>
                    <a:pt x="731610" y="42316"/>
                  </a:lnTo>
                  <a:lnTo>
                    <a:pt x="746423" y="39989"/>
                  </a:lnTo>
                  <a:lnTo>
                    <a:pt x="760794" y="37732"/>
                  </a:lnTo>
                  <a:lnTo>
                    <a:pt x="774747" y="35540"/>
                  </a:lnTo>
                  <a:lnTo>
                    <a:pt x="788308" y="33410"/>
                  </a:lnTo>
                  <a:lnTo>
                    <a:pt x="801498" y="31338"/>
                  </a:lnTo>
                  <a:lnTo>
                    <a:pt x="814335" y="29321"/>
                  </a:lnTo>
                  <a:lnTo>
                    <a:pt x="826839" y="27357"/>
                  </a:lnTo>
                  <a:lnTo>
                    <a:pt x="839027" y="25443"/>
                  </a:lnTo>
                  <a:lnTo>
                    <a:pt x="850913" y="23575"/>
                  </a:lnTo>
                  <a:lnTo>
                    <a:pt x="862513" y="21753"/>
                  </a:lnTo>
                  <a:lnTo>
                    <a:pt x="873840" y="19974"/>
                  </a:lnTo>
                  <a:lnTo>
                    <a:pt x="884907" y="18235"/>
                  </a:lnTo>
                  <a:lnTo>
                    <a:pt x="895725" y="16536"/>
                  </a:lnTo>
                  <a:lnTo>
                    <a:pt x="906305" y="14874"/>
                  </a:lnTo>
                  <a:lnTo>
                    <a:pt x="916658" y="13248"/>
                  </a:lnTo>
                  <a:lnTo>
                    <a:pt x="926792" y="11656"/>
                  </a:lnTo>
                  <a:lnTo>
                    <a:pt x="936718" y="10097"/>
                  </a:lnTo>
                  <a:lnTo>
                    <a:pt x="946443" y="8569"/>
                  </a:lnTo>
                  <a:lnTo>
                    <a:pt x="955976" y="7072"/>
                  </a:lnTo>
                  <a:lnTo>
                    <a:pt x="965323" y="5603"/>
                  </a:lnTo>
                  <a:lnTo>
                    <a:pt x="974492" y="4163"/>
                  </a:lnTo>
                  <a:lnTo>
                    <a:pt x="983490" y="2750"/>
                  </a:lnTo>
                  <a:lnTo>
                    <a:pt x="992323" y="1362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907031" y="2031870"/>
              <a:ext cx="1000997" cy="6538"/>
            </a:xfrm>
            <a:custGeom>
              <a:avLst/>
              <a:pathLst>
                <a:path w="1000997" h="6538">
                  <a:moveTo>
                    <a:pt x="0" y="6538"/>
                  </a:moveTo>
                  <a:lnTo>
                    <a:pt x="64279" y="6118"/>
                  </a:lnTo>
                  <a:lnTo>
                    <a:pt x="120977" y="5748"/>
                  </a:lnTo>
                  <a:lnTo>
                    <a:pt x="171695" y="5417"/>
                  </a:lnTo>
                  <a:lnTo>
                    <a:pt x="217575" y="5117"/>
                  </a:lnTo>
                  <a:lnTo>
                    <a:pt x="259461" y="4843"/>
                  </a:lnTo>
                  <a:lnTo>
                    <a:pt x="297991" y="4592"/>
                  </a:lnTo>
                  <a:lnTo>
                    <a:pt x="333665" y="4359"/>
                  </a:lnTo>
                  <a:lnTo>
                    <a:pt x="366877" y="4142"/>
                  </a:lnTo>
                  <a:lnTo>
                    <a:pt x="397944" y="3939"/>
                  </a:lnTo>
                  <a:lnTo>
                    <a:pt x="427128" y="3748"/>
                  </a:lnTo>
                  <a:lnTo>
                    <a:pt x="454643" y="3568"/>
                  </a:lnTo>
                  <a:lnTo>
                    <a:pt x="480669" y="3398"/>
                  </a:lnTo>
                  <a:lnTo>
                    <a:pt x="505361" y="3237"/>
                  </a:lnTo>
                  <a:lnTo>
                    <a:pt x="528847" y="3084"/>
                  </a:lnTo>
                  <a:lnTo>
                    <a:pt x="551241" y="2937"/>
                  </a:lnTo>
                  <a:lnTo>
                    <a:pt x="572639" y="2798"/>
                  </a:lnTo>
                  <a:lnTo>
                    <a:pt x="593126" y="2664"/>
                  </a:lnTo>
                  <a:lnTo>
                    <a:pt x="612777" y="2535"/>
                  </a:lnTo>
                  <a:lnTo>
                    <a:pt x="631657" y="2412"/>
                  </a:lnTo>
                  <a:lnTo>
                    <a:pt x="649825" y="2293"/>
                  </a:lnTo>
                  <a:lnTo>
                    <a:pt x="667331" y="2179"/>
                  </a:lnTo>
                  <a:lnTo>
                    <a:pt x="684223" y="2069"/>
                  </a:lnTo>
                  <a:lnTo>
                    <a:pt x="700543" y="1962"/>
                  </a:lnTo>
                  <a:lnTo>
                    <a:pt x="716327" y="1859"/>
                  </a:lnTo>
                  <a:lnTo>
                    <a:pt x="731610" y="1759"/>
                  </a:lnTo>
                  <a:lnTo>
                    <a:pt x="746423" y="1662"/>
                  </a:lnTo>
                  <a:lnTo>
                    <a:pt x="760794" y="1569"/>
                  </a:lnTo>
                  <a:lnTo>
                    <a:pt x="774747" y="1477"/>
                  </a:lnTo>
                  <a:lnTo>
                    <a:pt x="788308" y="1389"/>
                  </a:lnTo>
                  <a:lnTo>
                    <a:pt x="801498" y="1303"/>
                  </a:lnTo>
                  <a:lnTo>
                    <a:pt x="814335" y="1219"/>
                  </a:lnTo>
                  <a:lnTo>
                    <a:pt x="826839" y="1137"/>
                  </a:lnTo>
                  <a:lnTo>
                    <a:pt x="839027" y="1057"/>
                  </a:lnTo>
                  <a:lnTo>
                    <a:pt x="850913" y="980"/>
                  </a:lnTo>
                  <a:lnTo>
                    <a:pt x="862513" y="904"/>
                  </a:lnTo>
                  <a:lnTo>
                    <a:pt x="873840" y="830"/>
                  </a:lnTo>
                  <a:lnTo>
                    <a:pt x="884907" y="758"/>
                  </a:lnTo>
                  <a:lnTo>
                    <a:pt x="895725" y="687"/>
                  </a:lnTo>
                  <a:lnTo>
                    <a:pt x="906305" y="618"/>
                  </a:lnTo>
                  <a:lnTo>
                    <a:pt x="916658" y="550"/>
                  </a:lnTo>
                  <a:lnTo>
                    <a:pt x="926792" y="484"/>
                  </a:lnTo>
                  <a:lnTo>
                    <a:pt x="936718" y="419"/>
                  </a:lnTo>
                  <a:lnTo>
                    <a:pt x="946443" y="356"/>
                  </a:lnTo>
                  <a:lnTo>
                    <a:pt x="955976" y="294"/>
                  </a:lnTo>
                  <a:lnTo>
                    <a:pt x="965323" y="233"/>
                  </a:lnTo>
                  <a:lnTo>
                    <a:pt x="974492" y="173"/>
                  </a:lnTo>
                  <a:lnTo>
                    <a:pt x="983490" y="114"/>
                  </a:lnTo>
                  <a:lnTo>
                    <a:pt x="992323" y="56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7031" y="1690263"/>
              <a:ext cx="1000997" cy="61213"/>
            </a:xfrm>
            <a:custGeom>
              <a:avLst/>
              <a:pathLst>
                <a:path w="1000997" h="61213">
                  <a:moveTo>
                    <a:pt x="0" y="0"/>
                  </a:moveTo>
                  <a:lnTo>
                    <a:pt x="64279" y="3930"/>
                  </a:lnTo>
                  <a:lnTo>
                    <a:pt x="120977" y="7398"/>
                  </a:lnTo>
                  <a:lnTo>
                    <a:pt x="171695" y="10499"/>
                  </a:lnTo>
                  <a:lnTo>
                    <a:pt x="217575" y="13305"/>
                  </a:lnTo>
                  <a:lnTo>
                    <a:pt x="259461" y="15866"/>
                  </a:lnTo>
                  <a:lnTo>
                    <a:pt x="297991" y="18222"/>
                  </a:lnTo>
                  <a:lnTo>
                    <a:pt x="333665" y="20404"/>
                  </a:lnTo>
                  <a:lnTo>
                    <a:pt x="366877" y="22435"/>
                  </a:lnTo>
                  <a:lnTo>
                    <a:pt x="397944" y="24335"/>
                  </a:lnTo>
                  <a:lnTo>
                    <a:pt x="427128" y="26120"/>
                  </a:lnTo>
                  <a:lnTo>
                    <a:pt x="454643" y="27802"/>
                  </a:lnTo>
                  <a:lnTo>
                    <a:pt x="480669" y="29394"/>
                  </a:lnTo>
                  <a:lnTo>
                    <a:pt x="505361" y="30904"/>
                  </a:lnTo>
                  <a:lnTo>
                    <a:pt x="528847" y="32340"/>
                  </a:lnTo>
                  <a:lnTo>
                    <a:pt x="551241" y="33709"/>
                  </a:lnTo>
                  <a:lnTo>
                    <a:pt x="572639" y="35018"/>
                  </a:lnTo>
                  <a:lnTo>
                    <a:pt x="593126" y="36271"/>
                  </a:lnTo>
                  <a:lnTo>
                    <a:pt x="612777" y="37472"/>
                  </a:lnTo>
                  <a:lnTo>
                    <a:pt x="631657" y="38627"/>
                  </a:lnTo>
                  <a:lnTo>
                    <a:pt x="649825" y="39738"/>
                  </a:lnTo>
                  <a:lnTo>
                    <a:pt x="667331" y="40809"/>
                  </a:lnTo>
                  <a:lnTo>
                    <a:pt x="684223" y="41842"/>
                  </a:lnTo>
                  <a:lnTo>
                    <a:pt x="700543" y="42840"/>
                  </a:lnTo>
                  <a:lnTo>
                    <a:pt x="716327" y="43805"/>
                  </a:lnTo>
                  <a:lnTo>
                    <a:pt x="731610" y="44739"/>
                  </a:lnTo>
                  <a:lnTo>
                    <a:pt x="746423" y="45645"/>
                  </a:lnTo>
                  <a:lnTo>
                    <a:pt x="760794" y="46524"/>
                  </a:lnTo>
                  <a:lnTo>
                    <a:pt x="774747" y="47377"/>
                  </a:lnTo>
                  <a:lnTo>
                    <a:pt x="788308" y="48207"/>
                  </a:lnTo>
                  <a:lnTo>
                    <a:pt x="801498" y="49013"/>
                  </a:lnTo>
                  <a:lnTo>
                    <a:pt x="814335" y="49798"/>
                  </a:lnTo>
                  <a:lnTo>
                    <a:pt x="826839" y="50563"/>
                  </a:lnTo>
                  <a:lnTo>
                    <a:pt x="839027" y="51308"/>
                  </a:lnTo>
                  <a:lnTo>
                    <a:pt x="850913" y="52035"/>
                  </a:lnTo>
                  <a:lnTo>
                    <a:pt x="862513" y="52744"/>
                  </a:lnTo>
                  <a:lnTo>
                    <a:pt x="873840" y="53437"/>
                  </a:lnTo>
                  <a:lnTo>
                    <a:pt x="884907" y="54114"/>
                  </a:lnTo>
                  <a:lnTo>
                    <a:pt x="895725" y="54775"/>
                  </a:lnTo>
                  <a:lnTo>
                    <a:pt x="906305" y="55422"/>
                  </a:lnTo>
                  <a:lnTo>
                    <a:pt x="916658" y="56056"/>
                  </a:lnTo>
                  <a:lnTo>
                    <a:pt x="926792" y="56675"/>
                  </a:lnTo>
                  <a:lnTo>
                    <a:pt x="936718" y="57282"/>
                  </a:lnTo>
                  <a:lnTo>
                    <a:pt x="946443" y="57877"/>
                  </a:lnTo>
                  <a:lnTo>
                    <a:pt x="955976" y="58460"/>
                  </a:lnTo>
                  <a:lnTo>
                    <a:pt x="965323" y="59032"/>
                  </a:lnTo>
                  <a:lnTo>
                    <a:pt x="974492" y="59592"/>
                  </a:lnTo>
                  <a:lnTo>
                    <a:pt x="983490" y="60143"/>
                  </a:lnTo>
                  <a:lnTo>
                    <a:pt x="992323" y="60683"/>
                  </a:lnTo>
                  <a:lnTo>
                    <a:pt x="1000997" y="6121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907031" y="1758760"/>
              <a:ext cx="1000997" cy="104911"/>
            </a:xfrm>
            <a:custGeom>
              <a:avLst/>
              <a:pathLst>
                <a:path w="1000997" h="104911">
                  <a:moveTo>
                    <a:pt x="0" y="104911"/>
                  </a:moveTo>
                  <a:lnTo>
                    <a:pt x="64279" y="98174"/>
                  </a:lnTo>
                  <a:lnTo>
                    <a:pt x="120977" y="92232"/>
                  </a:lnTo>
                  <a:lnTo>
                    <a:pt x="171695" y="86916"/>
                  </a:lnTo>
                  <a:lnTo>
                    <a:pt x="217575" y="82108"/>
                  </a:lnTo>
                  <a:lnTo>
                    <a:pt x="259461" y="77718"/>
                  </a:lnTo>
                  <a:lnTo>
                    <a:pt x="297991" y="73679"/>
                  </a:lnTo>
                  <a:lnTo>
                    <a:pt x="333665" y="69941"/>
                  </a:lnTo>
                  <a:lnTo>
                    <a:pt x="366877" y="66460"/>
                  </a:lnTo>
                  <a:lnTo>
                    <a:pt x="397944" y="63204"/>
                  </a:lnTo>
                  <a:lnTo>
                    <a:pt x="427128" y="60145"/>
                  </a:lnTo>
                  <a:lnTo>
                    <a:pt x="454643" y="57261"/>
                  </a:lnTo>
                  <a:lnTo>
                    <a:pt x="480669" y="54533"/>
                  </a:lnTo>
                  <a:lnTo>
                    <a:pt x="505361" y="51946"/>
                  </a:lnTo>
                  <a:lnTo>
                    <a:pt x="528847" y="49484"/>
                  </a:lnTo>
                  <a:lnTo>
                    <a:pt x="551241" y="47137"/>
                  </a:lnTo>
                  <a:lnTo>
                    <a:pt x="572639" y="44894"/>
                  </a:lnTo>
                  <a:lnTo>
                    <a:pt x="593126" y="42747"/>
                  </a:lnTo>
                  <a:lnTo>
                    <a:pt x="612777" y="40688"/>
                  </a:lnTo>
                  <a:lnTo>
                    <a:pt x="631657" y="38709"/>
                  </a:lnTo>
                  <a:lnTo>
                    <a:pt x="649825" y="36805"/>
                  </a:lnTo>
                  <a:lnTo>
                    <a:pt x="667331" y="34970"/>
                  </a:lnTo>
                  <a:lnTo>
                    <a:pt x="684223" y="33200"/>
                  </a:lnTo>
                  <a:lnTo>
                    <a:pt x="700543" y="31489"/>
                  </a:lnTo>
                  <a:lnTo>
                    <a:pt x="716327" y="29835"/>
                  </a:lnTo>
                  <a:lnTo>
                    <a:pt x="731610" y="28233"/>
                  </a:lnTo>
                  <a:lnTo>
                    <a:pt x="746423" y="26681"/>
                  </a:lnTo>
                  <a:lnTo>
                    <a:pt x="760794" y="25175"/>
                  </a:lnTo>
                  <a:lnTo>
                    <a:pt x="774747" y="23712"/>
                  </a:lnTo>
                  <a:lnTo>
                    <a:pt x="788308" y="22291"/>
                  </a:lnTo>
                  <a:lnTo>
                    <a:pt x="801498" y="20908"/>
                  </a:lnTo>
                  <a:lnTo>
                    <a:pt x="814335" y="19563"/>
                  </a:lnTo>
                  <a:lnTo>
                    <a:pt x="826839" y="18252"/>
                  </a:lnTo>
                  <a:lnTo>
                    <a:pt x="839027" y="16975"/>
                  </a:lnTo>
                  <a:lnTo>
                    <a:pt x="850913" y="15729"/>
                  </a:lnTo>
                  <a:lnTo>
                    <a:pt x="862513" y="14514"/>
                  </a:lnTo>
                  <a:lnTo>
                    <a:pt x="873840" y="13326"/>
                  </a:lnTo>
                  <a:lnTo>
                    <a:pt x="884907" y="12167"/>
                  </a:lnTo>
                  <a:lnTo>
                    <a:pt x="895725" y="11033"/>
                  </a:lnTo>
                  <a:lnTo>
                    <a:pt x="906305" y="9924"/>
                  </a:lnTo>
                  <a:lnTo>
                    <a:pt x="916658" y="8839"/>
                  </a:lnTo>
                  <a:lnTo>
                    <a:pt x="926792" y="7777"/>
                  </a:lnTo>
                  <a:lnTo>
                    <a:pt x="936718" y="6736"/>
                  </a:lnTo>
                  <a:lnTo>
                    <a:pt x="946443" y="5717"/>
                  </a:lnTo>
                  <a:lnTo>
                    <a:pt x="955976" y="4718"/>
                  </a:lnTo>
                  <a:lnTo>
                    <a:pt x="965323" y="3738"/>
                  </a:lnTo>
                  <a:lnTo>
                    <a:pt x="974492" y="2777"/>
                  </a:lnTo>
                  <a:lnTo>
                    <a:pt x="983490" y="1834"/>
                  </a:lnTo>
                  <a:lnTo>
                    <a:pt x="992323" y="909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907031" y="1567784"/>
              <a:ext cx="1000997" cy="244537"/>
            </a:xfrm>
            <a:custGeom>
              <a:avLst/>
              <a:pathLst>
                <a:path w="1000997" h="244537">
                  <a:moveTo>
                    <a:pt x="0" y="244537"/>
                  </a:moveTo>
                  <a:lnTo>
                    <a:pt x="64279" y="228834"/>
                  </a:lnTo>
                  <a:lnTo>
                    <a:pt x="120977" y="214983"/>
                  </a:lnTo>
                  <a:lnTo>
                    <a:pt x="171695" y="202593"/>
                  </a:lnTo>
                  <a:lnTo>
                    <a:pt x="217575" y="191385"/>
                  </a:lnTo>
                  <a:lnTo>
                    <a:pt x="259461" y="181152"/>
                  </a:lnTo>
                  <a:lnTo>
                    <a:pt x="297991" y="171740"/>
                  </a:lnTo>
                  <a:lnTo>
                    <a:pt x="333665" y="163025"/>
                  </a:lnTo>
                  <a:lnTo>
                    <a:pt x="366877" y="154911"/>
                  </a:lnTo>
                  <a:lnTo>
                    <a:pt x="397944" y="147322"/>
                  </a:lnTo>
                  <a:lnTo>
                    <a:pt x="427128" y="140192"/>
                  </a:lnTo>
                  <a:lnTo>
                    <a:pt x="454643" y="133471"/>
                  </a:lnTo>
                  <a:lnTo>
                    <a:pt x="480669" y="127112"/>
                  </a:lnTo>
                  <a:lnTo>
                    <a:pt x="505361" y="121080"/>
                  </a:lnTo>
                  <a:lnTo>
                    <a:pt x="528847" y="115343"/>
                  </a:lnTo>
                  <a:lnTo>
                    <a:pt x="551241" y="109872"/>
                  </a:lnTo>
                  <a:lnTo>
                    <a:pt x="572639" y="104645"/>
                  </a:lnTo>
                  <a:lnTo>
                    <a:pt x="593126" y="99640"/>
                  </a:lnTo>
                  <a:lnTo>
                    <a:pt x="612777" y="94839"/>
                  </a:lnTo>
                  <a:lnTo>
                    <a:pt x="631657" y="90227"/>
                  </a:lnTo>
                  <a:lnTo>
                    <a:pt x="649825" y="85789"/>
                  </a:lnTo>
                  <a:lnTo>
                    <a:pt x="667331" y="81512"/>
                  </a:lnTo>
                  <a:lnTo>
                    <a:pt x="684223" y="77385"/>
                  </a:lnTo>
                  <a:lnTo>
                    <a:pt x="700543" y="73399"/>
                  </a:lnTo>
                  <a:lnTo>
                    <a:pt x="716327" y="69543"/>
                  </a:lnTo>
                  <a:lnTo>
                    <a:pt x="731610" y="65809"/>
                  </a:lnTo>
                  <a:lnTo>
                    <a:pt x="746423" y="62190"/>
                  </a:lnTo>
                  <a:lnTo>
                    <a:pt x="760794" y="58680"/>
                  </a:lnTo>
                  <a:lnTo>
                    <a:pt x="774747" y="55271"/>
                  </a:lnTo>
                  <a:lnTo>
                    <a:pt x="788308" y="51958"/>
                  </a:lnTo>
                  <a:lnTo>
                    <a:pt x="801498" y="48736"/>
                  </a:lnTo>
                  <a:lnTo>
                    <a:pt x="814335" y="45600"/>
                  </a:lnTo>
                  <a:lnTo>
                    <a:pt x="826839" y="42545"/>
                  </a:lnTo>
                  <a:lnTo>
                    <a:pt x="839027" y="39568"/>
                  </a:lnTo>
                  <a:lnTo>
                    <a:pt x="850913" y="36664"/>
                  </a:lnTo>
                  <a:lnTo>
                    <a:pt x="862513" y="33830"/>
                  </a:lnTo>
                  <a:lnTo>
                    <a:pt x="873840" y="31063"/>
                  </a:lnTo>
                  <a:lnTo>
                    <a:pt x="884907" y="28360"/>
                  </a:lnTo>
                  <a:lnTo>
                    <a:pt x="895725" y="25717"/>
                  </a:lnTo>
                  <a:lnTo>
                    <a:pt x="906305" y="23132"/>
                  </a:lnTo>
                  <a:lnTo>
                    <a:pt x="916658" y="20603"/>
                  </a:lnTo>
                  <a:lnTo>
                    <a:pt x="926792" y="18127"/>
                  </a:lnTo>
                  <a:lnTo>
                    <a:pt x="936718" y="15702"/>
                  </a:lnTo>
                  <a:lnTo>
                    <a:pt x="946443" y="13327"/>
                  </a:lnTo>
                  <a:lnTo>
                    <a:pt x="955976" y="10998"/>
                  </a:lnTo>
                  <a:lnTo>
                    <a:pt x="965323" y="8714"/>
                  </a:lnTo>
                  <a:lnTo>
                    <a:pt x="974492" y="6474"/>
                  </a:lnTo>
                  <a:lnTo>
                    <a:pt x="983490" y="4276"/>
                  </a:lnTo>
                  <a:lnTo>
                    <a:pt x="992323" y="2118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907031" y="1916475"/>
              <a:ext cx="1000997" cy="8609"/>
            </a:xfrm>
            <a:custGeom>
              <a:avLst/>
              <a:pathLst>
                <a:path w="1000997" h="8609">
                  <a:moveTo>
                    <a:pt x="0" y="8609"/>
                  </a:moveTo>
                  <a:lnTo>
                    <a:pt x="64279" y="8056"/>
                  </a:lnTo>
                  <a:lnTo>
                    <a:pt x="120977" y="7568"/>
                  </a:lnTo>
                  <a:lnTo>
                    <a:pt x="171695" y="7132"/>
                  </a:lnTo>
                  <a:lnTo>
                    <a:pt x="217575" y="6738"/>
                  </a:lnTo>
                  <a:lnTo>
                    <a:pt x="259461" y="6377"/>
                  </a:lnTo>
                  <a:lnTo>
                    <a:pt x="297991" y="6046"/>
                  </a:lnTo>
                  <a:lnTo>
                    <a:pt x="333665" y="5739"/>
                  </a:lnTo>
                  <a:lnTo>
                    <a:pt x="366877" y="5454"/>
                  </a:lnTo>
                  <a:lnTo>
                    <a:pt x="397944" y="5186"/>
                  </a:lnTo>
                  <a:lnTo>
                    <a:pt x="427128" y="4935"/>
                  </a:lnTo>
                  <a:lnTo>
                    <a:pt x="454643" y="4699"/>
                  </a:lnTo>
                  <a:lnTo>
                    <a:pt x="480669" y="4475"/>
                  </a:lnTo>
                  <a:lnTo>
                    <a:pt x="505361" y="4262"/>
                  </a:lnTo>
                  <a:lnTo>
                    <a:pt x="528847" y="4060"/>
                  </a:lnTo>
                  <a:lnTo>
                    <a:pt x="551241" y="3868"/>
                  </a:lnTo>
                  <a:lnTo>
                    <a:pt x="572639" y="3684"/>
                  </a:lnTo>
                  <a:lnTo>
                    <a:pt x="593126" y="3508"/>
                  </a:lnTo>
                  <a:lnTo>
                    <a:pt x="612777" y="3339"/>
                  </a:lnTo>
                  <a:lnTo>
                    <a:pt x="631657" y="3176"/>
                  </a:lnTo>
                  <a:lnTo>
                    <a:pt x="649825" y="3020"/>
                  </a:lnTo>
                  <a:lnTo>
                    <a:pt x="667331" y="2869"/>
                  </a:lnTo>
                  <a:lnTo>
                    <a:pt x="684223" y="2724"/>
                  </a:lnTo>
                  <a:lnTo>
                    <a:pt x="700543" y="2584"/>
                  </a:lnTo>
                  <a:lnTo>
                    <a:pt x="716327" y="2448"/>
                  </a:lnTo>
                  <a:lnTo>
                    <a:pt x="731610" y="2316"/>
                  </a:lnTo>
                  <a:lnTo>
                    <a:pt x="746423" y="2189"/>
                  </a:lnTo>
                  <a:lnTo>
                    <a:pt x="760794" y="2065"/>
                  </a:lnTo>
                  <a:lnTo>
                    <a:pt x="774747" y="1945"/>
                  </a:lnTo>
                  <a:lnTo>
                    <a:pt x="788308" y="1829"/>
                  </a:lnTo>
                  <a:lnTo>
                    <a:pt x="801498" y="1715"/>
                  </a:lnTo>
                  <a:lnTo>
                    <a:pt x="814335" y="1605"/>
                  </a:lnTo>
                  <a:lnTo>
                    <a:pt x="826839" y="1497"/>
                  </a:lnTo>
                  <a:lnTo>
                    <a:pt x="839027" y="1393"/>
                  </a:lnTo>
                  <a:lnTo>
                    <a:pt x="850913" y="1290"/>
                  </a:lnTo>
                  <a:lnTo>
                    <a:pt x="862513" y="1191"/>
                  </a:lnTo>
                  <a:lnTo>
                    <a:pt x="873840" y="1093"/>
                  </a:lnTo>
                  <a:lnTo>
                    <a:pt x="884907" y="998"/>
                  </a:lnTo>
                  <a:lnTo>
                    <a:pt x="895725" y="905"/>
                  </a:lnTo>
                  <a:lnTo>
                    <a:pt x="906305" y="814"/>
                  </a:lnTo>
                  <a:lnTo>
                    <a:pt x="916658" y="725"/>
                  </a:lnTo>
                  <a:lnTo>
                    <a:pt x="926792" y="638"/>
                  </a:lnTo>
                  <a:lnTo>
                    <a:pt x="936718" y="552"/>
                  </a:lnTo>
                  <a:lnTo>
                    <a:pt x="946443" y="469"/>
                  </a:lnTo>
                  <a:lnTo>
                    <a:pt x="955976" y="387"/>
                  </a:lnTo>
                  <a:lnTo>
                    <a:pt x="965323" y="306"/>
                  </a:lnTo>
                  <a:lnTo>
                    <a:pt x="974492" y="227"/>
                  </a:lnTo>
                  <a:lnTo>
                    <a:pt x="983490" y="150"/>
                  </a:lnTo>
                  <a:lnTo>
                    <a:pt x="992323" y="74"/>
                  </a:lnTo>
                  <a:lnTo>
                    <a:pt x="100099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805178" y="19500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805178" y="16750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805178" y="13999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90703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4069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7436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0802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09752" y="19379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300002" y="19557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07302" y="203242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88880" y="18071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313011" y="183183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19605" y="17945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86438" y="20098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89294" y="19096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07951" y="19791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17948" y="16684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22683" y="20590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28966" y="19188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56771" y="16264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31767" y="19221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23916" y="20900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36907" y="20869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46315" y="19655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18574" y="20663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13761" y="16198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49368" y="12993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45727" y="18911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14555" y="19791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14209" y="19598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52507" y="19981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28932" y="19065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27521" y="18116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11455" y="18622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54383" y="192316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65957" y="20442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69933" y="20533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55325" y="19767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52726" y="19564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46521" y="13484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81663" y="19758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76976" y="16364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77383" y="17033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80005" y="20528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7373" y="12985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70149" y="20556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73836" y="20204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74331" y="16849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49546" y="19129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81248" y="19409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51005" y="13966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89071" y="19694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51075" y="19810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78544" y="17896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71860" y="18163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24595" y="20046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90447" y="20256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05820" y="20512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0091" y="20066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29347" y="16097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96315" y="20184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90308" y="17161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21865" y="205570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02360" y="13760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89113" y="14099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19123" y="19458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02796" y="19455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07960" y="18468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282243" y="19403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13191" y="18849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298619" y="20385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19608" y="202763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291992" y="18915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04928" y="19253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06701" y="17916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21271" y="13188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11314" y="17594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291362" y="19812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24304" y="17209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327226" y="1936978"/>
              <a:ext cx="1006606" cy="62927"/>
            </a:xfrm>
            <a:custGeom>
              <a:avLst/>
              <a:pathLst>
                <a:path w="1006606" h="62927">
                  <a:moveTo>
                    <a:pt x="0" y="62927"/>
                  </a:moveTo>
                  <a:lnTo>
                    <a:pt x="64639" y="58886"/>
                  </a:lnTo>
                  <a:lnTo>
                    <a:pt x="121655" y="55321"/>
                  </a:lnTo>
                  <a:lnTo>
                    <a:pt x="172657" y="52133"/>
                  </a:lnTo>
                  <a:lnTo>
                    <a:pt x="218794" y="49249"/>
                  </a:lnTo>
                  <a:lnTo>
                    <a:pt x="260915" y="46616"/>
                  </a:lnTo>
                  <a:lnTo>
                    <a:pt x="299661" y="44194"/>
                  </a:lnTo>
                  <a:lnTo>
                    <a:pt x="335535" y="41951"/>
                  </a:lnTo>
                  <a:lnTo>
                    <a:pt x="368933" y="39863"/>
                  </a:lnTo>
                  <a:lnTo>
                    <a:pt x="400174" y="37910"/>
                  </a:lnTo>
                  <a:lnTo>
                    <a:pt x="429521" y="36075"/>
                  </a:lnTo>
                  <a:lnTo>
                    <a:pt x="457190" y="34346"/>
                  </a:lnTo>
                  <a:lnTo>
                    <a:pt x="483363" y="32710"/>
                  </a:lnTo>
                  <a:lnTo>
                    <a:pt x="508193" y="31157"/>
                  </a:lnTo>
                  <a:lnTo>
                    <a:pt x="531811" y="29681"/>
                  </a:lnTo>
                  <a:lnTo>
                    <a:pt x="554330" y="28273"/>
                  </a:lnTo>
                  <a:lnTo>
                    <a:pt x="575848" y="26928"/>
                  </a:lnTo>
                  <a:lnTo>
                    <a:pt x="596450" y="25640"/>
                  </a:lnTo>
                  <a:lnTo>
                    <a:pt x="616211" y="24405"/>
                  </a:lnTo>
                  <a:lnTo>
                    <a:pt x="635197" y="23218"/>
                  </a:lnTo>
                  <a:lnTo>
                    <a:pt x="653466" y="22076"/>
                  </a:lnTo>
                  <a:lnTo>
                    <a:pt x="671071" y="20975"/>
                  </a:lnTo>
                  <a:lnTo>
                    <a:pt x="688058" y="19913"/>
                  </a:lnTo>
                  <a:lnTo>
                    <a:pt x="704468" y="18887"/>
                  </a:lnTo>
                  <a:lnTo>
                    <a:pt x="720341" y="17895"/>
                  </a:lnTo>
                  <a:lnTo>
                    <a:pt x="735710" y="16934"/>
                  </a:lnTo>
                  <a:lnTo>
                    <a:pt x="750606" y="16003"/>
                  </a:lnTo>
                  <a:lnTo>
                    <a:pt x="765057" y="15100"/>
                  </a:lnTo>
                  <a:lnTo>
                    <a:pt x="779089" y="14223"/>
                  </a:lnTo>
                  <a:lnTo>
                    <a:pt x="792726" y="13370"/>
                  </a:lnTo>
                  <a:lnTo>
                    <a:pt x="805989" y="12541"/>
                  </a:lnTo>
                  <a:lnTo>
                    <a:pt x="818899" y="11734"/>
                  </a:lnTo>
                  <a:lnTo>
                    <a:pt x="831473" y="10948"/>
                  </a:lnTo>
                  <a:lnTo>
                    <a:pt x="843728" y="10182"/>
                  </a:lnTo>
                  <a:lnTo>
                    <a:pt x="855681" y="9434"/>
                  </a:lnTo>
                  <a:lnTo>
                    <a:pt x="867346" y="8705"/>
                  </a:lnTo>
                  <a:lnTo>
                    <a:pt x="878737" y="7993"/>
                  </a:lnTo>
                  <a:lnTo>
                    <a:pt x="889866" y="7297"/>
                  </a:lnTo>
                  <a:lnTo>
                    <a:pt x="900744" y="6617"/>
                  </a:lnTo>
                  <a:lnTo>
                    <a:pt x="911384" y="5952"/>
                  </a:lnTo>
                  <a:lnTo>
                    <a:pt x="921794" y="5301"/>
                  </a:lnTo>
                  <a:lnTo>
                    <a:pt x="931986" y="4664"/>
                  </a:lnTo>
                  <a:lnTo>
                    <a:pt x="941967" y="4040"/>
                  </a:lnTo>
                  <a:lnTo>
                    <a:pt x="951747" y="3429"/>
                  </a:lnTo>
                  <a:lnTo>
                    <a:pt x="961333" y="2830"/>
                  </a:lnTo>
                  <a:lnTo>
                    <a:pt x="970732" y="2242"/>
                  </a:lnTo>
                  <a:lnTo>
                    <a:pt x="979953" y="1666"/>
                  </a:lnTo>
                  <a:lnTo>
                    <a:pt x="989002" y="1100"/>
                  </a:lnTo>
                  <a:lnTo>
                    <a:pt x="997884" y="545"/>
                  </a:lnTo>
                  <a:lnTo>
                    <a:pt x="100660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27226" y="1925270"/>
              <a:ext cx="1006606" cy="68099"/>
            </a:xfrm>
            <a:custGeom>
              <a:avLst/>
              <a:pathLst>
                <a:path w="1006606" h="68099">
                  <a:moveTo>
                    <a:pt x="0" y="0"/>
                  </a:moveTo>
                  <a:lnTo>
                    <a:pt x="64639" y="4372"/>
                  </a:lnTo>
                  <a:lnTo>
                    <a:pt x="121655" y="8230"/>
                  </a:lnTo>
                  <a:lnTo>
                    <a:pt x="172657" y="11680"/>
                  </a:lnTo>
                  <a:lnTo>
                    <a:pt x="218794" y="14801"/>
                  </a:lnTo>
                  <a:lnTo>
                    <a:pt x="260915" y="17651"/>
                  </a:lnTo>
                  <a:lnTo>
                    <a:pt x="299661" y="20272"/>
                  </a:lnTo>
                  <a:lnTo>
                    <a:pt x="335535" y="22699"/>
                  </a:lnTo>
                  <a:lnTo>
                    <a:pt x="368933" y="24959"/>
                  </a:lnTo>
                  <a:lnTo>
                    <a:pt x="400174" y="27072"/>
                  </a:lnTo>
                  <a:lnTo>
                    <a:pt x="429521" y="29058"/>
                  </a:lnTo>
                  <a:lnTo>
                    <a:pt x="457190" y="30930"/>
                  </a:lnTo>
                  <a:lnTo>
                    <a:pt x="483363" y="32700"/>
                  </a:lnTo>
                  <a:lnTo>
                    <a:pt x="508193" y="34380"/>
                  </a:lnTo>
                  <a:lnTo>
                    <a:pt x="531811" y="35978"/>
                  </a:lnTo>
                  <a:lnTo>
                    <a:pt x="554330" y="37501"/>
                  </a:lnTo>
                  <a:lnTo>
                    <a:pt x="575848" y="38957"/>
                  </a:lnTo>
                  <a:lnTo>
                    <a:pt x="596450" y="40351"/>
                  </a:lnTo>
                  <a:lnTo>
                    <a:pt x="616211" y="41688"/>
                  </a:lnTo>
                  <a:lnTo>
                    <a:pt x="635197" y="42972"/>
                  </a:lnTo>
                  <a:lnTo>
                    <a:pt x="653466" y="44208"/>
                  </a:lnTo>
                  <a:lnTo>
                    <a:pt x="671071" y="45399"/>
                  </a:lnTo>
                  <a:lnTo>
                    <a:pt x="688058" y="46548"/>
                  </a:lnTo>
                  <a:lnTo>
                    <a:pt x="704468" y="47658"/>
                  </a:lnTo>
                  <a:lnTo>
                    <a:pt x="720341" y="48732"/>
                  </a:lnTo>
                  <a:lnTo>
                    <a:pt x="735710" y="49772"/>
                  </a:lnTo>
                  <a:lnTo>
                    <a:pt x="750606" y="50780"/>
                  </a:lnTo>
                  <a:lnTo>
                    <a:pt x="765057" y="51757"/>
                  </a:lnTo>
                  <a:lnTo>
                    <a:pt x="779089" y="52707"/>
                  </a:lnTo>
                  <a:lnTo>
                    <a:pt x="792726" y="53629"/>
                  </a:lnTo>
                  <a:lnTo>
                    <a:pt x="805989" y="54527"/>
                  </a:lnTo>
                  <a:lnTo>
                    <a:pt x="818899" y="55400"/>
                  </a:lnTo>
                  <a:lnTo>
                    <a:pt x="831473" y="56251"/>
                  </a:lnTo>
                  <a:lnTo>
                    <a:pt x="843728" y="57080"/>
                  </a:lnTo>
                  <a:lnTo>
                    <a:pt x="855681" y="57888"/>
                  </a:lnTo>
                  <a:lnTo>
                    <a:pt x="867346" y="58678"/>
                  </a:lnTo>
                  <a:lnTo>
                    <a:pt x="878737" y="59448"/>
                  </a:lnTo>
                  <a:lnTo>
                    <a:pt x="889866" y="60201"/>
                  </a:lnTo>
                  <a:lnTo>
                    <a:pt x="900744" y="60937"/>
                  </a:lnTo>
                  <a:lnTo>
                    <a:pt x="911384" y="61657"/>
                  </a:lnTo>
                  <a:lnTo>
                    <a:pt x="921794" y="62361"/>
                  </a:lnTo>
                  <a:lnTo>
                    <a:pt x="931986" y="63051"/>
                  </a:lnTo>
                  <a:lnTo>
                    <a:pt x="941967" y="63726"/>
                  </a:lnTo>
                  <a:lnTo>
                    <a:pt x="951747" y="64387"/>
                  </a:lnTo>
                  <a:lnTo>
                    <a:pt x="961333" y="65036"/>
                  </a:lnTo>
                  <a:lnTo>
                    <a:pt x="970732" y="65672"/>
                  </a:lnTo>
                  <a:lnTo>
                    <a:pt x="979953" y="66296"/>
                  </a:lnTo>
                  <a:lnTo>
                    <a:pt x="989002" y="66908"/>
                  </a:lnTo>
                  <a:lnTo>
                    <a:pt x="997884" y="67509"/>
                  </a:lnTo>
                  <a:lnTo>
                    <a:pt x="1006606" y="6809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27226" y="2045229"/>
              <a:ext cx="1006606" cy="8022"/>
            </a:xfrm>
            <a:custGeom>
              <a:avLst/>
              <a:pathLst>
                <a:path w="1006606" h="8022">
                  <a:moveTo>
                    <a:pt x="0" y="0"/>
                  </a:moveTo>
                  <a:lnTo>
                    <a:pt x="64639" y="515"/>
                  </a:lnTo>
                  <a:lnTo>
                    <a:pt x="121655" y="969"/>
                  </a:lnTo>
                  <a:lnTo>
                    <a:pt x="172657" y="1376"/>
                  </a:lnTo>
                  <a:lnTo>
                    <a:pt x="218794" y="1743"/>
                  </a:lnTo>
                  <a:lnTo>
                    <a:pt x="260915" y="2079"/>
                  </a:lnTo>
                  <a:lnTo>
                    <a:pt x="299661" y="2388"/>
                  </a:lnTo>
                  <a:lnTo>
                    <a:pt x="335535" y="2674"/>
                  </a:lnTo>
                  <a:lnTo>
                    <a:pt x="368933" y="2940"/>
                  </a:lnTo>
                  <a:lnTo>
                    <a:pt x="400174" y="3189"/>
                  </a:lnTo>
                  <a:lnTo>
                    <a:pt x="429521" y="3423"/>
                  </a:lnTo>
                  <a:lnTo>
                    <a:pt x="457190" y="3643"/>
                  </a:lnTo>
                  <a:lnTo>
                    <a:pt x="483363" y="3852"/>
                  </a:lnTo>
                  <a:lnTo>
                    <a:pt x="508193" y="4050"/>
                  </a:lnTo>
                  <a:lnTo>
                    <a:pt x="531811" y="4238"/>
                  </a:lnTo>
                  <a:lnTo>
                    <a:pt x="554330" y="4418"/>
                  </a:lnTo>
                  <a:lnTo>
                    <a:pt x="575848" y="4589"/>
                  </a:lnTo>
                  <a:lnTo>
                    <a:pt x="596450" y="4753"/>
                  </a:lnTo>
                  <a:lnTo>
                    <a:pt x="616211" y="4911"/>
                  </a:lnTo>
                  <a:lnTo>
                    <a:pt x="635197" y="5062"/>
                  </a:lnTo>
                  <a:lnTo>
                    <a:pt x="653466" y="5208"/>
                  </a:lnTo>
                  <a:lnTo>
                    <a:pt x="671071" y="5348"/>
                  </a:lnTo>
                  <a:lnTo>
                    <a:pt x="688058" y="5484"/>
                  </a:lnTo>
                  <a:lnTo>
                    <a:pt x="704468" y="5614"/>
                  </a:lnTo>
                  <a:lnTo>
                    <a:pt x="720341" y="5741"/>
                  </a:lnTo>
                  <a:lnTo>
                    <a:pt x="735710" y="5863"/>
                  </a:lnTo>
                  <a:lnTo>
                    <a:pt x="750606" y="5982"/>
                  </a:lnTo>
                  <a:lnTo>
                    <a:pt x="765057" y="6097"/>
                  </a:lnTo>
                  <a:lnTo>
                    <a:pt x="779089" y="6209"/>
                  </a:lnTo>
                  <a:lnTo>
                    <a:pt x="792726" y="6318"/>
                  </a:lnTo>
                  <a:lnTo>
                    <a:pt x="805989" y="6423"/>
                  </a:lnTo>
                  <a:lnTo>
                    <a:pt x="818899" y="6526"/>
                  </a:lnTo>
                  <a:lnTo>
                    <a:pt x="831473" y="6627"/>
                  </a:lnTo>
                  <a:lnTo>
                    <a:pt x="843728" y="6724"/>
                  </a:lnTo>
                  <a:lnTo>
                    <a:pt x="855681" y="6820"/>
                  </a:lnTo>
                  <a:lnTo>
                    <a:pt x="867346" y="6913"/>
                  </a:lnTo>
                  <a:lnTo>
                    <a:pt x="878737" y="7003"/>
                  </a:lnTo>
                  <a:lnTo>
                    <a:pt x="889866" y="7092"/>
                  </a:lnTo>
                  <a:lnTo>
                    <a:pt x="900744" y="7179"/>
                  </a:lnTo>
                  <a:lnTo>
                    <a:pt x="911384" y="7263"/>
                  </a:lnTo>
                  <a:lnTo>
                    <a:pt x="921794" y="7346"/>
                  </a:lnTo>
                  <a:lnTo>
                    <a:pt x="931986" y="7428"/>
                  </a:lnTo>
                  <a:lnTo>
                    <a:pt x="941967" y="7507"/>
                  </a:lnTo>
                  <a:lnTo>
                    <a:pt x="951747" y="7585"/>
                  </a:lnTo>
                  <a:lnTo>
                    <a:pt x="961333" y="7662"/>
                  </a:lnTo>
                  <a:lnTo>
                    <a:pt x="970732" y="7737"/>
                  </a:lnTo>
                  <a:lnTo>
                    <a:pt x="979953" y="7810"/>
                  </a:lnTo>
                  <a:lnTo>
                    <a:pt x="989002" y="7882"/>
                  </a:lnTo>
                  <a:lnTo>
                    <a:pt x="997884" y="7953"/>
                  </a:lnTo>
                  <a:lnTo>
                    <a:pt x="1006606" y="802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27226" y="1855735"/>
              <a:ext cx="1006606" cy="144165"/>
            </a:xfrm>
            <a:custGeom>
              <a:avLst/>
              <a:pathLst>
                <a:path w="1006606" h="144165">
                  <a:moveTo>
                    <a:pt x="0" y="0"/>
                  </a:moveTo>
                  <a:lnTo>
                    <a:pt x="64639" y="9257"/>
                  </a:lnTo>
                  <a:lnTo>
                    <a:pt x="121655" y="17423"/>
                  </a:lnTo>
                  <a:lnTo>
                    <a:pt x="172657" y="24727"/>
                  </a:lnTo>
                  <a:lnTo>
                    <a:pt x="218794" y="31335"/>
                  </a:lnTo>
                  <a:lnTo>
                    <a:pt x="260915" y="37368"/>
                  </a:lnTo>
                  <a:lnTo>
                    <a:pt x="299661" y="42917"/>
                  </a:lnTo>
                  <a:lnTo>
                    <a:pt x="335535" y="48055"/>
                  </a:lnTo>
                  <a:lnTo>
                    <a:pt x="368933" y="52838"/>
                  </a:lnTo>
                  <a:lnTo>
                    <a:pt x="400174" y="57312"/>
                  </a:lnTo>
                  <a:lnTo>
                    <a:pt x="429521" y="61516"/>
                  </a:lnTo>
                  <a:lnTo>
                    <a:pt x="457190" y="65478"/>
                  </a:lnTo>
                  <a:lnTo>
                    <a:pt x="483363" y="69227"/>
                  </a:lnTo>
                  <a:lnTo>
                    <a:pt x="508193" y="72783"/>
                  </a:lnTo>
                  <a:lnTo>
                    <a:pt x="531811" y="76165"/>
                  </a:lnTo>
                  <a:lnTo>
                    <a:pt x="554330" y="79391"/>
                  </a:lnTo>
                  <a:lnTo>
                    <a:pt x="575848" y="82472"/>
                  </a:lnTo>
                  <a:lnTo>
                    <a:pt x="596450" y="85423"/>
                  </a:lnTo>
                  <a:lnTo>
                    <a:pt x="616211" y="88253"/>
                  </a:lnTo>
                  <a:lnTo>
                    <a:pt x="635197" y="90972"/>
                  </a:lnTo>
                  <a:lnTo>
                    <a:pt x="653466" y="93589"/>
                  </a:lnTo>
                  <a:lnTo>
                    <a:pt x="671071" y="96110"/>
                  </a:lnTo>
                  <a:lnTo>
                    <a:pt x="688058" y="98543"/>
                  </a:lnTo>
                  <a:lnTo>
                    <a:pt x="704468" y="100893"/>
                  </a:lnTo>
                  <a:lnTo>
                    <a:pt x="720341" y="103167"/>
                  </a:lnTo>
                  <a:lnTo>
                    <a:pt x="735710" y="105368"/>
                  </a:lnTo>
                  <a:lnTo>
                    <a:pt x="750606" y="107501"/>
                  </a:lnTo>
                  <a:lnTo>
                    <a:pt x="765057" y="109571"/>
                  </a:lnTo>
                  <a:lnTo>
                    <a:pt x="779089" y="111581"/>
                  </a:lnTo>
                  <a:lnTo>
                    <a:pt x="792726" y="113534"/>
                  </a:lnTo>
                  <a:lnTo>
                    <a:pt x="805989" y="115433"/>
                  </a:lnTo>
                  <a:lnTo>
                    <a:pt x="818899" y="117282"/>
                  </a:lnTo>
                  <a:lnTo>
                    <a:pt x="831473" y="119083"/>
                  </a:lnTo>
                  <a:lnTo>
                    <a:pt x="843728" y="120838"/>
                  </a:lnTo>
                  <a:lnTo>
                    <a:pt x="855681" y="122550"/>
                  </a:lnTo>
                  <a:lnTo>
                    <a:pt x="867346" y="124221"/>
                  </a:lnTo>
                  <a:lnTo>
                    <a:pt x="878737" y="125852"/>
                  </a:lnTo>
                  <a:lnTo>
                    <a:pt x="889866" y="127446"/>
                  </a:lnTo>
                  <a:lnTo>
                    <a:pt x="900744" y="129004"/>
                  </a:lnTo>
                  <a:lnTo>
                    <a:pt x="911384" y="130528"/>
                  </a:lnTo>
                  <a:lnTo>
                    <a:pt x="921794" y="132019"/>
                  </a:lnTo>
                  <a:lnTo>
                    <a:pt x="931986" y="133478"/>
                  </a:lnTo>
                  <a:lnTo>
                    <a:pt x="941967" y="134908"/>
                  </a:lnTo>
                  <a:lnTo>
                    <a:pt x="951747" y="136308"/>
                  </a:lnTo>
                  <a:lnTo>
                    <a:pt x="961333" y="137681"/>
                  </a:lnTo>
                  <a:lnTo>
                    <a:pt x="970732" y="139028"/>
                  </a:lnTo>
                  <a:lnTo>
                    <a:pt x="979953" y="140348"/>
                  </a:lnTo>
                  <a:lnTo>
                    <a:pt x="989002" y="141644"/>
                  </a:lnTo>
                  <a:lnTo>
                    <a:pt x="997884" y="142916"/>
                  </a:lnTo>
                  <a:lnTo>
                    <a:pt x="1006606" y="14416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27226" y="1571465"/>
              <a:ext cx="1006606" cy="546352"/>
            </a:xfrm>
            <a:custGeom>
              <a:avLst/>
              <a:pathLst>
                <a:path w="1006606" h="546352">
                  <a:moveTo>
                    <a:pt x="0" y="546352"/>
                  </a:moveTo>
                  <a:lnTo>
                    <a:pt x="64639" y="511268"/>
                  </a:lnTo>
                  <a:lnTo>
                    <a:pt x="121655" y="480322"/>
                  </a:lnTo>
                  <a:lnTo>
                    <a:pt x="172657" y="452639"/>
                  </a:lnTo>
                  <a:lnTo>
                    <a:pt x="218794" y="427598"/>
                  </a:lnTo>
                  <a:lnTo>
                    <a:pt x="260915" y="404736"/>
                  </a:lnTo>
                  <a:lnTo>
                    <a:pt x="299661" y="383706"/>
                  </a:lnTo>
                  <a:lnTo>
                    <a:pt x="335535" y="364235"/>
                  </a:lnTo>
                  <a:lnTo>
                    <a:pt x="368933" y="346107"/>
                  </a:lnTo>
                  <a:lnTo>
                    <a:pt x="400174" y="329151"/>
                  </a:lnTo>
                  <a:lnTo>
                    <a:pt x="429521" y="313222"/>
                  </a:lnTo>
                  <a:lnTo>
                    <a:pt x="457190" y="298204"/>
                  </a:lnTo>
                  <a:lnTo>
                    <a:pt x="483363" y="283999"/>
                  </a:lnTo>
                  <a:lnTo>
                    <a:pt x="508193" y="270522"/>
                  </a:lnTo>
                  <a:lnTo>
                    <a:pt x="531811" y="257703"/>
                  </a:lnTo>
                  <a:lnTo>
                    <a:pt x="554330" y="245480"/>
                  </a:lnTo>
                  <a:lnTo>
                    <a:pt x="575848" y="233801"/>
                  </a:lnTo>
                  <a:lnTo>
                    <a:pt x="596450" y="222619"/>
                  </a:lnTo>
                  <a:lnTo>
                    <a:pt x="616211" y="211893"/>
                  </a:lnTo>
                  <a:lnTo>
                    <a:pt x="635197" y="201588"/>
                  </a:lnTo>
                  <a:lnTo>
                    <a:pt x="653466" y="191672"/>
                  </a:lnTo>
                  <a:lnTo>
                    <a:pt x="671071" y="182117"/>
                  </a:lnTo>
                  <a:lnTo>
                    <a:pt x="688058" y="172897"/>
                  </a:lnTo>
                  <a:lnTo>
                    <a:pt x="704468" y="163990"/>
                  </a:lnTo>
                  <a:lnTo>
                    <a:pt x="720341" y="155375"/>
                  </a:lnTo>
                  <a:lnTo>
                    <a:pt x="735710" y="147033"/>
                  </a:lnTo>
                  <a:lnTo>
                    <a:pt x="750606" y="138948"/>
                  </a:lnTo>
                  <a:lnTo>
                    <a:pt x="765057" y="131104"/>
                  </a:lnTo>
                  <a:lnTo>
                    <a:pt x="779089" y="123488"/>
                  </a:lnTo>
                  <a:lnTo>
                    <a:pt x="792726" y="116087"/>
                  </a:lnTo>
                  <a:lnTo>
                    <a:pt x="805989" y="108888"/>
                  </a:lnTo>
                  <a:lnTo>
                    <a:pt x="818899" y="101881"/>
                  </a:lnTo>
                  <a:lnTo>
                    <a:pt x="831473" y="95056"/>
                  </a:lnTo>
                  <a:lnTo>
                    <a:pt x="843728" y="88404"/>
                  </a:lnTo>
                  <a:lnTo>
                    <a:pt x="855681" y="81917"/>
                  </a:lnTo>
                  <a:lnTo>
                    <a:pt x="867346" y="75585"/>
                  </a:lnTo>
                  <a:lnTo>
                    <a:pt x="878737" y="69403"/>
                  </a:lnTo>
                  <a:lnTo>
                    <a:pt x="889866" y="63362"/>
                  </a:lnTo>
                  <a:lnTo>
                    <a:pt x="900744" y="57458"/>
                  </a:lnTo>
                  <a:lnTo>
                    <a:pt x="911384" y="51683"/>
                  </a:lnTo>
                  <a:lnTo>
                    <a:pt x="921794" y="46033"/>
                  </a:lnTo>
                  <a:lnTo>
                    <a:pt x="931986" y="40501"/>
                  </a:lnTo>
                  <a:lnTo>
                    <a:pt x="941967" y="35084"/>
                  </a:lnTo>
                  <a:lnTo>
                    <a:pt x="951747" y="29775"/>
                  </a:lnTo>
                  <a:lnTo>
                    <a:pt x="961333" y="24573"/>
                  </a:lnTo>
                  <a:lnTo>
                    <a:pt x="970732" y="19471"/>
                  </a:lnTo>
                  <a:lnTo>
                    <a:pt x="979953" y="14466"/>
                  </a:lnTo>
                  <a:lnTo>
                    <a:pt x="989002" y="9555"/>
                  </a:lnTo>
                  <a:lnTo>
                    <a:pt x="997884" y="4734"/>
                  </a:lnTo>
                  <a:lnTo>
                    <a:pt x="100660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27226" y="1608220"/>
              <a:ext cx="1006606" cy="1088"/>
            </a:xfrm>
            <a:custGeom>
              <a:avLst/>
              <a:pathLst>
                <a:path w="1006606" h="1088">
                  <a:moveTo>
                    <a:pt x="0" y="1088"/>
                  </a:moveTo>
                  <a:lnTo>
                    <a:pt x="64639" y="1018"/>
                  </a:lnTo>
                  <a:lnTo>
                    <a:pt x="121655" y="956"/>
                  </a:lnTo>
                  <a:lnTo>
                    <a:pt x="172657" y="901"/>
                  </a:lnTo>
                  <a:lnTo>
                    <a:pt x="218794" y="851"/>
                  </a:lnTo>
                  <a:lnTo>
                    <a:pt x="260915" y="806"/>
                  </a:lnTo>
                  <a:lnTo>
                    <a:pt x="299661" y="764"/>
                  </a:lnTo>
                  <a:lnTo>
                    <a:pt x="335535" y="725"/>
                  </a:lnTo>
                  <a:lnTo>
                    <a:pt x="368933" y="689"/>
                  </a:lnTo>
                  <a:lnTo>
                    <a:pt x="400174" y="655"/>
                  </a:lnTo>
                  <a:lnTo>
                    <a:pt x="429521" y="623"/>
                  </a:lnTo>
                  <a:lnTo>
                    <a:pt x="457190" y="594"/>
                  </a:lnTo>
                  <a:lnTo>
                    <a:pt x="483363" y="565"/>
                  </a:lnTo>
                  <a:lnTo>
                    <a:pt x="508193" y="538"/>
                  </a:lnTo>
                  <a:lnTo>
                    <a:pt x="531811" y="513"/>
                  </a:lnTo>
                  <a:lnTo>
                    <a:pt x="554330" y="489"/>
                  </a:lnTo>
                  <a:lnTo>
                    <a:pt x="575848" y="465"/>
                  </a:lnTo>
                  <a:lnTo>
                    <a:pt x="596450" y="443"/>
                  </a:lnTo>
                  <a:lnTo>
                    <a:pt x="616211" y="422"/>
                  </a:lnTo>
                  <a:lnTo>
                    <a:pt x="635197" y="401"/>
                  </a:lnTo>
                  <a:lnTo>
                    <a:pt x="653466" y="381"/>
                  </a:lnTo>
                  <a:lnTo>
                    <a:pt x="671071" y="362"/>
                  </a:lnTo>
                  <a:lnTo>
                    <a:pt x="688058" y="344"/>
                  </a:lnTo>
                  <a:lnTo>
                    <a:pt x="704468" y="326"/>
                  </a:lnTo>
                  <a:lnTo>
                    <a:pt x="720341" y="309"/>
                  </a:lnTo>
                  <a:lnTo>
                    <a:pt x="735710" y="292"/>
                  </a:lnTo>
                  <a:lnTo>
                    <a:pt x="750606" y="276"/>
                  </a:lnTo>
                  <a:lnTo>
                    <a:pt x="765057" y="261"/>
                  </a:lnTo>
                  <a:lnTo>
                    <a:pt x="779089" y="245"/>
                  </a:lnTo>
                  <a:lnTo>
                    <a:pt x="792726" y="231"/>
                  </a:lnTo>
                  <a:lnTo>
                    <a:pt x="805989" y="216"/>
                  </a:lnTo>
                  <a:lnTo>
                    <a:pt x="818899" y="202"/>
                  </a:lnTo>
                  <a:lnTo>
                    <a:pt x="831473" y="189"/>
                  </a:lnTo>
                  <a:lnTo>
                    <a:pt x="843728" y="176"/>
                  </a:lnTo>
                  <a:lnTo>
                    <a:pt x="855681" y="163"/>
                  </a:lnTo>
                  <a:lnTo>
                    <a:pt x="867346" y="150"/>
                  </a:lnTo>
                  <a:lnTo>
                    <a:pt x="878737" y="138"/>
                  </a:lnTo>
                  <a:lnTo>
                    <a:pt x="889866" y="126"/>
                  </a:lnTo>
                  <a:lnTo>
                    <a:pt x="900744" y="114"/>
                  </a:lnTo>
                  <a:lnTo>
                    <a:pt x="911384" y="102"/>
                  </a:lnTo>
                  <a:lnTo>
                    <a:pt x="921794" y="91"/>
                  </a:lnTo>
                  <a:lnTo>
                    <a:pt x="931986" y="80"/>
                  </a:lnTo>
                  <a:lnTo>
                    <a:pt x="941967" y="69"/>
                  </a:lnTo>
                  <a:lnTo>
                    <a:pt x="951747" y="59"/>
                  </a:lnTo>
                  <a:lnTo>
                    <a:pt x="961333" y="48"/>
                  </a:lnTo>
                  <a:lnTo>
                    <a:pt x="970732" y="38"/>
                  </a:lnTo>
                  <a:lnTo>
                    <a:pt x="979953" y="28"/>
                  </a:lnTo>
                  <a:lnTo>
                    <a:pt x="989002" y="19"/>
                  </a:lnTo>
                  <a:lnTo>
                    <a:pt x="997884" y="9"/>
                  </a:lnTo>
                  <a:lnTo>
                    <a:pt x="100660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27226" y="1683529"/>
              <a:ext cx="1006606" cy="206904"/>
            </a:xfrm>
            <a:custGeom>
              <a:avLst/>
              <a:pathLst>
                <a:path w="1006606" h="206904">
                  <a:moveTo>
                    <a:pt x="0" y="0"/>
                  </a:moveTo>
                  <a:lnTo>
                    <a:pt x="64639" y="13286"/>
                  </a:lnTo>
                  <a:lnTo>
                    <a:pt x="121655" y="25005"/>
                  </a:lnTo>
                  <a:lnTo>
                    <a:pt x="172657" y="35489"/>
                  </a:lnTo>
                  <a:lnTo>
                    <a:pt x="218794" y="44972"/>
                  </a:lnTo>
                  <a:lnTo>
                    <a:pt x="260915" y="53630"/>
                  </a:lnTo>
                  <a:lnTo>
                    <a:pt x="299661" y="61594"/>
                  </a:lnTo>
                  <a:lnTo>
                    <a:pt x="335535" y="68968"/>
                  </a:lnTo>
                  <a:lnTo>
                    <a:pt x="368933" y="75833"/>
                  </a:lnTo>
                  <a:lnTo>
                    <a:pt x="400174" y="82254"/>
                  </a:lnTo>
                  <a:lnTo>
                    <a:pt x="429521" y="88286"/>
                  </a:lnTo>
                  <a:lnTo>
                    <a:pt x="457190" y="93974"/>
                  </a:lnTo>
                  <a:lnTo>
                    <a:pt x="483363" y="99353"/>
                  </a:lnTo>
                  <a:lnTo>
                    <a:pt x="508193" y="104457"/>
                  </a:lnTo>
                  <a:lnTo>
                    <a:pt x="531811" y="109312"/>
                  </a:lnTo>
                  <a:lnTo>
                    <a:pt x="554330" y="113940"/>
                  </a:lnTo>
                  <a:lnTo>
                    <a:pt x="575848" y="118363"/>
                  </a:lnTo>
                  <a:lnTo>
                    <a:pt x="596450" y="122598"/>
                  </a:lnTo>
                  <a:lnTo>
                    <a:pt x="616211" y="126660"/>
                  </a:lnTo>
                  <a:lnTo>
                    <a:pt x="635197" y="130562"/>
                  </a:lnTo>
                  <a:lnTo>
                    <a:pt x="653466" y="134317"/>
                  </a:lnTo>
                  <a:lnTo>
                    <a:pt x="671071" y="137936"/>
                  </a:lnTo>
                  <a:lnTo>
                    <a:pt x="688058" y="141428"/>
                  </a:lnTo>
                  <a:lnTo>
                    <a:pt x="704468" y="144801"/>
                  </a:lnTo>
                  <a:lnTo>
                    <a:pt x="720341" y="148063"/>
                  </a:lnTo>
                  <a:lnTo>
                    <a:pt x="735710" y="151222"/>
                  </a:lnTo>
                  <a:lnTo>
                    <a:pt x="750606" y="154284"/>
                  </a:lnTo>
                  <a:lnTo>
                    <a:pt x="765057" y="157254"/>
                  </a:lnTo>
                  <a:lnTo>
                    <a:pt x="779089" y="160139"/>
                  </a:lnTo>
                  <a:lnTo>
                    <a:pt x="792726" y="162942"/>
                  </a:lnTo>
                  <a:lnTo>
                    <a:pt x="805989" y="165668"/>
                  </a:lnTo>
                  <a:lnTo>
                    <a:pt x="818899" y="168321"/>
                  </a:lnTo>
                  <a:lnTo>
                    <a:pt x="831473" y="170906"/>
                  </a:lnTo>
                  <a:lnTo>
                    <a:pt x="843728" y="173425"/>
                  </a:lnTo>
                  <a:lnTo>
                    <a:pt x="855681" y="175882"/>
                  </a:lnTo>
                  <a:lnTo>
                    <a:pt x="867346" y="178280"/>
                  </a:lnTo>
                  <a:lnTo>
                    <a:pt x="878737" y="180621"/>
                  </a:lnTo>
                  <a:lnTo>
                    <a:pt x="889866" y="182908"/>
                  </a:lnTo>
                  <a:lnTo>
                    <a:pt x="900744" y="185145"/>
                  </a:lnTo>
                  <a:lnTo>
                    <a:pt x="911384" y="187331"/>
                  </a:lnTo>
                  <a:lnTo>
                    <a:pt x="921794" y="189471"/>
                  </a:lnTo>
                  <a:lnTo>
                    <a:pt x="931986" y="191566"/>
                  </a:lnTo>
                  <a:lnTo>
                    <a:pt x="941967" y="193618"/>
                  </a:lnTo>
                  <a:lnTo>
                    <a:pt x="951747" y="195628"/>
                  </a:lnTo>
                  <a:lnTo>
                    <a:pt x="961333" y="197598"/>
                  </a:lnTo>
                  <a:lnTo>
                    <a:pt x="970732" y="199530"/>
                  </a:lnTo>
                  <a:lnTo>
                    <a:pt x="979953" y="201426"/>
                  </a:lnTo>
                  <a:lnTo>
                    <a:pt x="989002" y="203286"/>
                  </a:lnTo>
                  <a:lnTo>
                    <a:pt x="997884" y="205111"/>
                  </a:lnTo>
                  <a:lnTo>
                    <a:pt x="1006606" y="20690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27226" y="1954768"/>
              <a:ext cx="1006606" cy="43107"/>
            </a:xfrm>
            <a:custGeom>
              <a:avLst/>
              <a:pathLst>
                <a:path w="1006606" h="43107">
                  <a:moveTo>
                    <a:pt x="0" y="43107"/>
                  </a:moveTo>
                  <a:lnTo>
                    <a:pt x="64639" y="40338"/>
                  </a:lnTo>
                  <a:lnTo>
                    <a:pt x="121655" y="37897"/>
                  </a:lnTo>
                  <a:lnTo>
                    <a:pt x="172657" y="35713"/>
                  </a:lnTo>
                  <a:lnTo>
                    <a:pt x="218794" y="33737"/>
                  </a:lnTo>
                  <a:lnTo>
                    <a:pt x="260915" y="31933"/>
                  </a:lnTo>
                  <a:lnTo>
                    <a:pt x="299661" y="30274"/>
                  </a:lnTo>
                  <a:lnTo>
                    <a:pt x="335535" y="28738"/>
                  </a:lnTo>
                  <a:lnTo>
                    <a:pt x="368933" y="27307"/>
                  </a:lnTo>
                  <a:lnTo>
                    <a:pt x="400174" y="25969"/>
                  </a:lnTo>
                  <a:lnTo>
                    <a:pt x="429521" y="24713"/>
                  </a:lnTo>
                  <a:lnTo>
                    <a:pt x="457190" y="23528"/>
                  </a:lnTo>
                  <a:lnTo>
                    <a:pt x="483363" y="22407"/>
                  </a:lnTo>
                  <a:lnTo>
                    <a:pt x="508193" y="21344"/>
                  </a:lnTo>
                  <a:lnTo>
                    <a:pt x="531811" y="20332"/>
                  </a:lnTo>
                  <a:lnTo>
                    <a:pt x="554330" y="19368"/>
                  </a:lnTo>
                  <a:lnTo>
                    <a:pt x="575848" y="18446"/>
                  </a:lnTo>
                  <a:lnTo>
                    <a:pt x="596450" y="17564"/>
                  </a:lnTo>
                  <a:lnTo>
                    <a:pt x="616211" y="16718"/>
                  </a:lnTo>
                  <a:lnTo>
                    <a:pt x="635197" y="15905"/>
                  </a:lnTo>
                  <a:lnTo>
                    <a:pt x="653466" y="15122"/>
                  </a:lnTo>
                  <a:lnTo>
                    <a:pt x="671071" y="14369"/>
                  </a:lnTo>
                  <a:lnTo>
                    <a:pt x="688058" y="13641"/>
                  </a:lnTo>
                  <a:lnTo>
                    <a:pt x="704468" y="12938"/>
                  </a:lnTo>
                  <a:lnTo>
                    <a:pt x="720341" y="12259"/>
                  </a:lnTo>
                  <a:lnTo>
                    <a:pt x="735710" y="11600"/>
                  </a:lnTo>
                  <a:lnTo>
                    <a:pt x="750606" y="10963"/>
                  </a:lnTo>
                  <a:lnTo>
                    <a:pt x="765057" y="10344"/>
                  </a:lnTo>
                  <a:lnTo>
                    <a:pt x="779089" y="9743"/>
                  </a:lnTo>
                  <a:lnTo>
                    <a:pt x="792726" y="9159"/>
                  </a:lnTo>
                  <a:lnTo>
                    <a:pt x="805989" y="8591"/>
                  </a:lnTo>
                  <a:lnTo>
                    <a:pt x="818899" y="8038"/>
                  </a:lnTo>
                  <a:lnTo>
                    <a:pt x="831473" y="7499"/>
                  </a:lnTo>
                  <a:lnTo>
                    <a:pt x="843728" y="6975"/>
                  </a:lnTo>
                  <a:lnTo>
                    <a:pt x="855681" y="6463"/>
                  </a:lnTo>
                  <a:lnTo>
                    <a:pt x="867346" y="5963"/>
                  </a:lnTo>
                  <a:lnTo>
                    <a:pt x="878737" y="5475"/>
                  </a:lnTo>
                  <a:lnTo>
                    <a:pt x="889866" y="4999"/>
                  </a:lnTo>
                  <a:lnTo>
                    <a:pt x="900744" y="4533"/>
                  </a:lnTo>
                  <a:lnTo>
                    <a:pt x="911384" y="4077"/>
                  </a:lnTo>
                  <a:lnTo>
                    <a:pt x="921794" y="3632"/>
                  </a:lnTo>
                  <a:lnTo>
                    <a:pt x="931986" y="3195"/>
                  </a:lnTo>
                  <a:lnTo>
                    <a:pt x="941967" y="2768"/>
                  </a:lnTo>
                  <a:lnTo>
                    <a:pt x="951747" y="2349"/>
                  </a:lnTo>
                  <a:lnTo>
                    <a:pt x="961333" y="1938"/>
                  </a:lnTo>
                  <a:lnTo>
                    <a:pt x="970732" y="1536"/>
                  </a:lnTo>
                  <a:lnTo>
                    <a:pt x="979953" y="1141"/>
                  </a:lnTo>
                  <a:lnTo>
                    <a:pt x="989002" y="753"/>
                  </a:lnTo>
                  <a:lnTo>
                    <a:pt x="997884" y="373"/>
                  </a:lnTo>
                  <a:lnTo>
                    <a:pt x="100660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27226" y="2000277"/>
              <a:ext cx="1006606" cy="58698"/>
            </a:xfrm>
            <a:custGeom>
              <a:avLst/>
              <a:pathLst>
                <a:path w="1006606" h="58698">
                  <a:moveTo>
                    <a:pt x="0" y="0"/>
                  </a:moveTo>
                  <a:lnTo>
                    <a:pt x="64639" y="3769"/>
                  </a:lnTo>
                  <a:lnTo>
                    <a:pt x="121655" y="7094"/>
                  </a:lnTo>
                  <a:lnTo>
                    <a:pt x="172657" y="10068"/>
                  </a:lnTo>
                  <a:lnTo>
                    <a:pt x="218794" y="12758"/>
                  </a:lnTo>
                  <a:lnTo>
                    <a:pt x="260915" y="15214"/>
                  </a:lnTo>
                  <a:lnTo>
                    <a:pt x="299661" y="17474"/>
                  </a:lnTo>
                  <a:lnTo>
                    <a:pt x="335535" y="19566"/>
                  </a:lnTo>
                  <a:lnTo>
                    <a:pt x="368933" y="21513"/>
                  </a:lnTo>
                  <a:lnTo>
                    <a:pt x="400174" y="23335"/>
                  </a:lnTo>
                  <a:lnTo>
                    <a:pt x="429521" y="25046"/>
                  </a:lnTo>
                  <a:lnTo>
                    <a:pt x="457190" y="26660"/>
                  </a:lnTo>
                  <a:lnTo>
                    <a:pt x="483363" y="28186"/>
                  </a:lnTo>
                  <a:lnTo>
                    <a:pt x="508193" y="29634"/>
                  </a:lnTo>
                  <a:lnTo>
                    <a:pt x="531811" y="31011"/>
                  </a:lnTo>
                  <a:lnTo>
                    <a:pt x="554330" y="32324"/>
                  </a:lnTo>
                  <a:lnTo>
                    <a:pt x="575848" y="33579"/>
                  </a:lnTo>
                  <a:lnTo>
                    <a:pt x="596450" y="34781"/>
                  </a:lnTo>
                  <a:lnTo>
                    <a:pt x="616211" y="35933"/>
                  </a:lnTo>
                  <a:lnTo>
                    <a:pt x="635197" y="37040"/>
                  </a:lnTo>
                  <a:lnTo>
                    <a:pt x="653466" y="38105"/>
                  </a:lnTo>
                  <a:lnTo>
                    <a:pt x="671071" y="39132"/>
                  </a:lnTo>
                  <a:lnTo>
                    <a:pt x="688058" y="40122"/>
                  </a:lnTo>
                  <a:lnTo>
                    <a:pt x="704468" y="41079"/>
                  </a:lnTo>
                  <a:lnTo>
                    <a:pt x="720341" y="42005"/>
                  </a:lnTo>
                  <a:lnTo>
                    <a:pt x="735710" y="42901"/>
                  </a:lnTo>
                  <a:lnTo>
                    <a:pt x="750606" y="43770"/>
                  </a:lnTo>
                  <a:lnTo>
                    <a:pt x="765057" y="44613"/>
                  </a:lnTo>
                  <a:lnTo>
                    <a:pt x="779089" y="45431"/>
                  </a:lnTo>
                  <a:lnTo>
                    <a:pt x="792726" y="46226"/>
                  </a:lnTo>
                  <a:lnTo>
                    <a:pt x="805989" y="46999"/>
                  </a:lnTo>
                  <a:lnTo>
                    <a:pt x="818899" y="47752"/>
                  </a:lnTo>
                  <a:lnTo>
                    <a:pt x="831473" y="48485"/>
                  </a:lnTo>
                  <a:lnTo>
                    <a:pt x="843728" y="49200"/>
                  </a:lnTo>
                  <a:lnTo>
                    <a:pt x="855681" y="49897"/>
                  </a:lnTo>
                  <a:lnTo>
                    <a:pt x="867346" y="50577"/>
                  </a:lnTo>
                  <a:lnTo>
                    <a:pt x="878737" y="51242"/>
                  </a:lnTo>
                  <a:lnTo>
                    <a:pt x="889866" y="51891"/>
                  </a:lnTo>
                  <a:lnTo>
                    <a:pt x="900744" y="52525"/>
                  </a:lnTo>
                  <a:lnTo>
                    <a:pt x="911384" y="53145"/>
                  </a:lnTo>
                  <a:lnTo>
                    <a:pt x="921794" y="53752"/>
                  </a:lnTo>
                  <a:lnTo>
                    <a:pt x="931986" y="54347"/>
                  </a:lnTo>
                  <a:lnTo>
                    <a:pt x="941967" y="54929"/>
                  </a:lnTo>
                  <a:lnTo>
                    <a:pt x="951747" y="55499"/>
                  </a:lnTo>
                  <a:lnTo>
                    <a:pt x="961333" y="56058"/>
                  </a:lnTo>
                  <a:lnTo>
                    <a:pt x="970732" y="56606"/>
                  </a:lnTo>
                  <a:lnTo>
                    <a:pt x="979953" y="57144"/>
                  </a:lnTo>
                  <a:lnTo>
                    <a:pt x="989002" y="57672"/>
                  </a:lnTo>
                  <a:lnTo>
                    <a:pt x="997884" y="58189"/>
                  </a:lnTo>
                  <a:lnTo>
                    <a:pt x="1006606" y="5869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27226" y="1878259"/>
              <a:ext cx="1006606" cy="33845"/>
            </a:xfrm>
            <a:custGeom>
              <a:avLst/>
              <a:pathLst>
                <a:path w="1006606" h="33845">
                  <a:moveTo>
                    <a:pt x="0" y="33845"/>
                  </a:moveTo>
                  <a:lnTo>
                    <a:pt x="64639" y="31672"/>
                  </a:lnTo>
                  <a:lnTo>
                    <a:pt x="121655" y="29755"/>
                  </a:lnTo>
                  <a:lnTo>
                    <a:pt x="172657" y="28040"/>
                  </a:lnTo>
                  <a:lnTo>
                    <a:pt x="218794" y="26489"/>
                  </a:lnTo>
                  <a:lnTo>
                    <a:pt x="260915" y="25072"/>
                  </a:lnTo>
                  <a:lnTo>
                    <a:pt x="299661" y="23770"/>
                  </a:lnTo>
                  <a:lnTo>
                    <a:pt x="335535" y="22563"/>
                  </a:lnTo>
                  <a:lnTo>
                    <a:pt x="368933" y="21440"/>
                  </a:lnTo>
                  <a:lnTo>
                    <a:pt x="400174" y="20390"/>
                  </a:lnTo>
                  <a:lnTo>
                    <a:pt x="429521" y="19403"/>
                  </a:lnTo>
                  <a:lnTo>
                    <a:pt x="457190" y="18473"/>
                  </a:lnTo>
                  <a:lnTo>
                    <a:pt x="483363" y="17593"/>
                  </a:lnTo>
                  <a:lnTo>
                    <a:pt x="508193" y="16758"/>
                  </a:lnTo>
                  <a:lnTo>
                    <a:pt x="531811" y="15964"/>
                  </a:lnTo>
                  <a:lnTo>
                    <a:pt x="554330" y="15207"/>
                  </a:lnTo>
                  <a:lnTo>
                    <a:pt x="575848" y="14483"/>
                  </a:lnTo>
                  <a:lnTo>
                    <a:pt x="596450" y="13790"/>
                  </a:lnTo>
                  <a:lnTo>
                    <a:pt x="616211" y="13126"/>
                  </a:lnTo>
                  <a:lnTo>
                    <a:pt x="635197" y="12488"/>
                  </a:lnTo>
                  <a:lnTo>
                    <a:pt x="653466" y="11873"/>
                  </a:lnTo>
                  <a:lnTo>
                    <a:pt x="671071" y="11281"/>
                  </a:lnTo>
                  <a:lnTo>
                    <a:pt x="688058" y="10710"/>
                  </a:lnTo>
                  <a:lnTo>
                    <a:pt x="704468" y="10159"/>
                  </a:lnTo>
                  <a:lnTo>
                    <a:pt x="720341" y="9625"/>
                  </a:lnTo>
                  <a:lnTo>
                    <a:pt x="735710" y="9108"/>
                  </a:lnTo>
                  <a:lnTo>
                    <a:pt x="750606" y="8607"/>
                  </a:lnTo>
                  <a:lnTo>
                    <a:pt x="765057" y="8121"/>
                  </a:lnTo>
                  <a:lnTo>
                    <a:pt x="779089" y="7649"/>
                  </a:lnTo>
                  <a:lnTo>
                    <a:pt x="792726" y="7191"/>
                  </a:lnTo>
                  <a:lnTo>
                    <a:pt x="805989" y="6745"/>
                  </a:lnTo>
                  <a:lnTo>
                    <a:pt x="818899" y="6311"/>
                  </a:lnTo>
                  <a:lnTo>
                    <a:pt x="831473" y="5888"/>
                  </a:lnTo>
                  <a:lnTo>
                    <a:pt x="843728" y="5476"/>
                  </a:lnTo>
                  <a:lnTo>
                    <a:pt x="855681" y="5074"/>
                  </a:lnTo>
                  <a:lnTo>
                    <a:pt x="867346" y="4682"/>
                  </a:lnTo>
                  <a:lnTo>
                    <a:pt x="878737" y="4299"/>
                  </a:lnTo>
                  <a:lnTo>
                    <a:pt x="889866" y="3925"/>
                  </a:lnTo>
                  <a:lnTo>
                    <a:pt x="900744" y="3559"/>
                  </a:lnTo>
                  <a:lnTo>
                    <a:pt x="911384" y="3201"/>
                  </a:lnTo>
                  <a:lnTo>
                    <a:pt x="921794" y="2851"/>
                  </a:lnTo>
                  <a:lnTo>
                    <a:pt x="931986" y="2509"/>
                  </a:lnTo>
                  <a:lnTo>
                    <a:pt x="941967" y="2173"/>
                  </a:lnTo>
                  <a:lnTo>
                    <a:pt x="951747" y="1844"/>
                  </a:lnTo>
                  <a:lnTo>
                    <a:pt x="961333" y="1522"/>
                  </a:lnTo>
                  <a:lnTo>
                    <a:pt x="970732" y="1206"/>
                  </a:lnTo>
                  <a:lnTo>
                    <a:pt x="979953" y="896"/>
                  </a:lnTo>
                  <a:lnTo>
                    <a:pt x="989002" y="591"/>
                  </a:lnTo>
                  <a:lnTo>
                    <a:pt x="997884" y="293"/>
                  </a:lnTo>
                  <a:lnTo>
                    <a:pt x="100660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233897" y="19766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33897" y="17174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33897" y="1458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32722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6276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499829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33383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19371" y="19207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41009" y="18478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41433" y="180544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728536" y="19778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29974" y="200455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53260" y="14965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59141" y="19268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15157" y="17407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54663" y="19244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36672" y="19765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56382" y="18400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47499" y="19304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49622" y="16751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49687" y="19625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47614" y="19139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73203" y="17367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70852" y="20071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62724" y="1926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86487" y="18636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50807" y="13148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85874" y="15416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56868" y="18700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93355" y="18333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80741" y="19983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87346" y="18811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7801" y="18359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49851" y="195280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59429" y="191056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98920" y="20900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18937" y="19281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99656" y="19117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95345" y="18265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24265" y="14814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00269" y="14237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04841" y="16548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16643" y="17441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389737" y="17537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392490" y="16948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07803" y="17306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25291" y="16865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393005" y="19354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385790" y="1853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20092" y="19102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14677" y="16224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389070" y="16912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384402" y="18376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18686" y="17286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390342" y="12985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16437" y="17381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14141" y="18232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29535" y="17404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58067" y="17339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26552" y="17861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19002" y="17474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44278" y="16655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35505" y="173824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38564" y="19041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19559" y="15415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54346" y="19081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39688" y="18904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54997" y="18226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43180" y="17569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23964" y="17692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23925" y="19064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21755" y="16777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27375" y="17802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37937" y="18271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16614" y="17771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32849" y="18307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36860" y="15839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21259" y="17887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16986" y="17521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64665" y="1759077"/>
              <a:ext cx="1000012" cy="105431"/>
            </a:xfrm>
            <a:custGeom>
              <a:avLst/>
              <a:pathLst>
                <a:path w="1000012" h="105431">
                  <a:moveTo>
                    <a:pt x="0" y="105431"/>
                  </a:moveTo>
                  <a:lnTo>
                    <a:pt x="64215" y="98660"/>
                  </a:lnTo>
                  <a:lnTo>
                    <a:pt x="120858" y="92689"/>
                  </a:lnTo>
                  <a:lnTo>
                    <a:pt x="171526" y="87347"/>
                  </a:lnTo>
                  <a:lnTo>
                    <a:pt x="217361" y="82514"/>
                  </a:lnTo>
                  <a:lnTo>
                    <a:pt x="259205" y="78103"/>
                  </a:lnTo>
                  <a:lnTo>
                    <a:pt x="297698" y="74044"/>
                  </a:lnTo>
                  <a:lnTo>
                    <a:pt x="333337" y="70287"/>
                  </a:lnTo>
                  <a:lnTo>
                    <a:pt x="366516" y="66789"/>
                  </a:lnTo>
                  <a:lnTo>
                    <a:pt x="397553" y="63517"/>
                  </a:lnTo>
                  <a:lnTo>
                    <a:pt x="426707" y="60443"/>
                  </a:lnTo>
                  <a:lnTo>
                    <a:pt x="454195" y="57545"/>
                  </a:lnTo>
                  <a:lnTo>
                    <a:pt x="480196" y="54804"/>
                  </a:lnTo>
                  <a:lnTo>
                    <a:pt x="504863" y="52203"/>
                  </a:lnTo>
                  <a:lnTo>
                    <a:pt x="528327" y="49729"/>
                  </a:lnTo>
                  <a:lnTo>
                    <a:pt x="550698" y="47371"/>
                  </a:lnTo>
                  <a:lnTo>
                    <a:pt x="572075" y="45117"/>
                  </a:lnTo>
                  <a:lnTo>
                    <a:pt x="592542" y="42959"/>
                  </a:lnTo>
                  <a:lnTo>
                    <a:pt x="612174" y="40889"/>
                  </a:lnTo>
                  <a:lnTo>
                    <a:pt x="631035" y="38901"/>
                  </a:lnTo>
                  <a:lnTo>
                    <a:pt x="649185" y="36987"/>
                  </a:lnTo>
                  <a:lnTo>
                    <a:pt x="666674" y="35143"/>
                  </a:lnTo>
                  <a:lnTo>
                    <a:pt x="683550" y="33364"/>
                  </a:lnTo>
                  <a:lnTo>
                    <a:pt x="699853" y="31645"/>
                  </a:lnTo>
                  <a:lnTo>
                    <a:pt x="715622" y="29983"/>
                  </a:lnTo>
                  <a:lnTo>
                    <a:pt x="730890" y="28373"/>
                  </a:lnTo>
                  <a:lnTo>
                    <a:pt x="745688" y="26813"/>
                  </a:lnTo>
                  <a:lnTo>
                    <a:pt x="760045" y="25299"/>
                  </a:lnTo>
                  <a:lnTo>
                    <a:pt x="773985" y="23829"/>
                  </a:lnTo>
                  <a:lnTo>
                    <a:pt x="787532" y="22401"/>
                  </a:lnTo>
                  <a:lnTo>
                    <a:pt x="800709" y="21012"/>
                  </a:lnTo>
                  <a:lnTo>
                    <a:pt x="813533" y="19660"/>
                  </a:lnTo>
                  <a:lnTo>
                    <a:pt x="826025" y="18343"/>
                  </a:lnTo>
                  <a:lnTo>
                    <a:pt x="838201" y="17059"/>
                  </a:lnTo>
                  <a:lnTo>
                    <a:pt x="850075" y="15807"/>
                  </a:lnTo>
                  <a:lnTo>
                    <a:pt x="861664" y="14585"/>
                  </a:lnTo>
                  <a:lnTo>
                    <a:pt x="872980" y="13392"/>
                  </a:lnTo>
                  <a:lnTo>
                    <a:pt x="884036" y="12227"/>
                  </a:lnTo>
                  <a:lnTo>
                    <a:pt x="894843" y="11087"/>
                  </a:lnTo>
                  <a:lnTo>
                    <a:pt x="905413" y="9973"/>
                  </a:lnTo>
                  <a:lnTo>
                    <a:pt x="915755" y="8883"/>
                  </a:lnTo>
                  <a:lnTo>
                    <a:pt x="925880" y="7815"/>
                  </a:lnTo>
                  <a:lnTo>
                    <a:pt x="935796" y="6770"/>
                  </a:lnTo>
                  <a:lnTo>
                    <a:pt x="945511" y="5745"/>
                  </a:lnTo>
                  <a:lnTo>
                    <a:pt x="955034" y="4741"/>
                  </a:lnTo>
                  <a:lnTo>
                    <a:pt x="964373" y="3757"/>
                  </a:lnTo>
                  <a:lnTo>
                    <a:pt x="973533" y="2791"/>
                  </a:lnTo>
                  <a:lnTo>
                    <a:pt x="982522" y="1843"/>
                  </a:lnTo>
                  <a:lnTo>
                    <a:pt x="991346" y="913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64665" y="1793374"/>
              <a:ext cx="1000012" cy="208195"/>
            </a:xfrm>
            <a:custGeom>
              <a:avLst/>
              <a:pathLst>
                <a:path w="1000012" h="208195">
                  <a:moveTo>
                    <a:pt x="0" y="208195"/>
                  </a:moveTo>
                  <a:lnTo>
                    <a:pt x="64215" y="194825"/>
                  </a:lnTo>
                  <a:lnTo>
                    <a:pt x="120858" y="183033"/>
                  </a:lnTo>
                  <a:lnTo>
                    <a:pt x="171526" y="172484"/>
                  </a:lnTo>
                  <a:lnTo>
                    <a:pt x="217361" y="162942"/>
                  </a:lnTo>
                  <a:lnTo>
                    <a:pt x="259205" y="154230"/>
                  </a:lnTo>
                  <a:lnTo>
                    <a:pt x="297698" y="146216"/>
                  </a:lnTo>
                  <a:lnTo>
                    <a:pt x="333337" y="138796"/>
                  </a:lnTo>
                  <a:lnTo>
                    <a:pt x="366516" y="131889"/>
                  </a:lnTo>
                  <a:lnTo>
                    <a:pt x="397553" y="125427"/>
                  </a:lnTo>
                  <a:lnTo>
                    <a:pt x="426707" y="119357"/>
                  </a:lnTo>
                  <a:lnTo>
                    <a:pt x="454195" y="113634"/>
                  </a:lnTo>
                  <a:lnTo>
                    <a:pt x="480196" y="108221"/>
                  </a:lnTo>
                  <a:lnTo>
                    <a:pt x="504863" y="103086"/>
                  </a:lnTo>
                  <a:lnTo>
                    <a:pt x="528327" y="98201"/>
                  </a:lnTo>
                  <a:lnTo>
                    <a:pt x="550698" y="93543"/>
                  </a:lnTo>
                  <a:lnTo>
                    <a:pt x="572075" y="89093"/>
                  </a:lnTo>
                  <a:lnTo>
                    <a:pt x="592542" y="84832"/>
                  </a:lnTo>
                  <a:lnTo>
                    <a:pt x="612174" y="80744"/>
                  </a:lnTo>
                  <a:lnTo>
                    <a:pt x="631035" y="76818"/>
                  </a:lnTo>
                  <a:lnTo>
                    <a:pt x="649185" y="73039"/>
                  </a:lnTo>
                  <a:lnTo>
                    <a:pt x="666674" y="69398"/>
                  </a:lnTo>
                  <a:lnTo>
                    <a:pt x="683550" y="65884"/>
                  </a:lnTo>
                  <a:lnTo>
                    <a:pt x="699853" y="62490"/>
                  </a:lnTo>
                  <a:lnTo>
                    <a:pt x="715622" y="59207"/>
                  </a:lnTo>
                  <a:lnTo>
                    <a:pt x="730890" y="56029"/>
                  </a:lnTo>
                  <a:lnTo>
                    <a:pt x="745688" y="52948"/>
                  </a:lnTo>
                  <a:lnTo>
                    <a:pt x="760045" y="49959"/>
                  </a:lnTo>
                  <a:lnTo>
                    <a:pt x="773985" y="47057"/>
                  </a:lnTo>
                  <a:lnTo>
                    <a:pt x="787532" y="44236"/>
                  </a:lnTo>
                  <a:lnTo>
                    <a:pt x="800709" y="41493"/>
                  </a:lnTo>
                  <a:lnTo>
                    <a:pt x="813533" y="38823"/>
                  </a:lnTo>
                  <a:lnTo>
                    <a:pt x="826025" y="36222"/>
                  </a:lnTo>
                  <a:lnTo>
                    <a:pt x="838201" y="33687"/>
                  </a:lnTo>
                  <a:lnTo>
                    <a:pt x="850075" y="31215"/>
                  </a:lnTo>
                  <a:lnTo>
                    <a:pt x="861664" y="28802"/>
                  </a:lnTo>
                  <a:lnTo>
                    <a:pt x="872980" y="26447"/>
                  </a:lnTo>
                  <a:lnTo>
                    <a:pt x="884036" y="24145"/>
                  </a:lnTo>
                  <a:lnTo>
                    <a:pt x="894843" y="21895"/>
                  </a:lnTo>
                  <a:lnTo>
                    <a:pt x="905413" y="19694"/>
                  </a:lnTo>
                  <a:lnTo>
                    <a:pt x="915755" y="17541"/>
                  </a:lnTo>
                  <a:lnTo>
                    <a:pt x="925880" y="15433"/>
                  </a:lnTo>
                  <a:lnTo>
                    <a:pt x="935796" y="13369"/>
                  </a:lnTo>
                  <a:lnTo>
                    <a:pt x="945511" y="11346"/>
                  </a:lnTo>
                  <a:lnTo>
                    <a:pt x="955034" y="9363"/>
                  </a:lnTo>
                  <a:lnTo>
                    <a:pt x="964373" y="7419"/>
                  </a:lnTo>
                  <a:lnTo>
                    <a:pt x="973533" y="5512"/>
                  </a:lnTo>
                  <a:lnTo>
                    <a:pt x="982522" y="3641"/>
                  </a:lnTo>
                  <a:lnTo>
                    <a:pt x="991346" y="1804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64665" y="1831073"/>
              <a:ext cx="1000012" cy="34836"/>
            </a:xfrm>
            <a:custGeom>
              <a:avLst/>
              <a:pathLst>
                <a:path w="1000012" h="34836">
                  <a:moveTo>
                    <a:pt x="0" y="34836"/>
                  </a:moveTo>
                  <a:lnTo>
                    <a:pt x="64215" y="32599"/>
                  </a:lnTo>
                  <a:lnTo>
                    <a:pt x="120858" y="30625"/>
                  </a:lnTo>
                  <a:lnTo>
                    <a:pt x="171526" y="28860"/>
                  </a:lnTo>
                  <a:lnTo>
                    <a:pt x="217361" y="27264"/>
                  </a:lnTo>
                  <a:lnTo>
                    <a:pt x="259205" y="25806"/>
                  </a:lnTo>
                  <a:lnTo>
                    <a:pt x="297698" y="24465"/>
                  </a:lnTo>
                  <a:lnTo>
                    <a:pt x="333337" y="23224"/>
                  </a:lnTo>
                  <a:lnTo>
                    <a:pt x="366516" y="22068"/>
                  </a:lnTo>
                  <a:lnTo>
                    <a:pt x="397553" y="20987"/>
                  </a:lnTo>
                  <a:lnTo>
                    <a:pt x="426707" y="19971"/>
                  </a:lnTo>
                  <a:lnTo>
                    <a:pt x="454195" y="19013"/>
                  </a:lnTo>
                  <a:lnTo>
                    <a:pt x="480196" y="18108"/>
                  </a:lnTo>
                  <a:lnTo>
                    <a:pt x="504863" y="17248"/>
                  </a:lnTo>
                  <a:lnTo>
                    <a:pt x="528327" y="16431"/>
                  </a:lnTo>
                  <a:lnTo>
                    <a:pt x="550698" y="15652"/>
                  </a:lnTo>
                  <a:lnTo>
                    <a:pt x="572075" y="14907"/>
                  </a:lnTo>
                  <a:lnTo>
                    <a:pt x="592542" y="14194"/>
                  </a:lnTo>
                  <a:lnTo>
                    <a:pt x="612174" y="13510"/>
                  </a:lnTo>
                  <a:lnTo>
                    <a:pt x="631035" y="12853"/>
                  </a:lnTo>
                  <a:lnTo>
                    <a:pt x="649185" y="12221"/>
                  </a:lnTo>
                  <a:lnTo>
                    <a:pt x="666674" y="11612"/>
                  </a:lnTo>
                  <a:lnTo>
                    <a:pt x="683550" y="11024"/>
                  </a:lnTo>
                  <a:lnTo>
                    <a:pt x="699853" y="10456"/>
                  </a:lnTo>
                  <a:lnTo>
                    <a:pt x="715622" y="9906"/>
                  </a:lnTo>
                  <a:lnTo>
                    <a:pt x="730890" y="9375"/>
                  </a:lnTo>
                  <a:lnTo>
                    <a:pt x="745688" y="8859"/>
                  </a:lnTo>
                  <a:lnTo>
                    <a:pt x="760045" y="8359"/>
                  </a:lnTo>
                  <a:lnTo>
                    <a:pt x="773985" y="7873"/>
                  </a:lnTo>
                  <a:lnTo>
                    <a:pt x="787532" y="7401"/>
                  </a:lnTo>
                  <a:lnTo>
                    <a:pt x="800709" y="6942"/>
                  </a:lnTo>
                  <a:lnTo>
                    <a:pt x="813533" y="6496"/>
                  </a:lnTo>
                  <a:lnTo>
                    <a:pt x="826025" y="6060"/>
                  </a:lnTo>
                  <a:lnTo>
                    <a:pt x="838201" y="5636"/>
                  </a:lnTo>
                  <a:lnTo>
                    <a:pt x="850075" y="5223"/>
                  </a:lnTo>
                  <a:lnTo>
                    <a:pt x="861664" y="4819"/>
                  </a:lnTo>
                  <a:lnTo>
                    <a:pt x="872980" y="4425"/>
                  </a:lnTo>
                  <a:lnTo>
                    <a:pt x="884036" y="4040"/>
                  </a:lnTo>
                  <a:lnTo>
                    <a:pt x="894843" y="3663"/>
                  </a:lnTo>
                  <a:lnTo>
                    <a:pt x="905413" y="3295"/>
                  </a:lnTo>
                  <a:lnTo>
                    <a:pt x="915755" y="2935"/>
                  </a:lnTo>
                  <a:lnTo>
                    <a:pt x="925880" y="2582"/>
                  </a:lnTo>
                  <a:lnTo>
                    <a:pt x="935796" y="2237"/>
                  </a:lnTo>
                  <a:lnTo>
                    <a:pt x="945511" y="1898"/>
                  </a:lnTo>
                  <a:lnTo>
                    <a:pt x="955034" y="1566"/>
                  </a:lnTo>
                  <a:lnTo>
                    <a:pt x="964373" y="1241"/>
                  </a:lnTo>
                  <a:lnTo>
                    <a:pt x="973533" y="922"/>
                  </a:lnTo>
                  <a:lnTo>
                    <a:pt x="982522" y="609"/>
                  </a:lnTo>
                  <a:lnTo>
                    <a:pt x="991346" y="301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64665" y="1512080"/>
              <a:ext cx="1000012" cy="477700"/>
            </a:xfrm>
            <a:custGeom>
              <a:avLst/>
              <a:pathLst>
                <a:path w="1000012" h="477700">
                  <a:moveTo>
                    <a:pt x="0" y="477700"/>
                  </a:moveTo>
                  <a:lnTo>
                    <a:pt x="64215" y="447024"/>
                  </a:lnTo>
                  <a:lnTo>
                    <a:pt x="120858" y="419966"/>
                  </a:lnTo>
                  <a:lnTo>
                    <a:pt x="171526" y="395762"/>
                  </a:lnTo>
                  <a:lnTo>
                    <a:pt x="217361" y="373867"/>
                  </a:lnTo>
                  <a:lnTo>
                    <a:pt x="259205" y="353879"/>
                  </a:lnTo>
                  <a:lnTo>
                    <a:pt x="297698" y="335491"/>
                  </a:lnTo>
                  <a:lnTo>
                    <a:pt x="333337" y="318466"/>
                  </a:lnTo>
                  <a:lnTo>
                    <a:pt x="366516" y="302617"/>
                  </a:lnTo>
                  <a:lnTo>
                    <a:pt x="397553" y="287791"/>
                  </a:lnTo>
                  <a:lnTo>
                    <a:pt x="426707" y="273864"/>
                  </a:lnTo>
                  <a:lnTo>
                    <a:pt x="454195" y="260733"/>
                  </a:lnTo>
                  <a:lnTo>
                    <a:pt x="480196" y="248312"/>
                  </a:lnTo>
                  <a:lnTo>
                    <a:pt x="504863" y="236529"/>
                  </a:lnTo>
                  <a:lnTo>
                    <a:pt x="528327" y="225321"/>
                  </a:lnTo>
                  <a:lnTo>
                    <a:pt x="550698" y="214634"/>
                  </a:lnTo>
                  <a:lnTo>
                    <a:pt x="572075" y="204422"/>
                  </a:lnTo>
                  <a:lnTo>
                    <a:pt x="592542" y="194645"/>
                  </a:lnTo>
                  <a:lnTo>
                    <a:pt x="612174" y="185267"/>
                  </a:lnTo>
                  <a:lnTo>
                    <a:pt x="631035" y="176257"/>
                  </a:lnTo>
                  <a:lnTo>
                    <a:pt x="649185" y="167587"/>
                  </a:lnTo>
                  <a:lnTo>
                    <a:pt x="666674" y="159233"/>
                  </a:lnTo>
                  <a:lnTo>
                    <a:pt x="683550" y="151172"/>
                  </a:lnTo>
                  <a:lnTo>
                    <a:pt x="699853" y="143383"/>
                  </a:lnTo>
                  <a:lnTo>
                    <a:pt x="715622" y="135851"/>
                  </a:lnTo>
                  <a:lnTo>
                    <a:pt x="730890" y="128557"/>
                  </a:lnTo>
                  <a:lnTo>
                    <a:pt x="745688" y="121488"/>
                  </a:lnTo>
                  <a:lnTo>
                    <a:pt x="760045" y="114630"/>
                  </a:lnTo>
                  <a:lnTo>
                    <a:pt x="773985" y="107971"/>
                  </a:lnTo>
                  <a:lnTo>
                    <a:pt x="787532" y="101500"/>
                  </a:lnTo>
                  <a:lnTo>
                    <a:pt x="800709" y="95205"/>
                  </a:lnTo>
                  <a:lnTo>
                    <a:pt x="813533" y="89079"/>
                  </a:lnTo>
                  <a:lnTo>
                    <a:pt x="826025" y="83112"/>
                  </a:lnTo>
                  <a:lnTo>
                    <a:pt x="838201" y="77296"/>
                  </a:lnTo>
                  <a:lnTo>
                    <a:pt x="850075" y="71623"/>
                  </a:lnTo>
                  <a:lnTo>
                    <a:pt x="861664" y="66087"/>
                  </a:lnTo>
                  <a:lnTo>
                    <a:pt x="872980" y="60682"/>
                  </a:lnTo>
                  <a:lnTo>
                    <a:pt x="884036" y="55400"/>
                  </a:lnTo>
                  <a:lnTo>
                    <a:pt x="894843" y="50238"/>
                  </a:lnTo>
                  <a:lnTo>
                    <a:pt x="905413" y="45189"/>
                  </a:lnTo>
                  <a:lnTo>
                    <a:pt x="915755" y="40248"/>
                  </a:lnTo>
                  <a:lnTo>
                    <a:pt x="925880" y="35412"/>
                  </a:lnTo>
                  <a:lnTo>
                    <a:pt x="935796" y="30675"/>
                  </a:lnTo>
                  <a:lnTo>
                    <a:pt x="945511" y="26034"/>
                  </a:lnTo>
                  <a:lnTo>
                    <a:pt x="955034" y="21485"/>
                  </a:lnTo>
                  <a:lnTo>
                    <a:pt x="964373" y="17024"/>
                  </a:lnTo>
                  <a:lnTo>
                    <a:pt x="973533" y="12648"/>
                  </a:lnTo>
                  <a:lnTo>
                    <a:pt x="982522" y="8354"/>
                  </a:lnTo>
                  <a:lnTo>
                    <a:pt x="991346" y="4139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64665" y="1761356"/>
              <a:ext cx="1000012" cy="124935"/>
            </a:xfrm>
            <a:custGeom>
              <a:avLst/>
              <a:pathLst>
                <a:path w="1000012" h="124935">
                  <a:moveTo>
                    <a:pt x="0" y="0"/>
                  </a:moveTo>
                  <a:lnTo>
                    <a:pt x="64215" y="8022"/>
                  </a:lnTo>
                  <a:lnTo>
                    <a:pt x="120858" y="15099"/>
                  </a:lnTo>
                  <a:lnTo>
                    <a:pt x="171526" y="21429"/>
                  </a:lnTo>
                  <a:lnTo>
                    <a:pt x="217361" y="27155"/>
                  </a:lnTo>
                  <a:lnTo>
                    <a:pt x="259205" y="32383"/>
                  </a:lnTo>
                  <a:lnTo>
                    <a:pt x="297698" y="37192"/>
                  </a:lnTo>
                  <a:lnTo>
                    <a:pt x="333337" y="41645"/>
                  </a:lnTo>
                  <a:lnTo>
                    <a:pt x="366516" y="45790"/>
                  </a:lnTo>
                  <a:lnTo>
                    <a:pt x="397553" y="49667"/>
                  </a:lnTo>
                  <a:lnTo>
                    <a:pt x="426707" y="53310"/>
                  </a:lnTo>
                  <a:lnTo>
                    <a:pt x="454195" y="56744"/>
                  </a:lnTo>
                  <a:lnTo>
                    <a:pt x="480196" y="59992"/>
                  </a:lnTo>
                  <a:lnTo>
                    <a:pt x="504863" y="63074"/>
                  </a:lnTo>
                  <a:lnTo>
                    <a:pt x="528327" y="66006"/>
                  </a:lnTo>
                  <a:lnTo>
                    <a:pt x="550698" y="68801"/>
                  </a:lnTo>
                  <a:lnTo>
                    <a:pt x="572075" y="71471"/>
                  </a:lnTo>
                  <a:lnTo>
                    <a:pt x="592542" y="74028"/>
                  </a:lnTo>
                  <a:lnTo>
                    <a:pt x="612174" y="76481"/>
                  </a:lnTo>
                  <a:lnTo>
                    <a:pt x="631035" y="78837"/>
                  </a:lnTo>
                  <a:lnTo>
                    <a:pt x="649185" y="81105"/>
                  </a:lnTo>
                  <a:lnTo>
                    <a:pt x="666674" y="83290"/>
                  </a:lnTo>
                  <a:lnTo>
                    <a:pt x="683550" y="85398"/>
                  </a:lnTo>
                  <a:lnTo>
                    <a:pt x="699853" y="87435"/>
                  </a:lnTo>
                  <a:lnTo>
                    <a:pt x="715622" y="89405"/>
                  </a:lnTo>
                  <a:lnTo>
                    <a:pt x="730890" y="91313"/>
                  </a:lnTo>
                  <a:lnTo>
                    <a:pt x="745688" y="93161"/>
                  </a:lnTo>
                  <a:lnTo>
                    <a:pt x="760045" y="94955"/>
                  </a:lnTo>
                  <a:lnTo>
                    <a:pt x="773985" y="96697"/>
                  </a:lnTo>
                  <a:lnTo>
                    <a:pt x="787532" y="98389"/>
                  </a:lnTo>
                  <a:lnTo>
                    <a:pt x="800709" y="100035"/>
                  </a:lnTo>
                  <a:lnTo>
                    <a:pt x="813533" y="101638"/>
                  </a:lnTo>
                  <a:lnTo>
                    <a:pt x="826025" y="103198"/>
                  </a:lnTo>
                  <a:lnTo>
                    <a:pt x="838201" y="104719"/>
                  </a:lnTo>
                  <a:lnTo>
                    <a:pt x="850075" y="106203"/>
                  </a:lnTo>
                  <a:lnTo>
                    <a:pt x="861664" y="107651"/>
                  </a:lnTo>
                  <a:lnTo>
                    <a:pt x="872980" y="109065"/>
                  </a:lnTo>
                  <a:lnTo>
                    <a:pt x="884036" y="110446"/>
                  </a:lnTo>
                  <a:lnTo>
                    <a:pt x="894843" y="111796"/>
                  </a:lnTo>
                  <a:lnTo>
                    <a:pt x="905413" y="113117"/>
                  </a:lnTo>
                  <a:lnTo>
                    <a:pt x="915755" y="114409"/>
                  </a:lnTo>
                  <a:lnTo>
                    <a:pt x="925880" y="115674"/>
                  </a:lnTo>
                  <a:lnTo>
                    <a:pt x="935796" y="116912"/>
                  </a:lnTo>
                  <a:lnTo>
                    <a:pt x="945511" y="118126"/>
                  </a:lnTo>
                  <a:lnTo>
                    <a:pt x="955034" y="119316"/>
                  </a:lnTo>
                  <a:lnTo>
                    <a:pt x="964373" y="120483"/>
                  </a:lnTo>
                  <a:lnTo>
                    <a:pt x="973533" y="121627"/>
                  </a:lnTo>
                  <a:lnTo>
                    <a:pt x="982522" y="122750"/>
                  </a:lnTo>
                  <a:lnTo>
                    <a:pt x="991346" y="123853"/>
                  </a:lnTo>
                  <a:lnTo>
                    <a:pt x="1000012" y="124935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64665" y="1483656"/>
              <a:ext cx="1000012" cy="181177"/>
            </a:xfrm>
            <a:custGeom>
              <a:avLst/>
              <a:pathLst>
                <a:path w="1000012" h="181177">
                  <a:moveTo>
                    <a:pt x="0" y="0"/>
                  </a:moveTo>
                  <a:lnTo>
                    <a:pt x="64215" y="11634"/>
                  </a:lnTo>
                  <a:lnTo>
                    <a:pt x="120858" y="21896"/>
                  </a:lnTo>
                  <a:lnTo>
                    <a:pt x="171526" y="31076"/>
                  </a:lnTo>
                  <a:lnTo>
                    <a:pt x="217361" y="39380"/>
                  </a:lnTo>
                  <a:lnTo>
                    <a:pt x="259205" y="46961"/>
                  </a:lnTo>
                  <a:lnTo>
                    <a:pt x="297698" y="53935"/>
                  </a:lnTo>
                  <a:lnTo>
                    <a:pt x="333337" y="60392"/>
                  </a:lnTo>
                  <a:lnTo>
                    <a:pt x="366516" y="66403"/>
                  </a:lnTo>
                  <a:lnTo>
                    <a:pt x="397553" y="72026"/>
                  </a:lnTo>
                  <a:lnTo>
                    <a:pt x="426707" y="77309"/>
                  </a:lnTo>
                  <a:lnTo>
                    <a:pt x="454195" y="82289"/>
                  </a:lnTo>
                  <a:lnTo>
                    <a:pt x="480196" y="86999"/>
                  </a:lnTo>
                  <a:lnTo>
                    <a:pt x="504863" y="91469"/>
                  </a:lnTo>
                  <a:lnTo>
                    <a:pt x="528327" y="95720"/>
                  </a:lnTo>
                  <a:lnTo>
                    <a:pt x="550698" y="99773"/>
                  </a:lnTo>
                  <a:lnTo>
                    <a:pt x="572075" y="103646"/>
                  </a:lnTo>
                  <a:lnTo>
                    <a:pt x="592542" y="107354"/>
                  </a:lnTo>
                  <a:lnTo>
                    <a:pt x="612174" y="110911"/>
                  </a:lnTo>
                  <a:lnTo>
                    <a:pt x="631035" y="114328"/>
                  </a:lnTo>
                  <a:lnTo>
                    <a:pt x="649185" y="117616"/>
                  </a:lnTo>
                  <a:lnTo>
                    <a:pt x="666674" y="120785"/>
                  </a:lnTo>
                  <a:lnTo>
                    <a:pt x="683550" y="123842"/>
                  </a:lnTo>
                  <a:lnTo>
                    <a:pt x="699853" y="126796"/>
                  </a:lnTo>
                  <a:lnTo>
                    <a:pt x="715622" y="129653"/>
                  </a:lnTo>
                  <a:lnTo>
                    <a:pt x="730890" y="132419"/>
                  </a:lnTo>
                  <a:lnTo>
                    <a:pt x="745688" y="135100"/>
                  </a:lnTo>
                  <a:lnTo>
                    <a:pt x="760045" y="137701"/>
                  </a:lnTo>
                  <a:lnTo>
                    <a:pt x="773985" y="140227"/>
                  </a:lnTo>
                  <a:lnTo>
                    <a:pt x="787532" y="142681"/>
                  </a:lnTo>
                  <a:lnTo>
                    <a:pt x="800709" y="145069"/>
                  </a:lnTo>
                  <a:lnTo>
                    <a:pt x="813533" y="147392"/>
                  </a:lnTo>
                  <a:lnTo>
                    <a:pt x="826025" y="149655"/>
                  </a:lnTo>
                  <a:lnTo>
                    <a:pt x="838201" y="151861"/>
                  </a:lnTo>
                  <a:lnTo>
                    <a:pt x="850075" y="154013"/>
                  </a:lnTo>
                  <a:lnTo>
                    <a:pt x="861664" y="156112"/>
                  </a:lnTo>
                  <a:lnTo>
                    <a:pt x="872980" y="158162"/>
                  </a:lnTo>
                  <a:lnTo>
                    <a:pt x="884036" y="160165"/>
                  </a:lnTo>
                  <a:lnTo>
                    <a:pt x="894843" y="162123"/>
                  </a:lnTo>
                  <a:lnTo>
                    <a:pt x="905413" y="164038"/>
                  </a:lnTo>
                  <a:lnTo>
                    <a:pt x="915755" y="165912"/>
                  </a:lnTo>
                  <a:lnTo>
                    <a:pt x="925880" y="167746"/>
                  </a:lnTo>
                  <a:lnTo>
                    <a:pt x="935796" y="169543"/>
                  </a:lnTo>
                  <a:lnTo>
                    <a:pt x="945511" y="171303"/>
                  </a:lnTo>
                  <a:lnTo>
                    <a:pt x="955034" y="173029"/>
                  </a:lnTo>
                  <a:lnTo>
                    <a:pt x="964373" y="174720"/>
                  </a:lnTo>
                  <a:lnTo>
                    <a:pt x="973533" y="176380"/>
                  </a:lnTo>
                  <a:lnTo>
                    <a:pt x="982522" y="178009"/>
                  </a:lnTo>
                  <a:lnTo>
                    <a:pt x="991346" y="179607"/>
                  </a:lnTo>
                  <a:lnTo>
                    <a:pt x="1000012" y="18117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64665" y="1792880"/>
              <a:ext cx="1000012" cy="130815"/>
            </a:xfrm>
            <a:custGeom>
              <a:avLst/>
              <a:pathLst>
                <a:path w="1000012" h="130815">
                  <a:moveTo>
                    <a:pt x="0" y="130815"/>
                  </a:moveTo>
                  <a:lnTo>
                    <a:pt x="64215" y="122414"/>
                  </a:lnTo>
                  <a:lnTo>
                    <a:pt x="120858" y="115005"/>
                  </a:lnTo>
                  <a:lnTo>
                    <a:pt x="171526" y="108377"/>
                  </a:lnTo>
                  <a:lnTo>
                    <a:pt x="217361" y="102381"/>
                  </a:lnTo>
                  <a:lnTo>
                    <a:pt x="259205" y="96907"/>
                  </a:lnTo>
                  <a:lnTo>
                    <a:pt x="297698" y="91872"/>
                  </a:lnTo>
                  <a:lnTo>
                    <a:pt x="333337" y="87210"/>
                  </a:lnTo>
                  <a:lnTo>
                    <a:pt x="366516" y="82869"/>
                  </a:lnTo>
                  <a:lnTo>
                    <a:pt x="397553" y="78809"/>
                  </a:lnTo>
                  <a:lnTo>
                    <a:pt x="426707" y="74996"/>
                  </a:lnTo>
                  <a:lnTo>
                    <a:pt x="454195" y="71400"/>
                  </a:lnTo>
                  <a:lnTo>
                    <a:pt x="480196" y="67998"/>
                  </a:lnTo>
                  <a:lnTo>
                    <a:pt x="504863" y="64772"/>
                  </a:lnTo>
                  <a:lnTo>
                    <a:pt x="528327" y="61702"/>
                  </a:lnTo>
                  <a:lnTo>
                    <a:pt x="550698" y="58776"/>
                  </a:lnTo>
                  <a:lnTo>
                    <a:pt x="572075" y="55979"/>
                  </a:lnTo>
                  <a:lnTo>
                    <a:pt x="592542" y="53302"/>
                  </a:lnTo>
                  <a:lnTo>
                    <a:pt x="612174" y="50734"/>
                  </a:lnTo>
                  <a:lnTo>
                    <a:pt x="631035" y="48267"/>
                  </a:lnTo>
                  <a:lnTo>
                    <a:pt x="649185" y="45892"/>
                  </a:lnTo>
                  <a:lnTo>
                    <a:pt x="666674" y="43605"/>
                  </a:lnTo>
                  <a:lnTo>
                    <a:pt x="683550" y="41397"/>
                  </a:lnTo>
                  <a:lnTo>
                    <a:pt x="699853" y="39264"/>
                  </a:lnTo>
                  <a:lnTo>
                    <a:pt x="715622" y="37202"/>
                  </a:lnTo>
                  <a:lnTo>
                    <a:pt x="730890" y="35204"/>
                  </a:lnTo>
                  <a:lnTo>
                    <a:pt x="745688" y="33268"/>
                  </a:lnTo>
                  <a:lnTo>
                    <a:pt x="760045" y="31390"/>
                  </a:lnTo>
                  <a:lnTo>
                    <a:pt x="773985" y="29567"/>
                  </a:lnTo>
                  <a:lnTo>
                    <a:pt x="787532" y="27795"/>
                  </a:lnTo>
                  <a:lnTo>
                    <a:pt x="800709" y="26071"/>
                  </a:lnTo>
                  <a:lnTo>
                    <a:pt x="813533" y="24393"/>
                  </a:lnTo>
                  <a:lnTo>
                    <a:pt x="826025" y="22759"/>
                  </a:lnTo>
                  <a:lnTo>
                    <a:pt x="838201" y="21167"/>
                  </a:lnTo>
                  <a:lnTo>
                    <a:pt x="850075" y="19613"/>
                  </a:lnTo>
                  <a:lnTo>
                    <a:pt x="861664" y="18097"/>
                  </a:lnTo>
                  <a:lnTo>
                    <a:pt x="872980" y="16617"/>
                  </a:lnTo>
                  <a:lnTo>
                    <a:pt x="884036" y="15171"/>
                  </a:lnTo>
                  <a:lnTo>
                    <a:pt x="894843" y="13757"/>
                  </a:lnTo>
                  <a:lnTo>
                    <a:pt x="905413" y="12374"/>
                  </a:lnTo>
                  <a:lnTo>
                    <a:pt x="915755" y="11021"/>
                  </a:lnTo>
                  <a:lnTo>
                    <a:pt x="925880" y="9697"/>
                  </a:lnTo>
                  <a:lnTo>
                    <a:pt x="935796" y="8400"/>
                  </a:lnTo>
                  <a:lnTo>
                    <a:pt x="945511" y="7129"/>
                  </a:lnTo>
                  <a:lnTo>
                    <a:pt x="955034" y="5883"/>
                  </a:lnTo>
                  <a:lnTo>
                    <a:pt x="964373" y="4662"/>
                  </a:lnTo>
                  <a:lnTo>
                    <a:pt x="973533" y="3463"/>
                  </a:lnTo>
                  <a:lnTo>
                    <a:pt x="982522" y="2287"/>
                  </a:lnTo>
                  <a:lnTo>
                    <a:pt x="991346" y="1133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64665" y="1741578"/>
              <a:ext cx="1000012" cy="227720"/>
            </a:xfrm>
            <a:custGeom>
              <a:avLst/>
              <a:pathLst>
                <a:path w="1000012" h="227720">
                  <a:moveTo>
                    <a:pt x="0" y="227720"/>
                  </a:moveTo>
                  <a:lnTo>
                    <a:pt x="64215" y="213097"/>
                  </a:lnTo>
                  <a:lnTo>
                    <a:pt x="120858" y="200199"/>
                  </a:lnTo>
                  <a:lnTo>
                    <a:pt x="171526" y="188660"/>
                  </a:lnTo>
                  <a:lnTo>
                    <a:pt x="217361" y="178223"/>
                  </a:lnTo>
                  <a:lnTo>
                    <a:pt x="259205" y="168694"/>
                  </a:lnTo>
                  <a:lnTo>
                    <a:pt x="297698" y="159929"/>
                  </a:lnTo>
                  <a:lnTo>
                    <a:pt x="333337" y="151813"/>
                  </a:lnTo>
                  <a:lnTo>
                    <a:pt x="366516" y="144258"/>
                  </a:lnTo>
                  <a:lnTo>
                    <a:pt x="397553" y="137190"/>
                  </a:lnTo>
                  <a:lnTo>
                    <a:pt x="426707" y="130551"/>
                  </a:lnTo>
                  <a:lnTo>
                    <a:pt x="454195" y="124292"/>
                  </a:lnTo>
                  <a:lnTo>
                    <a:pt x="480196" y="118371"/>
                  </a:lnTo>
                  <a:lnTo>
                    <a:pt x="504863" y="112754"/>
                  </a:lnTo>
                  <a:lnTo>
                    <a:pt x="528327" y="107411"/>
                  </a:lnTo>
                  <a:lnTo>
                    <a:pt x="550698" y="102316"/>
                  </a:lnTo>
                  <a:lnTo>
                    <a:pt x="572075" y="97448"/>
                  </a:lnTo>
                  <a:lnTo>
                    <a:pt x="592542" y="92787"/>
                  </a:lnTo>
                  <a:lnTo>
                    <a:pt x="612174" y="88317"/>
                  </a:lnTo>
                  <a:lnTo>
                    <a:pt x="631035" y="84022"/>
                  </a:lnTo>
                  <a:lnTo>
                    <a:pt x="649185" y="79889"/>
                  </a:lnTo>
                  <a:lnTo>
                    <a:pt x="666674" y="75906"/>
                  </a:lnTo>
                  <a:lnTo>
                    <a:pt x="683550" y="72064"/>
                  </a:lnTo>
                  <a:lnTo>
                    <a:pt x="699853" y="68351"/>
                  </a:lnTo>
                  <a:lnTo>
                    <a:pt x="715622" y="64760"/>
                  </a:lnTo>
                  <a:lnTo>
                    <a:pt x="730890" y="61283"/>
                  </a:lnTo>
                  <a:lnTo>
                    <a:pt x="745688" y="57913"/>
                  </a:lnTo>
                  <a:lnTo>
                    <a:pt x="760045" y="54644"/>
                  </a:lnTo>
                  <a:lnTo>
                    <a:pt x="773985" y="51470"/>
                  </a:lnTo>
                  <a:lnTo>
                    <a:pt x="787532" y="48385"/>
                  </a:lnTo>
                  <a:lnTo>
                    <a:pt x="800709" y="45384"/>
                  </a:lnTo>
                  <a:lnTo>
                    <a:pt x="813533" y="42464"/>
                  </a:lnTo>
                  <a:lnTo>
                    <a:pt x="826025" y="39619"/>
                  </a:lnTo>
                  <a:lnTo>
                    <a:pt x="838201" y="36847"/>
                  </a:lnTo>
                  <a:lnTo>
                    <a:pt x="850075" y="34143"/>
                  </a:lnTo>
                  <a:lnTo>
                    <a:pt x="861664" y="31504"/>
                  </a:lnTo>
                  <a:lnTo>
                    <a:pt x="872980" y="28927"/>
                  </a:lnTo>
                  <a:lnTo>
                    <a:pt x="884036" y="26409"/>
                  </a:lnTo>
                  <a:lnTo>
                    <a:pt x="894843" y="23948"/>
                  </a:lnTo>
                  <a:lnTo>
                    <a:pt x="905413" y="21541"/>
                  </a:lnTo>
                  <a:lnTo>
                    <a:pt x="915755" y="19186"/>
                  </a:lnTo>
                  <a:lnTo>
                    <a:pt x="925880" y="16881"/>
                  </a:lnTo>
                  <a:lnTo>
                    <a:pt x="935796" y="14623"/>
                  </a:lnTo>
                  <a:lnTo>
                    <a:pt x="945511" y="12410"/>
                  </a:lnTo>
                  <a:lnTo>
                    <a:pt x="955034" y="10242"/>
                  </a:lnTo>
                  <a:lnTo>
                    <a:pt x="964373" y="8115"/>
                  </a:lnTo>
                  <a:lnTo>
                    <a:pt x="973533" y="6029"/>
                  </a:lnTo>
                  <a:lnTo>
                    <a:pt x="982522" y="3982"/>
                  </a:lnTo>
                  <a:lnTo>
                    <a:pt x="991346" y="1973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64665" y="1942481"/>
              <a:ext cx="1000012" cy="52510"/>
            </a:xfrm>
            <a:custGeom>
              <a:avLst/>
              <a:pathLst>
                <a:path w="1000012" h="52510">
                  <a:moveTo>
                    <a:pt x="0" y="52510"/>
                  </a:moveTo>
                  <a:lnTo>
                    <a:pt x="64215" y="49138"/>
                  </a:lnTo>
                  <a:lnTo>
                    <a:pt x="120858" y="46164"/>
                  </a:lnTo>
                  <a:lnTo>
                    <a:pt x="171526" y="43503"/>
                  </a:lnTo>
                  <a:lnTo>
                    <a:pt x="217361" y="41096"/>
                  </a:lnTo>
                  <a:lnTo>
                    <a:pt x="259205" y="38899"/>
                  </a:lnTo>
                  <a:lnTo>
                    <a:pt x="297698" y="36878"/>
                  </a:lnTo>
                  <a:lnTo>
                    <a:pt x="333337" y="35006"/>
                  </a:lnTo>
                  <a:lnTo>
                    <a:pt x="366516" y="33264"/>
                  </a:lnTo>
                  <a:lnTo>
                    <a:pt x="397553" y="31634"/>
                  </a:lnTo>
                  <a:lnTo>
                    <a:pt x="426707" y="30104"/>
                  </a:lnTo>
                  <a:lnTo>
                    <a:pt x="454195" y="28660"/>
                  </a:lnTo>
                  <a:lnTo>
                    <a:pt x="480196" y="27295"/>
                  </a:lnTo>
                  <a:lnTo>
                    <a:pt x="504863" y="26000"/>
                  </a:lnTo>
                  <a:lnTo>
                    <a:pt x="528327" y="24768"/>
                  </a:lnTo>
                  <a:lnTo>
                    <a:pt x="550698" y="23593"/>
                  </a:lnTo>
                  <a:lnTo>
                    <a:pt x="572075" y="22470"/>
                  </a:lnTo>
                  <a:lnTo>
                    <a:pt x="592542" y="21396"/>
                  </a:lnTo>
                  <a:lnTo>
                    <a:pt x="612174" y="20365"/>
                  </a:lnTo>
                  <a:lnTo>
                    <a:pt x="631035" y="19374"/>
                  </a:lnTo>
                  <a:lnTo>
                    <a:pt x="649185" y="18421"/>
                  </a:lnTo>
                  <a:lnTo>
                    <a:pt x="666674" y="17503"/>
                  </a:lnTo>
                  <a:lnTo>
                    <a:pt x="683550" y="16617"/>
                  </a:lnTo>
                  <a:lnTo>
                    <a:pt x="699853" y="15761"/>
                  </a:lnTo>
                  <a:lnTo>
                    <a:pt x="715622" y="14933"/>
                  </a:lnTo>
                  <a:lnTo>
                    <a:pt x="730890" y="14131"/>
                  </a:lnTo>
                  <a:lnTo>
                    <a:pt x="745688" y="13354"/>
                  </a:lnTo>
                  <a:lnTo>
                    <a:pt x="760045" y="12600"/>
                  </a:lnTo>
                  <a:lnTo>
                    <a:pt x="773985" y="11868"/>
                  </a:lnTo>
                  <a:lnTo>
                    <a:pt x="787532" y="11157"/>
                  </a:lnTo>
                  <a:lnTo>
                    <a:pt x="800709" y="10465"/>
                  </a:lnTo>
                  <a:lnTo>
                    <a:pt x="813533" y="9791"/>
                  </a:lnTo>
                  <a:lnTo>
                    <a:pt x="826025" y="9135"/>
                  </a:lnTo>
                  <a:lnTo>
                    <a:pt x="838201" y="8496"/>
                  </a:lnTo>
                  <a:lnTo>
                    <a:pt x="850075" y="7873"/>
                  </a:lnTo>
                  <a:lnTo>
                    <a:pt x="861664" y="7264"/>
                  </a:lnTo>
                  <a:lnTo>
                    <a:pt x="872980" y="6670"/>
                  </a:lnTo>
                  <a:lnTo>
                    <a:pt x="884036" y="6089"/>
                  </a:lnTo>
                  <a:lnTo>
                    <a:pt x="894843" y="5522"/>
                  </a:lnTo>
                  <a:lnTo>
                    <a:pt x="905413" y="4967"/>
                  </a:lnTo>
                  <a:lnTo>
                    <a:pt x="915755" y="4424"/>
                  </a:lnTo>
                  <a:lnTo>
                    <a:pt x="925880" y="3892"/>
                  </a:lnTo>
                  <a:lnTo>
                    <a:pt x="935796" y="3371"/>
                  </a:lnTo>
                  <a:lnTo>
                    <a:pt x="945511" y="2861"/>
                  </a:lnTo>
                  <a:lnTo>
                    <a:pt x="955034" y="2361"/>
                  </a:lnTo>
                  <a:lnTo>
                    <a:pt x="964373" y="1871"/>
                  </a:lnTo>
                  <a:lnTo>
                    <a:pt x="973533" y="1390"/>
                  </a:lnTo>
                  <a:lnTo>
                    <a:pt x="982522" y="918"/>
                  </a:lnTo>
                  <a:lnTo>
                    <a:pt x="991346" y="455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64665" y="1834297"/>
              <a:ext cx="1000012" cy="66675"/>
            </a:xfrm>
            <a:custGeom>
              <a:avLst/>
              <a:pathLst>
                <a:path w="1000012" h="66675">
                  <a:moveTo>
                    <a:pt x="0" y="66675"/>
                  </a:moveTo>
                  <a:lnTo>
                    <a:pt x="64215" y="62393"/>
                  </a:lnTo>
                  <a:lnTo>
                    <a:pt x="120858" y="58617"/>
                  </a:lnTo>
                  <a:lnTo>
                    <a:pt x="171526" y="55238"/>
                  </a:lnTo>
                  <a:lnTo>
                    <a:pt x="217361" y="52182"/>
                  </a:lnTo>
                  <a:lnTo>
                    <a:pt x="259205" y="49392"/>
                  </a:lnTo>
                  <a:lnTo>
                    <a:pt x="297698" y="46826"/>
                  </a:lnTo>
                  <a:lnTo>
                    <a:pt x="333337" y="44450"/>
                  </a:lnTo>
                  <a:lnTo>
                    <a:pt x="366516" y="42237"/>
                  </a:lnTo>
                  <a:lnTo>
                    <a:pt x="397553" y="40168"/>
                  </a:lnTo>
                  <a:lnTo>
                    <a:pt x="426707" y="38224"/>
                  </a:lnTo>
                  <a:lnTo>
                    <a:pt x="454195" y="36392"/>
                  </a:lnTo>
                  <a:lnTo>
                    <a:pt x="480196" y="34658"/>
                  </a:lnTo>
                  <a:lnTo>
                    <a:pt x="504863" y="33013"/>
                  </a:lnTo>
                  <a:lnTo>
                    <a:pt x="528327" y="31449"/>
                  </a:lnTo>
                  <a:lnTo>
                    <a:pt x="550698" y="29957"/>
                  </a:lnTo>
                  <a:lnTo>
                    <a:pt x="572075" y="28532"/>
                  </a:lnTo>
                  <a:lnTo>
                    <a:pt x="592542" y="27167"/>
                  </a:lnTo>
                  <a:lnTo>
                    <a:pt x="612174" y="25858"/>
                  </a:lnTo>
                  <a:lnTo>
                    <a:pt x="631035" y="24601"/>
                  </a:lnTo>
                  <a:lnTo>
                    <a:pt x="649185" y="23391"/>
                  </a:lnTo>
                  <a:lnTo>
                    <a:pt x="666674" y="22225"/>
                  </a:lnTo>
                  <a:lnTo>
                    <a:pt x="683550" y="21099"/>
                  </a:lnTo>
                  <a:lnTo>
                    <a:pt x="699853" y="20012"/>
                  </a:lnTo>
                  <a:lnTo>
                    <a:pt x="715622" y="18961"/>
                  </a:lnTo>
                  <a:lnTo>
                    <a:pt x="730890" y="17943"/>
                  </a:lnTo>
                  <a:lnTo>
                    <a:pt x="745688" y="16956"/>
                  </a:lnTo>
                  <a:lnTo>
                    <a:pt x="760045" y="15999"/>
                  </a:lnTo>
                  <a:lnTo>
                    <a:pt x="773985" y="15070"/>
                  </a:lnTo>
                  <a:lnTo>
                    <a:pt x="787532" y="14166"/>
                  </a:lnTo>
                  <a:lnTo>
                    <a:pt x="800709" y="13288"/>
                  </a:lnTo>
                  <a:lnTo>
                    <a:pt x="813533" y="12433"/>
                  </a:lnTo>
                  <a:lnTo>
                    <a:pt x="826025" y="11600"/>
                  </a:lnTo>
                  <a:lnTo>
                    <a:pt x="838201" y="10788"/>
                  </a:lnTo>
                  <a:lnTo>
                    <a:pt x="850075" y="9996"/>
                  </a:lnTo>
                  <a:lnTo>
                    <a:pt x="861664" y="9224"/>
                  </a:lnTo>
                  <a:lnTo>
                    <a:pt x="872980" y="8469"/>
                  </a:lnTo>
                  <a:lnTo>
                    <a:pt x="884036" y="7732"/>
                  </a:lnTo>
                  <a:lnTo>
                    <a:pt x="894843" y="7012"/>
                  </a:lnTo>
                  <a:lnTo>
                    <a:pt x="905413" y="6307"/>
                  </a:lnTo>
                  <a:lnTo>
                    <a:pt x="915755" y="5617"/>
                  </a:lnTo>
                  <a:lnTo>
                    <a:pt x="925880" y="4942"/>
                  </a:lnTo>
                  <a:lnTo>
                    <a:pt x="935796" y="4281"/>
                  </a:lnTo>
                  <a:lnTo>
                    <a:pt x="945511" y="3633"/>
                  </a:lnTo>
                  <a:lnTo>
                    <a:pt x="955034" y="2998"/>
                  </a:lnTo>
                  <a:lnTo>
                    <a:pt x="964373" y="2376"/>
                  </a:lnTo>
                  <a:lnTo>
                    <a:pt x="973533" y="1765"/>
                  </a:lnTo>
                  <a:lnTo>
                    <a:pt x="982522" y="1166"/>
                  </a:lnTo>
                  <a:lnTo>
                    <a:pt x="991346" y="577"/>
                  </a:lnTo>
                  <a:lnTo>
                    <a:pt x="100001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62616" y="21176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62616" y="19049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62616" y="16923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62616" y="14796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6466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9800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3134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6467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68280" y="32358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62316" y="33195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65858" y="309497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66995" y="31066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47737" y="34179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32029" y="3118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39873" y="34056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28999" y="34188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51967" y="3332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57910" y="31572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86946" y="31797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74014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88581" y="30691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82277" y="32654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62435" y="33475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69746" y="32711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58177" y="29959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61234" y="31055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63845" y="32326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77431" y="27501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81315" y="30011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65148" y="31873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74912" y="29208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97321" y="29212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55980" y="33555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73325" y="27666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0324" y="30423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66578" y="31090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94326" y="31437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18729" y="30928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08935" y="31677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34348" y="31655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2177" y="29656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95905" y="32199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25917" y="31129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08650" y="32764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07337" y="32717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10308" y="29378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97984" y="30257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03345" y="29374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04190" y="29028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098113" y="33541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26624" y="32087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15789" y="29638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094721" y="28199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2297" y="32776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13434" y="29750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98467" y="30949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68573" y="31711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45273" y="32419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7753" y="32066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61257" y="34179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41618" y="32624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43333" y="33147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48826" y="26823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55170" y="332877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38244" y="31948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41447" y="31173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58430" y="32646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71908" y="31278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27824" y="32822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32408" y="32851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60485" y="32975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51293" y="336206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28816" y="306353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44878" y="33124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37201" y="32357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49536" y="31687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42765" y="32305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62530" y="27322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30179" y="32187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35693" y="32557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72595" y="3242054"/>
              <a:ext cx="1007008" cy="68266"/>
            </a:xfrm>
            <a:custGeom>
              <a:avLst/>
              <a:pathLst>
                <a:path w="1007008" h="68266">
                  <a:moveTo>
                    <a:pt x="0" y="0"/>
                  </a:moveTo>
                  <a:lnTo>
                    <a:pt x="64665" y="4383"/>
                  </a:lnTo>
                  <a:lnTo>
                    <a:pt x="121703" y="8250"/>
                  </a:lnTo>
                  <a:lnTo>
                    <a:pt x="172726" y="11709"/>
                  </a:lnTo>
                  <a:lnTo>
                    <a:pt x="218882" y="14838"/>
                  </a:lnTo>
                  <a:lnTo>
                    <a:pt x="261019" y="17694"/>
                  </a:lnTo>
                  <a:lnTo>
                    <a:pt x="299781" y="20322"/>
                  </a:lnTo>
                  <a:lnTo>
                    <a:pt x="335669" y="22755"/>
                  </a:lnTo>
                  <a:lnTo>
                    <a:pt x="369080" y="25020"/>
                  </a:lnTo>
                  <a:lnTo>
                    <a:pt x="400334" y="27139"/>
                  </a:lnTo>
                  <a:lnTo>
                    <a:pt x="429693" y="29129"/>
                  </a:lnTo>
                  <a:lnTo>
                    <a:pt x="457373" y="31005"/>
                  </a:lnTo>
                  <a:lnTo>
                    <a:pt x="483556" y="32780"/>
                  </a:lnTo>
                  <a:lnTo>
                    <a:pt x="508396" y="34464"/>
                  </a:lnTo>
                  <a:lnTo>
                    <a:pt x="532023" y="36066"/>
                  </a:lnTo>
                  <a:lnTo>
                    <a:pt x="554551" y="37593"/>
                  </a:lnTo>
                  <a:lnTo>
                    <a:pt x="576078" y="39053"/>
                  </a:lnTo>
                  <a:lnTo>
                    <a:pt x="596688" y="40450"/>
                  </a:lnTo>
                  <a:lnTo>
                    <a:pt x="616457" y="41790"/>
                  </a:lnTo>
                  <a:lnTo>
                    <a:pt x="635451" y="43077"/>
                  </a:lnTo>
                  <a:lnTo>
                    <a:pt x="653727" y="44316"/>
                  </a:lnTo>
                  <a:lnTo>
                    <a:pt x="671339" y="45510"/>
                  </a:lnTo>
                  <a:lnTo>
                    <a:pt x="688332" y="46662"/>
                  </a:lnTo>
                  <a:lnTo>
                    <a:pt x="704750" y="47775"/>
                  </a:lnTo>
                  <a:lnTo>
                    <a:pt x="720629" y="48852"/>
                  </a:lnTo>
                  <a:lnTo>
                    <a:pt x="736004" y="49894"/>
                  </a:lnTo>
                  <a:lnTo>
                    <a:pt x="750906" y="50904"/>
                  </a:lnTo>
                  <a:lnTo>
                    <a:pt x="765362" y="51884"/>
                  </a:lnTo>
                  <a:lnTo>
                    <a:pt x="779400" y="52836"/>
                  </a:lnTo>
                  <a:lnTo>
                    <a:pt x="793042" y="53761"/>
                  </a:lnTo>
                  <a:lnTo>
                    <a:pt x="806311" y="54660"/>
                  </a:lnTo>
                  <a:lnTo>
                    <a:pt x="819226" y="55536"/>
                  </a:lnTo>
                  <a:lnTo>
                    <a:pt x="831805" y="56389"/>
                  </a:lnTo>
                  <a:lnTo>
                    <a:pt x="844065" y="57220"/>
                  </a:lnTo>
                  <a:lnTo>
                    <a:pt x="856023" y="58030"/>
                  </a:lnTo>
                  <a:lnTo>
                    <a:pt x="867693" y="58821"/>
                  </a:lnTo>
                  <a:lnTo>
                    <a:pt x="879088" y="59594"/>
                  </a:lnTo>
                  <a:lnTo>
                    <a:pt x="890221" y="60349"/>
                  </a:lnTo>
                  <a:lnTo>
                    <a:pt x="901104" y="61086"/>
                  </a:lnTo>
                  <a:lnTo>
                    <a:pt x="911748" y="61808"/>
                  </a:lnTo>
                  <a:lnTo>
                    <a:pt x="922162" y="62514"/>
                  </a:lnTo>
                  <a:lnTo>
                    <a:pt x="932358" y="63205"/>
                  </a:lnTo>
                  <a:lnTo>
                    <a:pt x="942343" y="63882"/>
                  </a:lnTo>
                  <a:lnTo>
                    <a:pt x="952127" y="64545"/>
                  </a:lnTo>
                  <a:lnTo>
                    <a:pt x="961717" y="65195"/>
                  </a:lnTo>
                  <a:lnTo>
                    <a:pt x="971120" y="65833"/>
                  </a:lnTo>
                  <a:lnTo>
                    <a:pt x="980345" y="66458"/>
                  </a:lnTo>
                  <a:lnTo>
                    <a:pt x="989397" y="67072"/>
                  </a:lnTo>
                  <a:lnTo>
                    <a:pt x="998282" y="67674"/>
                  </a:lnTo>
                  <a:lnTo>
                    <a:pt x="1007008" y="6826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72595" y="3152817"/>
              <a:ext cx="1007008" cy="36759"/>
            </a:xfrm>
            <a:custGeom>
              <a:avLst/>
              <a:pathLst>
                <a:path w="1007008" h="36759">
                  <a:moveTo>
                    <a:pt x="0" y="0"/>
                  </a:moveTo>
                  <a:lnTo>
                    <a:pt x="64665" y="2360"/>
                  </a:lnTo>
                  <a:lnTo>
                    <a:pt x="121703" y="4442"/>
                  </a:lnTo>
                  <a:lnTo>
                    <a:pt x="172726" y="6305"/>
                  </a:lnTo>
                  <a:lnTo>
                    <a:pt x="218882" y="7990"/>
                  </a:lnTo>
                  <a:lnTo>
                    <a:pt x="261019" y="9528"/>
                  </a:lnTo>
                  <a:lnTo>
                    <a:pt x="299781" y="10943"/>
                  </a:lnTo>
                  <a:lnTo>
                    <a:pt x="335669" y="12253"/>
                  </a:lnTo>
                  <a:lnTo>
                    <a:pt x="369080" y="13472"/>
                  </a:lnTo>
                  <a:lnTo>
                    <a:pt x="400334" y="14613"/>
                  </a:lnTo>
                  <a:lnTo>
                    <a:pt x="429693" y="15685"/>
                  </a:lnTo>
                  <a:lnTo>
                    <a:pt x="457373" y="16695"/>
                  </a:lnTo>
                  <a:lnTo>
                    <a:pt x="483556" y="17651"/>
                  </a:lnTo>
                  <a:lnTo>
                    <a:pt x="508396" y="18558"/>
                  </a:lnTo>
                  <a:lnTo>
                    <a:pt x="532023" y="19421"/>
                  </a:lnTo>
                  <a:lnTo>
                    <a:pt x="554551" y="20243"/>
                  </a:lnTo>
                  <a:lnTo>
                    <a:pt x="576078" y="21029"/>
                  </a:lnTo>
                  <a:lnTo>
                    <a:pt x="596688" y="21781"/>
                  </a:lnTo>
                  <a:lnTo>
                    <a:pt x="616457" y="22503"/>
                  </a:lnTo>
                  <a:lnTo>
                    <a:pt x="635451" y="23196"/>
                  </a:lnTo>
                  <a:lnTo>
                    <a:pt x="653727" y="23863"/>
                  </a:lnTo>
                  <a:lnTo>
                    <a:pt x="671339" y="24506"/>
                  </a:lnTo>
                  <a:lnTo>
                    <a:pt x="688332" y="25126"/>
                  </a:lnTo>
                  <a:lnTo>
                    <a:pt x="704750" y="25726"/>
                  </a:lnTo>
                  <a:lnTo>
                    <a:pt x="720629" y="26305"/>
                  </a:lnTo>
                  <a:lnTo>
                    <a:pt x="736004" y="26867"/>
                  </a:lnTo>
                  <a:lnTo>
                    <a:pt x="750906" y="27411"/>
                  </a:lnTo>
                  <a:lnTo>
                    <a:pt x="765362" y="27938"/>
                  </a:lnTo>
                  <a:lnTo>
                    <a:pt x="779400" y="28451"/>
                  </a:lnTo>
                  <a:lnTo>
                    <a:pt x="793042" y="28949"/>
                  </a:lnTo>
                  <a:lnTo>
                    <a:pt x="806311" y="29433"/>
                  </a:lnTo>
                  <a:lnTo>
                    <a:pt x="819226" y="29905"/>
                  </a:lnTo>
                  <a:lnTo>
                    <a:pt x="831805" y="30364"/>
                  </a:lnTo>
                  <a:lnTo>
                    <a:pt x="844065" y="30811"/>
                  </a:lnTo>
                  <a:lnTo>
                    <a:pt x="856023" y="31248"/>
                  </a:lnTo>
                  <a:lnTo>
                    <a:pt x="867693" y="31674"/>
                  </a:lnTo>
                  <a:lnTo>
                    <a:pt x="879088" y="32090"/>
                  </a:lnTo>
                  <a:lnTo>
                    <a:pt x="890221" y="32496"/>
                  </a:lnTo>
                  <a:lnTo>
                    <a:pt x="901104" y="32893"/>
                  </a:lnTo>
                  <a:lnTo>
                    <a:pt x="911748" y="33282"/>
                  </a:lnTo>
                  <a:lnTo>
                    <a:pt x="922162" y="33662"/>
                  </a:lnTo>
                  <a:lnTo>
                    <a:pt x="932358" y="34034"/>
                  </a:lnTo>
                  <a:lnTo>
                    <a:pt x="942343" y="34399"/>
                  </a:lnTo>
                  <a:lnTo>
                    <a:pt x="952127" y="34756"/>
                  </a:lnTo>
                  <a:lnTo>
                    <a:pt x="961717" y="35106"/>
                  </a:lnTo>
                  <a:lnTo>
                    <a:pt x="971120" y="35449"/>
                  </a:lnTo>
                  <a:lnTo>
                    <a:pt x="980345" y="35786"/>
                  </a:lnTo>
                  <a:lnTo>
                    <a:pt x="989397" y="36116"/>
                  </a:lnTo>
                  <a:lnTo>
                    <a:pt x="998282" y="36441"/>
                  </a:lnTo>
                  <a:lnTo>
                    <a:pt x="1007008" y="3675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72595" y="3105244"/>
              <a:ext cx="1007008" cy="215996"/>
            </a:xfrm>
            <a:custGeom>
              <a:avLst/>
              <a:pathLst>
                <a:path w="1007008" h="215996">
                  <a:moveTo>
                    <a:pt x="0" y="0"/>
                  </a:moveTo>
                  <a:lnTo>
                    <a:pt x="64665" y="13870"/>
                  </a:lnTo>
                  <a:lnTo>
                    <a:pt x="121703" y="26104"/>
                  </a:lnTo>
                  <a:lnTo>
                    <a:pt x="172726" y="37048"/>
                  </a:lnTo>
                  <a:lnTo>
                    <a:pt x="218882" y="46948"/>
                  </a:lnTo>
                  <a:lnTo>
                    <a:pt x="261019" y="55986"/>
                  </a:lnTo>
                  <a:lnTo>
                    <a:pt x="299781" y="64301"/>
                  </a:lnTo>
                  <a:lnTo>
                    <a:pt x="335669" y="71998"/>
                  </a:lnTo>
                  <a:lnTo>
                    <a:pt x="369080" y="79165"/>
                  </a:lnTo>
                  <a:lnTo>
                    <a:pt x="400334" y="85869"/>
                  </a:lnTo>
                  <a:lnTo>
                    <a:pt x="429693" y="92166"/>
                  </a:lnTo>
                  <a:lnTo>
                    <a:pt x="457373" y="98103"/>
                  </a:lnTo>
                  <a:lnTo>
                    <a:pt x="483556" y="103719"/>
                  </a:lnTo>
                  <a:lnTo>
                    <a:pt x="508396" y="109047"/>
                  </a:lnTo>
                  <a:lnTo>
                    <a:pt x="532023" y="114115"/>
                  </a:lnTo>
                  <a:lnTo>
                    <a:pt x="554551" y="118947"/>
                  </a:lnTo>
                  <a:lnTo>
                    <a:pt x="576078" y="123564"/>
                  </a:lnTo>
                  <a:lnTo>
                    <a:pt x="596688" y="127985"/>
                  </a:lnTo>
                  <a:lnTo>
                    <a:pt x="616457" y="132225"/>
                  </a:lnTo>
                  <a:lnTo>
                    <a:pt x="635451" y="136299"/>
                  </a:lnTo>
                  <a:lnTo>
                    <a:pt x="653727" y="140220"/>
                  </a:lnTo>
                  <a:lnTo>
                    <a:pt x="671339" y="143997"/>
                  </a:lnTo>
                  <a:lnTo>
                    <a:pt x="688332" y="147642"/>
                  </a:lnTo>
                  <a:lnTo>
                    <a:pt x="704750" y="151164"/>
                  </a:lnTo>
                  <a:lnTo>
                    <a:pt x="720629" y="154570"/>
                  </a:lnTo>
                  <a:lnTo>
                    <a:pt x="736004" y="157867"/>
                  </a:lnTo>
                  <a:lnTo>
                    <a:pt x="750906" y="161064"/>
                  </a:lnTo>
                  <a:lnTo>
                    <a:pt x="765362" y="164165"/>
                  </a:lnTo>
                  <a:lnTo>
                    <a:pt x="779400" y="167176"/>
                  </a:lnTo>
                  <a:lnTo>
                    <a:pt x="793042" y="170102"/>
                  </a:lnTo>
                  <a:lnTo>
                    <a:pt x="806311" y="172948"/>
                  </a:lnTo>
                  <a:lnTo>
                    <a:pt x="819226" y="175718"/>
                  </a:lnTo>
                  <a:lnTo>
                    <a:pt x="831805" y="178416"/>
                  </a:lnTo>
                  <a:lnTo>
                    <a:pt x="844065" y="181046"/>
                  </a:lnTo>
                  <a:lnTo>
                    <a:pt x="856023" y="183611"/>
                  </a:lnTo>
                  <a:lnTo>
                    <a:pt x="867693" y="186114"/>
                  </a:lnTo>
                  <a:lnTo>
                    <a:pt x="879088" y="188558"/>
                  </a:lnTo>
                  <a:lnTo>
                    <a:pt x="890221" y="190946"/>
                  </a:lnTo>
                  <a:lnTo>
                    <a:pt x="901104" y="193280"/>
                  </a:lnTo>
                  <a:lnTo>
                    <a:pt x="911748" y="195563"/>
                  </a:lnTo>
                  <a:lnTo>
                    <a:pt x="922162" y="197797"/>
                  </a:lnTo>
                  <a:lnTo>
                    <a:pt x="932358" y="199984"/>
                  </a:lnTo>
                  <a:lnTo>
                    <a:pt x="942343" y="202126"/>
                  </a:lnTo>
                  <a:lnTo>
                    <a:pt x="952127" y="204224"/>
                  </a:lnTo>
                  <a:lnTo>
                    <a:pt x="961717" y="206281"/>
                  </a:lnTo>
                  <a:lnTo>
                    <a:pt x="971120" y="208298"/>
                  </a:lnTo>
                  <a:lnTo>
                    <a:pt x="980345" y="210277"/>
                  </a:lnTo>
                  <a:lnTo>
                    <a:pt x="989397" y="212218"/>
                  </a:lnTo>
                  <a:lnTo>
                    <a:pt x="998282" y="214124"/>
                  </a:lnTo>
                  <a:lnTo>
                    <a:pt x="1007008" y="21599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72595" y="3037848"/>
              <a:ext cx="1007008" cy="323243"/>
            </a:xfrm>
            <a:custGeom>
              <a:avLst/>
              <a:pathLst>
                <a:path w="1007008" h="323243">
                  <a:moveTo>
                    <a:pt x="0" y="323243"/>
                  </a:moveTo>
                  <a:lnTo>
                    <a:pt x="64665" y="302486"/>
                  </a:lnTo>
                  <a:lnTo>
                    <a:pt x="121703" y="284177"/>
                  </a:lnTo>
                  <a:lnTo>
                    <a:pt x="172726" y="267799"/>
                  </a:lnTo>
                  <a:lnTo>
                    <a:pt x="218882" y="252983"/>
                  </a:lnTo>
                  <a:lnTo>
                    <a:pt x="261019" y="239457"/>
                  </a:lnTo>
                  <a:lnTo>
                    <a:pt x="299781" y="227015"/>
                  </a:lnTo>
                  <a:lnTo>
                    <a:pt x="335669" y="215495"/>
                  </a:lnTo>
                  <a:lnTo>
                    <a:pt x="369080" y="204770"/>
                  </a:lnTo>
                  <a:lnTo>
                    <a:pt x="400334" y="194738"/>
                  </a:lnTo>
                  <a:lnTo>
                    <a:pt x="429693" y="185314"/>
                  </a:lnTo>
                  <a:lnTo>
                    <a:pt x="457373" y="176429"/>
                  </a:lnTo>
                  <a:lnTo>
                    <a:pt x="483556" y="168024"/>
                  </a:lnTo>
                  <a:lnTo>
                    <a:pt x="508396" y="160051"/>
                  </a:lnTo>
                  <a:lnTo>
                    <a:pt x="532023" y="152467"/>
                  </a:lnTo>
                  <a:lnTo>
                    <a:pt x="554551" y="145235"/>
                  </a:lnTo>
                  <a:lnTo>
                    <a:pt x="576078" y="138325"/>
                  </a:lnTo>
                  <a:lnTo>
                    <a:pt x="596688" y="131709"/>
                  </a:lnTo>
                  <a:lnTo>
                    <a:pt x="616457" y="125364"/>
                  </a:lnTo>
                  <a:lnTo>
                    <a:pt x="635451" y="119267"/>
                  </a:lnTo>
                  <a:lnTo>
                    <a:pt x="653727" y="113400"/>
                  </a:lnTo>
                  <a:lnTo>
                    <a:pt x="671339" y="107747"/>
                  </a:lnTo>
                  <a:lnTo>
                    <a:pt x="688332" y="102292"/>
                  </a:lnTo>
                  <a:lnTo>
                    <a:pt x="704750" y="97022"/>
                  </a:lnTo>
                  <a:lnTo>
                    <a:pt x="720629" y="91925"/>
                  </a:lnTo>
                  <a:lnTo>
                    <a:pt x="736004" y="86990"/>
                  </a:lnTo>
                  <a:lnTo>
                    <a:pt x="750906" y="82207"/>
                  </a:lnTo>
                  <a:lnTo>
                    <a:pt x="765362" y="77566"/>
                  </a:lnTo>
                  <a:lnTo>
                    <a:pt x="779400" y="73060"/>
                  </a:lnTo>
                  <a:lnTo>
                    <a:pt x="793042" y="68681"/>
                  </a:lnTo>
                  <a:lnTo>
                    <a:pt x="806311" y="64422"/>
                  </a:lnTo>
                  <a:lnTo>
                    <a:pt x="819226" y="60277"/>
                  </a:lnTo>
                  <a:lnTo>
                    <a:pt x="831805" y="56239"/>
                  </a:lnTo>
                  <a:lnTo>
                    <a:pt x="844065" y="52303"/>
                  </a:lnTo>
                  <a:lnTo>
                    <a:pt x="856023" y="48465"/>
                  </a:lnTo>
                  <a:lnTo>
                    <a:pt x="867693" y="44719"/>
                  </a:lnTo>
                  <a:lnTo>
                    <a:pt x="879088" y="41061"/>
                  </a:lnTo>
                  <a:lnTo>
                    <a:pt x="890221" y="37487"/>
                  </a:lnTo>
                  <a:lnTo>
                    <a:pt x="901104" y="33994"/>
                  </a:lnTo>
                  <a:lnTo>
                    <a:pt x="911748" y="30578"/>
                  </a:lnTo>
                  <a:lnTo>
                    <a:pt x="922162" y="27234"/>
                  </a:lnTo>
                  <a:lnTo>
                    <a:pt x="932358" y="23962"/>
                  </a:lnTo>
                  <a:lnTo>
                    <a:pt x="942343" y="20757"/>
                  </a:lnTo>
                  <a:lnTo>
                    <a:pt x="952127" y="17616"/>
                  </a:lnTo>
                  <a:lnTo>
                    <a:pt x="961717" y="14538"/>
                  </a:lnTo>
                  <a:lnTo>
                    <a:pt x="971120" y="11519"/>
                  </a:lnTo>
                  <a:lnTo>
                    <a:pt x="980345" y="8558"/>
                  </a:lnTo>
                  <a:lnTo>
                    <a:pt x="989397" y="5653"/>
                  </a:lnTo>
                  <a:lnTo>
                    <a:pt x="998282" y="2800"/>
                  </a:lnTo>
                  <a:lnTo>
                    <a:pt x="100700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72595" y="3234422"/>
              <a:ext cx="1007008" cy="3670"/>
            </a:xfrm>
            <a:custGeom>
              <a:avLst/>
              <a:pathLst>
                <a:path w="1007008" h="3670">
                  <a:moveTo>
                    <a:pt x="0" y="3670"/>
                  </a:moveTo>
                  <a:lnTo>
                    <a:pt x="64665" y="3434"/>
                  </a:lnTo>
                  <a:lnTo>
                    <a:pt x="121703" y="3226"/>
                  </a:lnTo>
                  <a:lnTo>
                    <a:pt x="172726" y="3040"/>
                  </a:lnTo>
                  <a:lnTo>
                    <a:pt x="218882" y="2872"/>
                  </a:lnTo>
                  <a:lnTo>
                    <a:pt x="261019" y="2718"/>
                  </a:lnTo>
                  <a:lnTo>
                    <a:pt x="299781" y="2577"/>
                  </a:lnTo>
                  <a:lnTo>
                    <a:pt x="335669" y="2446"/>
                  </a:lnTo>
                  <a:lnTo>
                    <a:pt x="369080" y="2325"/>
                  </a:lnTo>
                  <a:lnTo>
                    <a:pt x="400334" y="2211"/>
                  </a:lnTo>
                  <a:lnTo>
                    <a:pt x="429693" y="2104"/>
                  </a:lnTo>
                  <a:lnTo>
                    <a:pt x="457373" y="2003"/>
                  </a:lnTo>
                  <a:lnTo>
                    <a:pt x="483556" y="1907"/>
                  </a:lnTo>
                  <a:lnTo>
                    <a:pt x="508396" y="1817"/>
                  </a:lnTo>
                  <a:lnTo>
                    <a:pt x="532023" y="1731"/>
                  </a:lnTo>
                  <a:lnTo>
                    <a:pt x="554551" y="1649"/>
                  </a:lnTo>
                  <a:lnTo>
                    <a:pt x="576078" y="1570"/>
                  </a:lnTo>
                  <a:lnTo>
                    <a:pt x="596688" y="1495"/>
                  </a:lnTo>
                  <a:lnTo>
                    <a:pt x="616457" y="1423"/>
                  </a:lnTo>
                  <a:lnTo>
                    <a:pt x="635451" y="1354"/>
                  </a:lnTo>
                  <a:lnTo>
                    <a:pt x="653727" y="1287"/>
                  </a:lnTo>
                  <a:lnTo>
                    <a:pt x="671339" y="1223"/>
                  </a:lnTo>
                  <a:lnTo>
                    <a:pt x="688332" y="1161"/>
                  </a:lnTo>
                  <a:lnTo>
                    <a:pt x="704750" y="1101"/>
                  </a:lnTo>
                  <a:lnTo>
                    <a:pt x="720629" y="1043"/>
                  </a:lnTo>
                  <a:lnTo>
                    <a:pt x="736004" y="987"/>
                  </a:lnTo>
                  <a:lnTo>
                    <a:pt x="750906" y="933"/>
                  </a:lnTo>
                  <a:lnTo>
                    <a:pt x="765362" y="880"/>
                  </a:lnTo>
                  <a:lnTo>
                    <a:pt x="779400" y="829"/>
                  </a:lnTo>
                  <a:lnTo>
                    <a:pt x="793042" y="779"/>
                  </a:lnTo>
                  <a:lnTo>
                    <a:pt x="806311" y="731"/>
                  </a:lnTo>
                  <a:lnTo>
                    <a:pt x="819226" y="684"/>
                  </a:lnTo>
                  <a:lnTo>
                    <a:pt x="831805" y="638"/>
                  </a:lnTo>
                  <a:lnTo>
                    <a:pt x="844065" y="593"/>
                  </a:lnTo>
                  <a:lnTo>
                    <a:pt x="856023" y="550"/>
                  </a:lnTo>
                  <a:lnTo>
                    <a:pt x="867693" y="507"/>
                  </a:lnTo>
                  <a:lnTo>
                    <a:pt x="879088" y="466"/>
                  </a:lnTo>
                  <a:lnTo>
                    <a:pt x="890221" y="425"/>
                  </a:lnTo>
                  <a:lnTo>
                    <a:pt x="901104" y="385"/>
                  </a:lnTo>
                  <a:lnTo>
                    <a:pt x="911748" y="347"/>
                  </a:lnTo>
                  <a:lnTo>
                    <a:pt x="922162" y="309"/>
                  </a:lnTo>
                  <a:lnTo>
                    <a:pt x="932358" y="272"/>
                  </a:lnTo>
                  <a:lnTo>
                    <a:pt x="942343" y="235"/>
                  </a:lnTo>
                  <a:lnTo>
                    <a:pt x="952127" y="200"/>
                  </a:lnTo>
                  <a:lnTo>
                    <a:pt x="961717" y="165"/>
                  </a:lnTo>
                  <a:lnTo>
                    <a:pt x="971120" y="130"/>
                  </a:lnTo>
                  <a:lnTo>
                    <a:pt x="980345" y="97"/>
                  </a:lnTo>
                  <a:lnTo>
                    <a:pt x="989397" y="64"/>
                  </a:lnTo>
                  <a:lnTo>
                    <a:pt x="998282" y="31"/>
                  </a:lnTo>
                  <a:lnTo>
                    <a:pt x="100700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72595" y="2861517"/>
              <a:ext cx="1007008" cy="170354"/>
            </a:xfrm>
            <a:custGeom>
              <a:avLst/>
              <a:pathLst>
                <a:path w="1007008" h="170354">
                  <a:moveTo>
                    <a:pt x="0" y="170354"/>
                  </a:moveTo>
                  <a:lnTo>
                    <a:pt x="64665" y="159414"/>
                  </a:lnTo>
                  <a:lnTo>
                    <a:pt x="121703" y="149765"/>
                  </a:lnTo>
                  <a:lnTo>
                    <a:pt x="172726" y="141134"/>
                  </a:lnTo>
                  <a:lnTo>
                    <a:pt x="218882" y="133326"/>
                  </a:lnTo>
                  <a:lnTo>
                    <a:pt x="261019" y="126198"/>
                  </a:lnTo>
                  <a:lnTo>
                    <a:pt x="299781" y="119640"/>
                  </a:lnTo>
                  <a:lnTo>
                    <a:pt x="335669" y="113569"/>
                  </a:lnTo>
                  <a:lnTo>
                    <a:pt x="369080" y="107917"/>
                  </a:lnTo>
                  <a:lnTo>
                    <a:pt x="400334" y="102630"/>
                  </a:lnTo>
                  <a:lnTo>
                    <a:pt x="429693" y="97663"/>
                  </a:lnTo>
                  <a:lnTo>
                    <a:pt x="457373" y="92981"/>
                  </a:lnTo>
                  <a:lnTo>
                    <a:pt x="483556" y="88551"/>
                  </a:lnTo>
                  <a:lnTo>
                    <a:pt x="508396" y="84349"/>
                  </a:lnTo>
                  <a:lnTo>
                    <a:pt x="532023" y="80352"/>
                  </a:lnTo>
                  <a:lnTo>
                    <a:pt x="554551" y="76541"/>
                  </a:lnTo>
                  <a:lnTo>
                    <a:pt x="576078" y="72899"/>
                  </a:lnTo>
                  <a:lnTo>
                    <a:pt x="596688" y="69413"/>
                  </a:lnTo>
                  <a:lnTo>
                    <a:pt x="616457" y="66068"/>
                  </a:lnTo>
                  <a:lnTo>
                    <a:pt x="635451" y="62855"/>
                  </a:lnTo>
                  <a:lnTo>
                    <a:pt x="653727" y="59764"/>
                  </a:lnTo>
                  <a:lnTo>
                    <a:pt x="671339" y="56784"/>
                  </a:lnTo>
                  <a:lnTo>
                    <a:pt x="688332" y="53909"/>
                  </a:lnTo>
                  <a:lnTo>
                    <a:pt x="704750" y="51132"/>
                  </a:lnTo>
                  <a:lnTo>
                    <a:pt x="720629" y="48446"/>
                  </a:lnTo>
                  <a:lnTo>
                    <a:pt x="736004" y="45845"/>
                  </a:lnTo>
                  <a:lnTo>
                    <a:pt x="750906" y="43324"/>
                  </a:lnTo>
                  <a:lnTo>
                    <a:pt x="765362" y="40878"/>
                  </a:lnTo>
                  <a:lnTo>
                    <a:pt x="779400" y="38504"/>
                  </a:lnTo>
                  <a:lnTo>
                    <a:pt x="793042" y="36196"/>
                  </a:lnTo>
                  <a:lnTo>
                    <a:pt x="806311" y="33951"/>
                  </a:lnTo>
                  <a:lnTo>
                    <a:pt x="819226" y="31766"/>
                  </a:lnTo>
                  <a:lnTo>
                    <a:pt x="831805" y="29638"/>
                  </a:lnTo>
                  <a:lnTo>
                    <a:pt x="844065" y="27564"/>
                  </a:lnTo>
                  <a:lnTo>
                    <a:pt x="856023" y="25541"/>
                  </a:lnTo>
                  <a:lnTo>
                    <a:pt x="867693" y="23567"/>
                  </a:lnTo>
                  <a:lnTo>
                    <a:pt x="879088" y="21640"/>
                  </a:lnTo>
                  <a:lnTo>
                    <a:pt x="890221" y="19756"/>
                  </a:lnTo>
                  <a:lnTo>
                    <a:pt x="901104" y="17915"/>
                  </a:lnTo>
                  <a:lnTo>
                    <a:pt x="911748" y="16115"/>
                  </a:lnTo>
                  <a:lnTo>
                    <a:pt x="922162" y="14353"/>
                  </a:lnTo>
                  <a:lnTo>
                    <a:pt x="932358" y="12628"/>
                  </a:lnTo>
                  <a:lnTo>
                    <a:pt x="942343" y="10939"/>
                  </a:lnTo>
                  <a:lnTo>
                    <a:pt x="952127" y="9284"/>
                  </a:lnTo>
                  <a:lnTo>
                    <a:pt x="961717" y="7661"/>
                  </a:lnTo>
                  <a:lnTo>
                    <a:pt x="971120" y="6071"/>
                  </a:lnTo>
                  <a:lnTo>
                    <a:pt x="980345" y="4510"/>
                  </a:lnTo>
                  <a:lnTo>
                    <a:pt x="989397" y="2979"/>
                  </a:lnTo>
                  <a:lnTo>
                    <a:pt x="998282" y="1476"/>
                  </a:lnTo>
                  <a:lnTo>
                    <a:pt x="100700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72595" y="3028762"/>
              <a:ext cx="1007008" cy="143952"/>
            </a:xfrm>
            <a:custGeom>
              <a:avLst/>
              <a:pathLst>
                <a:path w="1007008" h="143952">
                  <a:moveTo>
                    <a:pt x="0" y="0"/>
                  </a:moveTo>
                  <a:lnTo>
                    <a:pt x="64665" y="9243"/>
                  </a:lnTo>
                  <a:lnTo>
                    <a:pt x="121703" y="17397"/>
                  </a:lnTo>
                  <a:lnTo>
                    <a:pt x="172726" y="24691"/>
                  </a:lnTo>
                  <a:lnTo>
                    <a:pt x="218882" y="31289"/>
                  </a:lnTo>
                  <a:lnTo>
                    <a:pt x="261019" y="37312"/>
                  </a:lnTo>
                  <a:lnTo>
                    <a:pt x="299781" y="42854"/>
                  </a:lnTo>
                  <a:lnTo>
                    <a:pt x="335669" y="47984"/>
                  </a:lnTo>
                  <a:lnTo>
                    <a:pt x="369080" y="52760"/>
                  </a:lnTo>
                  <a:lnTo>
                    <a:pt x="400334" y="57228"/>
                  </a:lnTo>
                  <a:lnTo>
                    <a:pt x="429693" y="61425"/>
                  </a:lnTo>
                  <a:lnTo>
                    <a:pt x="457373" y="65381"/>
                  </a:lnTo>
                  <a:lnTo>
                    <a:pt x="483556" y="69124"/>
                  </a:lnTo>
                  <a:lnTo>
                    <a:pt x="508396" y="72675"/>
                  </a:lnTo>
                  <a:lnTo>
                    <a:pt x="532023" y="76053"/>
                  </a:lnTo>
                  <a:lnTo>
                    <a:pt x="554551" y="79273"/>
                  </a:lnTo>
                  <a:lnTo>
                    <a:pt x="576078" y="82350"/>
                  </a:lnTo>
                  <a:lnTo>
                    <a:pt x="596688" y="85297"/>
                  </a:lnTo>
                  <a:lnTo>
                    <a:pt x="616457" y="88123"/>
                  </a:lnTo>
                  <a:lnTo>
                    <a:pt x="635451" y="90838"/>
                  </a:lnTo>
                  <a:lnTo>
                    <a:pt x="653727" y="93450"/>
                  </a:lnTo>
                  <a:lnTo>
                    <a:pt x="671339" y="95968"/>
                  </a:lnTo>
                  <a:lnTo>
                    <a:pt x="688332" y="98397"/>
                  </a:lnTo>
                  <a:lnTo>
                    <a:pt x="704750" y="100744"/>
                  </a:lnTo>
                  <a:lnTo>
                    <a:pt x="720629" y="103014"/>
                  </a:lnTo>
                  <a:lnTo>
                    <a:pt x="736004" y="105212"/>
                  </a:lnTo>
                  <a:lnTo>
                    <a:pt x="750906" y="107342"/>
                  </a:lnTo>
                  <a:lnTo>
                    <a:pt x="765362" y="109409"/>
                  </a:lnTo>
                  <a:lnTo>
                    <a:pt x="779400" y="111416"/>
                  </a:lnTo>
                  <a:lnTo>
                    <a:pt x="793042" y="113366"/>
                  </a:lnTo>
                  <a:lnTo>
                    <a:pt x="806311" y="115262"/>
                  </a:lnTo>
                  <a:lnTo>
                    <a:pt x="819226" y="117109"/>
                  </a:lnTo>
                  <a:lnTo>
                    <a:pt x="831805" y="118907"/>
                  </a:lnTo>
                  <a:lnTo>
                    <a:pt x="844065" y="120659"/>
                  </a:lnTo>
                  <a:lnTo>
                    <a:pt x="856023" y="122369"/>
                  </a:lnTo>
                  <a:lnTo>
                    <a:pt x="867693" y="124037"/>
                  </a:lnTo>
                  <a:lnTo>
                    <a:pt x="879088" y="125666"/>
                  </a:lnTo>
                  <a:lnTo>
                    <a:pt x="890221" y="127257"/>
                  </a:lnTo>
                  <a:lnTo>
                    <a:pt x="901104" y="128813"/>
                  </a:lnTo>
                  <a:lnTo>
                    <a:pt x="911748" y="130335"/>
                  </a:lnTo>
                  <a:lnTo>
                    <a:pt x="922162" y="131824"/>
                  </a:lnTo>
                  <a:lnTo>
                    <a:pt x="932358" y="133281"/>
                  </a:lnTo>
                  <a:lnTo>
                    <a:pt x="942343" y="134708"/>
                  </a:lnTo>
                  <a:lnTo>
                    <a:pt x="952127" y="136107"/>
                  </a:lnTo>
                  <a:lnTo>
                    <a:pt x="961717" y="137478"/>
                  </a:lnTo>
                  <a:lnTo>
                    <a:pt x="971120" y="138822"/>
                  </a:lnTo>
                  <a:lnTo>
                    <a:pt x="980345" y="140141"/>
                  </a:lnTo>
                  <a:lnTo>
                    <a:pt x="989397" y="141435"/>
                  </a:lnTo>
                  <a:lnTo>
                    <a:pt x="998282" y="142705"/>
                  </a:lnTo>
                  <a:lnTo>
                    <a:pt x="1007008" y="14395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72595" y="3218922"/>
              <a:ext cx="1007008" cy="64636"/>
            </a:xfrm>
            <a:custGeom>
              <a:avLst/>
              <a:pathLst>
                <a:path w="1007008" h="64636">
                  <a:moveTo>
                    <a:pt x="0" y="0"/>
                  </a:moveTo>
                  <a:lnTo>
                    <a:pt x="64665" y="4150"/>
                  </a:lnTo>
                  <a:lnTo>
                    <a:pt x="121703" y="7811"/>
                  </a:lnTo>
                  <a:lnTo>
                    <a:pt x="172726" y="11086"/>
                  </a:lnTo>
                  <a:lnTo>
                    <a:pt x="218882" y="14049"/>
                  </a:lnTo>
                  <a:lnTo>
                    <a:pt x="261019" y="16754"/>
                  </a:lnTo>
                  <a:lnTo>
                    <a:pt x="299781" y="19242"/>
                  </a:lnTo>
                  <a:lnTo>
                    <a:pt x="335669" y="21545"/>
                  </a:lnTo>
                  <a:lnTo>
                    <a:pt x="369080" y="23690"/>
                  </a:lnTo>
                  <a:lnTo>
                    <a:pt x="400334" y="25696"/>
                  </a:lnTo>
                  <a:lnTo>
                    <a:pt x="429693" y="27580"/>
                  </a:lnTo>
                  <a:lnTo>
                    <a:pt x="457373" y="29357"/>
                  </a:lnTo>
                  <a:lnTo>
                    <a:pt x="483556" y="31038"/>
                  </a:lnTo>
                  <a:lnTo>
                    <a:pt x="508396" y="32632"/>
                  </a:lnTo>
                  <a:lnTo>
                    <a:pt x="532023" y="34149"/>
                  </a:lnTo>
                  <a:lnTo>
                    <a:pt x="554551" y="35595"/>
                  </a:lnTo>
                  <a:lnTo>
                    <a:pt x="576078" y="36976"/>
                  </a:lnTo>
                  <a:lnTo>
                    <a:pt x="596688" y="38299"/>
                  </a:lnTo>
                  <a:lnTo>
                    <a:pt x="616457" y="39568"/>
                  </a:lnTo>
                  <a:lnTo>
                    <a:pt x="635451" y="40787"/>
                  </a:lnTo>
                  <a:lnTo>
                    <a:pt x="653727" y="41960"/>
                  </a:lnTo>
                  <a:lnTo>
                    <a:pt x="671339" y="43091"/>
                  </a:lnTo>
                  <a:lnTo>
                    <a:pt x="688332" y="44182"/>
                  </a:lnTo>
                  <a:lnTo>
                    <a:pt x="704750" y="45235"/>
                  </a:lnTo>
                  <a:lnTo>
                    <a:pt x="720629" y="46255"/>
                  </a:lnTo>
                  <a:lnTo>
                    <a:pt x="736004" y="47241"/>
                  </a:lnTo>
                  <a:lnTo>
                    <a:pt x="750906" y="48198"/>
                  </a:lnTo>
                  <a:lnTo>
                    <a:pt x="765362" y="49126"/>
                  </a:lnTo>
                  <a:lnTo>
                    <a:pt x="779400" y="50027"/>
                  </a:lnTo>
                  <a:lnTo>
                    <a:pt x="793042" y="50903"/>
                  </a:lnTo>
                  <a:lnTo>
                    <a:pt x="806311" y="51754"/>
                  </a:lnTo>
                  <a:lnTo>
                    <a:pt x="819226" y="52583"/>
                  </a:lnTo>
                  <a:lnTo>
                    <a:pt x="831805" y="53391"/>
                  </a:lnTo>
                  <a:lnTo>
                    <a:pt x="844065" y="54178"/>
                  </a:lnTo>
                  <a:lnTo>
                    <a:pt x="856023" y="54945"/>
                  </a:lnTo>
                  <a:lnTo>
                    <a:pt x="867693" y="55694"/>
                  </a:lnTo>
                  <a:lnTo>
                    <a:pt x="879088" y="56426"/>
                  </a:lnTo>
                  <a:lnTo>
                    <a:pt x="890221" y="57140"/>
                  </a:lnTo>
                  <a:lnTo>
                    <a:pt x="901104" y="57839"/>
                  </a:lnTo>
                  <a:lnTo>
                    <a:pt x="911748" y="58522"/>
                  </a:lnTo>
                  <a:lnTo>
                    <a:pt x="922162" y="59190"/>
                  </a:lnTo>
                  <a:lnTo>
                    <a:pt x="932358" y="59845"/>
                  </a:lnTo>
                  <a:lnTo>
                    <a:pt x="942343" y="60486"/>
                  </a:lnTo>
                  <a:lnTo>
                    <a:pt x="952127" y="61114"/>
                  </a:lnTo>
                  <a:lnTo>
                    <a:pt x="961717" y="61729"/>
                  </a:lnTo>
                  <a:lnTo>
                    <a:pt x="971120" y="62333"/>
                  </a:lnTo>
                  <a:lnTo>
                    <a:pt x="980345" y="62925"/>
                  </a:lnTo>
                  <a:lnTo>
                    <a:pt x="989397" y="63506"/>
                  </a:lnTo>
                  <a:lnTo>
                    <a:pt x="998282" y="64076"/>
                  </a:lnTo>
                  <a:lnTo>
                    <a:pt x="1007008" y="6463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72595" y="3099092"/>
              <a:ext cx="1007008" cy="141864"/>
            </a:xfrm>
            <a:custGeom>
              <a:avLst/>
              <a:pathLst>
                <a:path w="1007008" h="141864">
                  <a:moveTo>
                    <a:pt x="0" y="0"/>
                  </a:moveTo>
                  <a:lnTo>
                    <a:pt x="64665" y="9109"/>
                  </a:lnTo>
                  <a:lnTo>
                    <a:pt x="121703" y="17145"/>
                  </a:lnTo>
                  <a:lnTo>
                    <a:pt x="172726" y="24333"/>
                  </a:lnTo>
                  <a:lnTo>
                    <a:pt x="218882" y="30835"/>
                  </a:lnTo>
                  <a:lnTo>
                    <a:pt x="261019" y="36771"/>
                  </a:lnTo>
                  <a:lnTo>
                    <a:pt x="299781" y="42232"/>
                  </a:lnTo>
                  <a:lnTo>
                    <a:pt x="335669" y="47288"/>
                  </a:lnTo>
                  <a:lnTo>
                    <a:pt x="369080" y="51995"/>
                  </a:lnTo>
                  <a:lnTo>
                    <a:pt x="400334" y="56398"/>
                  </a:lnTo>
                  <a:lnTo>
                    <a:pt x="429693" y="60534"/>
                  </a:lnTo>
                  <a:lnTo>
                    <a:pt x="457373" y="64433"/>
                  </a:lnTo>
                  <a:lnTo>
                    <a:pt x="483556" y="68122"/>
                  </a:lnTo>
                  <a:lnTo>
                    <a:pt x="508396" y="71621"/>
                  </a:lnTo>
                  <a:lnTo>
                    <a:pt x="532023" y="74950"/>
                  </a:lnTo>
                  <a:lnTo>
                    <a:pt x="554551" y="78123"/>
                  </a:lnTo>
                  <a:lnTo>
                    <a:pt x="576078" y="81156"/>
                  </a:lnTo>
                  <a:lnTo>
                    <a:pt x="596688" y="84060"/>
                  </a:lnTo>
                  <a:lnTo>
                    <a:pt x="616457" y="86844"/>
                  </a:lnTo>
                  <a:lnTo>
                    <a:pt x="635451" y="89520"/>
                  </a:lnTo>
                  <a:lnTo>
                    <a:pt x="653727" y="92095"/>
                  </a:lnTo>
                  <a:lnTo>
                    <a:pt x="671339" y="94576"/>
                  </a:lnTo>
                  <a:lnTo>
                    <a:pt x="688332" y="96970"/>
                  </a:lnTo>
                  <a:lnTo>
                    <a:pt x="704750" y="99283"/>
                  </a:lnTo>
                  <a:lnTo>
                    <a:pt x="720629" y="101520"/>
                  </a:lnTo>
                  <a:lnTo>
                    <a:pt x="736004" y="103686"/>
                  </a:lnTo>
                  <a:lnTo>
                    <a:pt x="750906" y="105785"/>
                  </a:lnTo>
                  <a:lnTo>
                    <a:pt x="765362" y="107822"/>
                  </a:lnTo>
                  <a:lnTo>
                    <a:pt x="779400" y="109799"/>
                  </a:lnTo>
                  <a:lnTo>
                    <a:pt x="793042" y="111721"/>
                  </a:lnTo>
                  <a:lnTo>
                    <a:pt x="806311" y="113591"/>
                  </a:lnTo>
                  <a:lnTo>
                    <a:pt x="819226" y="115410"/>
                  </a:lnTo>
                  <a:lnTo>
                    <a:pt x="831805" y="117182"/>
                  </a:lnTo>
                  <a:lnTo>
                    <a:pt x="844065" y="118909"/>
                  </a:lnTo>
                  <a:lnTo>
                    <a:pt x="856023" y="120594"/>
                  </a:lnTo>
                  <a:lnTo>
                    <a:pt x="867693" y="122238"/>
                  </a:lnTo>
                  <a:lnTo>
                    <a:pt x="879088" y="123843"/>
                  </a:lnTo>
                  <a:lnTo>
                    <a:pt x="890221" y="125412"/>
                  </a:lnTo>
                  <a:lnTo>
                    <a:pt x="901104" y="126945"/>
                  </a:lnTo>
                  <a:lnTo>
                    <a:pt x="911748" y="128444"/>
                  </a:lnTo>
                  <a:lnTo>
                    <a:pt x="922162" y="129911"/>
                  </a:lnTo>
                  <a:lnTo>
                    <a:pt x="932358" y="131348"/>
                  </a:lnTo>
                  <a:lnTo>
                    <a:pt x="942343" y="132754"/>
                  </a:lnTo>
                  <a:lnTo>
                    <a:pt x="952127" y="134133"/>
                  </a:lnTo>
                  <a:lnTo>
                    <a:pt x="961717" y="135484"/>
                  </a:lnTo>
                  <a:lnTo>
                    <a:pt x="971120" y="136809"/>
                  </a:lnTo>
                  <a:lnTo>
                    <a:pt x="980345" y="138108"/>
                  </a:lnTo>
                  <a:lnTo>
                    <a:pt x="989397" y="139383"/>
                  </a:lnTo>
                  <a:lnTo>
                    <a:pt x="998282" y="140635"/>
                  </a:lnTo>
                  <a:lnTo>
                    <a:pt x="1007008" y="14186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72595" y="3068711"/>
              <a:ext cx="1007008" cy="113331"/>
            </a:xfrm>
            <a:custGeom>
              <a:avLst/>
              <a:pathLst>
                <a:path w="1007008" h="113331">
                  <a:moveTo>
                    <a:pt x="0" y="0"/>
                  </a:moveTo>
                  <a:lnTo>
                    <a:pt x="64665" y="7277"/>
                  </a:lnTo>
                  <a:lnTo>
                    <a:pt x="121703" y="13696"/>
                  </a:lnTo>
                  <a:lnTo>
                    <a:pt x="172726" y="19439"/>
                  </a:lnTo>
                  <a:lnTo>
                    <a:pt x="218882" y="24633"/>
                  </a:lnTo>
                  <a:lnTo>
                    <a:pt x="261019" y="29375"/>
                  </a:lnTo>
                  <a:lnTo>
                    <a:pt x="299781" y="33738"/>
                  </a:lnTo>
                  <a:lnTo>
                    <a:pt x="335669" y="37777"/>
                  </a:lnTo>
                  <a:lnTo>
                    <a:pt x="369080" y="41537"/>
                  </a:lnTo>
                  <a:lnTo>
                    <a:pt x="400334" y="45054"/>
                  </a:lnTo>
                  <a:lnTo>
                    <a:pt x="429693" y="48358"/>
                  </a:lnTo>
                  <a:lnTo>
                    <a:pt x="457373" y="51474"/>
                  </a:lnTo>
                  <a:lnTo>
                    <a:pt x="483556" y="54420"/>
                  </a:lnTo>
                  <a:lnTo>
                    <a:pt x="508396" y="57216"/>
                  </a:lnTo>
                  <a:lnTo>
                    <a:pt x="532023" y="59875"/>
                  </a:lnTo>
                  <a:lnTo>
                    <a:pt x="554551" y="62410"/>
                  </a:lnTo>
                  <a:lnTo>
                    <a:pt x="576078" y="64833"/>
                  </a:lnTo>
                  <a:lnTo>
                    <a:pt x="596688" y="67152"/>
                  </a:lnTo>
                  <a:lnTo>
                    <a:pt x="616457" y="69377"/>
                  </a:lnTo>
                  <a:lnTo>
                    <a:pt x="635451" y="71515"/>
                  </a:lnTo>
                  <a:lnTo>
                    <a:pt x="653727" y="73572"/>
                  </a:lnTo>
                  <a:lnTo>
                    <a:pt x="671339" y="75554"/>
                  </a:lnTo>
                  <a:lnTo>
                    <a:pt x="688332" y="77466"/>
                  </a:lnTo>
                  <a:lnTo>
                    <a:pt x="704750" y="79314"/>
                  </a:lnTo>
                  <a:lnTo>
                    <a:pt x="720629" y="81101"/>
                  </a:lnTo>
                  <a:lnTo>
                    <a:pt x="736004" y="82831"/>
                  </a:lnTo>
                  <a:lnTo>
                    <a:pt x="750906" y="84509"/>
                  </a:lnTo>
                  <a:lnTo>
                    <a:pt x="765362" y="86136"/>
                  </a:lnTo>
                  <a:lnTo>
                    <a:pt x="779400" y="87715"/>
                  </a:lnTo>
                  <a:lnTo>
                    <a:pt x="793042" y="89251"/>
                  </a:lnTo>
                  <a:lnTo>
                    <a:pt x="806311" y="90744"/>
                  </a:lnTo>
                  <a:lnTo>
                    <a:pt x="819226" y="92197"/>
                  </a:lnTo>
                  <a:lnTo>
                    <a:pt x="831805" y="93613"/>
                  </a:lnTo>
                  <a:lnTo>
                    <a:pt x="844065" y="94993"/>
                  </a:lnTo>
                  <a:lnTo>
                    <a:pt x="856023" y="96339"/>
                  </a:lnTo>
                  <a:lnTo>
                    <a:pt x="867693" y="97652"/>
                  </a:lnTo>
                  <a:lnTo>
                    <a:pt x="879088" y="98934"/>
                  </a:lnTo>
                  <a:lnTo>
                    <a:pt x="890221" y="100187"/>
                  </a:lnTo>
                  <a:lnTo>
                    <a:pt x="901104" y="101412"/>
                  </a:lnTo>
                  <a:lnTo>
                    <a:pt x="911748" y="102610"/>
                  </a:lnTo>
                  <a:lnTo>
                    <a:pt x="922162" y="103782"/>
                  </a:lnTo>
                  <a:lnTo>
                    <a:pt x="932358" y="104930"/>
                  </a:lnTo>
                  <a:lnTo>
                    <a:pt x="942343" y="106053"/>
                  </a:lnTo>
                  <a:lnTo>
                    <a:pt x="952127" y="107154"/>
                  </a:lnTo>
                  <a:lnTo>
                    <a:pt x="961717" y="108234"/>
                  </a:lnTo>
                  <a:lnTo>
                    <a:pt x="971120" y="109292"/>
                  </a:lnTo>
                  <a:lnTo>
                    <a:pt x="980345" y="110330"/>
                  </a:lnTo>
                  <a:lnTo>
                    <a:pt x="989397" y="111349"/>
                  </a:lnTo>
                  <a:lnTo>
                    <a:pt x="998282" y="112349"/>
                  </a:lnTo>
                  <a:lnTo>
                    <a:pt x="1007008" y="11333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35360" y="337562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35360" y="317121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296680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276239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76458" y="34120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76458" y="32076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76458" y="30032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27988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7259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80826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4393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47960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57718" y="31713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58107" y="30253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94693" y="31413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72954" y="31418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64973" y="32634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92612" y="31208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80057" y="32153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78589" y="31692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58198" y="32829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92110" y="33036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97965" y="33580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25662" y="33362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16896" y="32321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29811" y="33217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25774" y="32367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14791" y="30867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15576" y="33402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225320" y="33342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20824" y="32225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21466" y="31118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16952" y="31802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01978" y="3334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18939" y="30568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93743" y="32422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31786" y="31494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26182" y="31381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20870" y="29765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220287" y="307227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48061" y="30897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53562" y="33941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55550" y="31256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39247" y="32884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42136" y="33127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30251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37472" y="29363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50337" y="30781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34090" y="32157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23269" y="31573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27949" y="33739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45281" y="32838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27080" y="32756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33985" y="32962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62585" y="31713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35303" y="33249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64721" y="32612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59148" y="30464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22429" y="32196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59722" y="26272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883136" y="32023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94907" y="32434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72434" y="29499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68060" y="33294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77030" y="30261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58142" y="32773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00628" y="32551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78094" y="309172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61748" y="29810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93307" y="32882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70919" y="31551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83884" y="32279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54837" y="310230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77759" y="33233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90613" y="30554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69975" y="30332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66624" y="32320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75908" y="30783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97008" y="303629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83893" y="32141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86838" y="30437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94012" y="33426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56996" y="32791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96682" y="33881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902491" y="3143136"/>
              <a:ext cx="1002958" cy="6871"/>
            </a:xfrm>
            <a:custGeom>
              <a:avLst/>
              <a:pathLst>
                <a:path w="1002958" h="6871">
                  <a:moveTo>
                    <a:pt x="0" y="6871"/>
                  </a:moveTo>
                  <a:lnTo>
                    <a:pt x="64405" y="6429"/>
                  </a:lnTo>
                  <a:lnTo>
                    <a:pt x="121214" y="6040"/>
                  </a:lnTo>
                  <a:lnTo>
                    <a:pt x="172031" y="5692"/>
                  </a:lnTo>
                  <a:lnTo>
                    <a:pt x="218002" y="5377"/>
                  </a:lnTo>
                  <a:lnTo>
                    <a:pt x="259969" y="5090"/>
                  </a:lnTo>
                  <a:lnTo>
                    <a:pt x="298575" y="4825"/>
                  </a:lnTo>
                  <a:lnTo>
                    <a:pt x="334319" y="4580"/>
                  </a:lnTo>
                  <a:lnTo>
                    <a:pt x="367596" y="4352"/>
                  </a:lnTo>
                  <a:lnTo>
                    <a:pt x="398724" y="4139"/>
                  </a:lnTo>
                  <a:lnTo>
                    <a:pt x="427965" y="3939"/>
                  </a:lnTo>
                  <a:lnTo>
                    <a:pt x="455533" y="3750"/>
                  </a:lnTo>
                  <a:lnTo>
                    <a:pt x="481611" y="3571"/>
                  </a:lnTo>
                  <a:lnTo>
                    <a:pt x="506351" y="3402"/>
                  </a:lnTo>
                  <a:lnTo>
                    <a:pt x="529883" y="3240"/>
                  </a:lnTo>
                  <a:lnTo>
                    <a:pt x="552321" y="3087"/>
                  </a:lnTo>
                  <a:lnTo>
                    <a:pt x="573761" y="2940"/>
                  </a:lnTo>
                  <a:lnTo>
                    <a:pt x="594289" y="2799"/>
                  </a:lnTo>
                  <a:lnTo>
                    <a:pt x="613978" y="2664"/>
                  </a:lnTo>
                  <a:lnTo>
                    <a:pt x="632895" y="2535"/>
                  </a:lnTo>
                  <a:lnTo>
                    <a:pt x="651098" y="2410"/>
                  </a:lnTo>
                  <a:lnTo>
                    <a:pt x="668639" y="2290"/>
                  </a:lnTo>
                  <a:lnTo>
                    <a:pt x="685564" y="2174"/>
                  </a:lnTo>
                  <a:lnTo>
                    <a:pt x="701915" y="2062"/>
                  </a:lnTo>
                  <a:lnTo>
                    <a:pt x="717731" y="1954"/>
                  </a:lnTo>
                  <a:lnTo>
                    <a:pt x="733044" y="1849"/>
                  </a:lnTo>
                  <a:lnTo>
                    <a:pt x="747885" y="1747"/>
                  </a:lnTo>
                  <a:lnTo>
                    <a:pt x="762284" y="1648"/>
                  </a:lnTo>
                  <a:lnTo>
                    <a:pt x="776266" y="1553"/>
                  </a:lnTo>
                  <a:lnTo>
                    <a:pt x="789853" y="1459"/>
                  </a:lnTo>
                  <a:lnTo>
                    <a:pt x="803068" y="1369"/>
                  </a:lnTo>
                  <a:lnTo>
                    <a:pt x="815931" y="1281"/>
                  </a:lnTo>
                  <a:lnTo>
                    <a:pt x="828459" y="1195"/>
                  </a:lnTo>
                  <a:lnTo>
                    <a:pt x="840671" y="1111"/>
                  </a:lnTo>
                  <a:lnTo>
                    <a:pt x="852580" y="1030"/>
                  </a:lnTo>
                  <a:lnTo>
                    <a:pt x="864203" y="950"/>
                  </a:lnTo>
                  <a:lnTo>
                    <a:pt x="875552" y="872"/>
                  </a:lnTo>
                  <a:lnTo>
                    <a:pt x="886641" y="796"/>
                  </a:lnTo>
                  <a:lnTo>
                    <a:pt x="897480" y="722"/>
                  </a:lnTo>
                  <a:lnTo>
                    <a:pt x="908081" y="649"/>
                  </a:lnTo>
                  <a:lnTo>
                    <a:pt x="918454" y="578"/>
                  </a:lnTo>
                  <a:lnTo>
                    <a:pt x="928608" y="509"/>
                  </a:lnTo>
                  <a:lnTo>
                    <a:pt x="938553" y="441"/>
                  </a:lnTo>
                  <a:lnTo>
                    <a:pt x="948297" y="374"/>
                  </a:lnTo>
                  <a:lnTo>
                    <a:pt x="957849" y="309"/>
                  </a:lnTo>
                  <a:lnTo>
                    <a:pt x="967214" y="244"/>
                  </a:lnTo>
                  <a:lnTo>
                    <a:pt x="976402" y="181"/>
                  </a:lnTo>
                  <a:lnTo>
                    <a:pt x="985417" y="120"/>
                  </a:lnTo>
                  <a:lnTo>
                    <a:pt x="994268" y="59"/>
                  </a:lnTo>
                  <a:lnTo>
                    <a:pt x="100295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902491" y="3236547"/>
              <a:ext cx="1002958" cy="24513"/>
            </a:xfrm>
            <a:custGeom>
              <a:avLst/>
              <a:pathLst>
                <a:path w="1002958" h="24513">
                  <a:moveTo>
                    <a:pt x="0" y="0"/>
                  </a:moveTo>
                  <a:lnTo>
                    <a:pt x="64405" y="1574"/>
                  </a:lnTo>
                  <a:lnTo>
                    <a:pt x="121214" y="2962"/>
                  </a:lnTo>
                  <a:lnTo>
                    <a:pt x="172031" y="4204"/>
                  </a:lnTo>
                  <a:lnTo>
                    <a:pt x="218002" y="5328"/>
                  </a:lnTo>
                  <a:lnTo>
                    <a:pt x="259969" y="6353"/>
                  </a:lnTo>
                  <a:lnTo>
                    <a:pt x="298575" y="7297"/>
                  </a:lnTo>
                  <a:lnTo>
                    <a:pt x="334319" y="8171"/>
                  </a:lnTo>
                  <a:lnTo>
                    <a:pt x="367596" y="8984"/>
                  </a:lnTo>
                  <a:lnTo>
                    <a:pt x="398724" y="9745"/>
                  </a:lnTo>
                  <a:lnTo>
                    <a:pt x="427965" y="10459"/>
                  </a:lnTo>
                  <a:lnTo>
                    <a:pt x="455533" y="11133"/>
                  </a:lnTo>
                  <a:lnTo>
                    <a:pt x="481611" y="11771"/>
                  </a:lnTo>
                  <a:lnTo>
                    <a:pt x="506351" y="12375"/>
                  </a:lnTo>
                  <a:lnTo>
                    <a:pt x="529883" y="12950"/>
                  </a:lnTo>
                  <a:lnTo>
                    <a:pt x="552321" y="13499"/>
                  </a:lnTo>
                  <a:lnTo>
                    <a:pt x="573761" y="14023"/>
                  </a:lnTo>
                  <a:lnTo>
                    <a:pt x="594289" y="14525"/>
                  </a:lnTo>
                  <a:lnTo>
                    <a:pt x="613978" y="15006"/>
                  </a:lnTo>
                  <a:lnTo>
                    <a:pt x="632895" y="15468"/>
                  </a:lnTo>
                  <a:lnTo>
                    <a:pt x="651098" y="15913"/>
                  </a:lnTo>
                  <a:lnTo>
                    <a:pt x="668639" y="16342"/>
                  </a:lnTo>
                  <a:lnTo>
                    <a:pt x="685564" y="16755"/>
                  </a:lnTo>
                  <a:lnTo>
                    <a:pt x="701915" y="17155"/>
                  </a:lnTo>
                  <a:lnTo>
                    <a:pt x="717731" y="17542"/>
                  </a:lnTo>
                  <a:lnTo>
                    <a:pt x="733044" y="17916"/>
                  </a:lnTo>
                  <a:lnTo>
                    <a:pt x="747885" y="18279"/>
                  </a:lnTo>
                  <a:lnTo>
                    <a:pt x="762284" y="18631"/>
                  </a:lnTo>
                  <a:lnTo>
                    <a:pt x="776266" y="18972"/>
                  </a:lnTo>
                  <a:lnTo>
                    <a:pt x="789853" y="19304"/>
                  </a:lnTo>
                  <a:lnTo>
                    <a:pt x="803068" y="19627"/>
                  </a:lnTo>
                  <a:lnTo>
                    <a:pt x="815931" y="19942"/>
                  </a:lnTo>
                  <a:lnTo>
                    <a:pt x="828459" y="20248"/>
                  </a:lnTo>
                  <a:lnTo>
                    <a:pt x="840671" y="20546"/>
                  </a:lnTo>
                  <a:lnTo>
                    <a:pt x="852580" y="20838"/>
                  </a:lnTo>
                  <a:lnTo>
                    <a:pt x="864203" y="21122"/>
                  </a:lnTo>
                  <a:lnTo>
                    <a:pt x="875552" y="21399"/>
                  </a:lnTo>
                  <a:lnTo>
                    <a:pt x="886641" y="21670"/>
                  </a:lnTo>
                  <a:lnTo>
                    <a:pt x="897480" y="21935"/>
                  </a:lnTo>
                  <a:lnTo>
                    <a:pt x="908081" y="22194"/>
                  </a:lnTo>
                  <a:lnTo>
                    <a:pt x="918454" y="22448"/>
                  </a:lnTo>
                  <a:lnTo>
                    <a:pt x="928608" y="22696"/>
                  </a:lnTo>
                  <a:lnTo>
                    <a:pt x="938553" y="22939"/>
                  </a:lnTo>
                  <a:lnTo>
                    <a:pt x="948297" y="23177"/>
                  </a:lnTo>
                  <a:lnTo>
                    <a:pt x="957849" y="23410"/>
                  </a:lnTo>
                  <a:lnTo>
                    <a:pt x="967214" y="23639"/>
                  </a:lnTo>
                  <a:lnTo>
                    <a:pt x="976402" y="23864"/>
                  </a:lnTo>
                  <a:lnTo>
                    <a:pt x="985417" y="24084"/>
                  </a:lnTo>
                  <a:lnTo>
                    <a:pt x="994268" y="24301"/>
                  </a:lnTo>
                  <a:lnTo>
                    <a:pt x="1002958" y="2451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902491" y="3127219"/>
              <a:ext cx="1002958" cy="45940"/>
            </a:xfrm>
            <a:custGeom>
              <a:avLst/>
              <a:pathLst>
                <a:path w="1002958" h="45940">
                  <a:moveTo>
                    <a:pt x="0" y="45940"/>
                  </a:moveTo>
                  <a:lnTo>
                    <a:pt x="64405" y="42990"/>
                  </a:lnTo>
                  <a:lnTo>
                    <a:pt x="121214" y="40388"/>
                  </a:lnTo>
                  <a:lnTo>
                    <a:pt x="172031" y="38060"/>
                  </a:lnTo>
                  <a:lnTo>
                    <a:pt x="218002" y="35954"/>
                  </a:lnTo>
                  <a:lnTo>
                    <a:pt x="259969" y="34032"/>
                  </a:lnTo>
                  <a:lnTo>
                    <a:pt x="298575" y="32264"/>
                  </a:lnTo>
                  <a:lnTo>
                    <a:pt x="334319" y="30626"/>
                  </a:lnTo>
                  <a:lnTo>
                    <a:pt x="367596" y="29102"/>
                  </a:lnTo>
                  <a:lnTo>
                    <a:pt x="398724" y="27676"/>
                  </a:lnTo>
                  <a:lnTo>
                    <a:pt x="427965" y="26337"/>
                  </a:lnTo>
                  <a:lnTo>
                    <a:pt x="455533" y="25074"/>
                  </a:lnTo>
                  <a:lnTo>
                    <a:pt x="481611" y="23880"/>
                  </a:lnTo>
                  <a:lnTo>
                    <a:pt x="506351" y="22747"/>
                  </a:lnTo>
                  <a:lnTo>
                    <a:pt x="529883" y="21669"/>
                  </a:lnTo>
                  <a:lnTo>
                    <a:pt x="552321" y="20641"/>
                  </a:lnTo>
                  <a:lnTo>
                    <a:pt x="573761" y="19659"/>
                  </a:lnTo>
                  <a:lnTo>
                    <a:pt x="594289" y="18719"/>
                  </a:lnTo>
                  <a:lnTo>
                    <a:pt x="613978" y="17817"/>
                  </a:lnTo>
                  <a:lnTo>
                    <a:pt x="632895" y="16950"/>
                  </a:lnTo>
                  <a:lnTo>
                    <a:pt x="651098" y="16116"/>
                  </a:lnTo>
                  <a:lnTo>
                    <a:pt x="668639" y="15313"/>
                  </a:lnTo>
                  <a:lnTo>
                    <a:pt x="685564" y="14538"/>
                  </a:lnTo>
                  <a:lnTo>
                    <a:pt x="701915" y="13789"/>
                  </a:lnTo>
                  <a:lnTo>
                    <a:pt x="717731" y="13064"/>
                  </a:lnTo>
                  <a:lnTo>
                    <a:pt x="733044" y="12363"/>
                  </a:lnTo>
                  <a:lnTo>
                    <a:pt x="747885" y="11683"/>
                  </a:lnTo>
                  <a:lnTo>
                    <a:pt x="762284" y="11024"/>
                  </a:lnTo>
                  <a:lnTo>
                    <a:pt x="776266" y="10383"/>
                  </a:lnTo>
                  <a:lnTo>
                    <a:pt x="789853" y="9761"/>
                  </a:lnTo>
                  <a:lnTo>
                    <a:pt x="803068" y="9155"/>
                  </a:lnTo>
                  <a:lnTo>
                    <a:pt x="815931" y="8566"/>
                  </a:lnTo>
                  <a:lnTo>
                    <a:pt x="828459" y="7992"/>
                  </a:lnTo>
                  <a:lnTo>
                    <a:pt x="840671" y="7433"/>
                  </a:lnTo>
                  <a:lnTo>
                    <a:pt x="852580" y="6888"/>
                  </a:lnTo>
                  <a:lnTo>
                    <a:pt x="864203" y="6355"/>
                  </a:lnTo>
                  <a:lnTo>
                    <a:pt x="875552" y="5835"/>
                  </a:lnTo>
                  <a:lnTo>
                    <a:pt x="886641" y="5327"/>
                  </a:lnTo>
                  <a:lnTo>
                    <a:pt x="897480" y="4831"/>
                  </a:lnTo>
                  <a:lnTo>
                    <a:pt x="908081" y="4345"/>
                  </a:lnTo>
                  <a:lnTo>
                    <a:pt x="918454" y="3870"/>
                  </a:lnTo>
                  <a:lnTo>
                    <a:pt x="928608" y="3405"/>
                  </a:lnTo>
                  <a:lnTo>
                    <a:pt x="938553" y="2950"/>
                  </a:lnTo>
                  <a:lnTo>
                    <a:pt x="948297" y="2503"/>
                  </a:lnTo>
                  <a:lnTo>
                    <a:pt x="957849" y="2066"/>
                  </a:lnTo>
                  <a:lnTo>
                    <a:pt x="967214" y="1637"/>
                  </a:lnTo>
                  <a:lnTo>
                    <a:pt x="976402" y="1216"/>
                  </a:lnTo>
                  <a:lnTo>
                    <a:pt x="985417" y="803"/>
                  </a:lnTo>
                  <a:lnTo>
                    <a:pt x="994268" y="398"/>
                  </a:lnTo>
                  <a:lnTo>
                    <a:pt x="100295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902491" y="2995968"/>
              <a:ext cx="1002958" cy="161730"/>
            </a:xfrm>
            <a:custGeom>
              <a:avLst/>
              <a:pathLst>
                <a:path w="1002958" h="161730">
                  <a:moveTo>
                    <a:pt x="0" y="161730"/>
                  </a:moveTo>
                  <a:lnTo>
                    <a:pt x="64405" y="151344"/>
                  </a:lnTo>
                  <a:lnTo>
                    <a:pt x="121214" y="142184"/>
                  </a:lnTo>
                  <a:lnTo>
                    <a:pt x="172031" y="133989"/>
                  </a:lnTo>
                  <a:lnTo>
                    <a:pt x="218002" y="126576"/>
                  </a:lnTo>
                  <a:lnTo>
                    <a:pt x="259969" y="119809"/>
                  </a:lnTo>
                  <a:lnTo>
                    <a:pt x="298575" y="113584"/>
                  </a:lnTo>
                  <a:lnTo>
                    <a:pt x="334319" y="107820"/>
                  </a:lnTo>
                  <a:lnTo>
                    <a:pt x="367596" y="102454"/>
                  </a:lnTo>
                  <a:lnTo>
                    <a:pt x="398724" y="97434"/>
                  </a:lnTo>
                  <a:lnTo>
                    <a:pt x="427965" y="92719"/>
                  </a:lnTo>
                  <a:lnTo>
                    <a:pt x="455533" y="88274"/>
                  </a:lnTo>
                  <a:lnTo>
                    <a:pt x="481611" y="84068"/>
                  </a:lnTo>
                  <a:lnTo>
                    <a:pt x="506351" y="80079"/>
                  </a:lnTo>
                  <a:lnTo>
                    <a:pt x="529883" y="76284"/>
                  </a:lnTo>
                  <a:lnTo>
                    <a:pt x="552321" y="72666"/>
                  </a:lnTo>
                  <a:lnTo>
                    <a:pt x="573761" y="69209"/>
                  </a:lnTo>
                  <a:lnTo>
                    <a:pt x="594289" y="65899"/>
                  </a:lnTo>
                  <a:lnTo>
                    <a:pt x="613978" y="62724"/>
                  </a:lnTo>
                  <a:lnTo>
                    <a:pt x="632895" y="59673"/>
                  </a:lnTo>
                  <a:lnTo>
                    <a:pt x="651098" y="56738"/>
                  </a:lnTo>
                  <a:lnTo>
                    <a:pt x="668639" y="53910"/>
                  </a:lnTo>
                  <a:lnTo>
                    <a:pt x="685564" y="51180"/>
                  </a:lnTo>
                  <a:lnTo>
                    <a:pt x="701915" y="48544"/>
                  </a:lnTo>
                  <a:lnTo>
                    <a:pt x="717731" y="45993"/>
                  </a:lnTo>
                  <a:lnTo>
                    <a:pt x="733044" y="43524"/>
                  </a:lnTo>
                  <a:lnTo>
                    <a:pt x="747885" y="41131"/>
                  </a:lnTo>
                  <a:lnTo>
                    <a:pt x="762284" y="38809"/>
                  </a:lnTo>
                  <a:lnTo>
                    <a:pt x="776266" y="36554"/>
                  </a:lnTo>
                  <a:lnTo>
                    <a:pt x="789853" y="34363"/>
                  </a:lnTo>
                  <a:lnTo>
                    <a:pt x="803068" y="32232"/>
                  </a:lnTo>
                  <a:lnTo>
                    <a:pt x="815931" y="30158"/>
                  </a:lnTo>
                  <a:lnTo>
                    <a:pt x="828459" y="28138"/>
                  </a:lnTo>
                  <a:lnTo>
                    <a:pt x="840671" y="26169"/>
                  </a:lnTo>
                  <a:lnTo>
                    <a:pt x="852580" y="24248"/>
                  </a:lnTo>
                  <a:lnTo>
                    <a:pt x="864203" y="22374"/>
                  </a:lnTo>
                  <a:lnTo>
                    <a:pt x="875552" y="20544"/>
                  </a:lnTo>
                  <a:lnTo>
                    <a:pt x="886641" y="18756"/>
                  </a:lnTo>
                  <a:lnTo>
                    <a:pt x="897480" y="17008"/>
                  </a:lnTo>
                  <a:lnTo>
                    <a:pt x="908081" y="15299"/>
                  </a:lnTo>
                  <a:lnTo>
                    <a:pt x="918454" y="13626"/>
                  </a:lnTo>
                  <a:lnTo>
                    <a:pt x="928608" y="11989"/>
                  </a:lnTo>
                  <a:lnTo>
                    <a:pt x="938553" y="10385"/>
                  </a:lnTo>
                  <a:lnTo>
                    <a:pt x="948297" y="8814"/>
                  </a:lnTo>
                  <a:lnTo>
                    <a:pt x="957849" y="7274"/>
                  </a:lnTo>
                  <a:lnTo>
                    <a:pt x="967214" y="5763"/>
                  </a:lnTo>
                  <a:lnTo>
                    <a:pt x="976402" y="4282"/>
                  </a:lnTo>
                  <a:lnTo>
                    <a:pt x="985417" y="2828"/>
                  </a:lnTo>
                  <a:lnTo>
                    <a:pt x="994268" y="1401"/>
                  </a:lnTo>
                  <a:lnTo>
                    <a:pt x="100295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902491" y="3056919"/>
              <a:ext cx="1002958" cy="154074"/>
            </a:xfrm>
            <a:custGeom>
              <a:avLst/>
              <a:pathLst>
                <a:path w="1002958" h="154074">
                  <a:moveTo>
                    <a:pt x="0" y="154074"/>
                  </a:moveTo>
                  <a:lnTo>
                    <a:pt x="64405" y="144180"/>
                  </a:lnTo>
                  <a:lnTo>
                    <a:pt x="121214" y="135453"/>
                  </a:lnTo>
                  <a:lnTo>
                    <a:pt x="172031" y="127646"/>
                  </a:lnTo>
                  <a:lnTo>
                    <a:pt x="218002" y="120584"/>
                  </a:lnTo>
                  <a:lnTo>
                    <a:pt x="259969" y="114137"/>
                  </a:lnTo>
                  <a:lnTo>
                    <a:pt x="298575" y="108207"/>
                  </a:lnTo>
                  <a:lnTo>
                    <a:pt x="334319" y="102716"/>
                  </a:lnTo>
                  <a:lnTo>
                    <a:pt x="367596" y="97604"/>
                  </a:lnTo>
                  <a:lnTo>
                    <a:pt x="398724" y="92822"/>
                  </a:lnTo>
                  <a:lnTo>
                    <a:pt x="427965" y="88330"/>
                  </a:lnTo>
                  <a:lnTo>
                    <a:pt x="455533" y="84095"/>
                  </a:lnTo>
                  <a:lnTo>
                    <a:pt x="481611" y="80089"/>
                  </a:lnTo>
                  <a:lnTo>
                    <a:pt x="506351" y="76288"/>
                  </a:lnTo>
                  <a:lnTo>
                    <a:pt x="529883" y="72673"/>
                  </a:lnTo>
                  <a:lnTo>
                    <a:pt x="552321" y="69226"/>
                  </a:lnTo>
                  <a:lnTo>
                    <a:pt x="573761" y="65933"/>
                  </a:lnTo>
                  <a:lnTo>
                    <a:pt x="594289" y="62779"/>
                  </a:lnTo>
                  <a:lnTo>
                    <a:pt x="613978" y="59755"/>
                  </a:lnTo>
                  <a:lnTo>
                    <a:pt x="632895" y="56849"/>
                  </a:lnTo>
                  <a:lnTo>
                    <a:pt x="651098" y="54052"/>
                  </a:lnTo>
                  <a:lnTo>
                    <a:pt x="668639" y="51358"/>
                  </a:lnTo>
                  <a:lnTo>
                    <a:pt x="685564" y="48758"/>
                  </a:lnTo>
                  <a:lnTo>
                    <a:pt x="701915" y="46246"/>
                  </a:lnTo>
                  <a:lnTo>
                    <a:pt x="717731" y="43816"/>
                  </a:lnTo>
                  <a:lnTo>
                    <a:pt x="733044" y="41464"/>
                  </a:lnTo>
                  <a:lnTo>
                    <a:pt x="747885" y="39184"/>
                  </a:lnTo>
                  <a:lnTo>
                    <a:pt x="762284" y="36972"/>
                  </a:lnTo>
                  <a:lnTo>
                    <a:pt x="776266" y="34824"/>
                  </a:lnTo>
                  <a:lnTo>
                    <a:pt x="789853" y="32737"/>
                  </a:lnTo>
                  <a:lnTo>
                    <a:pt x="803068" y="30707"/>
                  </a:lnTo>
                  <a:lnTo>
                    <a:pt x="815931" y="28731"/>
                  </a:lnTo>
                  <a:lnTo>
                    <a:pt x="828459" y="26806"/>
                  </a:lnTo>
                  <a:lnTo>
                    <a:pt x="840671" y="24930"/>
                  </a:lnTo>
                  <a:lnTo>
                    <a:pt x="852580" y="23101"/>
                  </a:lnTo>
                  <a:lnTo>
                    <a:pt x="864203" y="21315"/>
                  </a:lnTo>
                  <a:lnTo>
                    <a:pt x="875552" y="19572"/>
                  </a:lnTo>
                  <a:lnTo>
                    <a:pt x="886641" y="17868"/>
                  </a:lnTo>
                  <a:lnTo>
                    <a:pt x="897480" y="16203"/>
                  </a:lnTo>
                  <a:lnTo>
                    <a:pt x="908081" y="14575"/>
                  </a:lnTo>
                  <a:lnTo>
                    <a:pt x="918454" y="12981"/>
                  </a:lnTo>
                  <a:lnTo>
                    <a:pt x="928608" y="11421"/>
                  </a:lnTo>
                  <a:lnTo>
                    <a:pt x="938553" y="9893"/>
                  </a:lnTo>
                  <a:lnTo>
                    <a:pt x="948297" y="8396"/>
                  </a:lnTo>
                  <a:lnTo>
                    <a:pt x="957849" y="6929"/>
                  </a:lnTo>
                  <a:lnTo>
                    <a:pt x="967214" y="5490"/>
                  </a:lnTo>
                  <a:lnTo>
                    <a:pt x="976402" y="4079"/>
                  </a:lnTo>
                  <a:lnTo>
                    <a:pt x="985417" y="2694"/>
                  </a:lnTo>
                  <a:lnTo>
                    <a:pt x="994268" y="1335"/>
                  </a:lnTo>
                  <a:lnTo>
                    <a:pt x="100295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902491" y="3127708"/>
              <a:ext cx="1002958" cy="199701"/>
            </a:xfrm>
            <a:custGeom>
              <a:avLst/>
              <a:pathLst>
                <a:path w="1002958" h="199701">
                  <a:moveTo>
                    <a:pt x="0" y="0"/>
                  </a:moveTo>
                  <a:lnTo>
                    <a:pt x="64405" y="12823"/>
                  </a:lnTo>
                  <a:lnTo>
                    <a:pt x="121214" y="24135"/>
                  </a:lnTo>
                  <a:lnTo>
                    <a:pt x="172031" y="34253"/>
                  </a:lnTo>
                  <a:lnTo>
                    <a:pt x="218002" y="43406"/>
                  </a:lnTo>
                  <a:lnTo>
                    <a:pt x="259969" y="51763"/>
                  </a:lnTo>
                  <a:lnTo>
                    <a:pt x="298575" y="59449"/>
                  </a:lnTo>
                  <a:lnTo>
                    <a:pt x="334319" y="66567"/>
                  </a:lnTo>
                  <a:lnTo>
                    <a:pt x="367596" y="73192"/>
                  </a:lnTo>
                  <a:lnTo>
                    <a:pt x="398724" y="79390"/>
                  </a:lnTo>
                  <a:lnTo>
                    <a:pt x="427965" y="85212"/>
                  </a:lnTo>
                  <a:lnTo>
                    <a:pt x="455533" y="90702"/>
                  </a:lnTo>
                  <a:lnTo>
                    <a:pt x="481611" y="95894"/>
                  </a:lnTo>
                  <a:lnTo>
                    <a:pt x="506351" y="100820"/>
                  </a:lnTo>
                  <a:lnTo>
                    <a:pt x="529883" y="105506"/>
                  </a:lnTo>
                  <a:lnTo>
                    <a:pt x="552321" y="109973"/>
                  </a:lnTo>
                  <a:lnTo>
                    <a:pt x="573761" y="114242"/>
                  </a:lnTo>
                  <a:lnTo>
                    <a:pt x="594289" y="118330"/>
                  </a:lnTo>
                  <a:lnTo>
                    <a:pt x="613978" y="122250"/>
                  </a:lnTo>
                  <a:lnTo>
                    <a:pt x="632895" y="126017"/>
                  </a:lnTo>
                  <a:lnTo>
                    <a:pt x="651098" y="129641"/>
                  </a:lnTo>
                  <a:lnTo>
                    <a:pt x="668639" y="133134"/>
                  </a:lnTo>
                  <a:lnTo>
                    <a:pt x="685564" y="136504"/>
                  </a:lnTo>
                  <a:lnTo>
                    <a:pt x="701915" y="139759"/>
                  </a:lnTo>
                  <a:lnTo>
                    <a:pt x="717731" y="142908"/>
                  </a:lnTo>
                  <a:lnTo>
                    <a:pt x="733044" y="145957"/>
                  </a:lnTo>
                  <a:lnTo>
                    <a:pt x="747885" y="148913"/>
                  </a:lnTo>
                  <a:lnTo>
                    <a:pt x="762284" y="151779"/>
                  </a:lnTo>
                  <a:lnTo>
                    <a:pt x="776266" y="154563"/>
                  </a:lnTo>
                  <a:lnTo>
                    <a:pt x="789853" y="157269"/>
                  </a:lnTo>
                  <a:lnTo>
                    <a:pt x="803068" y="159900"/>
                  </a:lnTo>
                  <a:lnTo>
                    <a:pt x="815931" y="162461"/>
                  </a:lnTo>
                  <a:lnTo>
                    <a:pt x="828459" y="164956"/>
                  </a:lnTo>
                  <a:lnTo>
                    <a:pt x="840671" y="167387"/>
                  </a:lnTo>
                  <a:lnTo>
                    <a:pt x="852580" y="169759"/>
                  </a:lnTo>
                  <a:lnTo>
                    <a:pt x="864203" y="172073"/>
                  </a:lnTo>
                  <a:lnTo>
                    <a:pt x="875552" y="174333"/>
                  </a:lnTo>
                  <a:lnTo>
                    <a:pt x="886641" y="176540"/>
                  </a:lnTo>
                  <a:lnTo>
                    <a:pt x="897480" y="178699"/>
                  </a:lnTo>
                  <a:lnTo>
                    <a:pt x="908081" y="180809"/>
                  </a:lnTo>
                  <a:lnTo>
                    <a:pt x="918454" y="182875"/>
                  </a:lnTo>
                  <a:lnTo>
                    <a:pt x="928608" y="184897"/>
                  </a:lnTo>
                  <a:lnTo>
                    <a:pt x="938553" y="186877"/>
                  </a:lnTo>
                  <a:lnTo>
                    <a:pt x="948297" y="188817"/>
                  </a:lnTo>
                  <a:lnTo>
                    <a:pt x="957849" y="190719"/>
                  </a:lnTo>
                  <a:lnTo>
                    <a:pt x="967214" y="192584"/>
                  </a:lnTo>
                  <a:lnTo>
                    <a:pt x="976402" y="194413"/>
                  </a:lnTo>
                  <a:lnTo>
                    <a:pt x="985417" y="196208"/>
                  </a:lnTo>
                  <a:lnTo>
                    <a:pt x="994268" y="197970"/>
                  </a:lnTo>
                  <a:lnTo>
                    <a:pt x="1002958" y="19970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2491" y="3179513"/>
              <a:ext cx="1002958" cy="183306"/>
            </a:xfrm>
            <a:custGeom>
              <a:avLst/>
              <a:pathLst>
                <a:path w="1002958" h="183306">
                  <a:moveTo>
                    <a:pt x="0" y="183306"/>
                  </a:moveTo>
                  <a:lnTo>
                    <a:pt x="64405" y="171535"/>
                  </a:lnTo>
                  <a:lnTo>
                    <a:pt x="121214" y="161153"/>
                  </a:lnTo>
                  <a:lnTo>
                    <a:pt x="172031" y="151865"/>
                  </a:lnTo>
                  <a:lnTo>
                    <a:pt x="218002" y="143463"/>
                  </a:lnTo>
                  <a:lnTo>
                    <a:pt x="259969" y="135793"/>
                  </a:lnTo>
                  <a:lnTo>
                    <a:pt x="298575" y="128737"/>
                  </a:lnTo>
                  <a:lnTo>
                    <a:pt x="334319" y="122204"/>
                  </a:lnTo>
                  <a:lnTo>
                    <a:pt x="367596" y="116122"/>
                  </a:lnTo>
                  <a:lnTo>
                    <a:pt x="398724" y="110433"/>
                  </a:lnTo>
                  <a:lnTo>
                    <a:pt x="427965" y="105089"/>
                  </a:lnTo>
                  <a:lnTo>
                    <a:pt x="455533" y="100050"/>
                  </a:lnTo>
                  <a:lnTo>
                    <a:pt x="481611" y="95284"/>
                  </a:lnTo>
                  <a:lnTo>
                    <a:pt x="506351" y="90762"/>
                  </a:lnTo>
                  <a:lnTo>
                    <a:pt x="529883" y="86462"/>
                  </a:lnTo>
                  <a:lnTo>
                    <a:pt x="552321" y="82361"/>
                  </a:lnTo>
                  <a:lnTo>
                    <a:pt x="573761" y="78442"/>
                  </a:lnTo>
                  <a:lnTo>
                    <a:pt x="594289" y="74690"/>
                  </a:lnTo>
                  <a:lnTo>
                    <a:pt x="613978" y="71092"/>
                  </a:lnTo>
                  <a:lnTo>
                    <a:pt x="632895" y="67635"/>
                  </a:lnTo>
                  <a:lnTo>
                    <a:pt x="651098" y="64308"/>
                  </a:lnTo>
                  <a:lnTo>
                    <a:pt x="668639" y="61102"/>
                  </a:lnTo>
                  <a:lnTo>
                    <a:pt x="685564" y="58008"/>
                  </a:lnTo>
                  <a:lnTo>
                    <a:pt x="701915" y="55020"/>
                  </a:lnTo>
                  <a:lnTo>
                    <a:pt x="717731" y="52129"/>
                  </a:lnTo>
                  <a:lnTo>
                    <a:pt x="733044" y="49331"/>
                  </a:lnTo>
                  <a:lnTo>
                    <a:pt x="747885" y="46618"/>
                  </a:lnTo>
                  <a:lnTo>
                    <a:pt x="762284" y="43987"/>
                  </a:lnTo>
                  <a:lnTo>
                    <a:pt x="776266" y="41431"/>
                  </a:lnTo>
                  <a:lnTo>
                    <a:pt x="789853" y="38948"/>
                  </a:lnTo>
                  <a:lnTo>
                    <a:pt x="803068" y="36533"/>
                  </a:lnTo>
                  <a:lnTo>
                    <a:pt x="815931" y="34182"/>
                  </a:lnTo>
                  <a:lnTo>
                    <a:pt x="828459" y="31892"/>
                  </a:lnTo>
                  <a:lnTo>
                    <a:pt x="840671" y="29660"/>
                  </a:lnTo>
                  <a:lnTo>
                    <a:pt x="852580" y="27483"/>
                  </a:lnTo>
                  <a:lnTo>
                    <a:pt x="864203" y="25359"/>
                  </a:lnTo>
                  <a:lnTo>
                    <a:pt x="875552" y="23285"/>
                  </a:lnTo>
                  <a:lnTo>
                    <a:pt x="886641" y="21258"/>
                  </a:lnTo>
                  <a:lnTo>
                    <a:pt x="897480" y="19277"/>
                  </a:lnTo>
                  <a:lnTo>
                    <a:pt x="908081" y="17340"/>
                  </a:lnTo>
                  <a:lnTo>
                    <a:pt x="918454" y="15444"/>
                  </a:lnTo>
                  <a:lnTo>
                    <a:pt x="928608" y="13588"/>
                  </a:lnTo>
                  <a:lnTo>
                    <a:pt x="938553" y="11771"/>
                  </a:lnTo>
                  <a:lnTo>
                    <a:pt x="948297" y="9990"/>
                  </a:lnTo>
                  <a:lnTo>
                    <a:pt x="957849" y="8244"/>
                  </a:lnTo>
                  <a:lnTo>
                    <a:pt x="967214" y="6532"/>
                  </a:lnTo>
                  <a:lnTo>
                    <a:pt x="976402" y="4853"/>
                  </a:lnTo>
                  <a:lnTo>
                    <a:pt x="985417" y="3205"/>
                  </a:lnTo>
                  <a:lnTo>
                    <a:pt x="994268" y="1588"/>
                  </a:lnTo>
                  <a:lnTo>
                    <a:pt x="100295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902491" y="3325455"/>
              <a:ext cx="1002958" cy="69866"/>
            </a:xfrm>
            <a:custGeom>
              <a:avLst/>
              <a:pathLst>
                <a:path w="1002958" h="69866">
                  <a:moveTo>
                    <a:pt x="0" y="0"/>
                  </a:moveTo>
                  <a:lnTo>
                    <a:pt x="64405" y="4486"/>
                  </a:lnTo>
                  <a:lnTo>
                    <a:pt x="121214" y="8443"/>
                  </a:lnTo>
                  <a:lnTo>
                    <a:pt x="172031" y="11983"/>
                  </a:lnTo>
                  <a:lnTo>
                    <a:pt x="218002" y="15186"/>
                  </a:lnTo>
                  <a:lnTo>
                    <a:pt x="259969" y="18109"/>
                  </a:lnTo>
                  <a:lnTo>
                    <a:pt x="298575" y="20798"/>
                  </a:lnTo>
                  <a:lnTo>
                    <a:pt x="334319" y="23288"/>
                  </a:lnTo>
                  <a:lnTo>
                    <a:pt x="367596" y="25606"/>
                  </a:lnTo>
                  <a:lnTo>
                    <a:pt x="398724" y="27775"/>
                  </a:lnTo>
                  <a:lnTo>
                    <a:pt x="427965" y="29812"/>
                  </a:lnTo>
                  <a:lnTo>
                    <a:pt x="455533" y="31732"/>
                  </a:lnTo>
                  <a:lnTo>
                    <a:pt x="481611" y="33549"/>
                  </a:lnTo>
                  <a:lnTo>
                    <a:pt x="506351" y="35272"/>
                  </a:lnTo>
                  <a:lnTo>
                    <a:pt x="529883" y="36911"/>
                  </a:lnTo>
                  <a:lnTo>
                    <a:pt x="552321" y="38474"/>
                  </a:lnTo>
                  <a:lnTo>
                    <a:pt x="573761" y="39968"/>
                  </a:lnTo>
                  <a:lnTo>
                    <a:pt x="594289" y="41398"/>
                  </a:lnTo>
                  <a:lnTo>
                    <a:pt x="613978" y="42769"/>
                  </a:lnTo>
                  <a:lnTo>
                    <a:pt x="632895" y="44087"/>
                  </a:lnTo>
                  <a:lnTo>
                    <a:pt x="651098" y="45355"/>
                  </a:lnTo>
                  <a:lnTo>
                    <a:pt x="668639" y="46577"/>
                  </a:lnTo>
                  <a:lnTo>
                    <a:pt x="685564" y="47756"/>
                  </a:lnTo>
                  <a:lnTo>
                    <a:pt x="701915" y="48895"/>
                  </a:lnTo>
                  <a:lnTo>
                    <a:pt x="717731" y="49997"/>
                  </a:lnTo>
                  <a:lnTo>
                    <a:pt x="733044" y="51063"/>
                  </a:lnTo>
                  <a:lnTo>
                    <a:pt x="747885" y="52097"/>
                  </a:lnTo>
                  <a:lnTo>
                    <a:pt x="762284" y="53100"/>
                  </a:lnTo>
                  <a:lnTo>
                    <a:pt x="776266" y="54074"/>
                  </a:lnTo>
                  <a:lnTo>
                    <a:pt x="789853" y="55021"/>
                  </a:lnTo>
                  <a:lnTo>
                    <a:pt x="803068" y="55941"/>
                  </a:lnTo>
                  <a:lnTo>
                    <a:pt x="815931" y="56837"/>
                  </a:lnTo>
                  <a:lnTo>
                    <a:pt x="828459" y="57710"/>
                  </a:lnTo>
                  <a:lnTo>
                    <a:pt x="840671" y="58561"/>
                  </a:lnTo>
                  <a:lnTo>
                    <a:pt x="852580" y="59390"/>
                  </a:lnTo>
                  <a:lnTo>
                    <a:pt x="864203" y="60200"/>
                  </a:lnTo>
                  <a:lnTo>
                    <a:pt x="875552" y="60990"/>
                  </a:lnTo>
                  <a:lnTo>
                    <a:pt x="886641" y="61763"/>
                  </a:lnTo>
                  <a:lnTo>
                    <a:pt x="897480" y="62518"/>
                  </a:lnTo>
                  <a:lnTo>
                    <a:pt x="908081" y="63256"/>
                  </a:lnTo>
                  <a:lnTo>
                    <a:pt x="918454" y="63979"/>
                  </a:lnTo>
                  <a:lnTo>
                    <a:pt x="928608" y="64686"/>
                  </a:lnTo>
                  <a:lnTo>
                    <a:pt x="938553" y="65379"/>
                  </a:lnTo>
                  <a:lnTo>
                    <a:pt x="948297" y="66058"/>
                  </a:lnTo>
                  <a:lnTo>
                    <a:pt x="957849" y="66723"/>
                  </a:lnTo>
                  <a:lnTo>
                    <a:pt x="967214" y="67376"/>
                  </a:lnTo>
                  <a:lnTo>
                    <a:pt x="976402" y="68016"/>
                  </a:lnTo>
                  <a:lnTo>
                    <a:pt x="985417" y="68644"/>
                  </a:lnTo>
                  <a:lnTo>
                    <a:pt x="994268" y="69260"/>
                  </a:lnTo>
                  <a:lnTo>
                    <a:pt x="1002958" y="6986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902491" y="3157540"/>
              <a:ext cx="1002958" cy="135278"/>
            </a:xfrm>
            <a:custGeom>
              <a:avLst/>
              <a:pathLst>
                <a:path w="1002958" h="135278">
                  <a:moveTo>
                    <a:pt x="0" y="135278"/>
                  </a:moveTo>
                  <a:lnTo>
                    <a:pt x="64405" y="126591"/>
                  </a:lnTo>
                  <a:lnTo>
                    <a:pt x="121214" y="118929"/>
                  </a:lnTo>
                  <a:lnTo>
                    <a:pt x="172031" y="112074"/>
                  </a:lnTo>
                  <a:lnTo>
                    <a:pt x="218002" y="105874"/>
                  </a:lnTo>
                  <a:lnTo>
                    <a:pt x="259969" y="100213"/>
                  </a:lnTo>
                  <a:lnTo>
                    <a:pt x="298575" y="95006"/>
                  </a:lnTo>
                  <a:lnTo>
                    <a:pt x="334319" y="90185"/>
                  </a:lnTo>
                  <a:lnTo>
                    <a:pt x="367596" y="85697"/>
                  </a:lnTo>
                  <a:lnTo>
                    <a:pt x="398724" y="81498"/>
                  </a:lnTo>
                  <a:lnTo>
                    <a:pt x="427965" y="77554"/>
                  </a:lnTo>
                  <a:lnTo>
                    <a:pt x="455533" y="73836"/>
                  </a:lnTo>
                  <a:lnTo>
                    <a:pt x="481611" y="70319"/>
                  </a:lnTo>
                  <a:lnTo>
                    <a:pt x="506351" y="66982"/>
                  </a:lnTo>
                  <a:lnTo>
                    <a:pt x="529883" y="63808"/>
                  </a:lnTo>
                  <a:lnTo>
                    <a:pt x="552321" y="60781"/>
                  </a:lnTo>
                  <a:lnTo>
                    <a:pt x="573761" y="57889"/>
                  </a:lnTo>
                  <a:lnTo>
                    <a:pt x="594289" y="55121"/>
                  </a:lnTo>
                  <a:lnTo>
                    <a:pt x="613978" y="52465"/>
                  </a:lnTo>
                  <a:lnTo>
                    <a:pt x="632895" y="49913"/>
                  </a:lnTo>
                  <a:lnTo>
                    <a:pt x="651098" y="47458"/>
                  </a:lnTo>
                  <a:lnTo>
                    <a:pt x="668639" y="45092"/>
                  </a:lnTo>
                  <a:lnTo>
                    <a:pt x="685564" y="42809"/>
                  </a:lnTo>
                  <a:lnTo>
                    <a:pt x="701915" y="40604"/>
                  </a:lnTo>
                  <a:lnTo>
                    <a:pt x="717731" y="38471"/>
                  </a:lnTo>
                  <a:lnTo>
                    <a:pt x="733044" y="36405"/>
                  </a:lnTo>
                  <a:lnTo>
                    <a:pt x="747885" y="34404"/>
                  </a:lnTo>
                  <a:lnTo>
                    <a:pt x="762284" y="32461"/>
                  </a:lnTo>
                  <a:lnTo>
                    <a:pt x="776266" y="30576"/>
                  </a:lnTo>
                  <a:lnTo>
                    <a:pt x="789853" y="28743"/>
                  </a:lnTo>
                  <a:lnTo>
                    <a:pt x="803068" y="26961"/>
                  </a:lnTo>
                  <a:lnTo>
                    <a:pt x="815931" y="25226"/>
                  </a:lnTo>
                  <a:lnTo>
                    <a:pt x="828459" y="23536"/>
                  </a:lnTo>
                  <a:lnTo>
                    <a:pt x="840671" y="21889"/>
                  </a:lnTo>
                  <a:lnTo>
                    <a:pt x="852580" y="20282"/>
                  </a:lnTo>
                  <a:lnTo>
                    <a:pt x="864203" y="18715"/>
                  </a:lnTo>
                  <a:lnTo>
                    <a:pt x="875552" y="17184"/>
                  </a:lnTo>
                  <a:lnTo>
                    <a:pt x="886641" y="15688"/>
                  </a:lnTo>
                  <a:lnTo>
                    <a:pt x="897480" y="14226"/>
                  </a:lnTo>
                  <a:lnTo>
                    <a:pt x="908081" y="12797"/>
                  </a:lnTo>
                  <a:lnTo>
                    <a:pt x="918454" y="11397"/>
                  </a:lnTo>
                  <a:lnTo>
                    <a:pt x="928608" y="10028"/>
                  </a:lnTo>
                  <a:lnTo>
                    <a:pt x="938553" y="8686"/>
                  </a:lnTo>
                  <a:lnTo>
                    <a:pt x="948297" y="7372"/>
                  </a:lnTo>
                  <a:lnTo>
                    <a:pt x="957849" y="6084"/>
                  </a:lnTo>
                  <a:lnTo>
                    <a:pt x="967214" y="4821"/>
                  </a:lnTo>
                  <a:lnTo>
                    <a:pt x="976402" y="3581"/>
                  </a:lnTo>
                  <a:lnTo>
                    <a:pt x="985417" y="2365"/>
                  </a:lnTo>
                  <a:lnTo>
                    <a:pt x="994268" y="1172"/>
                  </a:lnTo>
                  <a:lnTo>
                    <a:pt x="100295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902491" y="3079468"/>
              <a:ext cx="1002958" cy="56976"/>
            </a:xfrm>
            <a:custGeom>
              <a:avLst/>
              <a:pathLst>
                <a:path w="1002958" h="56976">
                  <a:moveTo>
                    <a:pt x="0" y="0"/>
                  </a:moveTo>
                  <a:lnTo>
                    <a:pt x="64405" y="3658"/>
                  </a:lnTo>
                  <a:lnTo>
                    <a:pt x="121214" y="6885"/>
                  </a:lnTo>
                  <a:lnTo>
                    <a:pt x="172031" y="9772"/>
                  </a:lnTo>
                  <a:lnTo>
                    <a:pt x="218002" y="12384"/>
                  </a:lnTo>
                  <a:lnTo>
                    <a:pt x="259969" y="14768"/>
                  </a:lnTo>
                  <a:lnTo>
                    <a:pt x="298575" y="16961"/>
                  </a:lnTo>
                  <a:lnTo>
                    <a:pt x="334319" y="18992"/>
                  </a:lnTo>
                  <a:lnTo>
                    <a:pt x="367596" y="20882"/>
                  </a:lnTo>
                  <a:lnTo>
                    <a:pt x="398724" y="22650"/>
                  </a:lnTo>
                  <a:lnTo>
                    <a:pt x="427965" y="24312"/>
                  </a:lnTo>
                  <a:lnTo>
                    <a:pt x="455533" y="25878"/>
                  </a:lnTo>
                  <a:lnTo>
                    <a:pt x="481611" y="27359"/>
                  </a:lnTo>
                  <a:lnTo>
                    <a:pt x="506351" y="28765"/>
                  </a:lnTo>
                  <a:lnTo>
                    <a:pt x="529883" y="30101"/>
                  </a:lnTo>
                  <a:lnTo>
                    <a:pt x="552321" y="31376"/>
                  </a:lnTo>
                  <a:lnTo>
                    <a:pt x="573761" y="32594"/>
                  </a:lnTo>
                  <a:lnTo>
                    <a:pt x="594289" y="33760"/>
                  </a:lnTo>
                  <a:lnTo>
                    <a:pt x="613978" y="34879"/>
                  </a:lnTo>
                  <a:lnTo>
                    <a:pt x="632895" y="35953"/>
                  </a:lnTo>
                  <a:lnTo>
                    <a:pt x="651098" y="36987"/>
                  </a:lnTo>
                  <a:lnTo>
                    <a:pt x="668639" y="37984"/>
                  </a:lnTo>
                  <a:lnTo>
                    <a:pt x="685564" y="38945"/>
                  </a:lnTo>
                  <a:lnTo>
                    <a:pt x="701915" y="39874"/>
                  </a:lnTo>
                  <a:lnTo>
                    <a:pt x="717731" y="40773"/>
                  </a:lnTo>
                  <a:lnTo>
                    <a:pt x="733044" y="41643"/>
                  </a:lnTo>
                  <a:lnTo>
                    <a:pt x="747885" y="42486"/>
                  </a:lnTo>
                  <a:lnTo>
                    <a:pt x="762284" y="43304"/>
                  </a:lnTo>
                  <a:lnTo>
                    <a:pt x="776266" y="44098"/>
                  </a:lnTo>
                  <a:lnTo>
                    <a:pt x="789853" y="44870"/>
                  </a:lnTo>
                  <a:lnTo>
                    <a:pt x="803068" y="45621"/>
                  </a:lnTo>
                  <a:lnTo>
                    <a:pt x="815931" y="46351"/>
                  </a:lnTo>
                  <a:lnTo>
                    <a:pt x="828459" y="47063"/>
                  </a:lnTo>
                  <a:lnTo>
                    <a:pt x="840671" y="47757"/>
                  </a:lnTo>
                  <a:lnTo>
                    <a:pt x="852580" y="48433"/>
                  </a:lnTo>
                  <a:lnTo>
                    <a:pt x="864203" y="49094"/>
                  </a:lnTo>
                  <a:lnTo>
                    <a:pt x="875552" y="49738"/>
                  </a:lnTo>
                  <a:lnTo>
                    <a:pt x="886641" y="50368"/>
                  </a:lnTo>
                  <a:lnTo>
                    <a:pt x="897480" y="50984"/>
                  </a:lnTo>
                  <a:lnTo>
                    <a:pt x="908081" y="51586"/>
                  </a:lnTo>
                  <a:lnTo>
                    <a:pt x="918454" y="52175"/>
                  </a:lnTo>
                  <a:lnTo>
                    <a:pt x="928608" y="52752"/>
                  </a:lnTo>
                  <a:lnTo>
                    <a:pt x="938553" y="53317"/>
                  </a:lnTo>
                  <a:lnTo>
                    <a:pt x="948297" y="53871"/>
                  </a:lnTo>
                  <a:lnTo>
                    <a:pt x="957849" y="54413"/>
                  </a:lnTo>
                  <a:lnTo>
                    <a:pt x="967214" y="54945"/>
                  </a:lnTo>
                  <a:lnTo>
                    <a:pt x="976402" y="55467"/>
                  </a:lnTo>
                  <a:lnTo>
                    <a:pt x="985417" y="55980"/>
                  </a:lnTo>
                  <a:lnTo>
                    <a:pt x="994268" y="56482"/>
                  </a:lnTo>
                  <a:lnTo>
                    <a:pt x="1002958" y="5697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05178" y="34560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05178" y="32097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05178" y="29634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05178" y="27171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90249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3681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7113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0545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327380" y="32413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317230" y="28155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332058" y="306731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86947" y="32589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97808" y="31550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326693" y="31686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99007" y="29200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309673" y="32534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86438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310563" y="32366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59334" y="33474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64639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60897" y="31288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7550" y="33126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20080" y="32440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55221" y="31982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45735" y="32621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33822" y="33722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49963" y="30561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32948" y="31682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33335" y="29632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22991" y="32269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40366" y="30079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59819" y="31245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64353" y="32639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45516" y="30610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61919" y="29159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35528" y="271976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62459" y="32876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73574" y="32221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62924" y="304322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60373" y="31987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63270" y="31411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64129" y="33489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98279" y="33098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77816" y="31581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54294" y="31399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81423" y="28941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67250" y="3227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92644" y="29038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56073" y="32633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96107" y="33652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89909" y="31040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73802" y="30189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84277" y="33025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88866" y="31067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95802" y="28869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992758" y="309516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12811" y="30573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06180" y="31101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19925" y="32137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296595" y="3262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28812" y="32490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22100" y="32267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08942" y="30151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11603" y="30892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11779" y="30252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05311" y="28332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299437" y="32664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285444" y="29334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298215" y="27704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10804" y="33354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12562" y="30444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24059" y="326848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17007" y="27142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29347" y="30669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01061" y="29818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01211" y="31491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295229" y="30655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02244" y="32452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08194" y="30105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313024" y="32671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336181" y="3160574"/>
              <a:ext cx="1001041" cy="128588"/>
            </a:xfrm>
            <a:custGeom>
              <a:avLst/>
              <a:pathLst>
                <a:path w="1001041" h="128588">
                  <a:moveTo>
                    <a:pt x="0" y="128588"/>
                  </a:moveTo>
                  <a:lnTo>
                    <a:pt x="64281" y="120331"/>
                  </a:lnTo>
                  <a:lnTo>
                    <a:pt x="120982" y="113047"/>
                  </a:lnTo>
                  <a:lnTo>
                    <a:pt x="171703" y="106532"/>
                  </a:lnTo>
                  <a:lnTo>
                    <a:pt x="217585" y="100638"/>
                  </a:lnTo>
                  <a:lnTo>
                    <a:pt x="259472" y="95257"/>
                  </a:lnTo>
                  <a:lnTo>
                    <a:pt x="298004" y="90308"/>
                  </a:lnTo>
                  <a:lnTo>
                    <a:pt x="333680" y="85725"/>
                  </a:lnTo>
                  <a:lnTo>
                    <a:pt x="366893" y="81459"/>
                  </a:lnTo>
                  <a:lnTo>
                    <a:pt x="397962" y="77468"/>
                  </a:lnTo>
                  <a:lnTo>
                    <a:pt x="427147" y="73719"/>
                  </a:lnTo>
                  <a:lnTo>
                    <a:pt x="454663" y="70184"/>
                  </a:lnTo>
                  <a:lnTo>
                    <a:pt x="480690" y="66841"/>
                  </a:lnTo>
                  <a:lnTo>
                    <a:pt x="505383" y="63669"/>
                  </a:lnTo>
                  <a:lnTo>
                    <a:pt x="528871" y="60652"/>
                  </a:lnTo>
                  <a:lnTo>
                    <a:pt x="551265" y="57775"/>
                  </a:lnTo>
                  <a:lnTo>
                    <a:pt x="572664" y="55026"/>
                  </a:lnTo>
                  <a:lnTo>
                    <a:pt x="593152" y="52395"/>
                  </a:lnTo>
                  <a:lnTo>
                    <a:pt x="612804" y="49870"/>
                  </a:lnTo>
                  <a:lnTo>
                    <a:pt x="631685" y="47445"/>
                  </a:lnTo>
                  <a:lnTo>
                    <a:pt x="649853" y="45111"/>
                  </a:lnTo>
                  <a:lnTo>
                    <a:pt x="667361" y="42862"/>
                  </a:lnTo>
                  <a:lnTo>
                    <a:pt x="684253" y="40692"/>
                  </a:lnTo>
                  <a:lnTo>
                    <a:pt x="700574" y="38596"/>
                  </a:lnTo>
                  <a:lnTo>
                    <a:pt x="716359" y="36568"/>
                  </a:lnTo>
                  <a:lnTo>
                    <a:pt x="731642" y="34605"/>
                  </a:lnTo>
                  <a:lnTo>
                    <a:pt x="746456" y="32702"/>
                  </a:lnTo>
                  <a:lnTo>
                    <a:pt x="760827" y="30856"/>
                  </a:lnTo>
                  <a:lnTo>
                    <a:pt x="774782" y="29064"/>
                  </a:lnTo>
                  <a:lnTo>
                    <a:pt x="788343" y="27322"/>
                  </a:lnTo>
                  <a:lnTo>
                    <a:pt x="801533" y="25627"/>
                  </a:lnTo>
                  <a:lnTo>
                    <a:pt x="814371" y="23978"/>
                  </a:lnTo>
                  <a:lnTo>
                    <a:pt x="826876" y="22372"/>
                  </a:lnTo>
                  <a:lnTo>
                    <a:pt x="839064" y="20806"/>
                  </a:lnTo>
                  <a:lnTo>
                    <a:pt x="850951" y="19279"/>
                  </a:lnTo>
                  <a:lnTo>
                    <a:pt x="862551" y="17789"/>
                  </a:lnTo>
                  <a:lnTo>
                    <a:pt x="873879" y="16334"/>
                  </a:lnTo>
                  <a:lnTo>
                    <a:pt x="884946" y="14912"/>
                  </a:lnTo>
                  <a:lnTo>
                    <a:pt x="895764" y="13523"/>
                  </a:lnTo>
                  <a:lnTo>
                    <a:pt x="906345" y="12164"/>
                  </a:lnTo>
                  <a:lnTo>
                    <a:pt x="916698" y="10834"/>
                  </a:lnTo>
                  <a:lnTo>
                    <a:pt x="926833" y="9532"/>
                  </a:lnTo>
                  <a:lnTo>
                    <a:pt x="936759" y="8257"/>
                  </a:lnTo>
                  <a:lnTo>
                    <a:pt x="946485" y="7008"/>
                  </a:lnTo>
                  <a:lnTo>
                    <a:pt x="956018" y="5783"/>
                  </a:lnTo>
                  <a:lnTo>
                    <a:pt x="965365" y="4582"/>
                  </a:lnTo>
                  <a:lnTo>
                    <a:pt x="974535" y="3404"/>
                  </a:lnTo>
                  <a:lnTo>
                    <a:pt x="983534" y="2248"/>
                  </a:lnTo>
                  <a:lnTo>
                    <a:pt x="992367" y="1114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336181" y="3015111"/>
              <a:ext cx="1001041" cy="310723"/>
            </a:xfrm>
            <a:custGeom>
              <a:avLst/>
              <a:pathLst>
                <a:path w="1001041" h="310723">
                  <a:moveTo>
                    <a:pt x="0" y="310723"/>
                  </a:moveTo>
                  <a:lnTo>
                    <a:pt x="64281" y="290770"/>
                  </a:lnTo>
                  <a:lnTo>
                    <a:pt x="120982" y="273170"/>
                  </a:lnTo>
                  <a:lnTo>
                    <a:pt x="171703" y="257427"/>
                  </a:lnTo>
                  <a:lnTo>
                    <a:pt x="217585" y="243185"/>
                  </a:lnTo>
                  <a:lnTo>
                    <a:pt x="259472" y="230183"/>
                  </a:lnTo>
                  <a:lnTo>
                    <a:pt x="298004" y="218222"/>
                  </a:lnTo>
                  <a:lnTo>
                    <a:pt x="333680" y="207149"/>
                  </a:lnTo>
                  <a:lnTo>
                    <a:pt x="366893" y="196839"/>
                  </a:lnTo>
                  <a:lnTo>
                    <a:pt x="397962" y="187196"/>
                  </a:lnTo>
                  <a:lnTo>
                    <a:pt x="427147" y="178137"/>
                  </a:lnTo>
                  <a:lnTo>
                    <a:pt x="454663" y="169596"/>
                  </a:lnTo>
                  <a:lnTo>
                    <a:pt x="480690" y="161517"/>
                  </a:lnTo>
                  <a:lnTo>
                    <a:pt x="505383" y="153852"/>
                  </a:lnTo>
                  <a:lnTo>
                    <a:pt x="528871" y="146561"/>
                  </a:lnTo>
                  <a:lnTo>
                    <a:pt x="551265" y="139610"/>
                  </a:lnTo>
                  <a:lnTo>
                    <a:pt x="572664" y="132968"/>
                  </a:lnTo>
                  <a:lnTo>
                    <a:pt x="593152" y="126608"/>
                  </a:lnTo>
                  <a:lnTo>
                    <a:pt x="612804" y="120508"/>
                  </a:lnTo>
                  <a:lnTo>
                    <a:pt x="631685" y="114648"/>
                  </a:lnTo>
                  <a:lnTo>
                    <a:pt x="649853" y="109008"/>
                  </a:lnTo>
                  <a:lnTo>
                    <a:pt x="667361" y="103574"/>
                  </a:lnTo>
                  <a:lnTo>
                    <a:pt x="684253" y="98331"/>
                  </a:lnTo>
                  <a:lnTo>
                    <a:pt x="700574" y="93265"/>
                  </a:lnTo>
                  <a:lnTo>
                    <a:pt x="716359" y="88365"/>
                  </a:lnTo>
                  <a:lnTo>
                    <a:pt x="731642" y="83621"/>
                  </a:lnTo>
                  <a:lnTo>
                    <a:pt x="746456" y="79023"/>
                  </a:lnTo>
                  <a:lnTo>
                    <a:pt x="760827" y="74562"/>
                  </a:lnTo>
                  <a:lnTo>
                    <a:pt x="774782" y="70231"/>
                  </a:lnTo>
                  <a:lnTo>
                    <a:pt x="788343" y="66021"/>
                  </a:lnTo>
                  <a:lnTo>
                    <a:pt x="801533" y="61927"/>
                  </a:lnTo>
                  <a:lnTo>
                    <a:pt x="814371" y="57942"/>
                  </a:lnTo>
                  <a:lnTo>
                    <a:pt x="826876" y="54061"/>
                  </a:lnTo>
                  <a:lnTo>
                    <a:pt x="839064" y="50277"/>
                  </a:lnTo>
                  <a:lnTo>
                    <a:pt x="850951" y="46588"/>
                  </a:lnTo>
                  <a:lnTo>
                    <a:pt x="862551" y="42987"/>
                  </a:lnTo>
                  <a:lnTo>
                    <a:pt x="873879" y="39471"/>
                  </a:lnTo>
                  <a:lnTo>
                    <a:pt x="884946" y="36036"/>
                  </a:lnTo>
                  <a:lnTo>
                    <a:pt x="895764" y="32677"/>
                  </a:lnTo>
                  <a:lnTo>
                    <a:pt x="906345" y="29393"/>
                  </a:lnTo>
                  <a:lnTo>
                    <a:pt x="916698" y="26180"/>
                  </a:lnTo>
                  <a:lnTo>
                    <a:pt x="926833" y="23034"/>
                  </a:lnTo>
                  <a:lnTo>
                    <a:pt x="936759" y="19953"/>
                  </a:lnTo>
                  <a:lnTo>
                    <a:pt x="946485" y="16934"/>
                  </a:lnTo>
                  <a:lnTo>
                    <a:pt x="956018" y="13975"/>
                  </a:lnTo>
                  <a:lnTo>
                    <a:pt x="965365" y="11073"/>
                  </a:lnTo>
                  <a:lnTo>
                    <a:pt x="974535" y="8227"/>
                  </a:lnTo>
                  <a:lnTo>
                    <a:pt x="983534" y="5434"/>
                  </a:lnTo>
                  <a:lnTo>
                    <a:pt x="992367" y="2692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336181" y="3087135"/>
              <a:ext cx="1001041" cy="13589"/>
            </a:xfrm>
            <a:custGeom>
              <a:avLst/>
              <a:pathLst>
                <a:path w="1001041" h="13589">
                  <a:moveTo>
                    <a:pt x="0" y="0"/>
                  </a:moveTo>
                  <a:lnTo>
                    <a:pt x="64281" y="872"/>
                  </a:lnTo>
                  <a:lnTo>
                    <a:pt x="120982" y="1642"/>
                  </a:lnTo>
                  <a:lnTo>
                    <a:pt x="171703" y="2330"/>
                  </a:lnTo>
                  <a:lnTo>
                    <a:pt x="217585" y="2953"/>
                  </a:lnTo>
                  <a:lnTo>
                    <a:pt x="259472" y="3522"/>
                  </a:lnTo>
                  <a:lnTo>
                    <a:pt x="298004" y="4045"/>
                  </a:lnTo>
                  <a:lnTo>
                    <a:pt x="333680" y="4529"/>
                  </a:lnTo>
                  <a:lnTo>
                    <a:pt x="366893" y="4980"/>
                  </a:lnTo>
                  <a:lnTo>
                    <a:pt x="397962" y="5402"/>
                  </a:lnTo>
                  <a:lnTo>
                    <a:pt x="427147" y="5798"/>
                  </a:lnTo>
                  <a:lnTo>
                    <a:pt x="454663" y="6172"/>
                  </a:lnTo>
                  <a:lnTo>
                    <a:pt x="480690" y="6525"/>
                  </a:lnTo>
                  <a:lnTo>
                    <a:pt x="505383" y="6860"/>
                  </a:lnTo>
                  <a:lnTo>
                    <a:pt x="528871" y="7179"/>
                  </a:lnTo>
                  <a:lnTo>
                    <a:pt x="551265" y="7483"/>
                  </a:lnTo>
                  <a:lnTo>
                    <a:pt x="572664" y="7774"/>
                  </a:lnTo>
                  <a:lnTo>
                    <a:pt x="593152" y="8052"/>
                  </a:lnTo>
                  <a:lnTo>
                    <a:pt x="612804" y="8319"/>
                  </a:lnTo>
                  <a:lnTo>
                    <a:pt x="631685" y="8575"/>
                  </a:lnTo>
                  <a:lnTo>
                    <a:pt x="649853" y="8822"/>
                  </a:lnTo>
                  <a:lnTo>
                    <a:pt x="667361" y="9059"/>
                  </a:lnTo>
                  <a:lnTo>
                    <a:pt x="684253" y="9289"/>
                  </a:lnTo>
                  <a:lnTo>
                    <a:pt x="700574" y="9510"/>
                  </a:lnTo>
                  <a:lnTo>
                    <a:pt x="716359" y="9724"/>
                  </a:lnTo>
                  <a:lnTo>
                    <a:pt x="731642" y="9932"/>
                  </a:lnTo>
                  <a:lnTo>
                    <a:pt x="746456" y="10133"/>
                  </a:lnTo>
                  <a:lnTo>
                    <a:pt x="760827" y="10328"/>
                  </a:lnTo>
                  <a:lnTo>
                    <a:pt x="774782" y="10518"/>
                  </a:lnTo>
                  <a:lnTo>
                    <a:pt x="788343" y="10702"/>
                  </a:lnTo>
                  <a:lnTo>
                    <a:pt x="801533" y="10881"/>
                  </a:lnTo>
                  <a:lnTo>
                    <a:pt x="814371" y="11055"/>
                  </a:lnTo>
                  <a:lnTo>
                    <a:pt x="826876" y="11225"/>
                  </a:lnTo>
                  <a:lnTo>
                    <a:pt x="839064" y="11390"/>
                  </a:lnTo>
                  <a:lnTo>
                    <a:pt x="850951" y="11552"/>
                  </a:lnTo>
                  <a:lnTo>
                    <a:pt x="862551" y="11709"/>
                  </a:lnTo>
                  <a:lnTo>
                    <a:pt x="873879" y="11863"/>
                  </a:lnTo>
                  <a:lnTo>
                    <a:pt x="884946" y="12013"/>
                  </a:lnTo>
                  <a:lnTo>
                    <a:pt x="895764" y="12160"/>
                  </a:lnTo>
                  <a:lnTo>
                    <a:pt x="906345" y="12304"/>
                  </a:lnTo>
                  <a:lnTo>
                    <a:pt x="916698" y="12444"/>
                  </a:lnTo>
                  <a:lnTo>
                    <a:pt x="926833" y="12582"/>
                  </a:lnTo>
                  <a:lnTo>
                    <a:pt x="936759" y="12716"/>
                  </a:lnTo>
                  <a:lnTo>
                    <a:pt x="946485" y="12848"/>
                  </a:lnTo>
                  <a:lnTo>
                    <a:pt x="956018" y="12978"/>
                  </a:lnTo>
                  <a:lnTo>
                    <a:pt x="965365" y="13105"/>
                  </a:lnTo>
                  <a:lnTo>
                    <a:pt x="974535" y="13229"/>
                  </a:lnTo>
                  <a:lnTo>
                    <a:pt x="983534" y="13351"/>
                  </a:lnTo>
                  <a:lnTo>
                    <a:pt x="992367" y="13471"/>
                  </a:lnTo>
                  <a:lnTo>
                    <a:pt x="1001041" y="1358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336181" y="2807100"/>
              <a:ext cx="1001041" cy="284057"/>
            </a:xfrm>
            <a:custGeom>
              <a:avLst/>
              <a:pathLst>
                <a:path w="1001041" h="284057">
                  <a:moveTo>
                    <a:pt x="0" y="284057"/>
                  </a:moveTo>
                  <a:lnTo>
                    <a:pt x="64281" y="265816"/>
                  </a:lnTo>
                  <a:lnTo>
                    <a:pt x="120982" y="249727"/>
                  </a:lnTo>
                  <a:lnTo>
                    <a:pt x="171703" y="235334"/>
                  </a:lnTo>
                  <a:lnTo>
                    <a:pt x="217585" y="222315"/>
                  </a:lnTo>
                  <a:lnTo>
                    <a:pt x="259472" y="210429"/>
                  </a:lnTo>
                  <a:lnTo>
                    <a:pt x="298004" y="199495"/>
                  </a:lnTo>
                  <a:lnTo>
                    <a:pt x="333680" y="189371"/>
                  </a:lnTo>
                  <a:lnTo>
                    <a:pt x="366893" y="179947"/>
                  </a:lnTo>
                  <a:lnTo>
                    <a:pt x="397962" y="171130"/>
                  </a:lnTo>
                  <a:lnTo>
                    <a:pt x="427147" y="162849"/>
                  </a:lnTo>
                  <a:lnTo>
                    <a:pt x="454663" y="155041"/>
                  </a:lnTo>
                  <a:lnTo>
                    <a:pt x="480690" y="147655"/>
                  </a:lnTo>
                  <a:lnTo>
                    <a:pt x="505383" y="140648"/>
                  </a:lnTo>
                  <a:lnTo>
                    <a:pt x="528871" y="133983"/>
                  </a:lnTo>
                  <a:lnTo>
                    <a:pt x="551265" y="127629"/>
                  </a:lnTo>
                  <a:lnTo>
                    <a:pt x="572664" y="121556"/>
                  </a:lnTo>
                  <a:lnTo>
                    <a:pt x="593152" y="115743"/>
                  </a:lnTo>
                  <a:lnTo>
                    <a:pt x="612804" y="110166"/>
                  </a:lnTo>
                  <a:lnTo>
                    <a:pt x="631685" y="104809"/>
                  </a:lnTo>
                  <a:lnTo>
                    <a:pt x="649853" y="99653"/>
                  </a:lnTo>
                  <a:lnTo>
                    <a:pt x="667361" y="94685"/>
                  </a:lnTo>
                  <a:lnTo>
                    <a:pt x="684253" y="89892"/>
                  </a:lnTo>
                  <a:lnTo>
                    <a:pt x="700574" y="85261"/>
                  </a:lnTo>
                  <a:lnTo>
                    <a:pt x="716359" y="80782"/>
                  </a:lnTo>
                  <a:lnTo>
                    <a:pt x="731642" y="76445"/>
                  </a:lnTo>
                  <a:lnTo>
                    <a:pt x="746456" y="72241"/>
                  </a:lnTo>
                  <a:lnTo>
                    <a:pt x="760827" y="68163"/>
                  </a:lnTo>
                  <a:lnTo>
                    <a:pt x="774782" y="64203"/>
                  </a:lnTo>
                  <a:lnTo>
                    <a:pt x="788343" y="60355"/>
                  </a:lnTo>
                  <a:lnTo>
                    <a:pt x="801533" y="56612"/>
                  </a:lnTo>
                  <a:lnTo>
                    <a:pt x="814371" y="52969"/>
                  </a:lnTo>
                  <a:lnTo>
                    <a:pt x="826876" y="49421"/>
                  </a:lnTo>
                  <a:lnTo>
                    <a:pt x="839064" y="45963"/>
                  </a:lnTo>
                  <a:lnTo>
                    <a:pt x="850951" y="42589"/>
                  </a:lnTo>
                  <a:lnTo>
                    <a:pt x="862551" y="39298"/>
                  </a:lnTo>
                  <a:lnTo>
                    <a:pt x="873879" y="36083"/>
                  </a:lnTo>
                  <a:lnTo>
                    <a:pt x="884946" y="32943"/>
                  </a:lnTo>
                  <a:lnTo>
                    <a:pt x="895764" y="29873"/>
                  </a:lnTo>
                  <a:lnTo>
                    <a:pt x="906345" y="26871"/>
                  </a:lnTo>
                  <a:lnTo>
                    <a:pt x="916698" y="23933"/>
                  </a:lnTo>
                  <a:lnTo>
                    <a:pt x="926833" y="21057"/>
                  </a:lnTo>
                  <a:lnTo>
                    <a:pt x="936759" y="18240"/>
                  </a:lnTo>
                  <a:lnTo>
                    <a:pt x="946485" y="15481"/>
                  </a:lnTo>
                  <a:lnTo>
                    <a:pt x="956018" y="12775"/>
                  </a:lnTo>
                  <a:lnTo>
                    <a:pt x="965365" y="10123"/>
                  </a:lnTo>
                  <a:lnTo>
                    <a:pt x="974535" y="7521"/>
                  </a:lnTo>
                  <a:lnTo>
                    <a:pt x="983534" y="4967"/>
                  </a:lnTo>
                  <a:lnTo>
                    <a:pt x="992367" y="2461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36181" y="3121627"/>
              <a:ext cx="1001041" cy="53780"/>
            </a:xfrm>
            <a:custGeom>
              <a:avLst/>
              <a:pathLst>
                <a:path w="1001041" h="53780">
                  <a:moveTo>
                    <a:pt x="0" y="53780"/>
                  </a:moveTo>
                  <a:lnTo>
                    <a:pt x="64281" y="50326"/>
                  </a:lnTo>
                  <a:lnTo>
                    <a:pt x="120982" y="47280"/>
                  </a:lnTo>
                  <a:lnTo>
                    <a:pt x="171703" y="44555"/>
                  </a:lnTo>
                  <a:lnTo>
                    <a:pt x="217585" y="42090"/>
                  </a:lnTo>
                  <a:lnTo>
                    <a:pt x="259472" y="39840"/>
                  </a:lnTo>
                  <a:lnTo>
                    <a:pt x="298004" y="37770"/>
                  </a:lnTo>
                  <a:lnTo>
                    <a:pt x="333680" y="35853"/>
                  </a:lnTo>
                  <a:lnTo>
                    <a:pt x="366893" y="34069"/>
                  </a:lnTo>
                  <a:lnTo>
                    <a:pt x="397962" y="32400"/>
                  </a:lnTo>
                  <a:lnTo>
                    <a:pt x="427147" y="30832"/>
                  </a:lnTo>
                  <a:lnTo>
                    <a:pt x="454663" y="29353"/>
                  </a:lnTo>
                  <a:lnTo>
                    <a:pt x="480690" y="27955"/>
                  </a:lnTo>
                  <a:lnTo>
                    <a:pt x="505383" y="26628"/>
                  </a:lnTo>
                  <a:lnTo>
                    <a:pt x="528871" y="25367"/>
                  </a:lnTo>
                  <a:lnTo>
                    <a:pt x="551265" y="24163"/>
                  </a:lnTo>
                  <a:lnTo>
                    <a:pt x="572664" y="23014"/>
                  </a:lnTo>
                  <a:lnTo>
                    <a:pt x="593152" y="21913"/>
                  </a:lnTo>
                  <a:lnTo>
                    <a:pt x="612804" y="20857"/>
                  </a:lnTo>
                  <a:lnTo>
                    <a:pt x="631685" y="19843"/>
                  </a:lnTo>
                  <a:lnTo>
                    <a:pt x="649853" y="18867"/>
                  </a:lnTo>
                  <a:lnTo>
                    <a:pt x="667361" y="17926"/>
                  </a:lnTo>
                  <a:lnTo>
                    <a:pt x="684253" y="17019"/>
                  </a:lnTo>
                  <a:lnTo>
                    <a:pt x="700574" y="16142"/>
                  </a:lnTo>
                  <a:lnTo>
                    <a:pt x="716359" y="15294"/>
                  </a:lnTo>
                  <a:lnTo>
                    <a:pt x="731642" y="14473"/>
                  </a:lnTo>
                  <a:lnTo>
                    <a:pt x="746456" y="13677"/>
                  </a:lnTo>
                  <a:lnTo>
                    <a:pt x="760827" y="12905"/>
                  </a:lnTo>
                  <a:lnTo>
                    <a:pt x="774782" y="12155"/>
                  </a:lnTo>
                  <a:lnTo>
                    <a:pt x="788343" y="11427"/>
                  </a:lnTo>
                  <a:lnTo>
                    <a:pt x="801533" y="10718"/>
                  </a:lnTo>
                  <a:lnTo>
                    <a:pt x="814371" y="10028"/>
                  </a:lnTo>
                  <a:lnTo>
                    <a:pt x="826876" y="9356"/>
                  </a:lnTo>
                  <a:lnTo>
                    <a:pt x="839064" y="8702"/>
                  </a:lnTo>
                  <a:lnTo>
                    <a:pt x="850951" y="8063"/>
                  </a:lnTo>
                  <a:lnTo>
                    <a:pt x="862551" y="7440"/>
                  </a:lnTo>
                  <a:lnTo>
                    <a:pt x="873879" y="6831"/>
                  </a:lnTo>
                  <a:lnTo>
                    <a:pt x="884946" y="6237"/>
                  </a:lnTo>
                  <a:lnTo>
                    <a:pt x="895764" y="5655"/>
                  </a:lnTo>
                  <a:lnTo>
                    <a:pt x="906345" y="5087"/>
                  </a:lnTo>
                  <a:lnTo>
                    <a:pt x="916698" y="4531"/>
                  </a:lnTo>
                  <a:lnTo>
                    <a:pt x="926833" y="3986"/>
                  </a:lnTo>
                  <a:lnTo>
                    <a:pt x="936759" y="3453"/>
                  </a:lnTo>
                  <a:lnTo>
                    <a:pt x="946485" y="2931"/>
                  </a:lnTo>
                  <a:lnTo>
                    <a:pt x="956018" y="2418"/>
                  </a:lnTo>
                  <a:lnTo>
                    <a:pt x="965365" y="1916"/>
                  </a:lnTo>
                  <a:lnTo>
                    <a:pt x="974535" y="1424"/>
                  </a:lnTo>
                  <a:lnTo>
                    <a:pt x="983534" y="940"/>
                  </a:lnTo>
                  <a:lnTo>
                    <a:pt x="992367" y="466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336181" y="3057343"/>
              <a:ext cx="1001041" cy="154509"/>
            </a:xfrm>
            <a:custGeom>
              <a:avLst/>
              <a:pathLst>
                <a:path w="1001041" h="154509">
                  <a:moveTo>
                    <a:pt x="0" y="154509"/>
                  </a:moveTo>
                  <a:lnTo>
                    <a:pt x="64281" y="144587"/>
                  </a:lnTo>
                  <a:lnTo>
                    <a:pt x="120982" y="135835"/>
                  </a:lnTo>
                  <a:lnTo>
                    <a:pt x="171703" y="128006"/>
                  </a:lnTo>
                  <a:lnTo>
                    <a:pt x="217585" y="120925"/>
                  </a:lnTo>
                  <a:lnTo>
                    <a:pt x="259472" y="114459"/>
                  </a:lnTo>
                  <a:lnTo>
                    <a:pt x="298004" y="108512"/>
                  </a:lnTo>
                  <a:lnTo>
                    <a:pt x="333680" y="103006"/>
                  </a:lnTo>
                  <a:lnTo>
                    <a:pt x="366893" y="97879"/>
                  </a:lnTo>
                  <a:lnTo>
                    <a:pt x="397962" y="93084"/>
                  </a:lnTo>
                  <a:lnTo>
                    <a:pt x="427147" y="88579"/>
                  </a:lnTo>
                  <a:lnTo>
                    <a:pt x="454663" y="84332"/>
                  </a:lnTo>
                  <a:lnTo>
                    <a:pt x="480690" y="80315"/>
                  </a:lnTo>
                  <a:lnTo>
                    <a:pt x="505383" y="76503"/>
                  </a:lnTo>
                  <a:lnTo>
                    <a:pt x="528871" y="72878"/>
                  </a:lnTo>
                  <a:lnTo>
                    <a:pt x="551265" y="69422"/>
                  </a:lnTo>
                  <a:lnTo>
                    <a:pt x="572664" y="66119"/>
                  </a:lnTo>
                  <a:lnTo>
                    <a:pt x="593152" y="62956"/>
                  </a:lnTo>
                  <a:lnTo>
                    <a:pt x="612804" y="59923"/>
                  </a:lnTo>
                  <a:lnTo>
                    <a:pt x="631685" y="57009"/>
                  </a:lnTo>
                  <a:lnTo>
                    <a:pt x="649853" y="54205"/>
                  </a:lnTo>
                  <a:lnTo>
                    <a:pt x="667361" y="51503"/>
                  </a:lnTo>
                  <a:lnTo>
                    <a:pt x="684253" y="48895"/>
                  </a:lnTo>
                  <a:lnTo>
                    <a:pt x="700574" y="46376"/>
                  </a:lnTo>
                  <a:lnTo>
                    <a:pt x="716359" y="43940"/>
                  </a:lnTo>
                  <a:lnTo>
                    <a:pt x="731642" y="41581"/>
                  </a:lnTo>
                  <a:lnTo>
                    <a:pt x="746456" y="39294"/>
                  </a:lnTo>
                  <a:lnTo>
                    <a:pt x="760827" y="37076"/>
                  </a:lnTo>
                  <a:lnTo>
                    <a:pt x="774782" y="34922"/>
                  </a:lnTo>
                  <a:lnTo>
                    <a:pt x="788343" y="32829"/>
                  </a:lnTo>
                  <a:lnTo>
                    <a:pt x="801533" y="30793"/>
                  </a:lnTo>
                  <a:lnTo>
                    <a:pt x="814371" y="28812"/>
                  </a:lnTo>
                  <a:lnTo>
                    <a:pt x="826876" y="26882"/>
                  </a:lnTo>
                  <a:lnTo>
                    <a:pt x="839064" y="25000"/>
                  </a:lnTo>
                  <a:lnTo>
                    <a:pt x="850951" y="23166"/>
                  </a:lnTo>
                  <a:lnTo>
                    <a:pt x="862551" y="21375"/>
                  </a:lnTo>
                  <a:lnTo>
                    <a:pt x="873879" y="19627"/>
                  </a:lnTo>
                  <a:lnTo>
                    <a:pt x="884946" y="17919"/>
                  </a:lnTo>
                  <a:lnTo>
                    <a:pt x="895764" y="16249"/>
                  </a:lnTo>
                  <a:lnTo>
                    <a:pt x="906345" y="14616"/>
                  </a:lnTo>
                  <a:lnTo>
                    <a:pt x="916698" y="13018"/>
                  </a:lnTo>
                  <a:lnTo>
                    <a:pt x="926833" y="11453"/>
                  </a:lnTo>
                  <a:lnTo>
                    <a:pt x="936759" y="9921"/>
                  </a:lnTo>
                  <a:lnTo>
                    <a:pt x="946485" y="8420"/>
                  </a:lnTo>
                  <a:lnTo>
                    <a:pt x="956018" y="6949"/>
                  </a:lnTo>
                  <a:lnTo>
                    <a:pt x="965365" y="5506"/>
                  </a:lnTo>
                  <a:lnTo>
                    <a:pt x="974535" y="4091"/>
                  </a:lnTo>
                  <a:lnTo>
                    <a:pt x="983534" y="2702"/>
                  </a:lnTo>
                  <a:lnTo>
                    <a:pt x="992367" y="1338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336181" y="3199489"/>
              <a:ext cx="1001041" cy="31707"/>
            </a:xfrm>
            <a:custGeom>
              <a:avLst/>
              <a:pathLst>
                <a:path w="1001041" h="31707">
                  <a:moveTo>
                    <a:pt x="0" y="0"/>
                  </a:moveTo>
                  <a:lnTo>
                    <a:pt x="64281" y="2036"/>
                  </a:lnTo>
                  <a:lnTo>
                    <a:pt x="120982" y="3832"/>
                  </a:lnTo>
                  <a:lnTo>
                    <a:pt x="171703" y="5438"/>
                  </a:lnTo>
                  <a:lnTo>
                    <a:pt x="217585" y="6891"/>
                  </a:lnTo>
                  <a:lnTo>
                    <a:pt x="259472" y="8218"/>
                  </a:lnTo>
                  <a:lnTo>
                    <a:pt x="298004" y="9439"/>
                  </a:lnTo>
                  <a:lnTo>
                    <a:pt x="333680" y="10569"/>
                  </a:lnTo>
                  <a:lnTo>
                    <a:pt x="366893" y="11621"/>
                  </a:lnTo>
                  <a:lnTo>
                    <a:pt x="397962" y="12605"/>
                  </a:lnTo>
                  <a:lnTo>
                    <a:pt x="427147" y="13529"/>
                  </a:lnTo>
                  <a:lnTo>
                    <a:pt x="454663" y="14401"/>
                  </a:lnTo>
                  <a:lnTo>
                    <a:pt x="480690" y="15225"/>
                  </a:lnTo>
                  <a:lnTo>
                    <a:pt x="505383" y="16007"/>
                  </a:lnTo>
                  <a:lnTo>
                    <a:pt x="528871" y="16751"/>
                  </a:lnTo>
                  <a:lnTo>
                    <a:pt x="551265" y="17461"/>
                  </a:lnTo>
                  <a:lnTo>
                    <a:pt x="572664" y="18138"/>
                  </a:lnTo>
                  <a:lnTo>
                    <a:pt x="593152" y="18787"/>
                  </a:lnTo>
                  <a:lnTo>
                    <a:pt x="612804" y="19410"/>
                  </a:lnTo>
                  <a:lnTo>
                    <a:pt x="631685" y="20008"/>
                  </a:lnTo>
                  <a:lnTo>
                    <a:pt x="649853" y="20583"/>
                  </a:lnTo>
                  <a:lnTo>
                    <a:pt x="667361" y="21138"/>
                  </a:lnTo>
                  <a:lnTo>
                    <a:pt x="684253" y="21673"/>
                  </a:lnTo>
                  <a:lnTo>
                    <a:pt x="700574" y="22190"/>
                  </a:lnTo>
                  <a:lnTo>
                    <a:pt x="716359" y="22690"/>
                  </a:lnTo>
                  <a:lnTo>
                    <a:pt x="731642" y="23174"/>
                  </a:lnTo>
                  <a:lnTo>
                    <a:pt x="746456" y="23643"/>
                  </a:lnTo>
                  <a:lnTo>
                    <a:pt x="760827" y="24098"/>
                  </a:lnTo>
                  <a:lnTo>
                    <a:pt x="774782" y="24540"/>
                  </a:lnTo>
                  <a:lnTo>
                    <a:pt x="788343" y="24970"/>
                  </a:lnTo>
                  <a:lnTo>
                    <a:pt x="801533" y="25388"/>
                  </a:lnTo>
                  <a:lnTo>
                    <a:pt x="814371" y="25794"/>
                  </a:lnTo>
                  <a:lnTo>
                    <a:pt x="826876" y="26190"/>
                  </a:lnTo>
                  <a:lnTo>
                    <a:pt x="839064" y="26576"/>
                  </a:lnTo>
                  <a:lnTo>
                    <a:pt x="850951" y="26953"/>
                  </a:lnTo>
                  <a:lnTo>
                    <a:pt x="862551" y="27320"/>
                  </a:lnTo>
                  <a:lnTo>
                    <a:pt x="873879" y="27679"/>
                  </a:lnTo>
                  <a:lnTo>
                    <a:pt x="884946" y="28030"/>
                  </a:lnTo>
                  <a:lnTo>
                    <a:pt x="895764" y="28372"/>
                  </a:lnTo>
                  <a:lnTo>
                    <a:pt x="906345" y="28707"/>
                  </a:lnTo>
                  <a:lnTo>
                    <a:pt x="916698" y="29035"/>
                  </a:lnTo>
                  <a:lnTo>
                    <a:pt x="926833" y="29356"/>
                  </a:lnTo>
                  <a:lnTo>
                    <a:pt x="936759" y="29671"/>
                  </a:lnTo>
                  <a:lnTo>
                    <a:pt x="946485" y="29979"/>
                  </a:lnTo>
                  <a:lnTo>
                    <a:pt x="956018" y="30281"/>
                  </a:lnTo>
                  <a:lnTo>
                    <a:pt x="965365" y="30577"/>
                  </a:lnTo>
                  <a:lnTo>
                    <a:pt x="974535" y="30867"/>
                  </a:lnTo>
                  <a:lnTo>
                    <a:pt x="983534" y="31152"/>
                  </a:lnTo>
                  <a:lnTo>
                    <a:pt x="992367" y="31432"/>
                  </a:lnTo>
                  <a:lnTo>
                    <a:pt x="1001041" y="3170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336181" y="3301756"/>
              <a:ext cx="1001041" cy="36273"/>
            </a:xfrm>
            <a:custGeom>
              <a:avLst/>
              <a:pathLst>
                <a:path w="1001041" h="36273">
                  <a:moveTo>
                    <a:pt x="0" y="36273"/>
                  </a:moveTo>
                  <a:lnTo>
                    <a:pt x="64281" y="33944"/>
                  </a:lnTo>
                  <a:lnTo>
                    <a:pt x="120982" y="31889"/>
                  </a:lnTo>
                  <a:lnTo>
                    <a:pt x="171703" y="30051"/>
                  </a:lnTo>
                  <a:lnTo>
                    <a:pt x="217585" y="28389"/>
                  </a:lnTo>
                  <a:lnTo>
                    <a:pt x="259472" y="26871"/>
                  </a:lnTo>
                  <a:lnTo>
                    <a:pt x="298004" y="25475"/>
                  </a:lnTo>
                  <a:lnTo>
                    <a:pt x="333680" y="24182"/>
                  </a:lnTo>
                  <a:lnTo>
                    <a:pt x="366893" y="22978"/>
                  </a:lnTo>
                  <a:lnTo>
                    <a:pt x="397962" y="21853"/>
                  </a:lnTo>
                  <a:lnTo>
                    <a:pt x="427147" y="20795"/>
                  </a:lnTo>
                  <a:lnTo>
                    <a:pt x="454663" y="19798"/>
                  </a:lnTo>
                  <a:lnTo>
                    <a:pt x="480690" y="18855"/>
                  </a:lnTo>
                  <a:lnTo>
                    <a:pt x="505383" y="17960"/>
                  </a:lnTo>
                  <a:lnTo>
                    <a:pt x="528871" y="17109"/>
                  </a:lnTo>
                  <a:lnTo>
                    <a:pt x="551265" y="16297"/>
                  </a:lnTo>
                  <a:lnTo>
                    <a:pt x="572664" y="15522"/>
                  </a:lnTo>
                  <a:lnTo>
                    <a:pt x="593152" y="14780"/>
                  </a:lnTo>
                  <a:lnTo>
                    <a:pt x="612804" y="14068"/>
                  </a:lnTo>
                  <a:lnTo>
                    <a:pt x="631685" y="13383"/>
                  </a:lnTo>
                  <a:lnTo>
                    <a:pt x="649853" y="12725"/>
                  </a:lnTo>
                  <a:lnTo>
                    <a:pt x="667361" y="12091"/>
                  </a:lnTo>
                  <a:lnTo>
                    <a:pt x="684253" y="11479"/>
                  </a:lnTo>
                  <a:lnTo>
                    <a:pt x="700574" y="10887"/>
                  </a:lnTo>
                  <a:lnTo>
                    <a:pt x="716359" y="10315"/>
                  </a:lnTo>
                  <a:lnTo>
                    <a:pt x="731642" y="9761"/>
                  </a:lnTo>
                  <a:lnTo>
                    <a:pt x="746456" y="9225"/>
                  </a:lnTo>
                  <a:lnTo>
                    <a:pt x="760827" y="8704"/>
                  </a:lnTo>
                  <a:lnTo>
                    <a:pt x="774782" y="8198"/>
                  </a:lnTo>
                  <a:lnTo>
                    <a:pt x="788343" y="7707"/>
                  </a:lnTo>
                  <a:lnTo>
                    <a:pt x="801533" y="7229"/>
                  </a:lnTo>
                  <a:lnTo>
                    <a:pt x="814371" y="6764"/>
                  </a:lnTo>
                  <a:lnTo>
                    <a:pt x="826876" y="6311"/>
                  </a:lnTo>
                  <a:lnTo>
                    <a:pt x="839064" y="5869"/>
                  </a:lnTo>
                  <a:lnTo>
                    <a:pt x="850951" y="5438"/>
                  </a:lnTo>
                  <a:lnTo>
                    <a:pt x="862551" y="5018"/>
                  </a:lnTo>
                  <a:lnTo>
                    <a:pt x="873879" y="4607"/>
                  </a:lnTo>
                  <a:lnTo>
                    <a:pt x="884946" y="4206"/>
                  </a:lnTo>
                  <a:lnTo>
                    <a:pt x="895764" y="3814"/>
                  </a:lnTo>
                  <a:lnTo>
                    <a:pt x="906345" y="3431"/>
                  </a:lnTo>
                  <a:lnTo>
                    <a:pt x="916698" y="3056"/>
                  </a:lnTo>
                  <a:lnTo>
                    <a:pt x="926833" y="2688"/>
                  </a:lnTo>
                  <a:lnTo>
                    <a:pt x="936759" y="2329"/>
                  </a:lnTo>
                  <a:lnTo>
                    <a:pt x="946485" y="1976"/>
                  </a:lnTo>
                  <a:lnTo>
                    <a:pt x="956018" y="1631"/>
                  </a:lnTo>
                  <a:lnTo>
                    <a:pt x="965365" y="1292"/>
                  </a:lnTo>
                  <a:lnTo>
                    <a:pt x="974535" y="960"/>
                  </a:lnTo>
                  <a:lnTo>
                    <a:pt x="983534" y="634"/>
                  </a:lnTo>
                  <a:lnTo>
                    <a:pt x="992367" y="314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336181" y="2818332"/>
              <a:ext cx="1001041" cy="420817"/>
            </a:xfrm>
            <a:custGeom>
              <a:avLst/>
              <a:pathLst>
                <a:path w="1001041" h="420817">
                  <a:moveTo>
                    <a:pt x="0" y="0"/>
                  </a:moveTo>
                  <a:lnTo>
                    <a:pt x="64281" y="27022"/>
                  </a:lnTo>
                  <a:lnTo>
                    <a:pt x="120982" y="50858"/>
                  </a:lnTo>
                  <a:lnTo>
                    <a:pt x="171703" y="72180"/>
                  </a:lnTo>
                  <a:lnTo>
                    <a:pt x="217585" y="91468"/>
                  </a:lnTo>
                  <a:lnTo>
                    <a:pt x="259472" y="109076"/>
                  </a:lnTo>
                  <a:lnTo>
                    <a:pt x="298004" y="125275"/>
                  </a:lnTo>
                  <a:lnTo>
                    <a:pt x="333680" y="140272"/>
                  </a:lnTo>
                  <a:lnTo>
                    <a:pt x="366893" y="154234"/>
                  </a:lnTo>
                  <a:lnTo>
                    <a:pt x="397962" y="167295"/>
                  </a:lnTo>
                  <a:lnTo>
                    <a:pt x="427147" y="179563"/>
                  </a:lnTo>
                  <a:lnTo>
                    <a:pt x="454663" y="191131"/>
                  </a:lnTo>
                  <a:lnTo>
                    <a:pt x="480690" y="202072"/>
                  </a:lnTo>
                  <a:lnTo>
                    <a:pt x="505383" y="212453"/>
                  </a:lnTo>
                  <a:lnTo>
                    <a:pt x="528871" y="222326"/>
                  </a:lnTo>
                  <a:lnTo>
                    <a:pt x="551265" y="231740"/>
                  </a:lnTo>
                  <a:lnTo>
                    <a:pt x="572664" y="240736"/>
                  </a:lnTo>
                  <a:lnTo>
                    <a:pt x="593152" y="249349"/>
                  </a:lnTo>
                  <a:lnTo>
                    <a:pt x="612804" y="257610"/>
                  </a:lnTo>
                  <a:lnTo>
                    <a:pt x="631685" y="265547"/>
                  </a:lnTo>
                  <a:lnTo>
                    <a:pt x="649853" y="273185"/>
                  </a:lnTo>
                  <a:lnTo>
                    <a:pt x="667361" y="280545"/>
                  </a:lnTo>
                  <a:lnTo>
                    <a:pt x="684253" y="287646"/>
                  </a:lnTo>
                  <a:lnTo>
                    <a:pt x="700574" y="294507"/>
                  </a:lnTo>
                  <a:lnTo>
                    <a:pt x="716359" y="301142"/>
                  </a:lnTo>
                  <a:lnTo>
                    <a:pt x="731642" y="307567"/>
                  </a:lnTo>
                  <a:lnTo>
                    <a:pt x="746456" y="313795"/>
                  </a:lnTo>
                  <a:lnTo>
                    <a:pt x="760827" y="319836"/>
                  </a:lnTo>
                  <a:lnTo>
                    <a:pt x="774782" y="325702"/>
                  </a:lnTo>
                  <a:lnTo>
                    <a:pt x="788343" y="331403"/>
                  </a:lnTo>
                  <a:lnTo>
                    <a:pt x="801533" y="336948"/>
                  </a:lnTo>
                  <a:lnTo>
                    <a:pt x="814371" y="342345"/>
                  </a:lnTo>
                  <a:lnTo>
                    <a:pt x="826876" y="347601"/>
                  </a:lnTo>
                  <a:lnTo>
                    <a:pt x="839064" y="352725"/>
                  </a:lnTo>
                  <a:lnTo>
                    <a:pt x="850951" y="357722"/>
                  </a:lnTo>
                  <a:lnTo>
                    <a:pt x="862551" y="362599"/>
                  </a:lnTo>
                  <a:lnTo>
                    <a:pt x="873879" y="367361"/>
                  </a:lnTo>
                  <a:lnTo>
                    <a:pt x="884946" y="372013"/>
                  </a:lnTo>
                  <a:lnTo>
                    <a:pt x="895764" y="376561"/>
                  </a:lnTo>
                  <a:lnTo>
                    <a:pt x="906345" y="381009"/>
                  </a:lnTo>
                  <a:lnTo>
                    <a:pt x="916698" y="385361"/>
                  </a:lnTo>
                  <a:lnTo>
                    <a:pt x="926833" y="389622"/>
                  </a:lnTo>
                  <a:lnTo>
                    <a:pt x="936759" y="393794"/>
                  </a:lnTo>
                  <a:lnTo>
                    <a:pt x="946485" y="397883"/>
                  </a:lnTo>
                  <a:lnTo>
                    <a:pt x="956018" y="401890"/>
                  </a:lnTo>
                  <a:lnTo>
                    <a:pt x="965365" y="405820"/>
                  </a:lnTo>
                  <a:lnTo>
                    <a:pt x="974535" y="409675"/>
                  </a:lnTo>
                  <a:lnTo>
                    <a:pt x="983534" y="413457"/>
                  </a:lnTo>
                  <a:lnTo>
                    <a:pt x="992367" y="417171"/>
                  </a:lnTo>
                  <a:lnTo>
                    <a:pt x="1001041" y="42081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336181" y="2925169"/>
              <a:ext cx="1001041" cy="18451"/>
            </a:xfrm>
            <a:custGeom>
              <a:avLst/>
              <a:pathLst>
                <a:path w="1001041" h="18451">
                  <a:moveTo>
                    <a:pt x="0" y="18451"/>
                  </a:moveTo>
                  <a:lnTo>
                    <a:pt x="64281" y="17266"/>
                  </a:lnTo>
                  <a:lnTo>
                    <a:pt x="120982" y="16221"/>
                  </a:lnTo>
                  <a:lnTo>
                    <a:pt x="171703" y="15286"/>
                  </a:lnTo>
                  <a:lnTo>
                    <a:pt x="217585" y="14441"/>
                  </a:lnTo>
                  <a:lnTo>
                    <a:pt x="259472" y="13668"/>
                  </a:lnTo>
                  <a:lnTo>
                    <a:pt x="298004" y="12958"/>
                  </a:lnTo>
                  <a:lnTo>
                    <a:pt x="333680" y="12301"/>
                  </a:lnTo>
                  <a:lnTo>
                    <a:pt x="366893" y="11688"/>
                  </a:lnTo>
                  <a:lnTo>
                    <a:pt x="397962" y="11116"/>
                  </a:lnTo>
                  <a:lnTo>
                    <a:pt x="427147" y="10578"/>
                  </a:lnTo>
                  <a:lnTo>
                    <a:pt x="454663" y="10071"/>
                  </a:lnTo>
                  <a:lnTo>
                    <a:pt x="480690" y="9591"/>
                  </a:lnTo>
                  <a:lnTo>
                    <a:pt x="505383" y="9136"/>
                  </a:lnTo>
                  <a:lnTo>
                    <a:pt x="528871" y="8703"/>
                  </a:lnTo>
                  <a:lnTo>
                    <a:pt x="551265" y="8290"/>
                  </a:lnTo>
                  <a:lnTo>
                    <a:pt x="572664" y="7896"/>
                  </a:lnTo>
                  <a:lnTo>
                    <a:pt x="593152" y="7518"/>
                  </a:lnTo>
                  <a:lnTo>
                    <a:pt x="612804" y="7156"/>
                  </a:lnTo>
                  <a:lnTo>
                    <a:pt x="631685" y="6808"/>
                  </a:lnTo>
                  <a:lnTo>
                    <a:pt x="649853" y="6473"/>
                  </a:lnTo>
                  <a:lnTo>
                    <a:pt x="667361" y="6150"/>
                  </a:lnTo>
                  <a:lnTo>
                    <a:pt x="684253" y="5839"/>
                  </a:lnTo>
                  <a:lnTo>
                    <a:pt x="700574" y="5538"/>
                  </a:lnTo>
                  <a:lnTo>
                    <a:pt x="716359" y="5247"/>
                  </a:lnTo>
                  <a:lnTo>
                    <a:pt x="731642" y="4965"/>
                  </a:lnTo>
                  <a:lnTo>
                    <a:pt x="746456" y="4692"/>
                  </a:lnTo>
                  <a:lnTo>
                    <a:pt x="760827" y="4427"/>
                  </a:lnTo>
                  <a:lnTo>
                    <a:pt x="774782" y="4170"/>
                  </a:lnTo>
                  <a:lnTo>
                    <a:pt x="788343" y="3920"/>
                  </a:lnTo>
                  <a:lnTo>
                    <a:pt x="801533" y="3677"/>
                  </a:lnTo>
                  <a:lnTo>
                    <a:pt x="814371" y="3440"/>
                  </a:lnTo>
                  <a:lnTo>
                    <a:pt x="826876" y="3210"/>
                  </a:lnTo>
                  <a:lnTo>
                    <a:pt x="839064" y="2985"/>
                  </a:lnTo>
                  <a:lnTo>
                    <a:pt x="850951" y="2766"/>
                  </a:lnTo>
                  <a:lnTo>
                    <a:pt x="862551" y="2552"/>
                  </a:lnTo>
                  <a:lnTo>
                    <a:pt x="873879" y="2343"/>
                  </a:lnTo>
                  <a:lnTo>
                    <a:pt x="884946" y="2139"/>
                  </a:lnTo>
                  <a:lnTo>
                    <a:pt x="895764" y="1940"/>
                  </a:lnTo>
                  <a:lnTo>
                    <a:pt x="906345" y="1745"/>
                  </a:lnTo>
                  <a:lnTo>
                    <a:pt x="916698" y="1554"/>
                  </a:lnTo>
                  <a:lnTo>
                    <a:pt x="926833" y="1367"/>
                  </a:lnTo>
                  <a:lnTo>
                    <a:pt x="936759" y="1184"/>
                  </a:lnTo>
                  <a:lnTo>
                    <a:pt x="946485" y="1005"/>
                  </a:lnTo>
                  <a:lnTo>
                    <a:pt x="956018" y="829"/>
                  </a:lnTo>
                  <a:lnTo>
                    <a:pt x="965365" y="657"/>
                  </a:lnTo>
                  <a:lnTo>
                    <a:pt x="974535" y="488"/>
                  </a:lnTo>
                  <a:lnTo>
                    <a:pt x="983534" y="322"/>
                  </a:lnTo>
                  <a:lnTo>
                    <a:pt x="992367" y="159"/>
                  </a:lnTo>
                  <a:lnTo>
                    <a:pt x="100104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233897" y="32732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233897" y="30276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33897" y="27820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3618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6986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0354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33722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37151" y="44104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40566" y="45533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65450" y="45444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468632" y="42332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474222" y="45905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62830" y="449614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31285" y="46716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39298" y="46382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28999" y="43518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475794" y="44672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71220" y="45538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67153" y="43772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802321" y="44254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61404" y="47153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67267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98185" y="40839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76521" y="45702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94561" y="47177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85969" y="46883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71240" y="45645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93730" y="45272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87232" y="46504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99528" y="46089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76263" y="45752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95530" y="46593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77540" y="45026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79292" y="46397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71689" y="454336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97004" y="44178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01842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03197" y="451961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6466" y="46372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13001" y="43087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01277" y="45425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20814" y="43732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24837" y="4597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93883" y="44780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00863" y="45631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14975" y="46149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41255" y="41745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09628" y="45616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21154" y="46575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05615" y="42292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8136" y="43310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20687" y="44953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06793" y="46934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06100" y="45585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114353" y="44738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70269" y="45302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71213" y="45289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57180" y="45459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28761" y="46176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26730" y="45106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28087" y="44817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61898" y="44654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50767" y="452648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40953" y="46201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42908" y="43952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71908" y="46311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65699" y="45416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62710" y="45911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59580" y="47067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54505" y="46146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40996" y="46537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41401" y="46019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7762" y="44960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47445" y="46293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36951" y="44608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28342" y="45714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45334" y="44758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49486" y="45377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34908" y="46596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79904" y="4275892"/>
              <a:ext cx="998409" cy="257872"/>
            </a:xfrm>
            <a:custGeom>
              <a:avLst/>
              <a:pathLst>
                <a:path w="998409" h="257872">
                  <a:moveTo>
                    <a:pt x="0" y="0"/>
                  </a:moveTo>
                  <a:lnTo>
                    <a:pt x="64112" y="16559"/>
                  </a:lnTo>
                  <a:lnTo>
                    <a:pt x="120664" y="31165"/>
                  </a:lnTo>
                  <a:lnTo>
                    <a:pt x="171251" y="44231"/>
                  </a:lnTo>
                  <a:lnTo>
                    <a:pt x="217013" y="56050"/>
                  </a:lnTo>
                  <a:lnTo>
                    <a:pt x="258790" y="66841"/>
                  </a:lnTo>
                  <a:lnTo>
                    <a:pt x="297221" y="76767"/>
                  </a:lnTo>
                  <a:lnTo>
                    <a:pt x="332803" y="85957"/>
                  </a:lnTo>
                  <a:lnTo>
                    <a:pt x="365928" y="94513"/>
                  </a:lnTo>
                  <a:lnTo>
                    <a:pt x="396915" y="102516"/>
                  </a:lnTo>
                  <a:lnTo>
                    <a:pt x="426023" y="110034"/>
                  </a:lnTo>
                  <a:lnTo>
                    <a:pt x="453467" y="117122"/>
                  </a:lnTo>
                  <a:lnTo>
                    <a:pt x="479427" y="123827"/>
                  </a:lnTo>
                  <a:lnTo>
                    <a:pt x="504054" y="130188"/>
                  </a:lnTo>
                  <a:lnTo>
                    <a:pt x="527480" y="136239"/>
                  </a:lnTo>
                  <a:lnTo>
                    <a:pt x="549816" y="142008"/>
                  </a:lnTo>
                  <a:lnTo>
                    <a:pt x="571159" y="147520"/>
                  </a:lnTo>
                  <a:lnTo>
                    <a:pt x="591593" y="152798"/>
                  </a:lnTo>
                  <a:lnTo>
                    <a:pt x="611193" y="157860"/>
                  </a:lnTo>
                  <a:lnTo>
                    <a:pt x="630024" y="162724"/>
                  </a:lnTo>
                  <a:lnTo>
                    <a:pt x="648144" y="167404"/>
                  </a:lnTo>
                  <a:lnTo>
                    <a:pt x="665606" y="171914"/>
                  </a:lnTo>
                  <a:lnTo>
                    <a:pt x="682454" y="176266"/>
                  </a:lnTo>
                  <a:lnTo>
                    <a:pt x="698732" y="180470"/>
                  </a:lnTo>
                  <a:lnTo>
                    <a:pt x="714475" y="184536"/>
                  </a:lnTo>
                  <a:lnTo>
                    <a:pt x="729719" y="188473"/>
                  </a:lnTo>
                  <a:lnTo>
                    <a:pt x="744493" y="192289"/>
                  </a:lnTo>
                  <a:lnTo>
                    <a:pt x="758827" y="195992"/>
                  </a:lnTo>
                  <a:lnTo>
                    <a:pt x="772744" y="199586"/>
                  </a:lnTo>
                  <a:lnTo>
                    <a:pt x="786270" y="203080"/>
                  </a:lnTo>
                  <a:lnTo>
                    <a:pt x="799425" y="206478"/>
                  </a:lnTo>
                  <a:lnTo>
                    <a:pt x="812230" y="209785"/>
                  </a:lnTo>
                  <a:lnTo>
                    <a:pt x="824701" y="213006"/>
                  </a:lnTo>
                  <a:lnTo>
                    <a:pt x="836857" y="216146"/>
                  </a:lnTo>
                  <a:lnTo>
                    <a:pt x="848713" y="219208"/>
                  </a:lnTo>
                  <a:lnTo>
                    <a:pt x="860283" y="222196"/>
                  </a:lnTo>
                  <a:lnTo>
                    <a:pt x="871581" y="225114"/>
                  </a:lnTo>
                  <a:lnTo>
                    <a:pt x="882619" y="227965"/>
                  </a:lnTo>
                  <a:lnTo>
                    <a:pt x="893409" y="230752"/>
                  </a:lnTo>
                  <a:lnTo>
                    <a:pt x="903962" y="233477"/>
                  </a:lnTo>
                  <a:lnTo>
                    <a:pt x="914288" y="236144"/>
                  </a:lnTo>
                  <a:lnTo>
                    <a:pt x="924396" y="238755"/>
                  </a:lnTo>
                  <a:lnTo>
                    <a:pt x="934296" y="241312"/>
                  </a:lnTo>
                  <a:lnTo>
                    <a:pt x="943996" y="243818"/>
                  </a:lnTo>
                  <a:lnTo>
                    <a:pt x="953504" y="246273"/>
                  </a:lnTo>
                  <a:lnTo>
                    <a:pt x="962827" y="248681"/>
                  </a:lnTo>
                  <a:lnTo>
                    <a:pt x="971973" y="251044"/>
                  </a:lnTo>
                  <a:lnTo>
                    <a:pt x="980948" y="253362"/>
                  </a:lnTo>
                  <a:lnTo>
                    <a:pt x="989758" y="255637"/>
                  </a:lnTo>
                  <a:lnTo>
                    <a:pt x="998409" y="25787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79904" y="4207411"/>
              <a:ext cx="998409" cy="341310"/>
            </a:xfrm>
            <a:custGeom>
              <a:avLst/>
              <a:pathLst>
                <a:path w="998409" h="341310">
                  <a:moveTo>
                    <a:pt x="0" y="0"/>
                  </a:moveTo>
                  <a:lnTo>
                    <a:pt x="64112" y="21917"/>
                  </a:lnTo>
                  <a:lnTo>
                    <a:pt x="120664" y="41249"/>
                  </a:lnTo>
                  <a:lnTo>
                    <a:pt x="171251" y="58543"/>
                  </a:lnTo>
                  <a:lnTo>
                    <a:pt x="217013" y="74186"/>
                  </a:lnTo>
                  <a:lnTo>
                    <a:pt x="258790" y="88468"/>
                  </a:lnTo>
                  <a:lnTo>
                    <a:pt x="297221" y="101606"/>
                  </a:lnTo>
                  <a:lnTo>
                    <a:pt x="332803" y="113770"/>
                  </a:lnTo>
                  <a:lnTo>
                    <a:pt x="365928" y="125094"/>
                  </a:lnTo>
                  <a:lnTo>
                    <a:pt x="396915" y="135687"/>
                  </a:lnTo>
                  <a:lnTo>
                    <a:pt x="426023" y="145637"/>
                  </a:lnTo>
                  <a:lnTo>
                    <a:pt x="453467" y="155019"/>
                  </a:lnTo>
                  <a:lnTo>
                    <a:pt x="479427" y="163893"/>
                  </a:lnTo>
                  <a:lnTo>
                    <a:pt x="504054" y="172313"/>
                  </a:lnTo>
                  <a:lnTo>
                    <a:pt x="527480" y="180321"/>
                  </a:lnTo>
                  <a:lnTo>
                    <a:pt x="549816" y="187956"/>
                  </a:lnTo>
                  <a:lnTo>
                    <a:pt x="571159" y="195252"/>
                  </a:lnTo>
                  <a:lnTo>
                    <a:pt x="591593" y="202238"/>
                  </a:lnTo>
                  <a:lnTo>
                    <a:pt x="611193" y="208938"/>
                  </a:lnTo>
                  <a:lnTo>
                    <a:pt x="630024" y="215376"/>
                  </a:lnTo>
                  <a:lnTo>
                    <a:pt x="648144" y="221570"/>
                  </a:lnTo>
                  <a:lnTo>
                    <a:pt x="665606" y="227540"/>
                  </a:lnTo>
                  <a:lnTo>
                    <a:pt x="682454" y="233299"/>
                  </a:lnTo>
                  <a:lnTo>
                    <a:pt x="698732" y="238864"/>
                  </a:lnTo>
                  <a:lnTo>
                    <a:pt x="714475" y="244246"/>
                  </a:lnTo>
                  <a:lnTo>
                    <a:pt x="729719" y="249457"/>
                  </a:lnTo>
                  <a:lnTo>
                    <a:pt x="744493" y="254508"/>
                  </a:lnTo>
                  <a:lnTo>
                    <a:pt x="758827" y="259407"/>
                  </a:lnTo>
                  <a:lnTo>
                    <a:pt x="772744" y="264165"/>
                  </a:lnTo>
                  <a:lnTo>
                    <a:pt x="786270" y="268789"/>
                  </a:lnTo>
                  <a:lnTo>
                    <a:pt x="799425" y="273286"/>
                  </a:lnTo>
                  <a:lnTo>
                    <a:pt x="812230" y="277664"/>
                  </a:lnTo>
                  <a:lnTo>
                    <a:pt x="824701" y="281927"/>
                  </a:lnTo>
                  <a:lnTo>
                    <a:pt x="836857" y="286083"/>
                  </a:lnTo>
                  <a:lnTo>
                    <a:pt x="848713" y="290135"/>
                  </a:lnTo>
                  <a:lnTo>
                    <a:pt x="860283" y="294091"/>
                  </a:lnTo>
                  <a:lnTo>
                    <a:pt x="871581" y="297953"/>
                  </a:lnTo>
                  <a:lnTo>
                    <a:pt x="882619" y="301726"/>
                  </a:lnTo>
                  <a:lnTo>
                    <a:pt x="893409" y="305415"/>
                  </a:lnTo>
                  <a:lnTo>
                    <a:pt x="903962" y="309022"/>
                  </a:lnTo>
                  <a:lnTo>
                    <a:pt x="914288" y="312552"/>
                  </a:lnTo>
                  <a:lnTo>
                    <a:pt x="924396" y="316008"/>
                  </a:lnTo>
                  <a:lnTo>
                    <a:pt x="934296" y="319392"/>
                  </a:lnTo>
                  <a:lnTo>
                    <a:pt x="943996" y="322708"/>
                  </a:lnTo>
                  <a:lnTo>
                    <a:pt x="953504" y="325959"/>
                  </a:lnTo>
                  <a:lnTo>
                    <a:pt x="962827" y="329146"/>
                  </a:lnTo>
                  <a:lnTo>
                    <a:pt x="971973" y="332272"/>
                  </a:lnTo>
                  <a:lnTo>
                    <a:pt x="980948" y="335340"/>
                  </a:lnTo>
                  <a:lnTo>
                    <a:pt x="989758" y="338352"/>
                  </a:lnTo>
                  <a:lnTo>
                    <a:pt x="998409" y="34131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79904" y="4549044"/>
              <a:ext cx="998409" cy="20702"/>
            </a:xfrm>
            <a:custGeom>
              <a:avLst/>
              <a:pathLst>
                <a:path w="998409" h="20702">
                  <a:moveTo>
                    <a:pt x="0" y="20702"/>
                  </a:moveTo>
                  <a:lnTo>
                    <a:pt x="64112" y="19373"/>
                  </a:lnTo>
                  <a:lnTo>
                    <a:pt x="120664" y="18200"/>
                  </a:lnTo>
                  <a:lnTo>
                    <a:pt x="171251" y="17151"/>
                  </a:lnTo>
                  <a:lnTo>
                    <a:pt x="217013" y="16202"/>
                  </a:lnTo>
                  <a:lnTo>
                    <a:pt x="258790" y="15336"/>
                  </a:lnTo>
                  <a:lnTo>
                    <a:pt x="297221" y="14539"/>
                  </a:lnTo>
                  <a:lnTo>
                    <a:pt x="332803" y="13801"/>
                  </a:lnTo>
                  <a:lnTo>
                    <a:pt x="365928" y="13114"/>
                  </a:lnTo>
                  <a:lnTo>
                    <a:pt x="396915" y="12472"/>
                  </a:lnTo>
                  <a:lnTo>
                    <a:pt x="426023" y="11868"/>
                  </a:lnTo>
                  <a:lnTo>
                    <a:pt x="453467" y="11299"/>
                  </a:lnTo>
                  <a:lnTo>
                    <a:pt x="479427" y="10761"/>
                  </a:lnTo>
                  <a:lnTo>
                    <a:pt x="504054" y="10250"/>
                  </a:lnTo>
                  <a:lnTo>
                    <a:pt x="527480" y="9764"/>
                  </a:lnTo>
                  <a:lnTo>
                    <a:pt x="549816" y="9301"/>
                  </a:lnTo>
                  <a:lnTo>
                    <a:pt x="571159" y="8859"/>
                  </a:lnTo>
                  <a:lnTo>
                    <a:pt x="591593" y="8435"/>
                  </a:lnTo>
                  <a:lnTo>
                    <a:pt x="611193" y="8029"/>
                  </a:lnTo>
                  <a:lnTo>
                    <a:pt x="630024" y="7638"/>
                  </a:lnTo>
                  <a:lnTo>
                    <a:pt x="648144" y="7262"/>
                  </a:lnTo>
                  <a:lnTo>
                    <a:pt x="665606" y="6900"/>
                  </a:lnTo>
                  <a:lnTo>
                    <a:pt x="682454" y="6551"/>
                  </a:lnTo>
                  <a:lnTo>
                    <a:pt x="698732" y="6213"/>
                  </a:lnTo>
                  <a:lnTo>
                    <a:pt x="714475" y="5887"/>
                  </a:lnTo>
                  <a:lnTo>
                    <a:pt x="729719" y="5571"/>
                  </a:lnTo>
                  <a:lnTo>
                    <a:pt x="744493" y="5265"/>
                  </a:lnTo>
                  <a:lnTo>
                    <a:pt x="758827" y="4967"/>
                  </a:lnTo>
                  <a:lnTo>
                    <a:pt x="772744" y="4679"/>
                  </a:lnTo>
                  <a:lnTo>
                    <a:pt x="786270" y="4398"/>
                  </a:lnTo>
                  <a:lnTo>
                    <a:pt x="799425" y="4126"/>
                  </a:lnTo>
                  <a:lnTo>
                    <a:pt x="812230" y="3860"/>
                  </a:lnTo>
                  <a:lnTo>
                    <a:pt x="824701" y="3601"/>
                  </a:lnTo>
                  <a:lnTo>
                    <a:pt x="836857" y="3349"/>
                  </a:lnTo>
                  <a:lnTo>
                    <a:pt x="848713" y="3104"/>
                  </a:lnTo>
                  <a:lnTo>
                    <a:pt x="860283" y="2864"/>
                  </a:lnTo>
                  <a:lnTo>
                    <a:pt x="871581" y="2629"/>
                  </a:lnTo>
                  <a:lnTo>
                    <a:pt x="882619" y="2400"/>
                  </a:lnTo>
                  <a:lnTo>
                    <a:pt x="893409" y="2177"/>
                  </a:lnTo>
                  <a:lnTo>
                    <a:pt x="903962" y="1958"/>
                  </a:lnTo>
                  <a:lnTo>
                    <a:pt x="914288" y="1744"/>
                  </a:lnTo>
                  <a:lnTo>
                    <a:pt x="924396" y="1534"/>
                  </a:lnTo>
                  <a:lnTo>
                    <a:pt x="934296" y="1329"/>
                  </a:lnTo>
                  <a:lnTo>
                    <a:pt x="943996" y="1128"/>
                  </a:lnTo>
                  <a:lnTo>
                    <a:pt x="953504" y="931"/>
                  </a:lnTo>
                  <a:lnTo>
                    <a:pt x="962827" y="737"/>
                  </a:lnTo>
                  <a:lnTo>
                    <a:pt x="971973" y="548"/>
                  </a:lnTo>
                  <a:lnTo>
                    <a:pt x="980948" y="362"/>
                  </a:lnTo>
                  <a:lnTo>
                    <a:pt x="989758" y="179"/>
                  </a:lnTo>
                  <a:lnTo>
                    <a:pt x="99840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79904" y="4575194"/>
              <a:ext cx="998409" cy="10601"/>
            </a:xfrm>
            <a:custGeom>
              <a:avLst/>
              <a:pathLst>
                <a:path w="998409" h="10601">
                  <a:moveTo>
                    <a:pt x="0" y="10601"/>
                  </a:moveTo>
                  <a:lnTo>
                    <a:pt x="64112" y="9920"/>
                  </a:lnTo>
                  <a:lnTo>
                    <a:pt x="120664" y="9320"/>
                  </a:lnTo>
                  <a:lnTo>
                    <a:pt x="171251" y="8783"/>
                  </a:lnTo>
                  <a:lnTo>
                    <a:pt x="217013" y="8297"/>
                  </a:lnTo>
                  <a:lnTo>
                    <a:pt x="258790" y="7853"/>
                  </a:lnTo>
                  <a:lnTo>
                    <a:pt x="297221" y="7445"/>
                  </a:lnTo>
                  <a:lnTo>
                    <a:pt x="332803" y="7067"/>
                  </a:lnTo>
                  <a:lnTo>
                    <a:pt x="365928" y="6715"/>
                  </a:lnTo>
                  <a:lnTo>
                    <a:pt x="396915" y="6386"/>
                  </a:lnTo>
                  <a:lnTo>
                    <a:pt x="426023" y="6077"/>
                  </a:lnTo>
                  <a:lnTo>
                    <a:pt x="453467" y="5786"/>
                  </a:lnTo>
                  <a:lnTo>
                    <a:pt x="479427" y="5510"/>
                  </a:lnTo>
                  <a:lnTo>
                    <a:pt x="504054" y="5249"/>
                  </a:lnTo>
                  <a:lnTo>
                    <a:pt x="527480" y="5000"/>
                  </a:lnTo>
                  <a:lnTo>
                    <a:pt x="549816" y="4763"/>
                  </a:lnTo>
                  <a:lnTo>
                    <a:pt x="571159" y="4536"/>
                  </a:lnTo>
                  <a:lnTo>
                    <a:pt x="591593" y="4319"/>
                  </a:lnTo>
                  <a:lnTo>
                    <a:pt x="611193" y="4111"/>
                  </a:lnTo>
                  <a:lnTo>
                    <a:pt x="630024" y="3911"/>
                  </a:lnTo>
                  <a:lnTo>
                    <a:pt x="648144" y="3719"/>
                  </a:lnTo>
                  <a:lnTo>
                    <a:pt x="665606" y="3533"/>
                  </a:lnTo>
                  <a:lnTo>
                    <a:pt x="682454" y="3354"/>
                  </a:lnTo>
                  <a:lnTo>
                    <a:pt x="698732" y="3182"/>
                  </a:lnTo>
                  <a:lnTo>
                    <a:pt x="714475" y="3014"/>
                  </a:lnTo>
                  <a:lnTo>
                    <a:pt x="729719" y="2853"/>
                  </a:lnTo>
                  <a:lnTo>
                    <a:pt x="744493" y="2696"/>
                  </a:lnTo>
                  <a:lnTo>
                    <a:pt x="758827" y="2543"/>
                  </a:lnTo>
                  <a:lnTo>
                    <a:pt x="772744" y="2396"/>
                  </a:lnTo>
                  <a:lnTo>
                    <a:pt x="786270" y="2252"/>
                  </a:lnTo>
                  <a:lnTo>
                    <a:pt x="799425" y="2112"/>
                  </a:lnTo>
                  <a:lnTo>
                    <a:pt x="812230" y="1976"/>
                  </a:lnTo>
                  <a:lnTo>
                    <a:pt x="824701" y="1844"/>
                  </a:lnTo>
                  <a:lnTo>
                    <a:pt x="836857" y="1715"/>
                  </a:lnTo>
                  <a:lnTo>
                    <a:pt x="848713" y="1589"/>
                  </a:lnTo>
                  <a:lnTo>
                    <a:pt x="860283" y="1466"/>
                  </a:lnTo>
                  <a:lnTo>
                    <a:pt x="871581" y="1346"/>
                  </a:lnTo>
                  <a:lnTo>
                    <a:pt x="882619" y="1229"/>
                  </a:lnTo>
                  <a:lnTo>
                    <a:pt x="893409" y="1114"/>
                  </a:lnTo>
                  <a:lnTo>
                    <a:pt x="903962" y="1002"/>
                  </a:lnTo>
                  <a:lnTo>
                    <a:pt x="914288" y="893"/>
                  </a:lnTo>
                  <a:lnTo>
                    <a:pt x="924396" y="785"/>
                  </a:lnTo>
                  <a:lnTo>
                    <a:pt x="934296" y="680"/>
                  </a:lnTo>
                  <a:lnTo>
                    <a:pt x="943996" y="577"/>
                  </a:lnTo>
                  <a:lnTo>
                    <a:pt x="953504" y="476"/>
                  </a:lnTo>
                  <a:lnTo>
                    <a:pt x="962827" y="377"/>
                  </a:lnTo>
                  <a:lnTo>
                    <a:pt x="971973" y="280"/>
                  </a:lnTo>
                  <a:lnTo>
                    <a:pt x="980948" y="185"/>
                  </a:lnTo>
                  <a:lnTo>
                    <a:pt x="989758" y="91"/>
                  </a:lnTo>
                  <a:lnTo>
                    <a:pt x="99840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79904" y="4558753"/>
              <a:ext cx="998409" cy="77079"/>
            </a:xfrm>
            <a:custGeom>
              <a:avLst/>
              <a:pathLst>
                <a:path w="998409" h="77079">
                  <a:moveTo>
                    <a:pt x="0" y="77079"/>
                  </a:moveTo>
                  <a:lnTo>
                    <a:pt x="64112" y="72129"/>
                  </a:lnTo>
                  <a:lnTo>
                    <a:pt x="120664" y="67764"/>
                  </a:lnTo>
                  <a:lnTo>
                    <a:pt x="171251" y="63858"/>
                  </a:lnTo>
                  <a:lnTo>
                    <a:pt x="217013" y="60325"/>
                  </a:lnTo>
                  <a:lnTo>
                    <a:pt x="258790" y="57100"/>
                  </a:lnTo>
                  <a:lnTo>
                    <a:pt x="297221" y="54133"/>
                  </a:lnTo>
                  <a:lnTo>
                    <a:pt x="332803" y="51386"/>
                  </a:lnTo>
                  <a:lnTo>
                    <a:pt x="365928" y="48829"/>
                  </a:lnTo>
                  <a:lnTo>
                    <a:pt x="396915" y="46436"/>
                  </a:lnTo>
                  <a:lnTo>
                    <a:pt x="426023" y="44189"/>
                  </a:lnTo>
                  <a:lnTo>
                    <a:pt x="453467" y="42070"/>
                  </a:lnTo>
                  <a:lnTo>
                    <a:pt x="479427" y="40066"/>
                  </a:lnTo>
                  <a:lnTo>
                    <a:pt x="504054" y="38165"/>
                  </a:lnTo>
                  <a:lnTo>
                    <a:pt x="527480" y="36356"/>
                  </a:lnTo>
                  <a:lnTo>
                    <a:pt x="549816" y="34632"/>
                  </a:lnTo>
                  <a:lnTo>
                    <a:pt x="571159" y="32984"/>
                  </a:lnTo>
                  <a:lnTo>
                    <a:pt x="591593" y="31407"/>
                  </a:lnTo>
                  <a:lnTo>
                    <a:pt x="611193" y="29894"/>
                  </a:lnTo>
                  <a:lnTo>
                    <a:pt x="630024" y="28440"/>
                  </a:lnTo>
                  <a:lnTo>
                    <a:pt x="648144" y="27041"/>
                  </a:lnTo>
                  <a:lnTo>
                    <a:pt x="665606" y="25693"/>
                  </a:lnTo>
                  <a:lnTo>
                    <a:pt x="682454" y="24392"/>
                  </a:lnTo>
                  <a:lnTo>
                    <a:pt x="698732" y="23135"/>
                  </a:lnTo>
                  <a:lnTo>
                    <a:pt x="714475" y="21920"/>
                  </a:lnTo>
                  <a:lnTo>
                    <a:pt x="729719" y="20743"/>
                  </a:lnTo>
                  <a:lnTo>
                    <a:pt x="744493" y="19602"/>
                  </a:lnTo>
                  <a:lnTo>
                    <a:pt x="758827" y="18496"/>
                  </a:lnTo>
                  <a:lnTo>
                    <a:pt x="772744" y="17421"/>
                  </a:lnTo>
                  <a:lnTo>
                    <a:pt x="786270" y="16377"/>
                  </a:lnTo>
                  <a:lnTo>
                    <a:pt x="799425" y="15362"/>
                  </a:lnTo>
                  <a:lnTo>
                    <a:pt x="812230" y="14373"/>
                  </a:lnTo>
                  <a:lnTo>
                    <a:pt x="824701" y="13410"/>
                  </a:lnTo>
                  <a:lnTo>
                    <a:pt x="836857" y="12472"/>
                  </a:lnTo>
                  <a:lnTo>
                    <a:pt x="848713" y="11556"/>
                  </a:lnTo>
                  <a:lnTo>
                    <a:pt x="860283" y="10663"/>
                  </a:lnTo>
                  <a:lnTo>
                    <a:pt x="871581" y="9791"/>
                  </a:lnTo>
                  <a:lnTo>
                    <a:pt x="882619" y="8939"/>
                  </a:lnTo>
                  <a:lnTo>
                    <a:pt x="893409" y="8106"/>
                  </a:lnTo>
                  <a:lnTo>
                    <a:pt x="903962" y="7291"/>
                  </a:lnTo>
                  <a:lnTo>
                    <a:pt x="914288" y="6494"/>
                  </a:lnTo>
                  <a:lnTo>
                    <a:pt x="924396" y="5713"/>
                  </a:lnTo>
                  <a:lnTo>
                    <a:pt x="934296" y="4949"/>
                  </a:lnTo>
                  <a:lnTo>
                    <a:pt x="943996" y="4200"/>
                  </a:lnTo>
                  <a:lnTo>
                    <a:pt x="953504" y="3466"/>
                  </a:lnTo>
                  <a:lnTo>
                    <a:pt x="962827" y="2746"/>
                  </a:lnTo>
                  <a:lnTo>
                    <a:pt x="971973" y="2040"/>
                  </a:lnTo>
                  <a:lnTo>
                    <a:pt x="980948" y="1348"/>
                  </a:lnTo>
                  <a:lnTo>
                    <a:pt x="989758" y="667"/>
                  </a:lnTo>
                  <a:lnTo>
                    <a:pt x="99840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79904" y="4473885"/>
              <a:ext cx="998409" cy="82620"/>
            </a:xfrm>
            <a:custGeom>
              <a:avLst/>
              <a:pathLst>
                <a:path w="998409" h="82620">
                  <a:moveTo>
                    <a:pt x="0" y="82620"/>
                  </a:moveTo>
                  <a:lnTo>
                    <a:pt x="64112" y="77315"/>
                  </a:lnTo>
                  <a:lnTo>
                    <a:pt x="120664" y="72635"/>
                  </a:lnTo>
                  <a:lnTo>
                    <a:pt x="171251" y="68449"/>
                  </a:lnTo>
                  <a:lnTo>
                    <a:pt x="217013" y="64662"/>
                  </a:lnTo>
                  <a:lnTo>
                    <a:pt x="258790" y="61205"/>
                  </a:lnTo>
                  <a:lnTo>
                    <a:pt x="297221" y="58024"/>
                  </a:lnTo>
                  <a:lnTo>
                    <a:pt x="332803" y="55080"/>
                  </a:lnTo>
                  <a:lnTo>
                    <a:pt x="365928" y="52339"/>
                  </a:lnTo>
                  <a:lnTo>
                    <a:pt x="396915" y="49774"/>
                  </a:lnTo>
                  <a:lnTo>
                    <a:pt x="426023" y="47366"/>
                  </a:lnTo>
                  <a:lnTo>
                    <a:pt x="453467" y="45095"/>
                  </a:lnTo>
                  <a:lnTo>
                    <a:pt x="479427" y="42946"/>
                  </a:lnTo>
                  <a:lnTo>
                    <a:pt x="504054" y="40908"/>
                  </a:lnTo>
                  <a:lnTo>
                    <a:pt x="527480" y="38970"/>
                  </a:lnTo>
                  <a:lnTo>
                    <a:pt x="549816" y="37122"/>
                  </a:lnTo>
                  <a:lnTo>
                    <a:pt x="571159" y="35355"/>
                  </a:lnTo>
                  <a:lnTo>
                    <a:pt x="591593" y="33664"/>
                  </a:lnTo>
                  <a:lnTo>
                    <a:pt x="611193" y="32042"/>
                  </a:lnTo>
                  <a:lnTo>
                    <a:pt x="630024" y="30484"/>
                  </a:lnTo>
                  <a:lnTo>
                    <a:pt x="648144" y="28985"/>
                  </a:lnTo>
                  <a:lnTo>
                    <a:pt x="665606" y="27540"/>
                  </a:lnTo>
                  <a:lnTo>
                    <a:pt x="682454" y="26145"/>
                  </a:lnTo>
                  <a:lnTo>
                    <a:pt x="698732" y="24798"/>
                  </a:lnTo>
                  <a:lnTo>
                    <a:pt x="714475" y="23496"/>
                  </a:lnTo>
                  <a:lnTo>
                    <a:pt x="729719" y="22234"/>
                  </a:lnTo>
                  <a:lnTo>
                    <a:pt x="744493" y="21012"/>
                  </a:lnTo>
                  <a:lnTo>
                    <a:pt x="758827" y="19825"/>
                  </a:lnTo>
                  <a:lnTo>
                    <a:pt x="772744" y="18674"/>
                  </a:lnTo>
                  <a:lnTo>
                    <a:pt x="786270" y="17554"/>
                  </a:lnTo>
                  <a:lnTo>
                    <a:pt x="799425" y="16466"/>
                  </a:lnTo>
                  <a:lnTo>
                    <a:pt x="812230" y="15406"/>
                  </a:lnTo>
                  <a:lnTo>
                    <a:pt x="824701" y="14374"/>
                  </a:lnTo>
                  <a:lnTo>
                    <a:pt x="836857" y="13368"/>
                  </a:lnTo>
                  <a:lnTo>
                    <a:pt x="848713" y="12387"/>
                  </a:lnTo>
                  <a:lnTo>
                    <a:pt x="860283" y="11430"/>
                  </a:lnTo>
                  <a:lnTo>
                    <a:pt x="871581" y="10495"/>
                  </a:lnTo>
                  <a:lnTo>
                    <a:pt x="882619" y="9581"/>
                  </a:lnTo>
                  <a:lnTo>
                    <a:pt x="893409" y="8688"/>
                  </a:lnTo>
                  <a:lnTo>
                    <a:pt x="903962" y="7815"/>
                  </a:lnTo>
                  <a:lnTo>
                    <a:pt x="914288" y="6961"/>
                  </a:lnTo>
                  <a:lnTo>
                    <a:pt x="924396" y="6124"/>
                  </a:lnTo>
                  <a:lnTo>
                    <a:pt x="934296" y="5305"/>
                  </a:lnTo>
                  <a:lnTo>
                    <a:pt x="943996" y="4502"/>
                  </a:lnTo>
                  <a:lnTo>
                    <a:pt x="953504" y="3715"/>
                  </a:lnTo>
                  <a:lnTo>
                    <a:pt x="962827" y="2944"/>
                  </a:lnTo>
                  <a:lnTo>
                    <a:pt x="971973" y="2187"/>
                  </a:lnTo>
                  <a:lnTo>
                    <a:pt x="980948" y="1444"/>
                  </a:lnTo>
                  <a:lnTo>
                    <a:pt x="989758" y="715"/>
                  </a:lnTo>
                  <a:lnTo>
                    <a:pt x="99840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79904" y="4494921"/>
              <a:ext cx="998409" cy="72698"/>
            </a:xfrm>
            <a:custGeom>
              <a:avLst/>
              <a:pathLst>
                <a:path w="998409" h="72698">
                  <a:moveTo>
                    <a:pt x="0" y="0"/>
                  </a:moveTo>
                  <a:lnTo>
                    <a:pt x="64112" y="4668"/>
                  </a:lnTo>
                  <a:lnTo>
                    <a:pt x="120664" y="8786"/>
                  </a:lnTo>
                  <a:lnTo>
                    <a:pt x="171251" y="12469"/>
                  </a:lnTo>
                  <a:lnTo>
                    <a:pt x="217013" y="15801"/>
                  </a:lnTo>
                  <a:lnTo>
                    <a:pt x="258790" y="18843"/>
                  </a:lnTo>
                  <a:lnTo>
                    <a:pt x="297221" y="21642"/>
                  </a:lnTo>
                  <a:lnTo>
                    <a:pt x="332803" y="24232"/>
                  </a:lnTo>
                  <a:lnTo>
                    <a:pt x="365928" y="26645"/>
                  </a:lnTo>
                  <a:lnTo>
                    <a:pt x="396915" y="28901"/>
                  </a:lnTo>
                  <a:lnTo>
                    <a:pt x="426023" y="31020"/>
                  </a:lnTo>
                  <a:lnTo>
                    <a:pt x="453467" y="33019"/>
                  </a:lnTo>
                  <a:lnTo>
                    <a:pt x="479427" y="34909"/>
                  </a:lnTo>
                  <a:lnTo>
                    <a:pt x="504054" y="36702"/>
                  </a:lnTo>
                  <a:lnTo>
                    <a:pt x="527480" y="38408"/>
                  </a:lnTo>
                  <a:lnTo>
                    <a:pt x="549816" y="40034"/>
                  </a:lnTo>
                  <a:lnTo>
                    <a:pt x="571159" y="41588"/>
                  </a:lnTo>
                  <a:lnTo>
                    <a:pt x="591593" y="43076"/>
                  </a:lnTo>
                  <a:lnTo>
                    <a:pt x="611193" y="44503"/>
                  </a:lnTo>
                  <a:lnTo>
                    <a:pt x="630024" y="45875"/>
                  </a:lnTo>
                  <a:lnTo>
                    <a:pt x="648144" y="47194"/>
                  </a:lnTo>
                  <a:lnTo>
                    <a:pt x="665606" y="48465"/>
                  </a:lnTo>
                  <a:lnTo>
                    <a:pt x="682454" y="49692"/>
                  </a:lnTo>
                  <a:lnTo>
                    <a:pt x="698732" y="50877"/>
                  </a:lnTo>
                  <a:lnTo>
                    <a:pt x="714475" y="52024"/>
                  </a:lnTo>
                  <a:lnTo>
                    <a:pt x="729719" y="53134"/>
                  </a:lnTo>
                  <a:lnTo>
                    <a:pt x="744493" y="54210"/>
                  </a:lnTo>
                  <a:lnTo>
                    <a:pt x="758827" y="55253"/>
                  </a:lnTo>
                  <a:lnTo>
                    <a:pt x="772744" y="56267"/>
                  </a:lnTo>
                  <a:lnTo>
                    <a:pt x="786270" y="57252"/>
                  </a:lnTo>
                  <a:lnTo>
                    <a:pt x="799425" y="58209"/>
                  </a:lnTo>
                  <a:lnTo>
                    <a:pt x="812230" y="59142"/>
                  </a:lnTo>
                  <a:lnTo>
                    <a:pt x="824701" y="60050"/>
                  </a:lnTo>
                  <a:lnTo>
                    <a:pt x="836857" y="60935"/>
                  </a:lnTo>
                  <a:lnTo>
                    <a:pt x="848713" y="61798"/>
                  </a:lnTo>
                  <a:lnTo>
                    <a:pt x="860283" y="62641"/>
                  </a:lnTo>
                  <a:lnTo>
                    <a:pt x="871581" y="63463"/>
                  </a:lnTo>
                  <a:lnTo>
                    <a:pt x="882619" y="64267"/>
                  </a:lnTo>
                  <a:lnTo>
                    <a:pt x="893409" y="65053"/>
                  </a:lnTo>
                  <a:lnTo>
                    <a:pt x="903962" y="65821"/>
                  </a:lnTo>
                  <a:lnTo>
                    <a:pt x="914288" y="66573"/>
                  </a:lnTo>
                  <a:lnTo>
                    <a:pt x="924396" y="67309"/>
                  </a:lnTo>
                  <a:lnTo>
                    <a:pt x="934296" y="68030"/>
                  </a:lnTo>
                  <a:lnTo>
                    <a:pt x="943996" y="68736"/>
                  </a:lnTo>
                  <a:lnTo>
                    <a:pt x="953504" y="69429"/>
                  </a:lnTo>
                  <a:lnTo>
                    <a:pt x="962827" y="70108"/>
                  </a:lnTo>
                  <a:lnTo>
                    <a:pt x="971973" y="70773"/>
                  </a:lnTo>
                  <a:lnTo>
                    <a:pt x="980948" y="71427"/>
                  </a:lnTo>
                  <a:lnTo>
                    <a:pt x="989758" y="72068"/>
                  </a:lnTo>
                  <a:lnTo>
                    <a:pt x="998409" y="7269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79904" y="4584445"/>
              <a:ext cx="998409" cy="135195"/>
            </a:xfrm>
            <a:custGeom>
              <a:avLst/>
              <a:pathLst>
                <a:path w="998409" h="135195">
                  <a:moveTo>
                    <a:pt x="0" y="0"/>
                  </a:moveTo>
                  <a:lnTo>
                    <a:pt x="64112" y="8681"/>
                  </a:lnTo>
                  <a:lnTo>
                    <a:pt x="120664" y="16339"/>
                  </a:lnTo>
                  <a:lnTo>
                    <a:pt x="171251" y="23189"/>
                  </a:lnTo>
                  <a:lnTo>
                    <a:pt x="217013" y="29385"/>
                  </a:lnTo>
                  <a:lnTo>
                    <a:pt x="258790" y="35042"/>
                  </a:lnTo>
                  <a:lnTo>
                    <a:pt x="297221" y="40246"/>
                  </a:lnTo>
                  <a:lnTo>
                    <a:pt x="332803" y="45065"/>
                  </a:lnTo>
                  <a:lnTo>
                    <a:pt x="365928" y="49550"/>
                  </a:lnTo>
                  <a:lnTo>
                    <a:pt x="396915" y="53746"/>
                  </a:lnTo>
                  <a:lnTo>
                    <a:pt x="426023" y="57688"/>
                  </a:lnTo>
                  <a:lnTo>
                    <a:pt x="453467" y="61404"/>
                  </a:lnTo>
                  <a:lnTo>
                    <a:pt x="479427" y="64919"/>
                  </a:lnTo>
                  <a:lnTo>
                    <a:pt x="504054" y="68254"/>
                  </a:lnTo>
                  <a:lnTo>
                    <a:pt x="527480" y="71426"/>
                  </a:lnTo>
                  <a:lnTo>
                    <a:pt x="549816" y="74450"/>
                  </a:lnTo>
                  <a:lnTo>
                    <a:pt x="571159" y="77340"/>
                  </a:lnTo>
                  <a:lnTo>
                    <a:pt x="591593" y="80107"/>
                  </a:lnTo>
                  <a:lnTo>
                    <a:pt x="611193" y="82761"/>
                  </a:lnTo>
                  <a:lnTo>
                    <a:pt x="630024" y="85311"/>
                  </a:lnTo>
                  <a:lnTo>
                    <a:pt x="648144" y="87765"/>
                  </a:lnTo>
                  <a:lnTo>
                    <a:pt x="665606" y="90130"/>
                  </a:lnTo>
                  <a:lnTo>
                    <a:pt x="682454" y="92411"/>
                  </a:lnTo>
                  <a:lnTo>
                    <a:pt x="698732" y="94615"/>
                  </a:lnTo>
                  <a:lnTo>
                    <a:pt x="714475" y="96747"/>
                  </a:lnTo>
                  <a:lnTo>
                    <a:pt x="729719" y="98811"/>
                  </a:lnTo>
                  <a:lnTo>
                    <a:pt x="744493" y="100812"/>
                  </a:lnTo>
                  <a:lnTo>
                    <a:pt x="758827" y="102753"/>
                  </a:lnTo>
                  <a:lnTo>
                    <a:pt x="772744" y="104637"/>
                  </a:lnTo>
                  <a:lnTo>
                    <a:pt x="786270" y="106469"/>
                  </a:lnTo>
                  <a:lnTo>
                    <a:pt x="799425" y="108250"/>
                  </a:lnTo>
                  <a:lnTo>
                    <a:pt x="812230" y="109984"/>
                  </a:lnTo>
                  <a:lnTo>
                    <a:pt x="824701" y="111673"/>
                  </a:lnTo>
                  <a:lnTo>
                    <a:pt x="836857" y="113319"/>
                  </a:lnTo>
                  <a:lnTo>
                    <a:pt x="848713" y="114924"/>
                  </a:lnTo>
                  <a:lnTo>
                    <a:pt x="860283" y="116491"/>
                  </a:lnTo>
                  <a:lnTo>
                    <a:pt x="871581" y="118021"/>
                  </a:lnTo>
                  <a:lnTo>
                    <a:pt x="882619" y="119515"/>
                  </a:lnTo>
                  <a:lnTo>
                    <a:pt x="893409" y="120976"/>
                  </a:lnTo>
                  <a:lnTo>
                    <a:pt x="903962" y="122405"/>
                  </a:lnTo>
                  <a:lnTo>
                    <a:pt x="914288" y="123804"/>
                  </a:lnTo>
                  <a:lnTo>
                    <a:pt x="924396" y="125172"/>
                  </a:lnTo>
                  <a:lnTo>
                    <a:pt x="934296" y="126513"/>
                  </a:lnTo>
                  <a:lnTo>
                    <a:pt x="943996" y="127827"/>
                  </a:lnTo>
                  <a:lnTo>
                    <a:pt x="953504" y="129114"/>
                  </a:lnTo>
                  <a:lnTo>
                    <a:pt x="962827" y="130376"/>
                  </a:lnTo>
                  <a:lnTo>
                    <a:pt x="971973" y="131615"/>
                  </a:lnTo>
                  <a:lnTo>
                    <a:pt x="980948" y="132830"/>
                  </a:lnTo>
                  <a:lnTo>
                    <a:pt x="989758" y="134023"/>
                  </a:lnTo>
                  <a:lnTo>
                    <a:pt x="998409" y="13519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79904" y="4556511"/>
              <a:ext cx="998409" cy="3561"/>
            </a:xfrm>
            <a:custGeom>
              <a:avLst/>
              <a:pathLst>
                <a:path w="998409" h="3561">
                  <a:moveTo>
                    <a:pt x="0" y="3561"/>
                  </a:moveTo>
                  <a:lnTo>
                    <a:pt x="64112" y="3332"/>
                  </a:lnTo>
                  <a:lnTo>
                    <a:pt x="120664" y="3130"/>
                  </a:lnTo>
                  <a:lnTo>
                    <a:pt x="171251" y="2950"/>
                  </a:lnTo>
                  <a:lnTo>
                    <a:pt x="217013" y="2787"/>
                  </a:lnTo>
                  <a:lnTo>
                    <a:pt x="258790" y="2638"/>
                  </a:lnTo>
                  <a:lnTo>
                    <a:pt x="297221" y="2501"/>
                  </a:lnTo>
                  <a:lnTo>
                    <a:pt x="332803" y="2374"/>
                  </a:lnTo>
                  <a:lnTo>
                    <a:pt x="365928" y="2256"/>
                  </a:lnTo>
                  <a:lnTo>
                    <a:pt x="396915" y="2145"/>
                  </a:lnTo>
                  <a:lnTo>
                    <a:pt x="426023" y="2041"/>
                  </a:lnTo>
                  <a:lnTo>
                    <a:pt x="453467" y="1943"/>
                  </a:lnTo>
                  <a:lnTo>
                    <a:pt x="479427" y="1851"/>
                  </a:lnTo>
                  <a:lnTo>
                    <a:pt x="504054" y="1763"/>
                  </a:lnTo>
                  <a:lnTo>
                    <a:pt x="527480" y="1679"/>
                  </a:lnTo>
                  <a:lnTo>
                    <a:pt x="549816" y="1600"/>
                  </a:lnTo>
                  <a:lnTo>
                    <a:pt x="571159" y="1523"/>
                  </a:lnTo>
                  <a:lnTo>
                    <a:pt x="591593" y="1451"/>
                  </a:lnTo>
                  <a:lnTo>
                    <a:pt x="611193" y="1381"/>
                  </a:lnTo>
                  <a:lnTo>
                    <a:pt x="630024" y="1313"/>
                  </a:lnTo>
                  <a:lnTo>
                    <a:pt x="648144" y="1249"/>
                  </a:lnTo>
                  <a:lnTo>
                    <a:pt x="665606" y="1187"/>
                  </a:lnTo>
                  <a:lnTo>
                    <a:pt x="682454" y="1126"/>
                  </a:lnTo>
                  <a:lnTo>
                    <a:pt x="698732" y="1068"/>
                  </a:lnTo>
                  <a:lnTo>
                    <a:pt x="714475" y="1012"/>
                  </a:lnTo>
                  <a:lnTo>
                    <a:pt x="729719" y="958"/>
                  </a:lnTo>
                  <a:lnTo>
                    <a:pt x="744493" y="905"/>
                  </a:lnTo>
                  <a:lnTo>
                    <a:pt x="758827" y="854"/>
                  </a:lnTo>
                  <a:lnTo>
                    <a:pt x="772744" y="804"/>
                  </a:lnTo>
                  <a:lnTo>
                    <a:pt x="786270" y="756"/>
                  </a:lnTo>
                  <a:lnTo>
                    <a:pt x="799425" y="709"/>
                  </a:lnTo>
                  <a:lnTo>
                    <a:pt x="812230" y="664"/>
                  </a:lnTo>
                  <a:lnTo>
                    <a:pt x="824701" y="619"/>
                  </a:lnTo>
                  <a:lnTo>
                    <a:pt x="836857" y="576"/>
                  </a:lnTo>
                  <a:lnTo>
                    <a:pt x="848713" y="533"/>
                  </a:lnTo>
                  <a:lnTo>
                    <a:pt x="860283" y="492"/>
                  </a:lnTo>
                  <a:lnTo>
                    <a:pt x="871581" y="452"/>
                  </a:lnTo>
                  <a:lnTo>
                    <a:pt x="882619" y="413"/>
                  </a:lnTo>
                  <a:lnTo>
                    <a:pt x="893409" y="374"/>
                  </a:lnTo>
                  <a:lnTo>
                    <a:pt x="903962" y="336"/>
                  </a:lnTo>
                  <a:lnTo>
                    <a:pt x="914288" y="300"/>
                  </a:lnTo>
                  <a:lnTo>
                    <a:pt x="924396" y="263"/>
                  </a:lnTo>
                  <a:lnTo>
                    <a:pt x="934296" y="228"/>
                  </a:lnTo>
                  <a:lnTo>
                    <a:pt x="943996" y="194"/>
                  </a:lnTo>
                  <a:lnTo>
                    <a:pt x="953504" y="160"/>
                  </a:lnTo>
                  <a:lnTo>
                    <a:pt x="962827" y="126"/>
                  </a:lnTo>
                  <a:lnTo>
                    <a:pt x="971973" y="94"/>
                  </a:lnTo>
                  <a:lnTo>
                    <a:pt x="980948" y="62"/>
                  </a:lnTo>
                  <a:lnTo>
                    <a:pt x="989758" y="30"/>
                  </a:lnTo>
                  <a:lnTo>
                    <a:pt x="99840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479904" y="4577698"/>
              <a:ext cx="998409" cy="53093"/>
            </a:xfrm>
            <a:custGeom>
              <a:avLst/>
              <a:pathLst>
                <a:path w="998409" h="53093">
                  <a:moveTo>
                    <a:pt x="0" y="0"/>
                  </a:moveTo>
                  <a:lnTo>
                    <a:pt x="64112" y="3409"/>
                  </a:lnTo>
                  <a:lnTo>
                    <a:pt x="120664" y="6416"/>
                  </a:lnTo>
                  <a:lnTo>
                    <a:pt x="171251" y="9106"/>
                  </a:lnTo>
                  <a:lnTo>
                    <a:pt x="217013" y="11540"/>
                  </a:lnTo>
                  <a:lnTo>
                    <a:pt x="258790" y="13762"/>
                  </a:lnTo>
                  <a:lnTo>
                    <a:pt x="297221" y="15805"/>
                  </a:lnTo>
                  <a:lnTo>
                    <a:pt x="332803" y="17697"/>
                  </a:lnTo>
                  <a:lnTo>
                    <a:pt x="365928" y="19459"/>
                  </a:lnTo>
                  <a:lnTo>
                    <a:pt x="396915" y="21107"/>
                  </a:lnTo>
                  <a:lnTo>
                    <a:pt x="426023" y="22655"/>
                  </a:lnTo>
                  <a:lnTo>
                    <a:pt x="453467" y="24114"/>
                  </a:lnTo>
                  <a:lnTo>
                    <a:pt x="479427" y="25495"/>
                  </a:lnTo>
                  <a:lnTo>
                    <a:pt x="504054" y="26804"/>
                  </a:lnTo>
                  <a:lnTo>
                    <a:pt x="527480" y="28050"/>
                  </a:lnTo>
                  <a:lnTo>
                    <a:pt x="549816" y="29238"/>
                  </a:lnTo>
                  <a:lnTo>
                    <a:pt x="571159" y="30373"/>
                  </a:lnTo>
                  <a:lnTo>
                    <a:pt x="591593" y="31459"/>
                  </a:lnTo>
                  <a:lnTo>
                    <a:pt x="611193" y="32502"/>
                  </a:lnTo>
                  <a:lnTo>
                    <a:pt x="630024" y="33503"/>
                  </a:lnTo>
                  <a:lnTo>
                    <a:pt x="648144" y="34467"/>
                  </a:lnTo>
                  <a:lnTo>
                    <a:pt x="665606" y="35395"/>
                  </a:lnTo>
                  <a:lnTo>
                    <a:pt x="682454" y="36291"/>
                  </a:lnTo>
                  <a:lnTo>
                    <a:pt x="698732" y="37157"/>
                  </a:lnTo>
                  <a:lnTo>
                    <a:pt x="714475" y="37994"/>
                  </a:lnTo>
                  <a:lnTo>
                    <a:pt x="729719" y="38805"/>
                  </a:lnTo>
                  <a:lnTo>
                    <a:pt x="744493" y="39590"/>
                  </a:lnTo>
                  <a:lnTo>
                    <a:pt x="758827" y="40353"/>
                  </a:lnTo>
                  <a:lnTo>
                    <a:pt x="772744" y="41093"/>
                  </a:lnTo>
                  <a:lnTo>
                    <a:pt x="786270" y="41812"/>
                  </a:lnTo>
                  <a:lnTo>
                    <a:pt x="799425" y="42512"/>
                  </a:lnTo>
                  <a:lnTo>
                    <a:pt x="812230" y="43193"/>
                  </a:lnTo>
                  <a:lnTo>
                    <a:pt x="824701" y="43856"/>
                  </a:lnTo>
                  <a:lnTo>
                    <a:pt x="836857" y="44502"/>
                  </a:lnTo>
                  <a:lnTo>
                    <a:pt x="848713" y="45133"/>
                  </a:lnTo>
                  <a:lnTo>
                    <a:pt x="860283" y="45748"/>
                  </a:lnTo>
                  <a:lnTo>
                    <a:pt x="871581" y="46349"/>
                  </a:lnTo>
                  <a:lnTo>
                    <a:pt x="882619" y="46936"/>
                  </a:lnTo>
                  <a:lnTo>
                    <a:pt x="893409" y="47509"/>
                  </a:lnTo>
                  <a:lnTo>
                    <a:pt x="903962" y="48071"/>
                  </a:lnTo>
                  <a:lnTo>
                    <a:pt x="914288" y="48620"/>
                  </a:lnTo>
                  <a:lnTo>
                    <a:pt x="924396" y="49157"/>
                  </a:lnTo>
                  <a:lnTo>
                    <a:pt x="934296" y="49684"/>
                  </a:lnTo>
                  <a:lnTo>
                    <a:pt x="943996" y="50200"/>
                  </a:lnTo>
                  <a:lnTo>
                    <a:pt x="953504" y="50705"/>
                  </a:lnTo>
                  <a:lnTo>
                    <a:pt x="962827" y="51201"/>
                  </a:lnTo>
                  <a:lnTo>
                    <a:pt x="971973" y="51687"/>
                  </a:lnTo>
                  <a:lnTo>
                    <a:pt x="980948" y="52165"/>
                  </a:lnTo>
                  <a:lnTo>
                    <a:pt x="989758" y="52633"/>
                  </a:lnTo>
                  <a:lnTo>
                    <a:pt x="998409" y="5309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35360" y="470269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35360" y="44253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35360" y="414795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376458" y="47391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76458" y="44617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76458" y="41843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7990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81270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4551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47831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45164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8445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1725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45005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58143" y="43431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57718" y="41380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89119" y="43745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59285" y="43428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59412" y="40385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84517" y="43203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60027" y="45918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72386" y="45047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897500" y="4341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98997" y="39956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89415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26626" y="43021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24310" y="43801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30181" y="46664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194752" y="43805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25945" y="44917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10118" y="45528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206929" y="46113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28254" y="44479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223630" y="42198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99803" y="41880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90074" y="45470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17429" y="44353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00108" y="44644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209074" y="43770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18222" y="41503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198025" y="45096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220656" y="403941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26842" y="41185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67746" y="44096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39366" y="435627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48788" y="44995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24922" y="44808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26944" y="45578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52982" y="43042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32260" y="42238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44658" y="42284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42043" y="42699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57143" y="43897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23627" y="40678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29121" y="45732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56767" y="46565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59121" y="43384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33618" y="41829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66151" y="43900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57071" y="46555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28862" y="3956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25805" y="42879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64552" y="45090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71632" y="43876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73845" y="44996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97040" y="4485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85244" y="45521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91323" y="43397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79519" y="44647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869371" y="472171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856363" y="43901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865457" y="45406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872684" y="45554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892131" y="44341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865382" y="43642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868148" y="46127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866548" y="45559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897390" y="45782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00628" y="41933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59738" y="42956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868311" y="45840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53272" y="44309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876943" y="43220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83038" y="43446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97550" y="43027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899037" y="45004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908332" y="4390294"/>
              <a:ext cx="996514" cy="5009"/>
            </a:xfrm>
            <a:custGeom>
              <a:avLst/>
              <a:pathLst>
                <a:path w="996514" h="5009">
                  <a:moveTo>
                    <a:pt x="0" y="0"/>
                  </a:moveTo>
                  <a:lnTo>
                    <a:pt x="63991" y="321"/>
                  </a:lnTo>
                  <a:lnTo>
                    <a:pt x="120435" y="605"/>
                  </a:lnTo>
                  <a:lnTo>
                    <a:pt x="170926" y="859"/>
                  </a:lnTo>
                  <a:lnTo>
                    <a:pt x="216601" y="1088"/>
                  </a:lnTo>
                  <a:lnTo>
                    <a:pt x="258298" y="1298"/>
                  </a:lnTo>
                  <a:lnTo>
                    <a:pt x="296657" y="1491"/>
                  </a:lnTo>
                  <a:lnTo>
                    <a:pt x="332171" y="1669"/>
                  </a:lnTo>
                  <a:lnTo>
                    <a:pt x="365234" y="1835"/>
                  </a:lnTo>
                  <a:lnTo>
                    <a:pt x="396162" y="1991"/>
                  </a:lnTo>
                  <a:lnTo>
                    <a:pt x="425215" y="2137"/>
                  </a:lnTo>
                  <a:lnTo>
                    <a:pt x="452606" y="2275"/>
                  </a:lnTo>
                  <a:lnTo>
                    <a:pt x="478516" y="2405"/>
                  </a:lnTo>
                  <a:lnTo>
                    <a:pt x="503097" y="2529"/>
                  </a:lnTo>
                  <a:lnTo>
                    <a:pt x="526479" y="2646"/>
                  </a:lnTo>
                  <a:lnTo>
                    <a:pt x="548772" y="2758"/>
                  </a:lnTo>
                  <a:lnTo>
                    <a:pt x="570074" y="2865"/>
                  </a:lnTo>
                  <a:lnTo>
                    <a:pt x="590470" y="2968"/>
                  </a:lnTo>
                  <a:lnTo>
                    <a:pt x="610033" y="3066"/>
                  </a:lnTo>
                  <a:lnTo>
                    <a:pt x="628828" y="3161"/>
                  </a:lnTo>
                  <a:lnTo>
                    <a:pt x="646914" y="3251"/>
                  </a:lnTo>
                  <a:lnTo>
                    <a:pt x="664342" y="3339"/>
                  </a:lnTo>
                  <a:lnTo>
                    <a:pt x="681159" y="3424"/>
                  </a:lnTo>
                  <a:lnTo>
                    <a:pt x="697405" y="3505"/>
                  </a:lnTo>
                  <a:lnTo>
                    <a:pt x="713119" y="3584"/>
                  </a:lnTo>
                  <a:lnTo>
                    <a:pt x="728333" y="3661"/>
                  </a:lnTo>
                  <a:lnTo>
                    <a:pt x="743080" y="3735"/>
                  </a:lnTo>
                  <a:lnTo>
                    <a:pt x="757386" y="3807"/>
                  </a:lnTo>
                  <a:lnTo>
                    <a:pt x="771278" y="3877"/>
                  </a:lnTo>
                  <a:lnTo>
                    <a:pt x="784778" y="3944"/>
                  </a:lnTo>
                  <a:lnTo>
                    <a:pt x="797908" y="4010"/>
                  </a:lnTo>
                  <a:lnTo>
                    <a:pt x="810688" y="4075"/>
                  </a:lnTo>
                  <a:lnTo>
                    <a:pt x="823136" y="4137"/>
                  </a:lnTo>
                  <a:lnTo>
                    <a:pt x="835269" y="4198"/>
                  </a:lnTo>
                  <a:lnTo>
                    <a:pt x="847102" y="4258"/>
                  </a:lnTo>
                  <a:lnTo>
                    <a:pt x="858650" y="4316"/>
                  </a:lnTo>
                  <a:lnTo>
                    <a:pt x="869926" y="4373"/>
                  </a:lnTo>
                  <a:lnTo>
                    <a:pt x="880943" y="4428"/>
                  </a:lnTo>
                  <a:lnTo>
                    <a:pt x="891713" y="4482"/>
                  </a:lnTo>
                  <a:lnTo>
                    <a:pt x="902246" y="4535"/>
                  </a:lnTo>
                  <a:lnTo>
                    <a:pt x="912552" y="4587"/>
                  </a:lnTo>
                  <a:lnTo>
                    <a:pt x="922641" y="4637"/>
                  </a:lnTo>
                  <a:lnTo>
                    <a:pt x="932522" y="4687"/>
                  </a:lnTo>
                  <a:lnTo>
                    <a:pt x="942204" y="4736"/>
                  </a:lnTo>
                  <a:lnTo>
                    <a:pt x="951694" y="4784"/>
                  </a:lnTo>
                  <a:lnTo>
                    <a:pt x="960999" y="4830"/>
                  </a:lnTo>
                  <a:lnTo>
                    <a:pt x="970128" y="4876"/>
                  </a:lnTo>
                  <a:lnTo>
                    <a:pt x="979085" y="4921"/>
                  </a:lnTo>
                  <a:lnTo>
                    <a:pt x="987879" y="4965"/>
                  </a:lnTo>
                  <a:lnTo>
                    <a:pt x="996514" y="500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908332" y="4377098"/>
              <a:ext cx="996514" cy="7241"/>
            </a:xfrm>
            <a:custGeom>
              <a:avLst/>
              <a:pathLst>
                <a:path w="996514" h="7241">
                  <a:moveTo>
                    <a:pt x="0" y="7241"/>
                  </a:moveTo>
                  <a:lnTo>
                    <a:pt x="63991" y="6776"/>
                  </a:lnTo>
                  <a:lnTo>
                    <a:pt x="120435" y="6366"/>
                  </a:lnTo>
                  <a:lnTo>
                    <a:pt x="170926" y="5999"/>
                  </a:lnTo>
                  <a:lnTo>
                    <a:pt x="216601" y="5667"/>
                  </a:lnTo>
                  <a:lnTo>
                    <a:pt x="258298" y="5364"/>
                  </a:lnTo>
                  <a:lnTo>
                    <a:pt x="296657" y="5085"/>
                  </a:lnTo>
                  <a:lnTo>
                    <a:pt x="332171" y="4827"/>
                  </a:lnTo>
                  <a:lnTo>
                    <a:pt x="365234" y="4587"/>
                  </a:lnTo>
                  <a:lnTo>
                    <a:pt x="396162" y="4362"/>
                  </a:lnTo>
                  <a:lnTo>
                    <a:pt x="425215" y="4151"/>
                  </a:lnTo>
                  <a:lnTo>
                    <a:pt x="452606" y="3952"/>
                  </a:lnTo>
                  <a:lnTo>
                    <a:pt x="478516" y="3764"/>
                  </a:lnTo>
                  <a:lnTo>
                    <a:pt x="503097" y="3585"/>
                  </a:lnTo>
                  <a:lnTo>
                    <a:pt x="526479" y="3415"/>
                  </a:lnTo>
                  <a:lnTo>
                    <a:pt x="548772" y="3253"/>
                  </a:lnTo>
                  <a:lnTo>
                    <a:pt x="570074" y="3098"/>
                  </a:lnTo>
                  <a:lnTo>
                    <a:pt x="590470" y="2950"/>
                  </a:lnTo>
                  <a:lnTo>
                    <a:pt x="610033" y="2808"/>
                  </a:lnTo>
                  <a:lnTo>
                    <a:pt x="628828" y="2671"/>
                  </a:lnTo>
                  <a:lnTo>
                    <a:pt x="646914" y="2540"/>
                  </a:lnTo>
                  <a:lnTo>
                    <a:pt x="664342" y="2413"/>
                  </a:lnTo>
                  <a:lnTo>
                    <a:pt x="681159" y="2291"/>
                  </a:lnTo>
                  <a:lnTo>
                    <a:pt x="697405" y="2173"/>
                  </a:lnTo>
                  <a:lnTo>
                    <a:pt x="713119" y="2059"/>
                  </a:lnTo>
                  <a:lnTo>
                    <a:pt x="728333" y="1948"/>
                  </a:lnTo>
                  <a:lnTo>
                    <a:pt x="743080" y="1841"/>
                  </a:lnTo>
                  <a:lnTo>
                    <a:pt x="757386" y="1737"/>
                  </a:lnTo>
                  <a:lnTo>
                    <a:pt x="771278" y="1636"/>
                  </a:lnTo>
                  <a:lnTo>
                    <a:pt x="784778" y="1538"/>
                  </a:lnTo>
                  <a:lnTo>
                    <a:pt x="797908" y="1443"/>
                  </a:lnTo>
                  <a:lnTo>
                    <a:pt x="810688" y="1350"/>
                  </a:lnTo>
                  <a:lnTo>
                    <a:pt x="823136" y="1259"/>
                  </a:lnTo>
                  <a:lnTo>
                    <a:pt x="835269" y="1171"/>
                  </a:lnTo>
                  <a:lnTo>
                    <a:pt x="847102" y="1085"/>
                  </a:lnTo>
                  <a:lnTo>
                    <a:pt x="858650" y="1001"/>
                  </a:lnTo>
                  <a:lnTo>
                    <a:pt x="869926" y="919"/>
                  </a:lnTo>
                  <a:lnTo>
                    <a:pt x="880943" y="839"/>
                  </a:lnTo>
                  <a:lnTo>
                    <a:pt x="891713" y="761"/>
                  </a:lnTo>
                  <a:lnTo>
                    <a:pt x="902246" y="685"/>
                  </a:lnTo>
                  <a:lnTo>
                    <a:pt x="912552" y="610"/>
                  </a:lnTo>
                  <a:lnTo>
                    <a:pt x="922641" y="536"/>
                  </a:lnTo>
                  <a:lnTo>
                    <a:pt x="932522" y="464"/>
                  </a:lnTo>
                  <a:lnTo>
                    <a:pt x="942204" y="394"/>
                  </a:lnTo>
                  <a:lnTo>
                    <a:pt x="951694" y="325"/>
                  </a:lnTo>
                  <a:lnTo>
                    <a:pt x="960999" y="258"/>
                  </a:lnTo>
                  <a:lnTo>
                    <a:pt x="970128" y="191"/>
                  </a:lnTo>
                  <a:lnTo>
                    <a:pt x="979085" y="126"/>
                  </a:lnTo>
                  <a:lnTo>
                    <a:pt x="987879" y="62"/>
                  </a:lnTo>
                  <a:lnTo>
                    <a:pt x="99651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908332" y="4349122"/>
              <a:ext cx="996514" cy="293642"/>
            </a:xfrm>
            <a:custGeom>
              <a:avLst/>
              <a:pathLst>
                <a:path w="996514" h="293642">
                  <a:moveTo>
                    <a:pt x="0" y="0"/>
                  </a:moveTo>
                  <a:lnTo>
                    <a:pt x="63991" y="18856"/>
                  </a:lnTo>
                  <a:lnTo>
                    <a:pt x="120435" y="35488"/>
                  </a:lnTo>
                  <a:lnTo>
                    <a:pt x="170926" y="50366"/>
                  </a:lnTo>
                  <a:lnTo>
                    <a:pt x="216601" y="63825"/>
                  </a:lnTo>
                  <a:lnTo>
                    <a:pt x="258298" y="76112"/>
                  </a:lnTo>
                  <a:lnTo>
                    <a:pt x="296657" y="87415"/>
                  </a:lnTo>
                  <a:lnTo>
                    <a:pt x="332171" y="97880"/>
                  </a:lnTo>
                  <a:lnTo>
                    <a:pt x="365234" y="107623"/>
                  </a:lnTo>
                  <a:lnTo>
                    <a:pt x="396162" y="116736"/>
                  </a:lnTo>
                  <a:lnTo>
                    <a:pt x="425215" y="125297"/>
                  </a:lnTo>
                  <a:lnTo>
                    <a:pt x="452606" y="133369"/>
                  </a:lnTo>
                  <a:lnTo>
                    <a:pt x="478516" y="141004"/>
                  </a:lnTo>
                  <a:lnTo>
                    <a:pt x="503097" y="148247"/>
                  </a:lnTo>
                  <a:lnTo>
                    <a:pt x="526479" y="155137"/>
                  </a:lnTo>
                  <a:lnTo>
                    <a:pt x="548772" y="161706"/>
                  </a:lnTo>
                  <a:lnTo>
                    <a:pt x="570074" y="167983"/>
                  </a:lnTo>
                  <a:lnTo>
                    <a:pt x="590470" y="173993"/>
                  </a:lnTo>
                  <a:lnTo>
                    <a:pt x="610033" y="179758"/>
                  </a:lnTo>
                  <a:lnTo>
                    <a:pt x="628828" y="185296"/>
                  </a:lnTo>
                  <a:lnTo>
                    <a:pt x="646914" y="190625"/>
                  </a:lnTo>
                  <a:lnTo>
                    <a:pt x="664342" y="195761"/>
                  </a:lnTo>
                  <a:lnTo>
                    <a:pt x="681159" y="200716"/>
                  </a:lnTo>
                  <a:lnTo>
                    <a:pt x="697405" y="205504"/>
                  </a:lnTo>
                  <a:lnTo>
                    <a:pt x="713119" y="210134"/>
                  </a:lnTo>
                  <a:lnTo>
                    <a:pt x="728333" y="214617"/>
                  </a:lnTo>
                  <a:lnTo>
                    <a:pt x="743080" y="218963"/>
                  </a:lnTo>
                  <a:lnTo>
                    <a:pt x="757386" y="223178"/>
                  </a:lnTo>
                  <a:lnTo>
                    <a:pt x="771278" y="227272"/>
                  </a:lnTo>
                  <a:lnTo>
                    <a:pt x="784778" y="231250"/>
                  </a:lnTo>
                  <a:lnTo>
                    <a:pt x="797908" y="235119"/>
                  </a:lnTo>
                  <a:lnTo>
                    <a:pt x="810688" y="238885"/>
                  </a:lnTo>
                  <a:lnTo>
                    <a:pt x="823136" y="242553"/>
                  </a:lnTo>
                  <a:lnTo>
                    <a:pt x="835269" y="246128"/>
                  </a:lnTo>
                  <a:lnTo>
                    <a:pt x="847102" y="249615"/>
                  </a:lnTo>
                  <a:lnTo>
                    <a:pt x="858650" y="253018"/>
                  </a:lnTo>
                  <a:lnTo>
                    <a:pt x="869926" y="256340"/>
                  </a:lnTo>
                  <a:lnTo>
                    <a:pt x="880943" y="259587"/>
                  </a:lnTo>
                  <a:lnTo>
                    <a:pt x="891713" y="262760"/>
                  </a:lnTo>
                  <a:lnTo>
                    <a:pt x="902246" y="265864"/>
                  </a:lnTo>
                  <a:lnTo>
                    <a:pt x="912552" y="268901"/>
                  </a:lnTo>
                  <a:lnTo>
                    <a:pt x="922641" y="271874"/>
                  </a:lnTo>
                  <a:lnTo>
                    <a:pt x="932522" y="274785"/>
                  </a:lnTo>
                  <a:lnTo>
                    <a:pt x="942204" y="277638"/>
                  </a:lnTo>
                  <a:lnTo>
                    <a:pt x="951694" y="280435"/>
                  </a:lnTo>
                  <a:lnTo>
                    <a:pt x="960999" y="283177"/>
                  </a:lnTo>
                  <a:lnTo>
                    <a:pt x="970128" y="285867"/>
                  </a:lnTo>
                  <a:lnTo>
                    <a:pt x="979085" y="288506"/>
                  </a:lnTo>
                  <a:lnTo>
                    <a:pt x="987879" y="291097"/>
                  </a:lnTo>
                  <a:lnTo>
                    <a:pt x="996514" y="29364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908332" y="4060959"/>
              <a:ext cx="996514" cy="213914"/>
            </a:xfrm>
            <a:custGeom>
              <a:avLst/>
              <a:pathLst>
                <a:path w="996514" h="213914">
                  <a:moveTo>
                    <a:pt x="0" y="0"/>
                  </a:moveTo>
                  <a:lnTo>
                    <a:pt x="63991" y="13736"/>
                  </a:lnTo>
                  <a:lnTo>
                    <a:pt x="120435" y="25853"/>
                  </a:lnTo>
                  <a:lnTo>
                    <a:pt x="170926" y="36691"/>
                  </a:lnTo>
                  <a:lnTo>
                    <a:pt x="216601" y="46496"/>
                  </a:lnTo>
                  <a:lnTo>
                    <a:pt x="258298" y="55447"/>
                  </a:lnTo>
                  <a:lnTo>
                    <a:pt x="296657" y="63681"/>
                  </a:lnTo>
                  <a:lnTo>
                    <a:pt x="332171" y="71304"/>
                  </a:lnTo>
                  <a:lnTo>
                    <a:pt x="365234" y="78402"/>
                  </a:lnTo>
                  <a:lnTo>
                    <a:pt x="396162" y="85041"/>
                  </a:lnTo>
                  <a:lnTo>
                    <a:pt x="425215" y="91277"/>
                  </a:lnTo>
                  <a:lnTo>
                    <a:pt x="452606" y="97157"/>
                  </a:lnTo>
                  <a:lnTo>
                    <a:pt x="478516" y="102719"/>
                  </a:lnTo>
                  <a:lnTo>
                    <a:pt x="503097" y="107996"/>
                  </a:lnTo>
                  <a:lnTo>
                    <a:pt x="526479" y="113015"/>
                  </a:lnTo>
                  <a:lnTo>
                    <a:pt x="548772" y="117801"/>
                  </a:lnTo>
                  <a:lnTo>
                    <a:pt x="570074" y="122373"/>
                  </a:lnTo>
                  <a:lnTo>
                    <a:pt x="590470" y="126752"/>
                  </a:lnTo>
                  <a:lnTo>
                    <a:pt x="610033" y="130951"/>
                  </a:lnTo>
                  <a:lnTo>
                    <a:pt x="628828" y="134986"/>
                  </a:lnTo>
                  <a:lnTo>
                    <a:pt x="646914" y="138868"/>
                  </a:lnTo>
                  <a:lnTo>
                    <a:pt x="664342" y="142609"/>
                  </a:lnTo>
                  <a:lnTo>
                    <a:pt x="681159" y="146219"/>
                  </a:lnTo>
                  <a:lnTo>
                    <a:pt x="697405" y="149707"/>
                  </a:lnTo>
                  <a:lnTo>
                    <a:pt x="713119" y="153080"/>
                  </a:lnTo>
                  <a:lnTo>
                    <a:pt x="728333" y="156346"/>
                  </a:lnTo>
                  <a:lnTo>
                    <a:pt x="743080" y="159511"/>
                  </a:lnTo>
                  <a:lnTo>
                    <a:pt x="757386" y="162582"/>
                  </a:lnTo>
                  <a:lnTo>
                    <a:pt x="771278" y="165564"/>
                  </a:lnTo>
                  <a:lnTo>
                    <a:pt x="784778" y="168462"/>
                  </a:lnTo>
                  <a:lnTo>
                    <a:pt x="797908" y="171281"/>
                  </a:lnTo>
                  <a:lnTo>
                    <a:pt x="810688" y="174024"/>
                  </a:lnTo>
                  <a:lnTo>
                    <a:pt x="823136" y="176696"/>
                  </a:lnTo>
                  <a:lnTo>
                    <a:pt x="835269" y="179301"/>
                  </a:lnTo>
                  <a:lnTo>
                    <a:pt x="847102" y="181841"/>
                  </a:lnTo>
                  <a:lnTo>
                    <a:pt x="858650" y="184320"/>
                  </a:lnTo>
                  <a:lnTo>
                    <a:pt x="869926" y="186741"/>
                  </a:lnTo>
                  <a:lnTo>
                    <a:pt x="880943" y="189106"/>
                  </a:lnTo>
                  <a:lnTo>
                    <a:pt x="891713" y="191417"/>
                  </a:lnTo>
                  <a:lnTo>
                    <a:pt x="902246" y="193678"/>
                  </a:lnTo>
                  <a:lnTo>
                    <a:pt x="912552" y="195891"/>
                  </a:lnTo>
                  <a:lnTo>
                    <a:pt x="922641" y="198057"/>
                  </a:lnTo>
                  <a:lnTo>
                    <a:pt x="932522" y="200178"/>
                  </a:lnTo>
                  <a:lnTo>
                    <a:pt x="942204" y="202256"/>
                  </a:lnTo>
                  <a:lnTo>
                    <a:pt x="951694" y="204293"/>
                  </a:lnTo>
                  <a:lnTo>
                    <a:pt x="960999" y="206291"/>
                  </a:lnTo>
                  <a:lnTo>
                    <a:pt x="970128" y="208250"/>
                  </a:lnTo>
                  <a:lnTo>
                    <a:pt x="979085" y="210173"/>
                  </a:lnTo>
                  <a:lnTo>
                    <a:pt x="987879" y="212061"/>
                  </a:lnTo>
                  <a:lnTo>
                    <a:pt x="996514" y="213914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908332" y="4429386"/>
              <a:ext cx="996514" cy="28446"/>
            </a:xfrm>
            <a:custGeom>
              <a:avLst/>
              <a:pathLst>
                <a:path w="996514" h="28446">
                  <a:moveTo>
                    <a:pt x="0" y="0"/>
                  </a:moveTo>
                  <a:lnTo>
                    <a:pt x="63991" y="1826"/>
                  </a:lnTo>
                  <a:lnTo>
                    <a:pt x="120435" y="3437"/>
                  </a:lnTo>
                  <a:lnTo>
                    <a:pt x="170926" y="4879"/>
                  </a:lnTo>
                  <a:lnTo>
                    <a:pt x="216601" y="6183"/>
                  </a:lnTo>
                  <a:lnTo>
                    <a:pt x="258298" y="7373"/>
                  </a:lnTo>
                  <a:lnTo>
                    <a:pt x="296657" y="8468"/>
                  </a:lnTo>
                  <a:lnTo>
                    <a:pt x="332171" y="9482"/>
                  </a:lnTo>
                  <a:lnTo>
                    <a:pt x="365234" y="10426"/>
                  </a:lnTo>
                  <a:lnTo>
                    <a:pt x="396162" y="11308"/>
                  </a:lnTo>
                  <a:lnTo>
                    <a:pt x="425215" y="12138"/>
                  </a:lnTo>
                  <a:lnTo>
                    <a:pt x="452606" y="12920"/>
                  </a:lnTo>
                  <a:lnTo>
                    <a:pt x="478516" y="13659"/>
                  </a:lnTo>
                  <a:lnTo>
                    <a:pt x="503097" y="14361"/>
                  </a:lnTo>
                  <a:lnTo>
                    <a:pt x="526479" y="15028"/>
                  </a:lnTo>
                  <a:lnTo>
                    <a:pt x="548772" y="15665"/>
                  </a:lnTo>
                  <a:lnTo>
                    <a:pt x="570074" y="16273"/>
                  </a:lnTo>
                  <a:lnTo>
                    <a:pt x="590470" y="16855"/>
                  </a:lnTo>
                  <a:lnTo>
                    <a:pt x="610033" y="17414"/>
                  </a:lnTo>
                  <a:lnTo>
                    <a:pt x="628828" y="17950"/>
                  </a:lnTo>
                  <a:lnTo>
                    <a:pt x="646914" y="18466"/>
                  </a:lnTo>
                  <a:lnTo>
                    <a:pt x="664342" y="18964"/>
                  </a:lnTo>
                  <a:lnTo>
                    <a:pt x="681159" y="19444"/>
                  </a:lnTo>
                  <a:lnTo>
                    <a:pt x="697405" y="19908"/>
                  </a:lnTo>
                  <a:lnTo>
                    <a:pt x="713119" y="20356"/>
                  </a:lnTo>
                  <a:lnTo>
                    <a:pt x="728333" y="20791"/>
                  </a:lnTo>
                  <a:lnTo>
                    <a:pt x="743080" y="21212"/>
                  </a:lnTo>
                  <a:lnTo>
                    <a:pt x="757386" y="21620"/>
                  </a:lnTo>
                  <a:lnTo>
                    <a:pt x="771278" y="22017"/>
                  </a:lnTo>
                  <a:lnTo>
                    <a:pt x="784778" y="22402"/>
                  </a:lnTo>
                  <a:lnTo>
                    <a:pt x="797908" y="22777"/>
                  </a:lnTo>
                  <a:lnTo>
                    <a:pt x="810688" y="23142"/>
                  </a:lnTo>
                  <a:lnTo>
                    <a:pt x="823136" y="23497"/>
                  </a:lnTo>
                  <a:lnTo>
                    <a:pt x="835269" y="23843"/>
                  </a:lnTo>
                  <a:lnTo>
                    <a:pt x="847102" y="24181"/>
                  </a:lnTo>
                  <a:lnTo>
                    <a:pt x="858650" y="24511"/>
                  </a:lnTo>
                  <a:lnTo>
                    <a:pt x="869926" y="24833"/>
                  </a:lnTo>
                  <a:lnTo>
                    <a:pt x="880943" y="25147"/>
                  </a:lnTo>
                  <a:lnTo>
                    <a:pt x="891713" y="25454"/>
                  </a:lnTo>
                  <a:lnTo>
                    <a:pt x="902246" y="25755"/>
                  </a:lnTo>
                  <a:lnTo>
                    <a:pt x="912552" y="26049"/>
                  </a:lnTo>
                  <a:lnTo>
                    <a:pt x="922641" y="26337"/>
                  </a:lnTo>
                  <a:lnTo>
                    <a:pt x="932522" y="26619"/>
                  </a:lnTo>
                  <a:lnTo>
                    <a:pt x="942204" y="26896"/>
                  </a:lnTo>
                  <a:lnTo>
                    <a:pt x="951694" y="27167"/>
                  </a:lnTo>
                  <a:lnTo>
                    <a:pt x="960999" y="27432"/>
                  </a:lnTo>
                  <a:lnTo>
                    <a:pt x="970128" y="27693"/>
                  </a:lnTo>
                  <a:lnTo>
                    <a:pt x="979085" y="27949"/>
                  </a:lnTo>
                  <a:lnTo>
                    <a:pt x="987879" y="28200"/>
                  </a:lnTo>
                  <a:lnTo>
                    <a:pt x="996514" y="28446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908332" y="4247368"/>
              <a:ext cx="996514" cy="183550"/>
            </a:xfrm>
            <a:custGeom>
              <a:avLst/>
              <a:pathLst>
                <a:path w="996514" h="183550">
                  <a:moveTo>
                    <a:pt x="0" y="0"/>
                  </a:moveTo>
                  <a:lnTo>
                    <a:pt x="63991" y="11786"/>
                  </a:lnTo>
                  <a:lnTo>
                    <a:pt x="120435" y="22183"/>
                  </a:lnTo>
                  <a:lnTo>
                    <a:pt x="170926" y="31483"/>
                  </a:lnTo>
                  <a:lnTo>
                    <a:pt x="216601" y="39896"/>
                  </a:lnTo>
                  <a:lnTo>
                    <a:pt x="258298" y="47576"/>
                  </a:lnTo>
                  <a:lnTo>
                    <a:pt x="296657" y="54642"/>
                  </a:lnTo>
                  <a:lnTo>
                    <a:pt x="332171" y="61183"/>
                  </a:lnTo>
                  <a:lnTo>
                    <a:pt x="365234" y="67273"/>
                  </a:lnTo>
                  <a:lnTo>
                    <a:pt x="396162" y="72970"/>
                  </a:lnTo>
                  <a:lnTo>
                    <a:pt x="425215" y="78321"/>
                  </a:lnTo>
                  <a:lnTo>
                    <a:pt x="452606" y="83366"/>
                  </a:lnTo>
                  <a:lnTo>
                    <a:pt x="478516" y="88139"/>
                  </a:lnTo>
                  <a:lnTo>
                    <a:pt x="503097" y="92666"/>
                  </a:lnTo>
                  <a:lnTo>
                    <a:pt x="526479" y="96973"/>
                  </a:lnTo>
                  <a:lnTo>
                    <a:pt x="548772" y="101079"/>
                  </a:lnTo>
                  <a:lnTo>
                    <a:pt x="570074" y="105003"/>
                  </a:lnTo>
                  <a:lnTo>
                    <a:pt x="590470" y="108760"/>
                  </a:lnTo>
                  <a:lnTo>
                    <a:pt x="610033" y="112363"/>
                  </a:lnTo>
                  <a:lnTo>
                    <a:pt x="628828" y="115825"/>
                  </a:lnTo>
                  <a:lnTo>
                    <a:pt x="646914" y="119156"/>
                  </a:lnTo>
                  <a:lnTo>
                    <a:pt x="664342" y="122367"/>
                  </a:lnTo>
                  <a:lnTo>
                    <a:pt x="681159" y="125464"/>
                  </a:lnTo>
                  <a:lnTo>
                    <a:pt x="697405" y="128456"/>
                  </a:lnTo>
                  <a:lnTo>
                    <a:pt x="713119" y="131351"/>
                  </a:lnTo>
                  <a:lnTo>
                    <a:pt x="728333" y="134153"/>
                  </a:lnTo>
                  <a:lnTo>
                    <a:pt x="743080" y="136869"/>
                  </a:lnTo>
                  <a:lnTo>
                    <a:pt x="757386" y="139504"/>
                  </a:lnTo>
                  <a:lnTo>
                    <a:pt x="771278" y="142063"/>
                  </a:lnTo>
                  <a:lnTo>
                    <a:pt x="784778" y="144550"/>
                  </a:lnTo>
                  <a:lnTo>
                    <a:pt x="797908" y="146968"/>
                  </a:lnTo>
                  <a:lnTo>
                    <a:pt x="810688" y="149322"/>
                  </a:lnTo>
                  <a:lnTo>
                    <a:pt x="823136" y="151615"/>
                  </a:lnTo>
                  <a:lnTo>
                    <a:pt x="835269" y="153850"/>
                  </a:lnTo>
                  <a:lnTo>
                    <a:pt x="847102" y="156029"/>
                  </a:lnTo>
                  <a:lnTo>
                    <a:pt x="858650" y="158157"/>
                  </a:lnTo>
                  <a:lnTo>
                    <a:pt x="869926" y="160234"/>
                  </a:lnTo>
                  <a:lnTo>
                    <a:pt x="880943" y="162263"/>
                  </a:lnTo>
                  <a:lnTo>
                    <a:pt x="891713" y="164247"/>
                  </a:lnTo>
                  <a:lnTo>
                    <a:pt x="902246" y="166187"/>
                  </a:lnTo>
                  <a:lnTo>
                    <a:pt x="912552" y="168085"/>
                  </a:lnTo>
                  <a:lnTo>
                    <a:pt x="922641" y="169943"/>
                  </a:lnTo>
                  <a:lnTo>
                    <a:pt x="932522" y="171763"/>
                  </a:lnTo>
                  <a:lnTo>
                    <a:pt x="942204" y="173547"/>
                  </a:lnTo>
                  <a:lnTo>
                    <a:pt x="951694" y="175295"/>
                  </a:lnTo>
                  <a:lnTo>
                    <a:pt x="960999" y="177009"/>
                  </a:lnTo>
                  <a:lnTo>
                    <a:pt x="970128" y="178690"/>
                  </a:lnTo>
                  <a:lnTo>
                    <a:pt x="979085" y="180340"/>
                  </a:lnTo>
                  <a:lnTo>
                    <a:pt x="987879" y="181960"/>
                  </a:lnTo>
                  <a:lnTo>
                    <a:pt x="996514" y="18355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908332" y="4229421"/>
              <a:ext cx="996514" cy="364895"/>
            </a:xfrm>
            <a:custGeom>
              <a:avLst/>
              <a:pathLst>
                <a:path w="996514" h="364895">
                  <a:moveTo>
                    <a:pt x="0" y="0"/>
                  </a:moveTo>
                  <a:lnTo>
                    <a:pt x="63991" y="23431"/>
                  </a:lnTo>
                  <a:lnTo>
                    <a:pt x="120435" y="44100"/>
                  </a:lnTo>
                  <a:lnTo>
                    <a:pt x="170926" y="62588"/>
                  </a:lnTo>
                  <a:lnTo>
                    <a:pt x="216601" y="79313"/>
                  </a:lnTo>
                  <a:lnTo>
                    <a:pt x="258298" y="94581"/>
                  </a:lnTo>
                  <a:lnTo>
                    <a:pt x="296657" y="108627"/>
                  </a:lnTo>
                  <a:lnTo>
                    <a:pt x="332171" y="121631"/>
                  </a:lnTo>
                  <a:lnTo>
                    <a:pt x="365234" y="133738"/>
                  </a:lnTo>
                  <a:lnTo>
                    <a:pt x="396162" y="145063"/>
                  </a:lnTo>
                  <a:lnTo>
                    <a:pt x="425215" y="155702"/>
                  </a:lnTo>
                  <a:lnTo>
                    <a:pt x="452606" y="165732"/>
                  </a:lnTo>
                  <a:lnTo>
                    <a:pt x="478516" y="175219"/>
                  </a:lnTo>
                  <a:lnTo>
                    <a:pt x="503097" y="184220"/>
                  </a:lnTo>
                  <a:lnTo>
                    <a:pt x="526479" y="192782"/>
                  </a:lnTo>
                  <a:lnTo>
                    <a:pt x="548772" y="200945"/>
                  </a:lnTo>
                  <a:lnTo>
                    <a:pt x="570074" y="208745"/>
                  </a:lnTo>
                  <a:lnTo>
                    <a:pt x="590470" y="216213"/>
                  </a:lnTo>
                  <a:lnTo>
                    <a:pt x="610033" y="223377"/>
                  </a:lnTo>
                  <a:lnTo>
                    <a:pt x="628828" y="230259"/>
                  </a:lnTo>
                  <a:lnTo>
                    <a:pt x="646914" y="236882"/>
                  </a:lnTo>
                  <a:lnTo>
                    <a:pt x="664342" y="243263"/>
                  </a:lnTo>
                  <a:lnTo>
                    <a:pt x="681159" y="249421"/>
                  </a:lnTo>
                  <a:lnTo>
                    <a:pt x="697405" y="255370"/>
                  </a:lnTo>
                  <a:lnTo>
                    <a:pt x="713119" y="261124"/>
                  </a:lnTo>
                  <a:lnTo>
                    <a:pt x="728333" y="266695"/>
                  </a:lnTo>
                  <a:lnTo>
                    <a:pt x="743080" y="272095"/>
                  </a:lnTo>
                  <a:lnTo>
                    <a:pt x="757386" y="277334"/>
                  </a:lnTo>
                  <a:lnTo>
                    <a:pt x="771278" y="282420"/>
                  </a:lnTo>
                  <a:lnTo>
                    <a:pt x="784778" y="287364"/>
                  </a:lnTo>
                  <a:lnTo>
                    <a:pt x="797908" y="292172"/>
                  </a:lnTo>
                  <a:lnTo>
                    <a:pt x="810688" y="296851"/>
                  </a:lnTo>
                  <a:lnTo>
                    <a:pt x="823136" y="301409"/>
                  </a:lnTo>
                  <a:lnTo>
                    <a:pt x="835269" y="305852"/>
                  </a:lnTo>
                  <a:lnTo>
                    <a:pt x="847102" y="310185"/>
                  </a:lnTo>
                  <a:lnTo>
                    <a:pt x="858650" y="314414"/>
                  </a:lnTo>
                  <a:lnTo>
                    <a:pt x="869926" y="318543"/>
                  </a:lnTo>
                  <a:lnTo>
                    <a:pt x="880943" y="322577"/>
                  </a:lnTo>
                  <a:lnTo>
                    <a:pt x="891713" y="326520"/>
                  </a:lnTo>
                  <a:lnTo>
                    <a:pt x="902246" y="330377"/>
                  </a:lnTo>
                  <a:lnTo>
                    <a:pt x="912552" y="334151"/>
                  </a:lnTo>
                  <a:lnTo>
                    <a:pt x="922641" y="337845"/>
                  </a:lnTo>
                  <a:lnTo>
                    <a:pt x="932522" y="341464"/>
                  </a:lnTo>
                  <a:lnTo>
                    <a:pt x="942204" y="345009"/>
                  </a:lnTo>
                  <a:lnTo>
                    <a:pt x="951694" y="348484"/>
                  </a:lnTo>
                  <a:lnTo>
                    <a:pt x="960999" y="351891"/>
                  </a:lnTo>
                  <a:lnTo>
                    <a:pt x="970128" y="355234"/>
                  </a:lnTo>
                  <a:lnTo>
                    <a:pt x="979085" y="358514"/>
                  </a:lnTo>
                  <a:lnTo>
                    <a:pt x="987879" y="361734"/>
                  </a:lnTo>
                  <a:lnTo>
                    <a:pt x="996514" y="36489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908332" y="4558220"/>
              <a:ext cx="996514" cy="11257"/>
            </a:xfrm>
            <a:custGeom>
              <a:avLst/>
              <a:pathLst>
                <a:path w="996514" h="11257">
                  <a:moveTo>
                    <a:pt x="0" y="0"/>
                  </a:moveTo>
                  <a:lnTo>
                    <a:pt x="63991" y="722"/>
                  </a:lnTo>
                  <a:lnTo>
                    <a:pt x="120435" y="1360"/>
                  </a:lnTo>
                  <a:lnTo>
                    <a:pt x="170926" y="1930"/>
                  </a:lnTo>
                  <a:lnTo>
                    <a:pt x="216601" y="2446"/>
                  </a:lnTo>
                  <a:lnTo>
                    <a:pt x="258298" y="2917"/>
                  </a:lnTo>
                  <a:lnTo>
                    <a:pt x="296657" y="3351"/>
                  </a:lnTo>
                  <a:lnTo>
                    <a:pt x="332171" y="3752"/>
                  </a:lnTo>
                  <a:lnTo>
                    <a:pt x="365234" y="4125"/>
                  </a:lnTo>
                  <a:lnTo>
                    <a:pt x="396162" y="4475"/>
                  </a:lnTo>
                  <a:lnTo>
                    <a:pt x="425215" y="4803"/>
                  </a:lnTo>
                  <a:lnTo>
                    <a:pt x="452606" y="5112"/>
                  </a:lnTo>
                  <a:lnTo>
                    <a:pt x="478516" y="5405"/>
                  </a:lnTo>
                  <a:lnTo>
                    <a:pt x="503097" y="5683"/>
                  </a:lnTo>
                  <a:lnTo>
                    <a:pt x="526479" y="5947"/>
                  </a:lnTo>
                  <a:lnTo>
                    <a:pt x="548772" y="6199"/>
                  </a:lnTo>
                  <a:lnTo>
                    <a:pt x="570074" y="6439"/>
                  </a:lnTo>
                  <a:lnTo>
                    <a:pt x="590470" y="6670"/>
                  </a:lnTo>
                  <a:lnTo>
                    <a:pt x="610033" y="6891"/>
                  </a:lnTo>
                  <a:lnTo>
                    <a:pt x="628828" y="7103"/>
                  </a:lnTo>
                  <a:lnTo>
                    <a:pt x="646914" y="7307"/>
                  </a:lnTo>
                  <a:lnTo>
                    <a:pt x="664342" y="7504"/>
                  </a:lnTo>
                  <a:lnTo>
                    <a:pt x="681159" y="7694"/>
                  </a:lnTo>
                  <a:lnTo>
                    <a:pt x="697405" y="7878"/>
                  </a:lnTo>
                  <a:lnTo>
                    <a:pt x="713119" y="8055"/>
                  </a:lnTo>
                  <a:lnTo>
                    <a:pt x="728333" y="8227"/>
                  </a:lnTo>
                  <a:lnTo>
                    <a:pt x="743080" y="8394"/>
                  </a:lnTo>
                  <a:lnTo>
                    <a:pt x="757386" y="8555"/>
                  </a:lnTo>
                  <a:lnTo>
                    <a:pt x="771278" y="8712"/>
                  </a:lnTo>
                  <a:lnTo>
                    <a:pt x="784778" y="8865"/>
                  </a:lnTo>
                  <a:lnTo>
                    <a:pt x="797908" y="9013"/>
                  </a:lnTo>
                  <a:lnTo>
                    <a:pt x="810688" y="9157"/>
                  </a:lnTo>
                  <a:lnTo>
                    <a:pt x="823136" y="9298"/>
                  </a:lnTo>
                  <a:lnTo>
                    <a:pt x="835269" y="9435"/>
                  </a:lnTo>
                  <a:lnTo>
                    <a:pt x="847102" y="9569"/>
                  </a:lnTo>
                  <a:lnTo>
                    <a:pt x="858650" y="9699"/>
                  </a:lnTo>
                  <a:lnTo>
                    <a:pt x="869926" y="9827"/>
                  </a:lnTo>
                  <a:lnTo>
                    <a:pt x="880943" y="9951"/>
                  </a:lnTo>
                  <a:lnTo>
                    <a:pt x="891713" y="10073"/>
                  </a:lnTo>
                  <a:lnTo>
                    <a:pt x="902246" y="10192"/>
                  </a:lnTo>
                  <a:lnTo>
                    <a:pt x="912552" y="10308"/>
                  </a:lnTo>
                  <a:lnTo>
                    <a:pt x="922641" y="10422"/>
                  </a:lnTo>
                  <a:lnTo>
                    <a:pt x="932522" y="10534"/>
                  </a:lnTo>
                  <a:lnTo>
                    <a:pt x="942204" y="10643"/>
                  </a:lnTo>
                  <a:lnTo>
                    <a:pt x="951694" y="10750"/>
                  </a:lnTo>
                  <a:lnTo>
                    <a:pt x="960999" y="10855"/>
                  </a:lnTo>
                  <a:lnTo>
                    <a:pt x="970128" y="10959"/>
                  </a:lnTo>
                  <a:lnTo>
                    <a:pt x="979085" y="11060"/>
                  </a:lnTo>
                  <a:lnTo>
                    <a:pt x="987879" y="11159"/>
                  </a:lnTo>
                  <a:lnTo>
                    <a:pt x="996514" y="1125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908332" y="4401828"/>
              <a:ext cx="996514" cy="54770"/>
            </a:xfrm>
            <a:custGeom>
              <a:avLst/>
              <a:pathLst>
                <a:path w="996514" h="54770">
                  <a:moveTo>
                    <a:pt x="0" y="54770"/>
                  </a:moveTo>
                  <a:lnTo>
                    <a:pt x="63991" y="51253"/>
                  </a:lnTo>
                  <a:lnTo>
                    <a:pt x="120435" y="48151"/>
                  </a:lnTo>
                  <a:lnTo>
                    <a:pt x="170926" y="45376"/>
                  </a:lnTo>
                  <a:lnTo>
                    <a:pt x="216601" y="42865"/>
                  </a:lnTo>
                  <a:lnTo>
                    <a:pt x="258298" y="40574"/>
                  </a:lnTo>
                  <a:lnTo>
                    <a:pt x="296657" y="38465"/>
                  </a:lnTo>
                  <a:lnTo>
                    <a:pt x="332171" y="36513"/>
                  </a:lnTo>
                  <a:lnTo>
                    <a:pt x="365234" y="34696"/>
                  </a:lnTo>
                  <a:lnTo>
                    <a:pt x="396162" y="32996"/>
                  </a:lnTo>
                  <a:lnTo>
                    <a:pt x="425215" y="31400"/>
                  </a:lnTo>
                  <a:lnTo>
                    <a:pt x="452606" y="29894"/>
                  </a:lnTo>
                  <a:lnTo>
                    <a:pt x="478516" y="28470"/>
                  </a:lnTo>
                  <a:lnTo>
                    <a:pt x="503097" y="27119"/>
                  </a:lnTo>
                  <a:lnTo>
                    <a:pt x="526479" y="25834"/>
                  </a:lnTo>
                  <a:lnTo>
                    <a:pt x="548772" y="24608"/>
                  </a:lnTo>
                  <a:lnTo>
                    <a:pt x="570074" y="23438"/>
                  </a:lnTo>
                  <a:lnTo>
                    <a:pt x="590470" y="22317"/>
                  </a:lnTo>
                  <a:lnTo>
                    <a:pt x="610033" y="21241"/>
                  </a:lnTo>
                  <a:lnTo>
                    <a:pt x="628828" y="20208"/>
                  </a:lnTo>
                  <a:lnTo>
                    <a:pt x="646914" y="19214"/>
                  </a:lnTo>
                  <a:lnTo>
                    <a:pt x="664342" y="18256"/>
                  </a:lnTo>
                  <a:lnTo>
                    <a:pt x="681159" y="17332"/>
                  </a:lnTo>
                  <a:lnTo>
                    <a:pt x="697405" y="16439"/>
                  </a:lnTo>
                  <a:lnTo>
                    <a:pt x="713119" y="15576"/>
                  </a:lnTo>
                  <a:lnTo>
                    <a:pt x="728333" y="14739"/>
                  </a:lnTo>
                  <a:lnTo>
                    <a:pt x="743080" y="13929"/>
                  </a:lnTo>
                  <a:lnTo>
                    <a:pt x="757386" y="13143"/>
                  </a:lnTo>
                  <a:lnTo>
                    <a:pt x="771278" y="12379"/>
                  </a:lnTo>
                  <a:lnTo>
                    <a:pt x="784778" y="11637"/>
                  </a:lnTo>
                  <a:lnTo>
                    <a:pt x="797908" y="10915"/>
                  </a:lnTo>
                  <a:lnTo>
                    <a:pt x="810688" y="10213"/>
                  </a:lnTo>
                  <a:lnTo>
                    <a:pt x="823136" y="9529"/>
                  </a:lnTo>
                  <a:lnTo>
                    <a:pt x="835269" y="8862"/>
                  </a:lnTo>
                  <a:lnTo>
                    <a:pt x="847102" y="8212"/>
                  </a:lnTo>
                  <a:lnTo>
                    <a:pt x="858650" y="7577"/>
                  </a:lnTo>
                  <a:lnTo>
                    <a:pt x="869926" y="6957"/>
                  </a:lnTo>
                  <a:lnTo>
                    <a:pt x="880943" y="6352"/>
                  </a:lnTo>
                  <a:lnTo>
                    <a:pt x="891713" y="5760"/>
                  </a:lnTo>
                  <a:lnTo>
                    <a:pt x="902246" y="5181"/>
                  </a:lnTo>
                  <a:lnTo>
                    <a:pt x="912552" y="4614"/>
                  </a:lnTo>
                  <a:lnTo>
                    <a:pt x="922641" y="4060"/>
                  </a:lnTo>
                  <a:lnTo>
                    <a:pt x="932522" y="3517"/>
                  </a:lnTo>
                  <a:lnTo>
                    <a:pt x="942204" y="2984"/>
                  </a:lnTo>
                  <a:lnTo>
                    <a:pt x="951694" y="2463"/>
                  </a:lnTo>
                  <a:lnTo>
                    <a:pt x="960999" y="1951"/>
                  </a:lnTo>
                  <a:lnTo>
                    <a:pt x="970128" y="1450"/>
                  </a:lnTo>
                  <a:lnTo>
                    <a:pt x="979085" y="957"/>
                  </a:lnTo>
                  <a:lnTo>
                    <a:pt x="987879" y="474"/>
                  </a:lnTo>
                  <a:lnTo>
                    <a:pt x="99651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908332" y="4180044"/>
              <a:ext cx="996514" cy="237164"/>
            </a:xfrm>
            <a:custGeom>
              <a:avLst/>
              <a:pathLst>
                <a:path w="996514" h="237164">
                  <a:moveTo>
                    <a:pt x="0" y="0"/>
                  </a:moveTo>
                  <a:lnTo>
                    <a:pt x="63991" y="15229"/>
                  </a:lnTo>
                  <a:lnTo>
                    <a:pt x="120435" y="28662"/>
                  </a:lnTo>
                  <a:lnTo>
                    <a:pt x="170926" y="40679"/>
                  </a:lnTo>
                  <a:lnTo>
                    <a:pt x="216601" y="51549"/>
                  </a:lnTo>
                  <a:lnTo>
                    <a:pt x="258298" y="61473"/>
                  </a:lnTo>
                  <a:lnTo>
                    <a:pt x="296657" y="70602"/>
                  </a:lnTo>
                  <a:lnTo>
                    <a:pt x="332171" y="79054"/>
                  </a:lnTo>
                  <a:lnTo>
                    <a:pt x="365234" y="86923"/>
                  </a:lnTo>
                  <a:lnTo>
                    <a:pt x="396162" y="94284"/>
                  </a:lnTo>
                  <a:lnTo>
                    <a:pt x="425215" y="101198"/>
                  </a:lnTo>
                  <a:lnTo>
                    <a:pt x="452606" y="107717"/>
                  </a:lnTo>
                  <a:lnTo>
                    <a:pt x="478516" y="113884"/>
                  </a:lnTo>
                  <a:lnTo>
                    <a:pt x="503097" y="119734"/>
                  </a:lnTo>
                  <a:lnTo>
                    <a:pt x="526479" y="125298"/>
                  </a:lnTo>
                  <a:lnTo>
                    <a:pt x="548772" y="130604"/>
                  </a:lnTo>
                  <a:lnTo>
                    <a:pt x="570074" y="135674"/>
                  </a:lnTo>
                  <a:lnTo>
                    <a:pt x="590470" y="140528"/>
                  </a:lnTo>
                  <a:lnTo>
                    <a:pt x="610033" y="145184"/>
                  </a:lnTo>
                  <a:lnTo>
                    <a:pt x="628828" y="149657"/>
                  </a:lnTo>
                  <a:lnTo>
                    <a:pt x="646914" y="153961"/>
                  </a:lnTo>
                  <a:lnTo>
                    <a:pt x="664342" y="158109"/>
                  </a:lnTo>
                  <a:lnTo>
                    <a:pt x="681159" y="162111"/>
                  </a:lnTo>
                  <a:lnTo>
                    <a:pt x="697405" y="165978"/>
                  </a:lnTo>
                  <a:lnTo>
                    <a:pt x="713119" y="169718"/>
                  </a:lnTo>
                  <a:lnTo>
                    <a:pt x="728333" y="173339"/>
                  </a:lnTo>
                  <a:lnTo>
                    <a:pt x="743080" y="176848"/>
                  </a:lnTo>
                  <a:lnTo>
                    <a:pt x="757386" y="180253"/>
                  </a:lnTo>
                  <a:lnTo>
                    <a:pt x="771278" y="183559"/>
                  </a:lnTo>
                  <a:lnTo>
                    <a:pt x="784778" y="186772"/>
                  </a:lnTo>
                  <a:lnTo>
                    <a:pt x="797908" y="189897"/>
                  </a:lnTo>
                  <a:lnTo>
                    <a:pt x="810688" y="192938"/>
                  </a:lnTo>
                  <a:lnTo>
                    <a:pt x="823136" y="195901"/>
                  </a:lnTo>
                  <a:lnTo>
                    <a:pt x="835269" y="198788"/>
                  </a:lnTo>
                  <a:lnTo>
                    <a:pt x="847102" y="201605"/>
                  </a:lnTo>
                  <a:lnTo>
                    <a:pt x="858650" y="204353"/>
                  </a:lnTo>
                  <a:lnTo>
                    <a:pt x="869926" y="207037"/>
                  </a:lnTo>
                  <a:lnTo>
                    <a:pt x="880943" y="209659"/>
                  </a:lnTo>
                  <a:lnTo>
                    <a:pt x="891713" y="212222"/>
                  </a:lnTo>
                  <a:lnTo>
                    <a:pt x="902246" y="214729"/>
                  </a:lnTo>
                  <a:lnTo>
                    <a:pt x="912552" y="217181"/>
                  </a:lnTo>
                  <a:lnTo>
                    <a:pt x="922641" y="219583"/>
                  </a:lnTo>
                  <a:lnTo>
                    <a:pt x="932522" y="221934"/>
                  </a:lnTo>
                  <a:lnTo>
                    <a:pt x="942204" y="224238"/>
                  </a:lnTo>
                  <a:lnTo>
                    <a:pt x="951694" y="226497"/>
                  </a:lnTo>
                  <a:lnTo>
                    <a:pt x="960999" y="228712"/>
                  </a:lnTo>
                  <a:lnTo>
                    <a:pt x="970128" y="230884"/>
                  </a:lnTo>
                  <a:lnTo>
                    <a:pt x="979085" y="233016"/>
                  </a:lnTo>
                  <a:lnTo>
                    <a:pt x="987879" y="235109"/>
                  </a:lnTo>
                  <a:lnTo>
                    <a:pt x="996514" y="23716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805178" y="47464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805178" y="44736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05178" y="42008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90833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4050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7267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0484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8007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21224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4441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87659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323559" y="46296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319860" y="45335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309784" y="464351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311224" y="40700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86438" y="44574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325526" y="43101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323682" y="47475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99459" y="45362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323920" y="44421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288084" y="42110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45931" y="44343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32040" y="42530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19758" y="46315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54180" y="46768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19469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57517" y="40864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38652" y="47162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28494" y="46539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16785" y="46855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29273" y="46187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19694" y="45914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27759" y="4696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39010" y="45164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26948" y="45395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36713" y="43750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18982" y="44527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52066" y="47001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629581" y="46078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55333" y="46303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60548" y="45946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70660" y="45961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64339" y="45701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76752" y="45799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85431" y="46336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78477" y="46158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87308" y="44034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64071" y="46655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85278" y="44824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64962" y="46544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49611" y="45134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85214" y="46423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86003" y="46700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88079" y="43338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54947" y="46096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91459" y="44379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56955" y="45487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70749" y="44696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57007" y="44785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293900" y="46971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289331" y="456300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283903" y="44384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08252" y="45527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14203" y="44643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29347" y="46068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11219" y="45331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25357" y="461811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02527" y="44132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299422" y="44266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04755" y="45647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09654" y="46423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13481" y="45274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284589" y="46509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15962" y="45137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295041" y="468529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286324" y="435094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18508" y="46428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12427" y="46096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00517" y="45349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14041" y="44777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287807" y="45421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287127" y="45771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282774" y="4628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333190" y="4460929"/>
              <a:ext cx="1001629" cy="156629"/>
            </a:xfrm>
            <a:custGeom>
              <a:avLst/>
              <a:pathLst>
                <a:path w="1001629" h="156629">
                  <a:moveTo>
                    <a:pt x="0" y="0"/>
                  </a:moveTo>
                  <a:lnTo>
                    <a:pt x="64319" y="10057"/>
                  </a:lnTo>
                  <a:lnTo>
                    <a:pt x="121053" y="18929"/>
                  </a:lnTo>
                  <a:lnTo>
                    <a:pt x="171803" y="26865"/>
                  </a:lnTo>
                  <a:lnTo>
                    <a:pt x="217713" y="34044"/>
                  </a:lnTo>
                  <a:lnTo>
                    <a:pt x="259624" y="40598"/>
                  </a:lnTo>
                  <a:lnTo>
                    <a:pt x="298180" y="46627"/>
                  </a:lnTo>
                  <a:lnTo>
                    <a:pt x="333876" y="52209"/>
                  </a:lnTo>
                  <a:lnTo>
                    <a:pt x="367109" y="57406"/>
                  </a:lnTo>
                  <a:lnTo>
                    <a:pt x="398196" y="62267"/>
                  </a:lnTo>
                  <a:lnTo>
                    <a:pt x="427398" y="66834"/>
                  </a:lnTo>
                  <a:lnTo>
                    <a:pt x="454930" y="71139"/>
                  </a:lnTo>
                  <a:lnTo>
                    <a:pt x="480973" y="75212"/>
                  </a:lnTo>
                  <a:lnTo>
                    <a:pt x="505680" y="79075"/>
                  </a:lnTo>
                  <a:lnTo>
                    <a:pt x="529181" y="82750"/>
                  </a:lnTo>
                  <a:lnTo>
                    <a:pt x="551589" y="86254"/>
                  </a:lnTo>
                  <a:lnTo>
                    <a:pt x="573001" y="89602"/>
                  </a:lnTo>
                  <a:lnTo>
                    <a:pt x="593501" y="92808"/>
                  </a:lnTo>
                  <a:lnTo>
                    <a:pt x="613164" y="95883"/>
                  </a:lnTo>
                  <a:lnTo>
                    <a:pt x="632056" y="98837"/>
                  </a:lnTo>
                  <a:lnTo>
                    <a:pt x="650235" y="101680"/>
                  </a:lnTo>
                  <a:lnTo>
                    <a:pt x="667753" y="104419"/>
                  </a:lnTo>
                  <a:lnTo>
                    <a:pt x="684655" y="107062"/>
                  </a:lnTo>
                  <a:lnTo>
                    <a:pt x="700985" y="109616"/>
                  </a:lnTo>
                  <a:lnTo>
                    <a:pt x="716780" y="112086"/>
                  </a:lnTo>
                  <a:lnTo>
                    <a:pt x="732072" y="114477"/>
                  </a:lnTo>
                  <a:lnTo>
                    <a:pt x="746894" y="116795"/>
                  </a:lnTo>
                  <a:lnTo>
                    <a:pt x="761274" y="119043"/>
                  </a:lnTo>
                  <a:lnTo>
                    <a:pt x="775237" y="121227"/>
                  </a:lnTo>
                  <a:lnTo>
                    <a:pt x="788806" y="123349"/>
                  </a:lnTo>
                  <a:lnTo>
                    <a:pt x="802004" y="125413"/>
                  </a:lnTo>
                  <a:lnTo>
                    <a:pt x="814849" y="127421"/>
                  </a:lnTo>
                  <a:lnTo>
                    <a:pt x="827361" y="129378"/>
                  </a:lnTo>
                  <a:lnTo>
                    <a:pt x="839557" y="131285"/>
                  </a:lnTo>
                  <a:lnTo>
                    <a:pt x="851451" y="133145"/>
                  </a:lnTo>
                  <a:lnTo>
                    <a:pt x="863058" y="134960"/>
                  </a:lnTo>
                  <a:lnTo>
                    <a:pt x="874392" y="136732"/>
                  </a:lnTo>
                  <a:lnTo>
                    <a:pt x="885466" y="138464"/>
                  </a:lnTo>
                  <a:lnTo>
                    <a:pt x="896291" y="140157"/>
                  </a:lnTo>
                  <a:lnTo>
                    <a:pt x="906877" y="141812"/>
                  </a:lnTo>
                  <a:lnTo>
                    <a:pt x="917237" y="143432"/>
                  </a:lnTo>
                  <a:lnTo>
                    <a:pt x="927378" y="145018"/>
                  </a:lnTo>
                  <a:lnTo>
                    <a:pt x="937309" y="146571"/>
                  </a:lnTo>
                  <a:lnTo>
                    <a:pt x="947041" y="148093"/>
                  </a:lnTo>
                  <a:lnTo>
                    <a:pt x="956579" y="149584"/>
                  </a:lnTo>
                  <a:lnTo>
                    <a:pt x="965933" y="151047"/>
                  </a:lnTo>
                  <a:lnTo>
                    <a:pt x="975108" y="152482"/>
                  </a:lnTo>
                  <a:lnTo>
                    <a:pt x="984112" y="153890"/>
                  </a:lnTo>
                  <a:lnTo>
                    <a:pt x="992950" y="155272"/>
                  </a:lnTo>
                  <a:lnTo>
                    <a:pt x="1001629" y="15662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33190" y="4147339"/>
              <a:ext cx="1001629" cy="524345"/>
            </a:xfrm>
            <a:custGeom>
              <a:avLst/>
              <a:pathLst>
                <a:path w="1001629" h="524345">
                  <a:moveTo>
                    <a:pt x="0" y="0"/>
                  </a:moveTo>
                  <a:lnTo>
                    <a:pt x="64319" y="33670"/>
                  </a:lnTo>
                  <a:lnTo>
                    <a:pt x="121053" y="63370"/>
                  </a:lnTo>
                  <a:lnTo>
                    <a:pt x="171803" y="89937"/>
                  </a:lnTo>
                  <a:lnTo>
                    <a:pt x="217713" y="113971"/>
                  </a:lnTo>
                  <a:lnTo>
                    <a:pt x="259624" y="135911"/>
                  </a:lnTo>
                  <a:lnTo>
                    <a:pt x="298180" y="156094"/>
                  </a:lnTo>
                  <a:lnTo>
                    <a:pt x="333876" y="174781"/>
                  </a:lnTo>
                  <a:lnTo>
                    <a:pt x="367109" y="192178"/>
                  </a:lnTo>
                  <a:lnTo>
                    <a:pt x="398196" y="208452"/>
                  </a:lnTo>
                  <a:lnTo>
                    <a:pt x="427398" y="223739"/>
                  </a:lnTo>
                  <a:lnTo>
                    <a:pt x="454930" y="238152"/>
                  </a:lnTo>
                  <a:lnTo>
                    <a:pt x="480973" y="251785"/>
                  </a:lnTo>
                  <a:lnTo>
                    <a:pt x="505680" y="264719"/>
                  </a:lnTo>
                  <a:lnTo>
                    <a:pt x="529181" y="277022"/>
                  </a:lnTo>
                  <a:lnTo>
                    <a:pt x="551589" y="288752"/>
                  </a:lnTo>
                  <a:lnTo>
                    <a:pt x="573001" y="299961"/>
                  </a:lnTo>
                  <a:lnTo>
                    <a:pt x="593501" y="310693"/>
                  </a:lnTo>
                  <a:lnTo>
                    <a:pt x="613164" y="320986"/>
                  </a:lnTo>
                  <a:lnTo>
                    <a:pt x="632056" y="330876"/>
                  </a:lnTo>
                  <a:lnTo>
                    <a:pt x="650235" y="340393"/>
                  </a:lnTo>
                  <a:lnTo>
                    <a:pt x="667753" y="349563"/>
                  </a:lnTo>
                  <a:lnTo>
                    <a:pt x="684655" y="358411"/>
                  </a:lnTo>
                  <a:lnTo>
                    <a:pt x="700985" y="366960"/>
                  </a:lnTo>
                  <a:lnTo>
                    <a:pt x="716780" y="375228"/>
                  </a:lnTo>
                  <a:lnTo>
                    <a:pt x="732072" y="383234"/>
                  </a:lnTo>
                  <a:lnTo>
                    <a:pt x="746894" y="390993"/>
                  </a:lnTo>
                  <a:lnTo>
                    <a:pt x="761274" y="398521"/>
                  </a:lnTo>
                  <a:lnTo>
                    <a:pt x="775237" y="405830"/>
                  </a:lnTo>
                  <a:lnTo>
                    <a:pt x="788806" y="412934"/>
                  </a:lnTo>
                  <a:lnTo>
                    <a:pt x="802004" y="419842"/>
                  </a:lnTo>
                  <a:lnTo>
                    <a:pt x="814849" y="426567"/>
                  </a:lnTo>
                  <a:lnTo>
                    <a:pt x="827361" y="433117"/>
                  </a:lnTo>
                  <a:lnTo>
                    <a:pt x="839557" y="439501"/>
                  </a:lnTo>
                  <a:lnTo>
                    <a:pt x="851451" y="445727"/>
                  </a:lnTo>
                  <a:lnTo>
                    <a:pt x="863058" y="451804"/>
                  </a:lnTo>
                  <a:lnTo>
                    <a:pt x="874392" y="457737"/>
                  </a:lnTo>
                  <a:lnTo>
                    <a:pt x="885466" y="463534"/>
                  </a:lnTo>
                  <a:lnTo>
                    <a:pt x="896291" y="469201"/>
                  </a:lnTo>
                  <a:lnTo>
                    <a:pt x="906877" y="474743"/>
                  </a:lnTo>
                  <a:lnTo>
                    <a:pt x="917237" y="480166"/>
                  </a:lnTo>
                  <a:lnTo>
                    <a:pt x="927378" y="485474"/>
                  </a:lnTo>
                  <a:lnTo>
                    <a:pt x="937309" y="490674"/>
                  </a:lnTo>
                  <a:lnTo>
                    <a:pt x="947041" y="495768"/>
                  </a:lnTo>
                  <a:lnTo>
                    <a:pt x="956579" y="500761"/>
                  </a:lnTo>
                  <a:lnTo>
                    <a:pt x="965933" y="505658"/>
                  </a:lnTo>
                  <a:lnTo>
                    <a:pt x="975108" y="510461"/>
                  </a:lnTo>
                  <a:lnTo>
                    <a:pt x="984112" y="515174"/>
                  </a:lnTo>
                  <a:lnTo>
                    <a:pt x="992950" y="519801"/>
                  </a:lnTo>
                  <a:lnTo>
                    <a:pt x="1001629" y="52434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333190" y="4633123"/>
              <a:ext cx="1001629" cy="31934"/>
            </a:xfrm>
            <a:custGeom>
              <a:avLst/>
              <a:pathLst>
                <a:path w="1001629" h="31934">
                  <a:moveTo>
                    <a:pt x="0" y="31934"/>
                  </a:moveTo>
                  <a:lnTo>
                    <a:pt x="64319" y="29883"/>
                  </a:lnTo>
                  <a:lnTo>
                    <a:pt x="121053" y="28074"/>
                  </a:lnTo>
                  <a:lnTo>
                    <a:pt x="171803" y="26456"/>
                  </a:lnTo>
                  <a:lnTo>
                    <a:pt x="217713" y="24993"/>
                  </a:lnTo>
                  <a:lnTo>
                    <a:pt x="259624" y="23656"/>
                  </a:lnTo>
                  <a:lnTo>
                    <a:pt x="298180" y="22427"/>
                  </a:lnTo>
                  <a:lnTo>
                    <a:pt x="333876" y="21289"/>
                  </a:lnTo>
                  <a:lnTo>
                    <a:pt x="367109" y="20230"/>
                  </a:lnTo>
                  <a:lnTo>
                    <a:pt x="398196" y="19238"/>
                  </a:lnTo>
                  <a:lnTo>
                    <a:pt x="427398" y="18307"/>
                  </a:lnTo>
                  <a:lnTo>
                    <a:pt x="454930" y="17430"/>
                  </a:lnTo>
                  <a:lnTo>
                    <a:pt x="480973" y="16599"/>
                  </a:lnTo>
                  <a:lnTo>
                    <a:pt x="505680" y="15812"/>
                  </a:lnTo>
                  <a:lnTo>
                    <a:pt x="529181" y="15062"/>
                  </a:lnTo>
                  <a:lnTo>
                    <a:pt x="551589" y="14348"/>
                  </a:lnTo>
                  <a:lnTo>
                    <a:pt x="573001" y="13665"/>
                  </a:lnTo>
                  <a:lnTo>
                    <a:pt x="593501" y="13012"/>
                  </a:lnTo>
                  <a:lnTo>
                    <a:pt x="613164" y="12385"/>
                  </a:lnTo>
                  <a:lnTo>
                    <a:pt x="632056" y="11782"/>
                  </a:lnTo>
                  <a:lnTo>
                    <a:pt x="650235" y="11203"/>
                  </a:lnTo>
                  <a:lnTo>
                    <a:pt x="667753" y="10644"/>
                  </a:lnTo>
                  <a:lnTo>
                    <a:pt x="684655" y="10105"/>
                  </a:lnTo>
                  <a:lnTo>
                    <a:pt x="700985" y="9585"/>
                  </a:lnTo>
                  <a:lnTo>
                    <a:pt x="716780" y="9081"/>
                  </a:lnTo>
                  <a:lnTo>
                    <a:pt x="732072" y="8594"/>
                  </a:lnTo>
                  <a:lnTo>
                    <a:pt x="746894" y="8121"/>
                  </a:lnTo>
                  <a:lnTo>
                    <a:pt x="761274" y="7663"/>
                  </a:lnTo>
                  <a:lnTo>
                    <a:pt x="775237" y="7217"/>
                  </a:lnTo>
                  <a:lnTo>
                    <a:pt x="788806" y="6785"/>
                  </a:lnTo>
                  <a:lnTo>
                    <a:pt x="802004" y="6364"/>
                  </a:lnTo>
                  <a:lnTo>
                    <a:pt x="814849" y="5954"/>
                  </a:lnTo>
                  <a:lnTo>
                    <a:pt x="827361" y="5556"/>
                  </a:lnTo>
                  <a:lnTo>
                    <a:pt x="839557" y="5167"/>
                  </a:lnTo>
                  <a:lnTo>
                    <a:pt x="851451" y="4788"/>
                  </a:lnTo>
                  <a:lnTo>
                    <a:pt x="863058" y="4417"/>
                  </a:lnTo>
                  <a:lnTo>
                    <a:pt x="874392" y="4056"/>
                  </a:lnTo>
                  <a:lnTo>
                    <a:pt x="885466" y="3703"/>
                  </a:lnTo>
                  <a:lnTo>
                    <a:pt x="896291" y="3358"/>
                  </a:lnTo>
                  <a:lnTo>
                    <a:pt x="906877" y="3020"/>
                  </a:lnTo>
                  <a:lnTo>
                    <a:pt x="917237" y="2690"/>
                  </a:lnTo>
                  <a:lnTo>
                    <a:pt x="927378" y="2367"/>
                  </a:lnTo>
                  <a:lnTo>
                    <a:pt x="937309" y="2050"/>
                  </a:lnTo>
                  <a:lnTo>
                    <a:pt x="947041" y="1740"/>
                  </a:lnTo>
                  <a:lnTo>
                    <a:pt x="956579" y="1436"/>
                  </a:lnTo>
                  <a:lnTo>
                    <a:pt x="965933" y="1138"/>
                  </a:lnTo>
                  <a:lnTo>
                    <a:pt x="975108" y="845"/>
                  </a:lnTo>
                  <a:lnTo>
                    <a:pt x="984112" y="558"/>
                  </a:lnTo>
                  <a:lnTo>
                    <a:pt x="992950" y="276"/>
                  </a:lnTo>
                  <a:lnTo>
                    <a:pt x="100162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333190" y="4434436"/>
              <a:ext cx="1001629" cy="134636"/>
            </a:xfrm>
            <a:custGeom>
              <a:avLst/>
              <a:pathLst>
                <a:path w="1001629" h="134636">
                  <a:moveTo>
                    <a:pt x="0" y="134636"/>
                  </a:moveTo>
                  <a:lnTo>
                    <a:pt x="64319" y="125991"/>
                  </a:lnTo>
                  <a:lnTo>
                    <a:pt x="121053" y="118365"/>
                  </a:lnTo>
                  <a:lnTo>
                    <a:pt x="171803" y="111543"/>
                  </a:lnTo>
                  <a:lnTo>
                    <a:pt x="217713" y="105372"/>
                  </a:lnTo>
                  <a:lnTo>
                    <a:pt x="259624" y="99738"/>
                  </a:lnTo>
                  <a:lnTo>
                    <a:pt x="298180" y="94556"/>
                  </a:lnTo>
                  <a:lnTo>
                    <a:pt x="333876" y="89757"/>
                  </a:lnTo>
                  <a:lnTo>
                    <a:pt x="367109" y="85290"/>
                  </a:lnTo>
                  <a:lnTo>
                    <a:pt x="398196" y="81112"/>
                  </a:lnTo>
                  <a:lnTo>
                    <a:pt x="427398" y="77186"/>
                  </a:lnTo>
                  <a:lnTo>
                    <a:pt x="454930" y="73486"/>
                  </a:lnTo>
                  <a:lnTo>
                    <a:pt x="480973" y="69985"/>
                  </a:lnTo>
                  <a:lnTo>
                    <a:pt x="505680" y="66664"/>
                  </a:lnTo>
                  <a:lnTo>
                    <a:pt x="529181" y="63505"/>
                  </a:lnTo>
                  <a:lnTo>
                    <a:pt x="551589" y="60493"/>
                  </a:lnTo>
                  <a:lnTo>
                    <a:pt x="573001" y="57615"/>
                  </a:lnTo>
                  <a:lnTo>
                    <a:pt x="593501" y="54859"/>
                  </a:lnTo>
                  <a:lnTo>
                    <a:pt x="613164" y="52216"/>
                  </a:lnTo>
                  <a:lnTo>
                    <a:pt x="632056" y="49677"/>
                  </a:lnTo>
                  <a:lnTo>
                    <a:pt x="650235" y="47233"/>
                  </a:lnTo>
                  <a:lnTo>
                    <a:pt x="667753" y="44878"/>
                  </a:lnTo>
                  <a:lnTo>
                    <a:pt x="684655" y="42606"/>
                  </a:lnTo>
                  <a:lnTo>
                    <a:pt x="700985" y="40411"/>
                  </a:lnTo>
                  <a:lnTo>
                    <a:pt x="716780" y="38288"/>
                  </a:lnTo>
                  <a:lnTo>
                    <a:pt x="732072" y="36233"/>
                  </a:lnTo>
                  <a:lnTo>
                    <a:pt x="746894" y="34240"/>
                  </a:lnTo>
                  <a:lnTo>
                    <a:pt x="761274" y="32307"/>
                  </a:lnTo>
                  <a:lnTo>
                    <a:pt x="775237" y="30431"/>
                  </a:lnTo>
                  <a:lnTo>
                    <a:pt x="788806" y="28607"/>
                  </a:lnTo>
                  <a:lnTo>
                    <a:pt x="802004" y="26833"/>
                  </a:lnTo>
                  <a:lnTo>
                    <a:pt x="814849" y="25106"/>
                  </a:lnTo>
                  <a:lnTo>
                    <a:pt x="827361" y="23424"/>
                  </a:lnTo>
                  <a:lnTo>
                    <a:pt x="839557" y="21785"/>
                  </a:lnTo>
                  <a:lnTo>
                    <a:pt x="851451" y="20186"/>
                  </a:lnTo>
                  <a:lnTo>
                    <a:pt x="863058" y="18626"/>
                  </a:lnTo>
                  <a:lnTo>
                    <a:pt x="874392" y="17102"/>
                  </a:lnTo>
                  <a:lnTo>
                    <a:pt x="885466" y="15614"/>
                  </a:lnTo>
                  <a:lnTo>
                    <a:pt x="896291" y="14159"/>
                  </a:lnTo>
                  <a:lnTo>
                    <a:pt x="906877" y="12736"/>
                  </a:lnTo>
                  <a:lnTo>
                    <a:pt x="917237" y="11343"/>
                  </a:lnTo>
                  <a:lnTo>
                    <a:pt x="927378" y="9980"/>
                  </a:lnTo>
                  <a:lnTo>
                    <a:pt x="937309" y="8645"/>
                  </a:lnTo>
                  <a:lnTo>
                    <a:pt x="947041" y="7337"/>
                  </a:lnTo>
                  <a:lnTo>
                    <a:pt x="956579" y="6055"/>
                  </a:lnTo>
                  <a:lnTo>
                    <a:pt x="965933" y="4798"/>
                  </a:lnTo>
                  <a:lnTo>
                    <a:pt x="975108" y="3564"/>
                  </a:lnTo>
                  <a:lnTo>
                    <a:pt x="984112" y="2354"/>
                  </a:lnTo>
                  <a:lnTo>
                    <a:pt x="992950" y="1166"/>
                  </a:lnTo>
                  <a:lnTo>
                    <a:pt x="100162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333190" y="4468573"/>
              <a:ext cx="1001629" cy="79810"/>
            </a:xfrm>
            <a:custGeom>
              <a:avLst/>
              <a:pathLst>
                <a:path w="1001629" h="79810">
                  <a:moveTo>
                    <a:pt x="0" y="79810"/>
                  </a:moveTo>
                  <a:lnTo>
                    <a:pt x="64319" y="74685"/>
                  </a:lnTo>
                  <a:lnTo>
                    <a:pt x="121053" y="70165"/>
                  </a:lnTo>
                  <a:lnTo>
                    <a:pt x="171803" y="66121"/>
                  </a:lnTo>
                  <a:lnTo>
                    <a:pt x="217713" y="62463"/>
                  </a:lnTo>
                  <a:lnTo>
                    <a:pt x="259624" y="59123"/>
                  </a:lnTo>
                  <a:lnTo>
                    <a:pt x="298180" y="56051"/>
                  </a:lnTo>
                  <a:lnTo>
                    <a:pt x="333876" y="53207"/>
                  </a:lnTo>
                  <a:lnTo>
                    <a:pt x="367109" y="50559"/>
                  </a:lnTo>
                  <a:lnTo>
                    <a:pt x="398196" y="48082"/>
                  </a:lnTo>
                  <a:lnTo>
                    <a:pt x="427398" y="45755"/>
                  </a:lnTo>
                  <a:lnTo>
                    <a:pt x="454930" y="43561"/>
                  </a:lnTo>
                  <a:lnTo>
                    <a:pt x="480973" y="41486"/>
                  </a:lnTo>
                  <a:lnTo>
                    <a:pt x="505680" y="39517"/>
                  </a:lnTo>
                  <a:lnTo>
                    <a:pt x="529181" y="37645"/>
                  </a:lnTo>
                  <a:lnTo>
                    <a:pt x="551589" y="35859"/>
                  </a:lnTo>
                  <a:lnTo>
                    <a:pt x="573001" y="34153"/>
                  </a:lnTo>
                  <a:lnTo>
                    <a:pt x="593501" y="32520"/>
                  </a:lnTo>
                  <a:lnTo>
                    <a:pt x="613164" y="30953"/>
                  </a:lnTo>
                  <a:lnTo>
                    <a:pt x="632056" y="29447"/>
                  </a:lnTo>
                  <a:lnTo>
                    <a:pt x="650235" y="27999"/>
                  </a:lnTo>
                  <a:lnTo>
                    <a:pt x="667753" y="26603"/>
                  </a:lnTo>
                  <a:lnTo>
                    <a:pt x="684655" y="25256"/>
                  </a:lnTo>
                  <a:lnTo>
                    <a:pt x="700985" y="23955"/>
                  </a:lnTo>
                  <a:lnTo>
                    <a:pt x="716780" y="22697"/>
                  </a:lnTo>
                  <a:lnTo>
                    <a:pt x="732072" y="21478"/>
                  </a:lnTo>
                  <a:lnTo>
                    <a:pt x="746894" y="20297"/>
                  </a:lnTo>
                  <a:lnTo>
                    <a:pt x="761274" y="19151"/>
                  </a:lnTo>
                  <a:lnTo>
                    <a:pt x="775237" y="18039"/>
                  </a:lnTo>
                  <a:lnTo>
                    <a:pt x="788806" y="16957"/>
                  </a:lnTo>
                  <a:lnTo>
                    <a:pt x="802004" y="15906"/>
                  </a:lnTo>
                  <a:lnTo>
                    <a:pt x="814849" y="14882"/>
                  </a:lnTo>
                  <a:lnTo>
                    <a:pt x="827361" y="13885"/>
                  </a:lnTo>
                  <a:lnTo>
                    <a:pt x="839557" y="12914"/>
                  </a:lnTo>
                  <a:lnTo>
                    <a:pt x="851451" y="11966"/>
                  </a:lnTo>
                  <a:lnTo>
                    <a:pt x="863058" y="11041"/>
                  </a:lnTo>
                  <a:lnTo>
                    <a:pt x="874392" y="10138"/>
                  </a:lnTo>
                  <a:lnTo>
                    <a:pt x="885466" y="9256"/>
                  </a:lnTo>
                  <a:lnTo>
                    <a:pt x="896291" y="8393"/>
                  </a:lnTo>
                  <a:lnTo>
                    <a:pt x="906877" y="7549"/>
                  </a:lnTo>
                  <a:lnTo>
                    <a:pt x="917237" y="6724"/>
                  </a:lnTo>
                  <a:lnTo>
                    <a:pt x="927378" y="5916"/>
                  </a:lnTo>
                  <a:lnTo>
                    <a:pt x="937309" y="5125"/>
                  </a:lnTo>
                  <a:lnTo>
                    <a:pt x="947041" y="4349"/>
                  </a:lnTo>
                  <a:lnTo>
                    <a:pt x="956579" y="3589"/>
                  </a:lnTo>
                  <a:lnTo>
                    <a:pt x="965933" y="2844"/>
                  </a:lnTo>
                  <a:lnTo>
                    <a:pt x="975108" y="2113"/>
                  </a:lnTo>
                  <a:lnTo>
                    <a:pt x="984112" y="1395"/>
                  </a:lnTo>
                  <a:lnTo>
                    <a:pt x="992950" y="691"/>
                  </a:lnTo>
                  <a:lnTo>
                    <a:pt x="100162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333190" y="4457432"/>
              <a:ext cx="1001629" cy="98629"/>
            </a:xfrm>
            <a:custGeom>
              <a:avLst/>
              <a:pathLst>
                <a:path w="1001629" h="98629">
                  <a:moveTo>
                    <a:pt x="0" y="0"/>
                  </a:moveTo>
                  <a:lnTo>
                    <a:pt x="64319" y="6333"/>
                  </a:lnTo>
                  <a:lnTo>
                    <a:pt x="121053" y="11920"/>
                  </a:lnTo>
                  <a:lnTo>
                    <a:pt x="171803" y="16917"/>
                  </a:lnTo>
                  <a:lnTo>
                    <a:pt x="217713" y="21437"/>
                  </a:lnTo>
                  <a:lnTo>
                    <a:pt x="259624" y="25564"/>
                  </a:lnTo>
                  <a:lnTo>
                    <a:pt x="298180" y="29361"/>
                  </a:lnTo>
                  <a:lnTo>
                    <a:pt x="333876" y="32876"/>
                  </a:lnTo>
                  <a:lnTo>
                    <a:pt x="367109" y="36148"/>
                  </a:lnTo>
                  <a:lnTo>
                    <a:pt x="398196" y="39209"/>
                  </a:lnTo>
                  <a:lnTo>
                    <a:pt x="427398" y="42085"/>
                  </a:lnTo>
                  <a:lnTo>
                    <a:pt x="454930" y="44796"/>
                  </a:lnTo>
                  <a:lnTo>
                    <a:pt x="480973" y="47360"/>
                  </a:lnTo>
                  <a:lnTo>
                    <a:pt x="505680" y="49793"/>
                  </a:lnTo>
                  <a:lnTo>
                    <a:pt x="529181" y="52107"/>
                  </a:lnTo>
                  <a:lnTo>
                    <a:pt x="551589" y="54314"/>
                  </a:lnTo>
                  <a:lnTo>
                    <a:pt x="573001" y="56422"/>
                  </a:lnTo>
                  <a:lnTo>
                    <a:pt x="593501" y="58441"/>
                  </a:lnTo>
                  <a:lnTo>
                    <a:pt x="613164" y="60377"/>
                  </a:lnTo>
                  <a:lnTo>
                    <a:pt x="632056" y="62237"/>
                  </a:lnTo>
                  <a:lnTo>
                    <a:pt x="650235" y="64027"/>
                  </a:lnTo>
                  <a:lnTo>
                    <a:pt x="667753" y="65752"/>
                  </a:lnTo>
                  <a:lnTo>
                    <a:pt x="684655" y="67417"/>
                  </a:lnTo>
                  <a:lnTo>
                    <a:pt x="700985" y="69025"/>
                  </a:lnTo>
                  <a:lnTo>
                    <a:pt x="716780" y="70580"/>
                  </a:lnTo>
                  <a:lnTo>
                    <a:pt x="732072" y="72086"/>
                  </a:lnTo>
                  <a:lnTo>
                    <a:pt x="746894" y="73545"/>
                  </a:lnTo>
                  <a:lnTo>
                    <a:pt x="761274" y="74961"/>
                  </a:lnTo>
                  <a:lnTo>
                    <a:pt x="775237" y="76336"/>
                  </a:lnTo>
                  <a:lnTo>
                    <a:pt x="788806" y="77672"/>
                  </a:lnTo>
                  <a:lnTo>
                    <a:pt x="802004" y="78972"/>
                  </a:lnTo>
                  <a:lnTo>
                    <a:pt x="814849" y="80237"/>
                  </a:lnTo>
                  <a:lnTo>
                    <a:pt x="827361" y="81469"/>
                  </a:lnTo>
                  <a:lnTo>
                    <a:pt x="839557" y="82670"/>
                  </a:lnTo>
                  <a:lnTo>
                    <a:pt x="851451" y="83841"/>
                  </a:lnTo>
                  <a:lnTo>
                    <a:pt x="863058" y="84984"/>
                  </a:lnTo>
                  <a:lnTo>
                    <a:pt x="874392" y="86100"/>
                  </a:lnTo>
                  <a:lnTo>
                    <a:pt x="885466" y="87190"/>
                  </a:lnTo>
                  <a:lnTo>
                    <a:pt x="896291" y="88256"/>
                  </a:lnTo>
                  <a:lnTo>
                    <a:pt x="906877" y="89299"/>
                  </a:lnTo>
                  <a:lnTo>
                    <a:pt x="917237" y="90319"/>
                  </a:lnTo>
                  <a:lnTo>
                    <a:pt x="927378" y="91317"/>
                  </a:lnTo>
                  <a:lnTo>
                    <a:pt x="937309" y="92295"/>
                  </a:lnTo>
                  <a:lnTo>
                    <a:pt x="947041" y="93254"/>
                  </a:lnTo>
                  <a:lnTo>
                    <a:pt x="956579" y="94193"/>
                  </a:lnTo>
                  <a:lnTo>
                    <a:pt x="965933" y="95114"/>
                  </a:lnTo>
                  <a:lnTo>
                    <a:pt x="975108" y="96017"/>
                  </a:lnTo>
                  <a:lnTo>
                    <a:pt x="984112" y="96904"/>
                  </a:lnTo>
                  <a:lnTo>
                    <a:pt x="992950" y="97774"/>
                  </a:lnTo>
                  <a:lnTo>
                    <a:pt x="1001629" y="9862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333190" y="4452130"/>
              <a:ext cx="1001629" cy="158176"/>
            </a:xfrm>
            <a:custGeom>
              <a:avLst/>
              <a:pathLst>
                <a:path w="1001629" h="158176">
                  <a:moveTo>
                    <a:pt x="0" y="0"/>
                  </a:moveTo>
                  <a:lnTo>
                    <a:pt x="64319" y="10157"/>
                  </a:lnTo>
                  <a:lnTo>
                    <a:pt x="121053" y="19116"/>
                  </a:lnTo>
                  <a:lnTo>
                    <a:pt x="171803" y="27131"/>
                  </a:lnTo>
                  <a:lnTo>
                    <a:pt x="217713" y="34381"/>
                  </a:lnTo>
                  <a:lnTo>
                    <a:pt x="259624" y="40999"/>
                  </a:lnTo>
                  <a:lnTo>
                    <a:pt x="298180" y="47088"/>
                  </a:lnTo>
                  <a:lnTo>
                    <a:pt x="333876" y="52725"/>
                  </a:lnTo>
                  <a:lnTo>
                    <a:pt x="367109" y="57973"/>
                  </a:lnTo>
                  <a:lnTo>
                    <a:pt x="398196" y="62882"/>
                  </a:lnTo>
                  <a:lnTo>
                    <a:pt x="427398" y="67494"/>
                  </a:lnTo>
                  <a:lnTo>
                    <a:pt x="454930" y="71842"/>
                  </a:lnTo>
                  <a:lnTo>
                    <a:pt x="480973" y="75954"/>
                  </a:lnTo>
                  <a:lnTo>
                    <a:pt x="505680" y="79856"/>
                  </a:lnTo>
                  <a:lnTo>
                    <a:pt x="529181" y="83567"/>
                  </a:lnTo>
                  <a:lnTo>
                    <a:pt x="551589" y="87106"/>
                  </a:lnTo>
                  <a:lnTo>
                    <a:pt x="573001" y="90487"/>
                  </a:lnTo>
                  <a:lnTo>
                    <a:pt x="593501" y="93725"/>
                  </a:lnTo>
                  <a:lnTo>
                    <a:pt x="613164" y="96830"/>
                  </a:lnTo>
                  <a:lnTo>
                    <a:pt x="632056" y="99813"/>
                  </a:lnTo>
                  <a:lnTo>
                    <a:pt x="650235" y="102684"/>
                  </a:lnTo>
                  <a:lnTo>
                    <a:pt x="667753" y="105451"/>
                  </a:lnTo>
                  <a:lnTo>
                    <a:pt x="684655" y="108120"/>
                  </a:lnTo>
                  <a:lnTo>
                    <a:pt x="700985" y="110699"/>
                  </a:lnTo>
                  <a:lnTo>
                    <a:pt x="716780" y="113193"/>
                  </a:lnTo>
                  <a:lnTo>
                    <a:pt x="732072" y="115608"/>
                  </a:lnTo>
                  <a:lnTo>
                    <a:pt x="746894" y="117949"/>
                  </a:lnTo>
                  <a:lnTo>
                    <a:pt x="761274" y="120219"/>
                  </a:lnTo>
                  <a:lnTo>
                    <a:pt x="775237" y="122424"/>
                  </a:lnTo>
                  <a:lnTo>
                    <a:pt x="788806" y="124567"/>
                  </a:lnTo>
                  <a:lnTo>
                    <a:pt x="802004" y="126651"/>
                  </a:lnTo>
                  <a:lnTo>
                    <a:pt x="814849" y="128680"/>
                  </a:lnTo>
                  <a:lnTo>
                    <a:pt x="827361" y="130656"/>
                  </a:lnTo>
                  <a:lnTo>
                    <a:pt x="839557" y="132582"/>
                  </a:lnTo>
                  <a:lnTo>
                    <a:pt x="851451" y="134460"/>
                  </a:lnTo>
                  <a:lnTo>
                    <a:pt x="863058" y="136293"/>
                  </a:lnTo>
                  <a:lnTo>
                    <a:pt x="874392" y="138083"/>
                  </a:lnTo>
                  <a:lnTo>
                    <a:pt x="885466" y="139832"/>
                  </a:lnTo>
                  <a:lnTo>
                    <a:pt x="896291" y="141541"/>
                  </a:lnTo>
                  <a:lnTo>
                    <a:pt x="906877" y="143213"/>
                  </a:lnTo>
                  <a:lnTo>
                    <a:pt x="917237" y="144849"/>
                  </a:lnTo>
                  <a:lnTo>
                    <a:pt x="927378" y="146450"/>
                  </a:lnTo>
                  <a:lnTo>
                    <a:pt x="937309" y="148019"/>
                  </a:lnTo>
                  <a:lnTo>
                    <a:pt x="947041" y="149556"/>
                  </a:lnTo>
                  <a:lnTo>
                    <a:pt x="956579" y="151062"/>
                  </a:lnTo>
                  <a:lnTo>
                    <a:pt x="965933" y="152539"/>
                  </a:lnTo>
                  <a:lnTo>
                    <a:pt x="975108" y="153988"/>
                  </a:lnTo>
                  <a:lnTo>
                    <a:pt x="984112" y="155410"/>
                  </a:lnTo>
                  <a:lnTo>
                    <a:pt x="992950" y="156805"/>
                  </a:lnTo>
                  <a:lnTo>
                    <a:pt x="1001629" y="15817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333190" y="4601503"/>
              <a:ext cx="1001629" cy="70939"/>
            </a:xfrm>
            <a:custGeom>
              <a:avLst/>
              <a:pathLst>
                <a:path w="1001629" h="70939">
                  <a:moveTo>
                    <a:pt x="0" y="0"/>
                  </a:moveTo>
                  <a:lnTo>
                    <a:pt x="64319" y="4555"/>
                  </a:lnTo>
                  <a:lnTo>
                    <a:pt x="121053" y="8573"/>
                  </a:lnTo>
                  <a:lnTo>
                    <a:pt x="171803" y="12167"/>
                  </a:lnTo>
                  <a:lnTo>
                    <a:pt x="217713" y="15419"/>
                  </a:lnTo>
                  <a:lnTo>
                    <a:pt x="259624" y="18387"/>
                  </a:lnTo>
                  <a:lnTo>
                    <a:pt x="298180" y="21118"/>
                  </a:lnTo>
                  <a:lnTo>
                    <a:pt x="333876" y="23646"/>
                  </a:lnTo>
                  <a:lnTo>
                    <a:pt x="367109" y="26000"/>
                  </a:lnTo>
                  <a:lnTo>
                    <a:pt x="398196" y="28201"/>
                  </a:lnTo>
                  <a:lnTo>
                    <a:pt x="427398" y="30269"/>
                  </a:lnTo>
                  <a:lnTo>
                    <a:pt x="454930" y="32219"/>
                  </a:lnTo>
                  <a:lnTo>
                    <a:pt x="480973" y="34064"/>
                  </a:lnTo>
                  <a:lnTo>
                    <a:pt x="505680" y="35814"/>
                  </a:lnTo>
                  <a:lnTo>
                    <a:pt x="529181" y="37478"/>
                  </a:lnTo>
                  <a:lnTo>
                    <a:pt x="551589" y="39065"/>
                  </a:lnTo>
                  <a:lnTo>
                    <a:pt x="573001" y="40582"/>
                  </a:lnTo>
                  <a:lnTo>
                    <a:pt x="593501" y="42033"/>
                  </a:lnTo>
                  <a:lnTo>
                    <a:pt x="613164" y="43426"/>
                  </a:lnTo>
                  <a:lnTo>
                    <a:pt x="632056" y="44764"/>
                  </a:lnTo>
                  <a:lnTo>
                    <a:pt x="650235" y="46052"/>
                  </a:lnTo>
                  <a:lnTo>
                    <a:pt x="667753" y="47292"/>
                  </a:lnTo>
                  <a:lnTo>
                    <a:pt x="684655" y="48489"/>
                  </a:lnTo>
                  <a:lnTo>
                    <a:pt x="700985" y="49646"/>
                  </a:lnTo>
                  <a:lnTo>
                    <a:pt x="716780" y="50764"/>
                  </a:lnTo>
                  <a:lnTo>
                    <a:pt x="732072" y="51848"/>
                  </a:lnTo>
                  <a:lnTo>
                    <a:pt x="746894" y="52897"/>
                  </a:lnTo>
                  <a:lnTo>
                    <a:pt x="761274" y="53916"/>
                  </a:lnTo>
                  <a:lnTo>
                    <a:pt x="775237" y="54905"/>
                  </a:lnTo>
                  <a:lnTo>
                    <a:pt x="788806" y="55866"/>
                  </a:lnTo>
                  <a:lnTo>
                    <a:pt x="802004" y="56800"/>
                  </a:lnTo>
                  <a:lnTo>
                    <a:pt x="814849" y="57710"/>
                  </a:lnTo>
                  <a:lnTo>
                    <a:pt x="827361" y="58596"/>
                  </a:lnTo>
                  <a:lnTo>
                    <a:pt x="839557" y="59460"/>
                  </a:lnTo>
                  <a:lnTo>
                    <a:pt x="851451" y="60302"/>
                  </a:lnTo>
                  <a:lnTo>
                    <a:pt x="863058" y="61124"/>
                  </a:lnTo>
                  <a:lnTo>
                    <a:pt x="874392" y="61927"/>
                  </a:lnTo>
                  <a:lnTo>
                    <a:pt x="885466" y="62711"/>
                  </a:lnTo>
                  <a:lnTo>
                    <a:pt x="896291" y="63478"/>
                  </a:lnTo>
                  <a:lnTo>
                    <a:pt x="906877" y="64228"/>
                  </a:lnTo>
                  <a:lnTo>
                    <a:pt x="917237" y="64962"/>
                  </a:lnTo>
                  <a:lnTo>
                    <a:pt x="927378" y="65680"/>
                  </a:lnTo>
                  <a:lnTo>
                    <a:pt x="937309" y="66383"/>
                  </a:lnTo>
                  <a:lnTo>
                    <a:pt x="947041" y="67072"/>
                  </a:lnTo>
                  <a:lnTo>
                    <a:pt x="956579" y="67748"/>
                  </a:lnTo>
                  <a:lnTo>
                    <a:pt x="965933" y="68410"/>
                  </a:lnTo>
                  <a:lnTo>
                    <a:pt x="975108" y="69060"/>
                  </a:lnTo>
                  <a:lnTo>
                    <a:pt x="984112" y="69698"/>
                  </a:lnTo>
                  <a:lnTo>
                    <a:pt x="992950" y="70324"/>
                  </a:lnTo>
                  <a:lnTo>
                    <a:pt x="1001629" y="7093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333190" y="4583817"/>
              <a:ext cx="1001629" cy="33523"/>
            </a:xfrm>
            <a:custGeom>
              <a:avLst/>
              <a:pathLst>
                <a:path w="1001629" h="33523">
                  <a:moveTo>
                    <a:pt x="0" y="0"/>
                  </a:moveTo>
                  <a:lnTo>
                    <a:pt x="64319" y="2152"/>
                  </a:lnTo>
                  <a:lnTo>
                    <a:pt x="121053" y="4051"/>
                  </a:lnTo>
                  <a:lnTo>
                    <a:pt x="171803" y="5750"/>
                  </a:lnTo>
                  <a:lnTo>
                    <a:pt x="217713" y="7286"/>
                  </a:lnTo>
                  <a:lnTo>
                    <a:pt x="259624" y="8689"/>
                  </a:lnTo>
                  <a:lnTo>
                    <a:pt x="298180" y="9979"/>
                  </a:lnTo>
                  <a:lnTo>
                    <a:pt x="333876" y="11174"/>
                  </a:lnTo>
                  <a:lnTo>
                    <a:pt x="367109" y="12286"/>
                  </a:lnTo>
                  <a:lnTo>
                    <a:pt x="398196" y="13327"/>
                  </a:lnTo>
                  <a:lnTo>
                    <a:pt x="427398" y="14304"/>
                  </a:lnTo>
                  <a:lnTo>
                    <a:pt x="454930" y="15226"/>
                  </a:lnTo>
                  <a:lnTo>
                    <a:pt x="480973" y="16097"/>
                  </a:lnTo>
                  <a:lnTo>
                    <a:pt x="505680" y="16924"/>
                  </a:lnTo>
                  <a:lnTo>
                    <a:pt x="529181" y="17711"/>
                  </a:lnTo>
                  <a:lnTo>
                    <a:pt x="551589" y="18461"/>
                  </a:lnTo>
                  <a:lnTo>
                    <a:pt x="573001" y="19177"/>
                  </a:lnTo>
                  <a:lnTo>
                    <a:pt x="593501" y="19863"/>
                  </a:lnTo>
                  <a:lnTo>
                    <a:pt x="613164" y="20522"/>
                  </a:lnTo>
                  <a:lnTo>
                    <a:pt x="632056" y="21154"/>
                  </a:lnTo>
                  <a:lnTo>
                    <a:pt x="650235" y="21762"/>
                  </a:lnTo>
                  <a:lnTo>
                    <a:pt x="667753" y="22349"/>
                  </a:lnTo>
                  <a:lnTo>
                    <a:pt x="684655" y="22914"/>
                  </a:lnTo>
                  <a:lnTo>
                    <a:pt x="700985" y="23461"/>
                  </a:lnTo>
                  <a:lnTo>
                    <a:pt x="716780" y="23989"/>
                  </a:lnTo>
                  <a:lnTo>
                    <a:pt x="732072" y="24501"/>
                  </a:lnTo>
                  <a:lnTo>
                    <a:pt x="746894" y="24997"/>
                  </a:lnTo>
                  <a:lnTo>
                    <a:pt x="761274" y="25479"/>
                  </a:lnTo>
                  <a:lnTo>
                    <a:pt x="775237" y="25946"/>
                  </a:lnTo>
                  <a:lnTo>
                    <a:pt x="788806" y="26400"/>
                  </a:lnTo>
                  <a:lnTo>
                    <a:pt x="802004" y="26842"/>
                  </a:lnTo>
                  <a:lnTo>
                    <a:pt x="814849" y="27272"/>
                  </a:lnTo>
                  <a:lnTo>
                    <a:pt x="827361" y="27690"/>
                  </a:lnTo>
                  <a:lnTo>
                    <a:pt x="839557" y="28099"/>
                  </a:lnTo>
                  <a:lnTo>
                    <a:pt x="851451" y="28497"/>
                  </a:lnTo>
                  <a:lnTo>
                    <a:pt x="863058" y="28885"/>
                  </a:lnTo>
                  <a:lnTo>
                    <a:pt x="874392" y="29265"/>
                  </a:lnTo>
                  <a:lnTo>
                    <a:pt x="885466" y="29635"/>
                  </a:lnTo>
                  <a:lnTo>
                    <a:pt x="896291" y="29997"/>
                  </a:lnTo>
                  <a:lnTo>
                    <a:pt x="906877" y="30352"/>
                  </a:lnTo>
                  <a:lnTo>
                    <a:pt x="917237" y="30699"/>
                  </a:lnTo>
                  <a:lnTo>
                    <a:pt x="927378" y="31038"/>
                  </a:lnTo>
                  <a:lnTo>
                    <a:pt x="937309" y="31370"/>
                  </a:lnTo>
                  <a:lnTo>
                    <a:pt x="947041" y="31696"/>
                  </a:lnTo>
                  <a:lnTo>
                    <a:pt x="956579" y="32015"/>
                  </a:lnTo>
                  <a:lnTo>
                    <a:pt x="965933" y="32328"/>
                  </a:lnTo>
                  <a:lnTo>
                    <a:pt x="975108" y="32635"/>
                  </a:lnTo>
                  <a:lnTo>
                    <a:pt x="984112" y="32937"/>
                  </a:lnTo>
                  <a:lnTo>
                    <a:pt x="992950" y="33233"/>
                  </a:lnTo>
                  <a:lnTo>
                    <a:pt x="1001629" y="3352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333190" y="4573558"/>
              <a:ext cx="1001629" cy="6096"/>
            </a:xfrm>
            <a:custGeom>
              <a:avLst/>
              <a:pathLst>
                <a:path w="1001629" h="6096">
                  <a:moveTo>
                    <a:pt x="0" y="0"/>
                  </a:moveTo>
                  <a:lnTo>
                    <a:pt x="64319" y="391"/>
                  </a:lnTo>
                  <a:lnTo>
                    <a:pt x="121053" y="736"/>
                  </a:lnTo>
                  <a:lnTo>
                    <a:pt x="171803" y="1045"/>
                  </a:lnTo>
                  <a:lnTo>
                    <a:pt x="217713" y="1325"/>
                  </a:lnTo>
                  <a:lnTo>
                    <a:pt x="259624" y="1580"/>
                  </a:lnTo>
                  <a:lnTo>
                    <a:pt x="298180" y="1814"/>
                  </a:lnTo>
                  <a:lnTo>
                    <a:pt x="333876" y="2032"/>
                  </a:lnTo>
                  <a:lnTo>
                    <a:pt x="367109" y="2234"/>
                  </a:lnTo>
                  <a:lnTo>
                    <a:pt x="398196" y="2423"/>
                  </a:lnTo>
                  <a:lnTo>
                    <a:pt x="427398" y="2601"/>
                  </a:lnTo>
                  <a:lnTo>
                    <a:pt x="454930" y="2768"/>
                  </a:lnTo>
                  <a:lnTo>
                    <a:pt x="480973" y="2927"/>
                  </a:lnTo>
                  <a:lnTo>
                    <a:pt x="505680" y="3077"/>
                  </a:lnTo>
                  <a:lnTo>
                    <a:pt x="529181" y="3220"/>
                  </a:lnTo>
                  <a:lnTo>
                    <a:pt x="551589" y="3357"/>
                  </a:lnTo>
                  <a:lnTo>
                    <a:pt x="573001" y="3487"/>
                  </a:lnTo>
                  <a:lnTo>
                    <a:pt x="593501" y="3612"/>
                  </a:lnTo>
                  <a:lnTo>
                    <a:pt x="613164" y="3732"/>
                  </a:lnTo>
                  <a:lnTo>
                    <a:pt x="632056" y="3847"/>
                  </a:lnTo>
                  <a:lnTo>
                    <a:pt x="650235" y="3957"/>
                  </a:lnTo>
                  <a:lnTo>
                    <a:pt x="667753" y="4064"/>
                  </a:lnTo>
                  <a:lnTo>
                    <a:pt x="684655" y="4167"/>
                  </a:lnTo>
                  <a:lnTo>
                    <a:pt x="700985" y="4266"/>
                  </a:lnTo>
                  <a:lnTo>
                    <a:pt x="716780" y="4362"/>
                  </a:lnTo>
                  <a:lnTo>
                    <a:pt x="732072" y="4455"/>
                  </a:lnTo>
                  <a:lnTo>
                    <a:pt x="746894" y="4545"/>
                  </a:lnTo>
                  <a:lnTo>
                    <a:pt x="761274" y="4633"/>
                  </a:lnTo>
                  <a:lnTo>
                    <a:pt x="775237" y="4718"/>
                  </a:lnTo>
                  <a:lnTo>
                    <a:pt x="788806" y="4801"/>
                  </a:lnTo>
                  <a:lnTo>
                    <a:pt x="802004" y="4881"/>
                  </a:lnTo>
                  <a:lnTo>
                    <a:pt x="814849" y="4959"/>
                  </a:lnTo>
                  <a:lnTo>
                    <a:pt x="827361" y="5035"/>
                  </a:lnTo>
                  <a:lnTo>
                    <a:pt x="839557" y="5109"/>
                  </a:lnTo>
                  <a:lnTo>
                    <a:pt x="851451" y="5182"/>
                  </a:lnTo>
                  <a:lnTo>
                    <a:pt x="863058" y="5253"/>
                  </a:lnTo>
                  <a:lnTo>
                    <a:pt x="874392" y="5322"/>
                  </a:lnTo>
                  <a:lnTo>
                    <a:pt x="885466" y="5389"/>
                  </a:lnTo>
                  <a:lnTo>
                    <a:pt x="896291" y="5455"/>
                  </a:lnTo>
                  <a:lnTo>
                    <a:pt x="906877" y="5519"/>
                  </a:lnTo>
                  <a:lnTo>
                    <a:pt x="917237" y="5582"/>
                  </a:lnTo>
                  <a:lnTo>
                    <a:pt x="927378" y="5644"/>
                  </a:lnTo>
                  <a:lnTo>
                    <a:pt x="937309" y="5704"/>
                  </a:lnTo>
                  <a:lnTo>
                    <a:pt x="947041" y="5764"/>
                  </a:lnTo>
                  <a:lnTo>
                    <a:pt x="956579" y="5822"/>
                  </a:lnTo>
                  <a:lnTo>
                    <a:pt x="965933" y="5879"/>
                  </a:lnTo>
                  <a:lnTo>
                    <a:pt x="975108" y="5935"/>
                  </a:lnTo>
                  <a:lnTo>
                    <a:pt x="984112" y="5989"/>
                  </a:lnTo>
                  <a:lnTo>
                    <a:pt x="992950" y="6043"/>
                  </a:lnTo>
                  <a:lnTo>
                    <a:pt x="1001629" y="609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233897" y="4731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233897" y="45421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233897" y="43528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33897" y="41635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33897" y="39742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3319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6706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500094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33482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30493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3881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97268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0656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756716" y="45307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15157" y="45821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43962" y="46227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32168" y="43298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37361" y="45583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51787" y="43443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16553" y="47320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28979" y="46201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722737" y="43567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32203" y="42952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69364" y="44844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51647" y="43319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81147" y="46012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72179" y="47237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89570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66553" y="40218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75568" y="46794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82631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66243" y="47374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74365" y="46510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73476" y="46873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70482" y="47165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54372" y="46914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46786" y="46879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62874" y="46515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74752" y="45821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52313" y="47359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54439" y="461075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392335" y="46013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384199" y="47474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02876" y="468292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385357" y="47085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389429" y="45313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08170" y="46392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397524" y="44991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387236" y="46012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19661" y="46431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22534" y="45662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17886" y="47143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02056" y="43689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03651" y="46783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06741" y="47212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22538" y="43152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03906" y="45514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392150" y="44879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391697" y="46714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393059" y="46043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389481" y="44976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24677" y="46526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52307" y="46248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47093" y="45583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55898" y="46481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34482" y="45280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52674" y="46078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56113" y="45654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18597" y="458579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24538" y="46218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20277" y="44245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54760" y="46991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51003" y="46312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31542" y="46326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58067" y="47254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20888" y="4591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54938" y="47236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732707" y="452166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50393" y="46256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738543" y="46359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41893" y="45719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753147" y="46087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725682" y="45956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723856" y="46159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23755" y="47086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62105" y="4345510"/>
              <a:ext cx="1007824" cy="278041"/>
            </a:xfrm>
            <a:custGeom>
              <a:avLst/>
              <a:pathLst>
                <a:path w="1007824" h="278041">
                  <a:moveTo>
                    <a:pt x="0" y="0"/>
                  </a:moveTo>
                  <a:lnTo>
                    <a:pt x="64717" y="17854"/>
                  </a:lnTo>
                  <a:lnTo>
                    <a:pt x="121802" y="33603"/>
                  </a:lnTo>
                  <a:lnTo>
                    <a:pt x="172866" y="47690"/>
                  </a:lnTo>
                  <a:lnTo>
                    <a:pt x="219059" y="60434"/>
                  </a:lnTo>
                  <a:lnTo>
                    <a:pt x="261230" y="72069"/>
                  </a:lnTo>
                  <a:lnTo>
                    <a:pt x="300024" y="82771"/>
                  </a:lnTo>
                  <a:lnTo>
                    <a:pt x="335941" y="92680"/>
                  </a:lnTo>
                  <a:lnTo>
                    <a:pt x="369379" y="101905"/>
                  </a:lnTo>
                  <a:lnTo>
                    <a:pt x="400658" y="110534"/>
                  </a:lnTo>
                  <a:lnTo>
                    <a:pt x="430041" y="118641"/>
                  </a:lnTo>
                  <a:lnTo>
                    <a:pt x="457743" y="126283"/>
                  </a:lnTo>
                  <a:lnTo>
                    <a:pt x="483947" y="133512"/>
                  </a:lnTo>
                  <a:lnTo>
                    <a:pt x="508807" y="140371"/>
                  </a:lnTo>
                  <a:lnTo>
                    <a:pt x="532454" y="146895"/>
                  </a:lnTo>
                  <a:lnTo>
                    <a:pt x="555000" y="153115"/>
                  </a:lnTo>
                  <a:lnTo>
                    <a:pt x="576544" y="159058"/>
                  </a:lnTo>
                  <a:lnTo>
                    <a:pt x="597171" y="164749"/>
                  </a:lnTo>
                  <a:lnTo>
                    <a:pt x="616956" y="170207"/>
                  </a:lnTo>
                  <a:lnTo>
                    <a:pt x="635965" y="175451"/>
                  </a:lnTo>
                  <a:lnTo>
                    <a:pt x="654256" y="180498"/>
                  </a:lnTo>
                  <a:lnTo>
                    <a:pt x="671882" y="185360"/>
                  </a:lnTo>
                  <a:lnTo>
                    <a:pt x="688890" y="190052"/>
                  </a:lnTo>
                  <a:lnTo>
                    <a:pt x="705320" y="194585"/>
                  </a:lnTo>
                  <a:lnTo>
                    <a:pt x="721212" y="198970"/>
                  </a:lnTo>
                  <a:lnTo>
                    <a:pt x="736600" y="203215"/>
                  </a:lnTo>
                  <a:lnTo>
                    <a:pt x="751514" y="207329"/>
                  </a:lnTo>
                  <a:lnTo>
                    <a:pt x="765982" y="211321"/>
                  </a:lnTo>
                  <a:lnTo>
                    <a:pt x="780031" y="215197"/>
                  </a:lnTo>
                  <a:lnTo>
                    <a:pt x="793685" y="218964"/>
                  </a:lnTo>
                  <a:lnTo>
                    <a:pt x="806964" y="222627"/>
                  </a:lnTo>
                  <a:lnTo>
                    <a:pt x="819889" y="226193"/>
                  </a:lnTo>
                  <a:lnTo>
                    <a:pt x="832478" y="229666"/>
                  </a:lnTo>
                  <a:lnTo>
                    <a:pt x="844749" y="233051"/>
                  </a:lnTo>
                  <a:lnTo>
                    <a:pt x="856716" y="236353"/>
                  </a:lnTo>
                  <a:lnTo>
                    <a:pt x="868395" y="239575"/>
                  </a:lnTo>
                  <a:lnTo>
                    <a:pt x="879800" y="242721"/>
                  </a:lnTo>
                  <a:lnTo>
                    <a:pt x="890942" y="245795"/>
                  </a:lnTo>
                  <a:lnTo>
                    <a:pt x="901834" y="248800"/>
                  </a:lnTo>
                  <a:lnTo>
                    <a:pt x="912486" y="251739"/>
                  </a:lnTo>
                  <a:lnTo>
                    <a:pt x="922909" y="254614"/>
                  </a:lnTo>
                  <a:lnTo>
                    <a:pt x="933113" y="257429"/>
                  </a:lnTo>
                  <a:lnTo>
                    <a:pt x="943106" y="260186"/>
                  </a:lnTo>
                  <a:lnTo>
                    <a:pt x="952898" y="262888"/>
                  </a:lnTo>
                  <a:lnTo>
                    <a:pt x="962495" y="265536"/>
                  </a:lnTo>
                  <a:lnTo>
                    <a:pt x="971906" y="268132"/>
                  </a:lnTo>
                  <a:lnTo>
                    <a:pt x="981138" y="270679"/>
                  </a:lnTo>
                  <a:lnTo>
                    <a:pt x="990198" y="273178"/>
                  </a:lnTo>
                  <a:lnTo>
                    <a:pt x="999091" y="275632"/>
                  </a:lnTo>
                  <a:lnTo>
                    <a:pt x="1007824" y="27804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62105" y="4278455"/>
              <a:ext cx="1007824" cy="366460"/>
            </a:xfrm>
            <a:custGeom>
              <a:avLst/>
              <a:pathLst>
                <a:path w="1007824" h="366460">
                  <a:moveTo>
                    <a:pt x="0" y="0"/>
                  </a:moveTo>
                  <a:lnTo>
                    <a:pt x="64717" y="23532"/>
                  </a:lnTo>
                  <a:lnTo>
                    <a:pt x="121802" y="44289"/>
                  </a:lnTo>
                  <a:lnTo>
                    <a:pt x="172866" y="62856"/>
                  </a:lnTo>
                  <a:lnTo>
                    <a:pt x="219059" y="79653"/>
                  </a:lnTo>
                  <a:lnTo>
                    <a:pt x="261230" y="94987"/>
                  </a:lnTo>
                  <a:lnTo>
                    <a:pt x="300024" y="109093"/>
                  </a:lnTo>
                  <a:lnTo>
                    <a:pt x="335941" y="122153"/>
                  </a:lnTo>
                  <a:lnTo>
                    <a:pt x="369379" y="134312"/>
                  </a:lnTo>
                  <a:lnTo>
                    <a:pt x="400658" y="145685"/>
                  </a:lnTo>
                  <a:lnTo>
                    <a:pt x="430041" y="156369"/>
                  </a:lnTo>
                  <a:lnTo>
                    <a:pt x="457743" y="166442"/>
                  </a:lnTo>
                  <a:lnTo>
                    <a:pt x="483947" y="175970"/>
                  </a:lnTo>
                  <a:lnTo>
                    <a:pt x="508807" y="185010"/>
                  </a:lnTo>
                  <a:lnTo>
                    <a:pt x="532454" y="193608"/>
                  </a:lnTo>
                  <a:lnTo>
                    <a:pt x="555000" y="201806"/>
                  </a:lnTo>
                  <a:lnTo>
                    <a:pt x="576544" y="209640"/>
                  </a:lnTo>
                  <a:lnTo>
                    <a:pt x="597171" y="217140"/>
                  </a:lnTo>
                  <a:lnTo>
                    <a:pt x="616956" y="224334"/>
                  </a:lnTo>
                  <a:lnTo>
                    <a:pt x="635965" y="231246"/>
                  </a:lnTo>
                  <a:lnTo>
                    <a:pt x="654256" y="237897"/>
                  </a:lnTo>
                  <a:lnTo>
                    <a:pt x="671882" y="244306"/>
                  </a:lnTo>
                  <a:lnTo>
                    <a:pt x="688890" y="250491"/>
                  </a:lnTo>
                  <a:lnTo>
                    <a:pt x="705320" y="256465"/>
                  </a:lnTo>
                  <a:lnTo>
                    <a:pt x="721212" y="262244"/>
                  </a:lnTo>
                  <a:lnTo>
                    <a:pt x="736600" y="267839"/>
                  </a:lnTo>
                  <a:lnTo>
                    <a:pt x="751514" y="273262"/>
                  </a:lnTo>
                  <a:lnTo>
                    <a:pt x="765982" y="278523"/>
                  </a:lnTo>
                  <a:lnTo>
                    <a:pt x="780031" y="283631"/>
                  </a:lnTo>
                  <a:lnTo>
                    <a:pt x="793685" y="288596"/>
                  </a:lnTo>
                  <a:lnTo>
                    <a:pt x="806964" y="293424"/>
                  </a:lnTo>
                  <a:lnTo>
                    <a:pt x="819889" y="298124"/>
                  </a:lnTo>
                  <a:lnTo>
                    <a:pt x="832478" y="302702"/>
                  </a:lnTo>
                  <a:lnTo>
                    <a:pt x="844749" y="307163"/>
                  </a:lnTo>
                  <a:lnTo>
                    <a:pt x="856716" y="311515"/>
                  </a:lnTo>
                  <a:lnTo>
                    <a:pt x="868395" y="315762"/>
                  </a:lnTo>
                  <a:lnTo>
                    <a:pt x="879800" y="319908"/>
                  </a:lnTo>
                  <a:lnTo>
                    <a:pt x="890942" y="323960"/>
                  </a:lnTo>
                  <a:lnTo>
                    <a:pt x="901834" y="327920"/>
                  </a:lnTo>
                  <a:lnTo>
                    <a:pt x="912486" y="331794"/>
                  </a:lnTo>
                  <a:lnTo>
                    <a:pt x="922909" y="335584"/>
                  </a:lnTo>
                  <a:lnTo>
                    <a:pt x="933113" y="339294"/>
                  </a:lnTo>
                  <a:lnTo>
                    <a:pt x="943106" y="342928"/>
                  </a:lnTo>
                  <a:lnTo>
                    <a:pt x="952898" y="346488"/>
                  </a:lnTo>
                  <a:lnTo>
                    <a:pt x="962495" y="349978"/>
                  </a:lnTo>
                  <a:lnTo>
                    <a:pt x="971906" y="353400"/>
                  </a:lnTo>
                  <a:lnTo>
                    <a:pt x="981138" y="356757"/>
                  </a:lnTo>
                  <a:lnTo>
                    <a:pt x="990198" y="360051"/>
                  </a:lnTo>
                  <a:lnTo>
                    <a:pt x="999091" y="363284"/>
                  </a:lnTo>
                  <a:lnTo>
                    <a:pt x="1007824" y="36646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62105" y="4650224"/>
              <a:ext cx="1007824" cy="18768"/>
            </a:xfrm>
            <a:custGeom>
              <a:avLst/>
              <a:pathLst>
                <a:path w="1007824" h="18768">
                  <a:moveTo>
                    <a:pt x="0" y="18768"/>
                  </a:moveTo>
                  <a:lnTo>
                    <a:pt x="64717" y="17563"/>
                  </a:lnTo>
                  <a:lnTo>
                    <a:pt x="121802" y="16500"/>
                  </a:lnTo>
                  <a:lnTo>
                    <a:pt x="172866" y="15549"/>
                  </a:lnTo>
                  <a:lnTo>
                    <a:pt x="219059" y="14688"/>
                  </a:lnTo>
                  <a:lnTo>
                    <a:pt x="261230" y="13903"/>
                  </a:lnTo>
                  <a:lnTo>
                    <a:pt x="300024" y="13181"/>
                  </a:lnTo>
                  <a:lnTo>
                    <a:pt x="335941" y="12512"/>
                  </a:lnTo>
                  <a:lnTo>
                    <a:pt x="369379" y="11889"/>
                  </a:lnTo>
                  <a:lnTo>
                    <a:pt x="400658" y="11307"/>
                  </a:lnTo>
                  <a:lnTo>
                    <a:pt x="430041" y="10759"/>
                  </a:lnTo>
                  <a:lnTo>
                    <a:pt x="457743" y="10243"/>
                  </a:lnTo>
                  <a:lnTo>
                    <a:pt x="483947" y="9755"/>
                  </a:lnTo>
                  <a:lnTo>
                    <a:pt x="508807" y="9293"/>
                  </a:lnTo>
                  <a:lnTo>
                    <a:pt x="532454" y="8852"/>
                  </a:lnTo>
                  <a:lnTo>
                    <a:pt x="555000" y="8432"/>
                  </a:lnTo>
                  <a:lnTo>
                    <a:pt x="576544" y="8031"/>
                  </a:lnTo>
                  <a:lnTo>
                    <a:pt x="597171" y="7647"/>
                  </a:lnTo>
                  <a:lnTo>
                    <a:pt x="616956" y="7278"/>
                  </a:lnTo>
                  <a:lnTo>
                    <a:pt x="635965" y="6925"/>
                  </a:lnTo>
                  <a:lnTo>
                    <a:pt x="654256" y="6584"/>
                  </a:lnTo>
                  <a:lnTo>
                    <a:pt x="671882" y="6256"/>
                  </a:lnTo>
                  <a:lnTo>
                    <a:pt x="688890" y="5939"/>
                  </a:lnTo>
                  <a:lnTo>
                    <a:pt x="705320" y="5633"/>
                  </a:lnTo>
                  <a:lnTo>
                    <a:pt x="721212" y="5337"/>
                  </a:lnTo>
                  <a:lnTo>
                    <a:pt x="736600" y="5050"/>
                  </a:lnTo>
                  <a:lnTo>
                    <a:pt x="751514" y="4773"/>
                  </a:lnTo>
                  <a:lnTo>
                    <a:pt x="765982" y="4503"/>
                  </a:lnTo>
                  <a:lnTo>
                    <a:pt x="780031" y="4242"/>
                  </a:lnTo>
                  <a:lnTo>
                    <a:pt x="793685" y="3987"/>
                  </a:lnTo>
                  <a:lnTo>
                    <a:pt x="806964" y="3740"/>
                  </a:lnTo>
                  <a:lnTo>
                    <a:pt x="819889" y="3499"/>
                  </a:lnTo>
                  <a:lnTo>
                    <a:pt x="832478" y="3265"/>
                  </a:lnTo>
                  <a:lnTo>
                    <a:pt x="844749" y="3036"/>
                  </a:lnTo>
                  <a:lnTo>
                    <a:pt x="856716" y="2814"/>
                  </a:lnTo>
                  <a:lnTo>
                    <a:pt x="868395" y="2596"/>
                  </a:lnTo>
                  <a:lnTo>
                    <a:pt x="879800" y="2384"/>
                  </a:lnTo>
                  <a:lnTo>
                    <a:pt x="890942" y="2176"/>
                  </a:lnTo>
                  <a:lnTo>
                    <a:pt x="901834" y="1973"/>
                  </a:lnTo>
                  <a:lnTo>
                    <a:pt x="912486" y="1775"/>
                  </a:lnTo>
                  <a:lnTo>
                    <a:pt x="922909" y="1581"/>
                  </a:lnTo>
                  <a:lnTo>
                    <a:pt x="933113" y="1391"/>
                  </a:lnTo>
                  <a:lnTo>
                    <a:pt x="943106" y="1205"/>
                  </a:lnTo>
                  <a:lnTo>
                    <a:pt x="952898" y="1022"/>
                  </a:lnTo>
                  <a:lnTo>
                    <a:pt x="962495" y="844"/>
                  </a:lnTo>
                  <a:lnTo>
                    <a:pt x="971906" y="668"/>
                  </a:lnTo>
                  <a:lnTo>
                    <a:pt x="981138" y="496"/>
                  </a:lnTo>
                  <a:lnTo>
                    <a:pt x="990198" y="328"/>
                  </a:lnTo>
                  <a:lnTo>
                    <a:pt x="999091" y="162"/>
                  </a:lnTo>
                  <a:lnTo>
                    <a:pt x="100782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62105" y="4541713"/>
              <a:ext cx="1007824" cy="66940"/>
            </a:xfrm>
            <a:custGeom>
              <a:avLst/>
              <a:pathLst>
                <a:path w="1007824" h="66940">
                  <a:moveTo>
                    <a:pt x="0" y="66940"/>
                  </a:moveTo>
                  <a:lnTo>
                    <a:pt x="64717" y="62642"/>
                  </a:lnTo>
                  <a:lnTo>
                    <a:pt x="121802" y="58850"/>
                  </a:lnTo>
                  <a:lnTo>
                    <a:pt x="172866" y="55458"/>
                  </a:lnTo>
                  <a:lnTo>
                    <a:pt x="219059" y="52390"/>
                  </a:lnTo>
                  <a:lnTo>
                    <a:pt x="261230" y="49589"/>
                  </a:lnTo>
                  <a:lnTo>
                    <a:pt x="300024" y="47012"/>
                  </a:lnTo>
                  <a:lnTo>
                    <a:pt x="335941" y="44627"/>
                  </a:lnTo>
                  <a:lnTo>
                    <a:pt x="369379" y="42406"/>
                  </a:lnTo>
                  <a:lnTo>
                    <a:pt x="400658" y="40328"/>
                  </a:lnTo>
                  <a:lnTo>
                    <a:pt x="430041" y="38377"/>
                  </a:lnTo>
                  <a:lnTo>
                    <a:pt x="457743" y="36537"/>
                  </a:lnTo>
                  <a:lnTo>
                    <a:pt x="483947" y="34796"/>
                  </a:lnTo>
                  <a:lnTo>
                    <a:pt x="508807" y="33145"/>
                  </a:lnTo>
                  <a:lnTo>
                    <a:pt x="532454" y="31574"/>
                  </a:lnTo>
                  <a:lnTo>
                    <a:pt x="555000" y="30077"/>
                  </a:lnTo>
                  <a:lnTo>
                    <a:pt x="576544" y="28646"/>
                  </a:lnTo>
                  <a:lnTo>
                    <a:pt x="597171" y="27276"/>
                  </a:lnTo>
                  <a:lnTo>
                    <a:pt x="616956" y="25961"/>
                  </a:lnTo>
                  <a:lnTo>
                    <a:pt x="635965" y="24699"/>
                  </a:lnTo>
                  <a:lnTo>
                    <a:pt x="654256" y="23484"/>
                  </a:lnTo>
                  <a:lnTo>
                    <a:pt x="671882" y="22313"/>
                  </a:lnTo>
                  <a:lnTo>
                    <a:pt x="688890" y="21183"/>
                  </a:lnTo>
                  <a:lnTo>
                    <a:pt x="705320" y="20092"/>
                  </a:lnTo>
                  <a:lnTo>
                    <a:pt x="721212" y="19037"/>
                  </a:lnTo>
                  <a:lnTo>
                    <a:pt x="736600" y="18015"/>
                  </a:lnTo>
                  <a:lnTo>
                    <a:pt x="751514" y="17024"/>
                  </a:lnTo>
                  <a:lnTo>
                    <a:pt x="765982" y="16063"/>
                  </a:lnTo>
                  <a:lnTo>
                    <a:pt x="780031" y="15130"/>
                  </a:lnTo>
                  <a:lnTo>
                    <a:pt x="793685" y="14223"/>
                  </a:lnTo>
                  <a:lnTo>
                    <a:pt x="806964" y="13341"/>
                  </a:lnTo>
                  <a:lnTo>
                    <a:pt x="819889" y="12482"/>
                  </a:lnTo>
                  <a:lnTo>
                    <a:pt x="832478" y="11646"/>
                  </a:lnTo>
                  <a:lnTo>
                    <a:pt x="844749" y="10831"/>
                  </a:lnTo>
                  <a:lnTo>
                    <a:pt x="856716" y="10036"/>
                  </a:lnTo>
                  <a:lnTo>
                    <a:pt x="868395" y="9260"/>
                  </a:lnTo>
                  <a:lnTo>
                    <a:pt x="879800" y="8503"/>
                  </a:lnTo>
                  <a:lnTo>
                    <a:pt x="890942" y="7763"/>
                  </a:lnTo>
                  <a:lnTo>
                    <a:pt x="901834" y="7039"/>
                  </a:lnTo>
                  <a:lnTo>
                    <a:pt x="912486" y="6332"/>
                  </a:lnTo>
                  <a:lnTo>
                    <a:pt x="922909" y="5640"/>
                  </a:lnTo>
                  <a:lnTo>
                    <a:pt x="933113" y="4962"/>
                  </a:lnTo>
                  <a:lnTo>
                    <a:pt x="943106" y="4298"/>
                  </a:lnTo>
                  <a:lnTo>
                    <a:pt x="952898" y="3648"/>
                  </a:lnTo>
                  <a:lnTo>
                    <a:pt x="962495" y="3010"/>
                  </a:lnTo>
                  <a:lnTo>
                    <a:pt x="971906" y="2385"/>
                  </a:lnTo>
                  <a:lnTo>
                    <a:pt x="981138" y="1772"/>
                  </a:lnTo>
                  <a:lnTo>
                    <a:pt x="990198" y="1170"/>
                  </a:lnTo>
                  <a:lnTo>
                    <a:pt x="999091" y="580"/>
                  </a:lnTo>
                  <a:lnTo>
                    <a:pt x="100782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62105" y="4587606"/>
              <a:ext cx="1007824" cy="98214"/>
            </a:xfrm>
            <a:custGeom>
              <a:avLst/>
              <a:pathLst>
                <a:path w="1007824" h="98214">
                  <a:moveTo>
                    <a:pt x="0" y="98214"/>
                  </a:moveTo>
                  <a:lnTo>
                    <a:pt x="64717" y="91907"/>
                  </a:lnTo>
                  <a:lnTo>
                    <a:pt x="121802" y="86344"/>
                  </a:lnTo>
                  <a:lnTo>
                    <a:pt x="172866" y="81368"/>
                  </a:lnTo>
                  <a:lnTo>
                    <a:pt x="219059" y="76866"/>
                  </a:lnTo>
                  <a:lnTo>
                    <a:pt x="261230" y="72756"/>
                  </a:lnTo>
                  <a:lnTo>
                    <a:pt x="300024" y="68976"/>
                  </a:lnTo>
                  <a:lnTo>
                    <a:pt x="335941" y="65476"/>
                  </a:lnTo>
                  <a:lnTo>
                    <a:pt x="369379" y="62217"/>
                  </a:lnTo>
                  <a:lnTo>
                    <a:pt x="400658" y="59169"/>
                  </a:lnTo>
                  <a:lnTo>
                    <a:pt x="430041" y="56306"/>
                  </a:lnTo>
                  <a:lnTo>
                    <a:pt x="457743" y="53606"/>
                  </a:lnTo>
                  <a:lnTo>
                    <a:pt x="483947" y="51052"/>
                  </a:lnTo>
                  <a:lnTo>
                    <a:pt x="508807" y="48630"/>
                  </a:lnTo>
                  <a:lnTo>
                    <a:pt x="532454" y="46325"/>
                  </a:lnTo>
                  <a:lnTo>
                    <a:pt x="555000" y="44128"/>
                  </a:lnTo>
                  <a:lnTo>
                    <a:pt x="576544" y="42028"/>
                  </a:lnTo>
                  <a:lnTo>
                    <a:pt x="597171" y="40018"/>
                  </a:lnTo>
                  <a:lnTo>
                    <a:pt x="616956" y="38090"/>
                  </a:lnTo>
                  <a:lnTo>
                    <a:pt x="635965" y="36238"/>
                  </a:lnTo>
                  <a:lnTo>
                    <a:pt x="654256" y="34455"/>
                  </a:lnTo>
                  <a:lnTo>
                    <a:pt x="671882" y="32738"/>
                  </a:lnTo>
                  <a:lnTo>
                    <a:pt x="688890" y="31080"/>
                  </a:lnTo>
                  <a:lnTo>
                    <a:pt x="705320" y="29479"/>
                  </a:lnTo>
                  <a:lnTo>
                    <a:pt x="721212" y="27930"/>
                  </a:lnTo>
                  <a:lnTo>
                    <a:pt x="736600" y="26431"/>
                  </a:lnTo>
                  <a:lnTo>
                    <a:pt x="751514" y="24977"/>
                  </a:lnTo>
                  <a:lnTo>
                    <a:pt x="765982" y="23567"/>
                  </a:lnTo>
                  <a:lnTo>
                    <a:pt x="780031" y="22198"/>
                  </a:lnTo>
                  <a:lnTo>
                    <a:pt x="793685" y="20868"/>
                  </a:lnTo>
                  <a:lnTo>
                    <a:pt x="806964" y="19574"/>
                  </a:lnTo>
                  <a:lnTo>
                    <a:pt x="819889" y="18314"/>
                  </a:lnTo>
                  <a:lnTo>
                    <a:pt x="832478" y="17087"/>
                  </a:lnTo>
                  <a:lnTo>
                    <a:pt x="844749" y="15891"/>
                  </a:lnTo>
                  <a:lnTo>
                    <a:pt x="856716" y="14725"/>
                  </a:lnTo>
                  <a:lnTo>
                    <a:pt x="868395" y="13587"/>
                  </a:lnTo>
                  <a:lnTo>
                    <a:pt x="879800" y="12476"/>
                  </a:lnTo>
                  <a:lnTo>
                    <a:pt x="890942" y="11390"/>
                  </a:lnTo>
                  <a:lnTo>
                    <a:pt x="901834" y="10328"/>
                  </a:lnTo>
                  <a:lnTo>
                    <a:pt x="912486" y="9290"/>
                  </a:lnTo>
                  <a:lnTo>
                    <a:pt x="922909" y="8275"/>
                  </a:lnTo>
                  <a:lnTo>
                    <a:pt x="933113" y="7280"/>
                  </a:lnTo>
                  <a:lnTo>
                    <a:pt x="943106" y="6306"/>
                  </a:lnTo>
                  <a:lnTo>
                    <a:pt x="952898" y="5352"/>
                  </a:lnTo>
                  <a:lnTo>
                    <a:pt x="962495" y="4417"/>
                  </a:lnTo>
                  <a:lnTo>
                    <a:pt x="971906" y="3500"/>
                  </a:lnTo>
                  <a:lnTo>
                    <a:pt x="981138" y="2600"/>
                  </a:lnTo>
                  <a:lnTo>
                    <a:pt x="990198" y="1717"/>
                  </a:lnTo>
                  <a:lnTo>
                    <a:pt x="999091" y="851"/>
                  </a:lnTo>
                  <a:lnTo>
                    <a:pt x="100782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62105" y="4489961"/>
              <a:ext cx="1007824" cy="92167"/>
            </a:xfrm>
            <a:custGeom>
              <a:avLst/>
              <a:pathLst>
                <a:path w="1007824" h="92167">
                  <a:moveTo>
                    <a:pt x="0" y="0"/>
                  </a:moveTo>
                  <a:lnTo>
                    <a:pt x="64717" y="5918"/>
                  </a:lnTo>
                  <a:lnTo>
                    <a:pt x="121802" y="11139"/>
                  </a:lnTo>
                  <a:lnTo>
                    <a:pt x="172866" y="15809"/>
                  </a:lnTo>
                  <a:lnTo>
                    <a:pt x="219059" y="20033"/>
                  </a:lnTo>
                  <a:lnTo>
                    <a:pt x="261230" y="23890"/>
                  </a:lnTo>
                  <a:lnTo>
                    <a:pt x="300024" y="27437"/>
                  </a:lnTo>
                  <a:lnTo>
                    <a:pt x="335941" y="30722"/>
                  </a:lnTo>
                  <a:lnTo>
                    <a:pt x="369379" y="33780"/>
                  </a:lnTo>
                  <a:lnTo>
                    <a:pt x="400658" y="36641"/>
                  </a:lnTo>
                  <a:lnTo>
                    <a:pt x="430041" y="39328"/>
                  </a:lnTo>
                  <a:lnTo>
                    <a:pt x="457743" y="41861"/>
                  </a:lnTo>
                  <a:lnTo>
                    <a:pt x="483947" y="44258"/>
                  </a:lnTo>
                  <a:lnTo>
                    <a:pt x="508807" y="46531"/>
                  </a:lnTo>
                  <a:lnTo>
                    <a:pt x="532454" y="48694"/>
                  </a:lnTo>
                  <a:lnTo>
                    <a:pt x="555000" y="50756"/>
                  </a:lnTo>
                  <a:lnTo>
                    <a:pt x="576544" y="52726"/>
                  </a:lnTo>
                  <a:lnTo>
                    <a:pt x="597171" y="54612"/>
                  </a:lnTo>
                  <a:lnTo>
                    <a:pt x="616956" y="56422"/>
                  </a:lnTo>
                  <a:lnTo>
                    <a:pt x="635965" y="58160"/>
                  </a:lnTo>
                  <a:lnTo>
                    <a:pt x="654256" y="59833"/>
                  </a:lnTo>
                  <a:lnTo>
                    <a:pt x="671882" y="61445"/>
                  </a:lnTo>
                  <a:lnTo>
                    <a:pt x="688890" y="63000"/>
                  </a:lnTo>
                  <a:lnTo>
                    <a:pt x="705320" y="64503"/>
                  </a:lnTo>
                  <a:lnTo>
                    <a:pt x="721212" y="65956"/>
                  </a:lnTo>
                  <a:lnTo>
                    <a:pt x="736600" y="67363"/>
                  </a:lnTo>
                  <a:lnTo>
                    <a:pt x="751514" y="68727"/>
                  </a:lnTo>
                  <a:lnTo>
                    <a:pt x="765982" y="70050"/>
                  </a:lnTo>
                  <a:lnTo>
                    <a:pt x="780031" y="71335"/>
                  </a:lnTo>
                  <a:lnTo>
                    <a:pt x="793685" y="72584"/>
                  </a:lnTo>
                  <a:lnTo>
                    <a:pt x="806964" y="73798"/>
                  </a:lnTo>
                  <a:lnTo>
                    <a:pt x="819889" y="74980"/>
                  </a:lnTo>
                  <a:lnTo>
                    <a:pt x="832478" y="76132"/>
                  </a:lnTo>
                  <a:lnTo>
                    <a:pt x="844749" y="77254"/>
                  </a:lnTo>
                  <a:lnTo>
                    <a:pt x="856716" y="78348"/>
                  </a:lnTo>
                  <a:lnTo>
                    <a:pt x="868395" y="79416"/>
                  </a:lnTo>
                  <a:lnTo>
                    <a:pt x="879800" y="80459"/>
                  </a:lnTo>
                  <a:lnTo>
                    <a:pt x="890942" y="81478"/>
                  </a:lnTo>
                  <a:lnTo>
                    <a:pt x="901834" y="82474"/>
                  </a:lnTo>
                  <a:lnTo>
                    <a:pt x="912486" y="83449"/>
                  </a:lnTo>
                  <a:lnTo>
                    <a:pt x="922909" y="84402"/>
                  </a:lnTo>
                  <a:lnTo>
                    <a:pt x="933113" y="85335"/>
                  </a:lnTo>
                  <a:lnTo>
                    <a:pt x="943106" y="86249"/>
                  </a:lnTo>
                  <a:lnTo>
                    <a:pt x="952898" y="87144"/>
                  </a:lnTo>
                  <a:lnTo>
                    <a:pt x="962495" y="88022"/>
                  </a:lnTo>
                  <a:lnTo>
                    <a:pt x="971906" y="88883"/>
                  </a:lnTo>
                  <a:lnTo>
                    <a:pt x="981138" y="89727"/>
                  </a:lnTo>
                  <a:lnTo>
                    <a:pt x="990198" y="90555"/>
                  </a:lnTo>
                  <a:lnTo>
                    <a:pt x="999091" y="91369"/>
                  </a:lnTo>
                  <a:lnTo>
                    <a:pt x="1007824" y="9216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62105" y="4505332"/>
              <a:ext cx="1007824" cy="182972"/>
            </a:xfrm>
            <a:custGeom>
              <a:avLst/>
              <a:pathLst>
                <a:path w="1007824" h="182972">
                  <a:moveTo>
                    <a:pt x="0" y="0"/>
                  </a:moveTo>
                  <a:lnTo>
                    <a:pt x="64717" y="11749"/>
                  </a:lnTo>
                  <a:lnTo>
                    <a:pt x="121802" y="22113"/>
                  </a:lnTo>
                  <a:lnTo>
                    <a:pt x="172866" y="31384"/>
                  </a:lnTo>
                  <a:lnTo>
                    <a:pt x="219059" y="39770"/>
                  </a:lnTo>
                  <a:lnTo>
                    <a:pt x="261230" y="47427"/>
                  </a:lnTo>
                  <a:lnTo>
                    <a:pt x="300024" y="54470"/>
                  </a:lnTo>
                  <a:lnTo>
                    <a:pt x="335941" y="60990"/>
                  </a:lnTo>
                  <a:lnTo>
                    <a:pt x="369379" y="67061"/>
                  </a:lnTo>
                  <a:lnTo>
                    <a:pt x="400658" y="72740"/>
                  </a:lnTo>
                  <a:lnTo>
                    <a:pt x="430041" y="78075"/>
                  </a:lnTo>
                  <a:lnTo>
                    <a:pt x="457743" y="83104"/>
                  </a:lnTo>
                  <a:lnTo>
                    <a:pt x="483947" y="87861"/>
                  </a:lnTo>
                  <a:lnTo>
                    <a:pt x="508807" y="92375"/>
                  </a:lnTo>
                  <a:lnTo>
                    <a:pt x="532454" y="96668"/>
                  </a:lnTo>
                  <a:lnTo>
                    <a:pt x="555000" y="100761"/>
                  </a:lnTo>
                  <a:lnTo>
                    <a:pt x="576544" y="104673"/>
                  </a:lnTo>
                  <a:lnTo>
                    <a:pt x="597171" y="108418"/>
                  </a:lnTo>
                  <a:lnTo>
                    <a:pt x="616956" y="112010"/>
                  </a:lnTo>
                  <a:lnTo>
                    <a:pt x="635965" y="115461"/>
                  </a:lnTo>
                  <a:lnTo>
                    <a:pt x="654256" y="118781"/>
                  </a:lnTo>
                  <a:lnTo>
                    <a:pt x="671882" y="121981"/>
                  </a:lnTo>
                  <a:lnTo>
                    <a:pt x="688890" y="125069"/>
                  </a:lnTo>
                  <a:lnTo>
                    <a:pt x="705320" y="128052"/>
                  </a:lnTo>
                  <a:lnTo>
                    <a:pt x="721212" y="130937"/>
                  </a:lnTo>
                  <a:lnTo>
                    <a:pt x="736600" y="133731"/>
                  </a:lnTo>
                  <a:lnTo>
                    <a:pt x="751514" y="136439"/>
                  </a:lnTo>
                  <a:lnTo>
                    <a:pt x="765982" y="139066"/>
                  </a:lnTo>
                  <a:lnTo>
                    <a:pt x="780031" y="141616"/>
                  </a:lnTo>
                  <a:lnTo>
                    <a:pt x="793685" y="144095"/>
                  </a:lnTo>
                  <a:lnTo>
                    <a:pt x="806964" y="146506"/>
                  </a:lnTo>
                  <a:lnTo>
                    <a:pt x="819889" y="148852"/>
                  </a:lnTo>
                  <a:lnTo>
                    <a:pt x="832478" y="151138"/>
                  </a:lnTo>
                  <a:lnTo>
                    <a:pt x="844749" y="153366"/>
                  </a:lnTo>
                  <a:lnTo>
                    <a:pt x="856716" y="155539"/>
                  </a:lnTo>
                  <a:lnTo>
                    <a:pt x="868395" y="157659"/>
                  </a:lnTo>
                  <a:lnTo>
                    <a:pt x="879800" y="159729"/>
                  </a:lnTo>
                  <a:lnTo>
                    <a:pt x="890942" y="161752"/>
                  </a:lnTo>
                  <a:lnTo>
                    <a:pt x="901834" y="163730"/>
                  </a:lnTo>
                  <a:lnTo>
                    <a:pt x="912486" y="165664"/>
                  </a:lnTo>
                  <a:lnTo>
                    <a:pt x="922909" y="167556"/>
                  </a:lnTo>
                  <a:lnTo>
                    <a:pt x="933113" y="169409"/>
                  </a:lnTo>
                  <a:lnTo>
                    <a:pt x="943106" y="171223"/>
                  </a:lnTo>
                  <a:lnTo>
                    <a:pt x="952898" y="173001"/>
                  </a:lnTo>
                  <a:lnTo>
                    <a:pt x="962495" y="174743"/>
                  </a:lnTo>
                  <a:lnTo>
                    <a:pt x="971906" y="176452"/>
                  </a:lnTo>
                  <a:lnTo>
                    <a:pt x="981138" y="178128"/>
                  </a:lnTo>
                  <a:lnTo>
                    <a:pt x="990198" y="179772"/>
                  </a:lnTo>
                  <a:lnTo>
                    <a:pt x="999091" y="181387"/>
                  </a:lnTo>
                  <a:lnTo>
                    <a:pt x="1007824" y="18297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62105" y="4596552"/>
              <a:ext cx="1007824" cy="174677"/>
            </a:xfrm>
            <a:custGeom>
              <a:avLst/>
              <a:pathLst>
                <a:path w="1007824" h="174677">
                  <a:moveTo>
                    <a:pt x="0" y="0"/>
                  </a:moveTo>
                  <a:lnTo>
                    <a:pt x="64717" y="11216"/>
                  </a:lnTo>
                  <a:lnTo>
                    <a:pt x="121802" y="21110"/>
                  </a:lnTo>
                  <a:lnTo>
                    <a:pt x="172866" y="29961"/>
                  </a:lnTo>
                  <a:lnTo>
                    <a:pt x="219059" y="37967"/>
                  </a:lnTo>
                  <a:lnTo>
                    <a:pt x="261230" y="45276"/>
                  </a:lnTo>
                  <a:lnTo>
                    <a:pt x="300024" y="52000"/>
                  </a:lnTo>
                  <a:lnTo>
                    <a:pt x="335941" y="58225"/>
                  </a:lnTo>
                  <a:lnTo>
                    <a:pt x="369379" y="64021"/>
                  </a:lnTo>
                  <a:lnTo>
                    <a:pt x="400658" y="69442"/>
                  </a:lnTo>
                  <a:lnTo>
                    <a:pt x="430041" y="74535"/>
                  </a:lnTo>
                  <a:lnTo>
                    <a:pt x="457743" y="79336"/>
                  </a:lnTo>
                  <a:lnTo>
                    <a:pt x="483947" y="83878"/>
                  </a:lnTo>
                  <a:lnTo>
                    <a:pt x="508807" y="88187"/>
                  </a:lnTo>
                  <a:lnTo>
                    <a:pt x="532454" y="92285"/>
                  </a:lnTo>
                  <a:lnTo>
                    <a:pt x="555000" y="96193"/>
                  </a:lnTo>
                  <a:lnTo>
                    <a:pt x="576544" y="99927"/>
                  </a:lnTo>
                  <a:lnTo>
                    <a:pt x="597171" y="103502"/>
                  </a:lnTo>
                  <a:lnTo>
                    <a:pt x="616956" y="106931"/>
                  </a:lnTo>
                  <a:lnTo>
                    <a:pt x="635965" y="110226"/>
                  </a:lnTo>
                  <a:lnTo>
                    <a:pt x="654256" y="113396"/>
                  </a:lnTo>
                  <a:lnTo>
                    <a:pt x="671882" y="116451"/>
                  </a:lnTo>
                  <a:lnTo>
                    <a:pt x="688890" y="119399"/>
                  </a:lnTo>
                  <a:lnTo>
                    <a:pt x="705320" y="122247"/>
                  </a:lnTo>
                  <a:lnTo>
                    <a:pt x="721212" y="125001"/>
                  </a:lnTo>
                  <a:lnTo>
                    <a:pt x="736600" y="127668"/>
                  </a:lnTo>
                  <a:lnTo>
                    <a:pt x="751514" y="130253"/>
                  </a:lnTo>
                  <a:lnTo>
                    <a:pt x="765982" y="132761"/>
                  </a:lnTo>
                  <a:lnTo>
                    <a:pt x="780031" y="135196"/>
                  </a:lnTo>
                  <a:lnTo>
                    <a:pt x="793685" y="137562"/>
                  </a:lnTo>
                  <a:lnTo>
                    <a:pt x="806964" y="139864"/>
                  </a:lnTo>
                  <a:lnTo>
                    <a:pt x="819889" y="142104"/>
                  </a:lnTo>
                  <a:lnTo>
                    <a:pt x="832478" y="144286"/>
                  </a:lnTo>
                  <a:lnTo>
                    <a:pt x="844749" y="146413"/>
                  </a:lnTo>
                  <a:lnTo>
                    <a:pt x="856716" y="148487"/>
                  </a:lnTo>
                  <a:lnTo>
                    <a:pt x="868395" y="150511"/>
                  </a:lnTo>
                  <a:lnTo>
                    <a:pt x="879800" y="152488"/>
                  </a:lnTo>
                  <a:lnTo>
                    <a:pt x="890942" y="154419"/>
                  </a:lnTo>
                  <a:lnTo>
                    <a:pt x="901834" y="156307"/>
                  </a:lnTo>
                  <a:lnTo>
                    <a:pt x="912486" y="158153"/>
                  </a:lnTo>
                  <a:lnTo>
                    <a:pt x="922909" y="159960"/>
                  </a:lnTo>
                  <a:lnTo>
                    <a:pt x="933113" y="161728"/>
                  </a:lnTo>
                  <a:lnTo>
                    <a:pt x="943106" y="163460"/>
                  </a:lnTo>
                  <a:lnTo>
                    <a:pt x="952898" y="165157"/>
                  </a:lnTo>
                  <a:lnTo>
                    <a:pt x="962495" y="166821"/>
                  </a:lnTo>
                  <a:lnTo>
                    <a:pt x="971906" y="168452"/>
                  </a:lnTo>
                  <a:lnTo>
                    <a:pt x="981138" y="170052"/>
                  </a:lnTo>
                  <a:lnTo>
                    <a:pt x="990198" y="171622"/>
                  </a:lnTo>
                  <a:lnTo>
                    <a:pt x="999091" y="173164"/>
                  </a:lnTo>
                  <a:lnTo>
                    <a:pt x="1007824" y="17467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62105" y="4589742"/>
              <a:ext cx="1007824" cy="68456"/>
            </a:xfrm>
            <a:custGeom>
              <a:avLst/>
              <a:pathLst>
                <a:path w="1007824" h="68456">
                  <a:moveTo>
                    <a:pt x="0" y="0"/>
                  </a:moveTo>
                  <a:lnTo>
                    <a:pt x="64717" y="4395"/>
                  </a:lnTo>
                  <a:lnTo>
                    <a:pt x="121802" y="8273"/>
                  </a:lnTo>
                  <a:lnTo>
                    <a:pt x="172866" y="11741"/>
                  </a:lnTo>
                  <a:lnTo>
                    <a:pt x="219059" y="14879"/>
                  </a:lnTo>
                  <a:lnTo>
                    <a:pt x="261230" y="17744"/>
                  </a:lnTo>
                  <a:lnTo>
                    <a:pt x="300024" y="20379"/>
                  </a:lnTo>
                  <a:lnTo>
                    <a:pt x="335941" y="22818"/>
                  </a:lnTo>
                  <a:lnTo>
                    <a:pt x="369379" y="25089"/>
                  </a:lnTo>
                  <a:lnTo>
                    <a:pt x="400658" y="27214"/>
                  </a:lnTo>
                  <a:lnTo>
                    <a:pt x="430041" y="29210"/>
                  </a:lnTo>
                  <a:lnTo>
                    <a:pt x="457743" y="31092"/>
                  </a:lnTo>
                  <a:lnTo>
                    <a:pt x="483947" y="32872"/>
                  </a:lnTo>
                  <a:lnTo>
                    <a:pt x="508807" y="34560"/>
                  </a:lnTo>
                  <a:lnTo>
                    <a:pt x="532454" y="36166"/>
                  </a:lnTo>
                  <a:lnTo>
                    <a:pt x="555000" y="37698"/>
                  </a:lnTo>
                  <a:lnTo>
                    <a:pt x="576544" y="39161"/>
                  </a:lnTo>
                  <a:lnTo>
                    <a:pt x="597171" y="40562"/>
                  </a:lnTo>
                  <a:lnTo>
                    <a:pt x="616956" y="41906"/>
                  </a:lnTo>
                  <a:lnTo>
                    <a:pt x="635965" y="43197"/>
                  </a:lnTo>
                  <a:lnTo>
                    <a:pt x="654256" y="44440"/>
                  </a:lnTo>
                  <a:lnTo>
                    <a:pt x="671882" y="45637"/>
                  </a:lnTo>
                  <a:lnTo>
                    <a:pt x="688890" y="46792"/>
                  </a:lnTo>
                  <a:lnTo>
                    <a:pt x="705320" y="47908"/>
                  </a:lnTo>
                  <a:lnTo>
                    <a:pt x="721212" y="48988"/>
                  </a:lnTo>
                  <a:lnTo>
                    <a:pt x="736600" y="50033"/>
                  </a:lnTo>
                  <a:lnTo>
                    <a:pt x="751514" y="51046"/>
                  </a:lnTo>
                  <a:lnTo>
                    <a:pt x="765982" y="52029"/>
                  </a:lnTo>
                  <a:lnTo>
                    <a:pt x="780031" y="52983"/>
                  </a:lnTo>
                  <a:lnTo>
                    <a:pt x="793685" y="53910"/>
                  </a:lnTo>
                  <a:lnTo>
                    <a:pt x="806964" y="54812"/>
                  </a:lnTo>
                  <a:lnTo>
                    <a:pt x="819889" y="55690"/>
                  </a:lnTo>
                  <a:lnTo>
                    <a:pt x="832478" y="56545"/>
                  </a:lnTo>
                  <a:lnTo>
                    <a:pt x="844749" y="57379"/>
                  </a:lnTo>
                  <a:lnTo>
                    <a:pt x="856716" y="58192"/>
                  </a:lnTo>
                  <a:lnTo>
                    <a:pt x="868395" y="58985"/>
                  </a:lnTo>
                  <a:lnTo>
                    <a:pt x="879800" y="59760"/>
                  </a:lnTo>
                  <a:lnTo>
                    <a:pt x="890942" y="60516"/>
                  </a:lnTo>
                  <a:lnTo>
                    <a:pt x="901834" y="61256"/>
                  </a:lnTo>
                  <a:lnTo>
                    <a:pt x="912486" y="61980"/>
                  </a:lnTo>
                  <a:lnTo>
                    <a:pt x="922909" y="62688"/>
                  </a:lnTo>
                  <a:lnTo>
                    <a:pt x="933113" y="63381"/>
                  </a:lnTo>
                  <a:lnTo>
                    <a:pt x="943106" y="64060"/>
                  </a:lnTo>
                  <a:lnTo>
                    <a:pt x="952898" y="64725"/>
                  </a:lnTo>
                  <a:lnTo>
                    <a:pt x="962495" y="65377"/>
                  </a:lnTo>
                  <a:lnTo>
                    <a:pt x="971906" y="66016"/>
                  </a:lnTo>
                  <a:lnTo>
                    <a:pt x="981138" y="66643"/>
                  </a:lnTo>
                  <a:lnTo>
                    <a:pt x="990198" y="67258"/>
                  </a:lnTo>
                  <a:lnTo>
                    <a:pt x="999091" y="67862"/>
                  </a:lnTo>
                  <a:lnTo>
                    <a:pt x="1007824" y="6845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62105" y="4646961"/>
              <a:ext cx="1007824" cy="17968"/>
            </a:xfrm>
            <a:custGeom>
              <a:avLst/>
              <a:pathLst>
                <a:path w="1007824" h="17968">
                  <a:moveTo>
                    <a:pt x="0" y="0"/>
                  </a:moveTo>
                  <a:lnTo>
                    <a:pt x="64717" y="1153"/>
                  </a:lnTo>
                  <a:lnTo>
                    <a:pt x="121802" y="2171"/>
                  </a:lnTo>
                  <a:lnTo>
                    <a:pt x="172866" y="3082"/>
                  </a:lnTo>
                  <a:lnTo>
                    <a:pt x="219059" y="3905"/>
                  </a:lnTo>
                  <a:lnTo>
                    <a:pt x="261230" y="4657"/>
                  </a:lnTo>
                  <a:lnTo>
                    <a:pt x="300024" y="5349"/>
                  </a:lnTo>
                  <a:lnTo>
                    <a:pt x="335941" y="5989"/>
                  </a:lnTo>
                  <a:lnTo>
                    <a:pt x="369379" y="6585"/>
                  </a:lnTo>
                  <a:lnTo>
                    <a:pt x="400658" y="7143"/>
                  </a:lnTo>
                  <a:lnTo>
                    <a:pt x="430041" y="7667"/>
                  </a:lnTo>
                  <a:lnTo>
                    <a:pt x="457743" y="8161"/>
                  </a:lnTo>
                  <a:lnTo>
                    <a:pt x="483947" y="8628"/>
                  </a:lnTo>
                  <a:lnTo>
                    <a:pt x="508807" y="9071"/>
                  </a:lnTo>
                  <a:lnTo>
                    <a:pt x="532454" y="9493"/>
                  </a:lnTo>
                  <a:lnTo>
                    <a:pt x="555000" y="9895"/>
                  </a:lnTo>
                  <a:lnTo>
                    <a:pt x="576544" y="10279"/>
                  </a:lnTo>
                  <a:lnTo>
                    <a:pt x="597171" y="10646"/>
                  </a:lnTo>
                  <a:lnTo>
                    <a:pt x="616956" y="10999"/>
                  </a:lnTo>
                  <a:lnTo>
                    <a:pt x="635965" y="11338"/>
                  </a:lnTo>
                  <a:lnTo>
                    <a:pt x="654256" y="11664"/>
                  </a:lnTo>
                  <a:lnTo>
                    <a:pt x="671882" y="11978"/>
                  </a:lnTo>
                  <a:lnTo>
                    <a:pt x="688890" y="12282"/>
                  </a:lnTo>
                  <a:lnTo>
                    <a:pt x="705320" y="12575"/>
                  </a:lnTo>
                  <a:lnTo>
                    <a:pt x="721212" y="12858"/>
                  </a:lnTo>
                  <a:lnTo>
                    <a:pt x="736600" y="13132"/>
                  </a:lnTo>
                  <a:lnTo>
                    <a:pt x="751514" y="13398"/>
                  </a:lnTo>
                  <a:lnTo>
                    <a:pt x="765982" y="13656"/>
                  </a:lnTo>
                  <a:lnTo>
                    <a:pt x="780031" y="13907"/>
                  </a:lnTo>
                  <a:lnTo>
                    <a:pt x="793685" y="14150"/>
                  </a:lnTo>
                  <a:lnTo>
                    <a:pt x="806964" y="14387"/>
                  </a:lnTo>
                  <a:lnTo>
                    <a:pt x="819889" y="14617"/>
                  </a:lnTo>
                  <a:lnTo>
                    <a:pt x="832478" y="14842"/>
                  </a:lnTo>
                  <a:lnTo>
                    <a:pt x="844749" y="15061"/>
                  </a:lnTo>
                  <a:lnTo>
                    <a:pt x="856716" y="15274"/>
                  </a:lnTo>
                  <a:lnTo>
                    <a:pt x="868395" y="15482"/>
                  </a:lnTo>
                  <a:lnTo>
                    <a:pt x="879800" y="15685"/>
                  </a:lnTo>
                  <a:lnTo>
                    <a:pt x="890942" y="15884"/>
                  </a:lnTo>
                  <a:lnTo>
                    <a:pt x="901834" y="16078"/>
                  </a:lnTo>
                  <a:lnTo>
                    <a:pt x="912486" y="16268"/>
                  </a:lnTo>
                  <a:lnTo>
                    <a:pt x="922909" y="16454"/>
                  </a:lnTo>
                  <a:lnTo>
                    <a:pt x="933113" y="16636"/>
                  </a:lnTo>
                  <a:lnTo>
                    <a:pt x="943106" y="16814"/>
                  </a:lnTo>
                  <a:lnTo>
                    <a:pt x="952898" y="16989"/>
                  </a:lnTo>
                  <a:lnTo>
                    <a:pt x="962495" y="17160"/>
                  </a:lnTo>
                  <a:lnTo>
                    <a:pt x="971906" y="17328"/>
                  </a:lnTo>
                  <a:lnTo>
                    <a:pt x="981138" y="17492"/>
                  </a:lnTo>
                  <a:lnTo>
                    <a:pt x="990198" y="17654"/>
                  </a:lnTo>
                  <a:lnTo>
                    <a:pt x="999091" y="17812"/>
                  </a:lnTo>
                  <a:lnTo>
                    <a:pt x="1007824" y="1796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62616" y="46389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62616" y="43430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662616" y="40471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6210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9804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3398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76992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73385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6979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40573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74167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049" y="5475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122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049" y="5712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122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3930" y="5475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003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3930" y="5712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003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142" y="5475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215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142" y="5712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215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107" y="5475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180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107" y="571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180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319" y="5475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392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319" y="5712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392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2026-07-20T11:39:50Z</dcterms:modified>
  <cp:category/>
</cp:coreProperties>
</file>