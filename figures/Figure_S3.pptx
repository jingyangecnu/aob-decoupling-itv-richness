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297961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656218"/>
              <a:ext cx="1704152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74993" y="19021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3147" y="17133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72251" y="18024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60816" y="15511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86850" y="21659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45785" y="17948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41437" y="19924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89116" y="18745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88973" y="16709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88883" y="18166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71242" y="17093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39429" y="16000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23824" y="15914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51735" y="18402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39611" y="17846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58639" y="16603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70739" y="17555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42840" y="19394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73243" y="18708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40972" y="15561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24790" y="15842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1368" y="18141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31014" y="18733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31570" y="19948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23306" y="18663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70109" y="17216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6343" y="18582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72888" y="17333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09375" y="1709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17420" y="17403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44131" y="18909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8687" y="16161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5022" y="17332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9522" y="17474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01825" y="17928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7702" y="17344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5713" y="18439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33260" y="14510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35595" y="15277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20905" y="15000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11232" y="14619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52907" y="17125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36880" y="16735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38142" y="15844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43171" y="18818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32320" y="17604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22350" y="17079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51477" y="16391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79220" y="15820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10484" y="163079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91209" y="18296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27807" y="16495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88998" y="17989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511633" y="18933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27574" y="17218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19231" y="16979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89684" y="16487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31001" y="17927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21376" y="16685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19948" y="12413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86044" y="18072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90683" y="13240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03826" y="17291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26883" y="14883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79900" y="14562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03805" y="14745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28085" y="17836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85240" y="16285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24035" y="17574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07732" y="16763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90966" y="13665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21444" y="11635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396559" y="1738751"/>
              <a:ext cx="1136952" cy="137805"/>
            </a:xfrm>
            <a:custGeom>
              <a:avLst/>
              <a:pathLst>
                <a:path w="1136952" h="137805">
                  <a:moveTo>
                    <a:pt x="0" y="137805"/>
                  </a:moveTo>
                  <a:lnTo>
                    <a:pt x="73009" y="128956"/>
                  </a:lnTo>
                  <a:lnTo>
                    <a:pt x="137408" y="121150"/>
                  </a:lnTo>
                  <a:lnTo>
                    <a:pt x="195015" y="114168"/>
                  </a:lnTo>
                  <a:lnTo>
                    <a:pt x="247126" y="107852"/>
                  </a:lnTo>
                  <a:lnTo>
                    <a:pt x="294701" y="102086"/>
                  </a:lnTo>
                  <a:lnTo>
                    <a:pt x="338465" y="96781"/>
                  </a:lnTo>
                  <a:lnTo>
                    <a:pt x="378984" y="91870"/>
                  </a:lnTo>
                  <a:lnTo>
                    <a:pt x="416706" y="87298"/>
                  </a:lnTo>
                  <a:lnTo>
                    <a:pt x="451993" y="83021"/>
                  </a:lnTo>
                  <a:lnTo>
                    <a:pt x="485140" y="79003"/>
                  </a:lnTo>
                  <a:lnTo>
                    <a:pt x="516392" y="75215"/>
                  </a:lnTo>
                  <a:lnTo>
                    <a:pt x="545954" y="71632"/>
                  </a:lnTo>
                  <a:lnTo>
                    <a:pt x="573999" y="68233"/>
                  </a:lnTo>
                  <a:lnTo>
                    <a:pt x="600675" y="65000"/>
                  </a:lnTo>
                  <a:lnTo>
                    <a:pt x="626111" y="61917"/>
                  </a:lnTo>
                  <a:lnTo>
                    <a:pt x="650415" y="58971"/>
                  </a:lnTo>
                  <a:lnTo>
                    <a:pt x="673685" y="56150"/>
                  </a:lnTo>
                  <a:lnTo>
                    <a:pt x="696005" y="53445"/>
                  </a:lnTo>
                  <a:lnTo>
                    <a:pt x="717449" y="50846"/>
                  </a:lnTo>
                  <a:lnTo>
                    <a:pt x="738084" y="48345"/>
                  </a:lnTo>
                  <a:lnTo>
                    <a:pt x="757968" y="45935"/>
                  </a:lnTo>
                  <a:lnTo>
                    <a:pt x="777154" y="43609"/>
                  </a:lnTo>
                  <a:lnTo>
                    <a:pt x="795690" y="41363"/>
                  </a:lnTo>
                  <a:lnTo>
                    <a:pt x="813619" y="39190"/>
                  </a:lnTo>
                  <a:lnTo>
                    <a:pt x="830977" y="37086"/>
                  </a:lnTo>
                  <a:lnTo>
                    <a:pt x="847802" y="35046"/>
                  </a:lnTo>
                  <a:lnTo>
                    <a:pt x="864124" y="33068"/>
                  </a:lnTo>
                  <a:lnTo>
                    <a:pt x="879974" y="31147"/>
                  </a:lnTo>
                  <a:lnTo>
                    <a:pt x="895376" y="29280"/>
                  </a:lnTo>
                  <a:lnTo>
                    <a:pt x="910357" y="27464"/>
                  </a:lnTo>
                  <a:lnTo>
                    <a:pt x="924938" y="25697"/>
                  </a:lnTo>
                  <a:lnTo>
                    <a:pt x="939140" y="23976"/>
                  </a:lnTo>
                  <a:lnTo>
                    <a:pt x="952983" y="22298"/>
                  </a:lnTo>
                  <a:lnTo>
                    <a:pt x="966484" y="20661"/>
                  </a:lnTo>
                  <a:lnTo>
                    <a:pt x="979660" y="19064"/>
                  </a:lnTo>
                  <a:lnTo>
                    <a:pt x="992525" y="17505"/>
                  </a:lnTo>
                  <a:lnTo>
                    <a:pt x="1005095" y="15981"/>
                  </a:lnTo>
                  <a:lnTo>
                    <a:pt x="1017382" y="14492"/>
                  </a:lnTo>
                  <a:lnTo>
                    <a:pt x="1029399" y="13036"/>
                  </a:lnTo>
                  <a:lnTo>
                    <a:pt x="1041158" y="11610"/>
                  </a:lnTo>
                  <a:lnTo>
                    <a:pt x="1052669" y="10215"/>
                  </a:lnTo>
                  <a:lnTo>
                    <a:pt x="1063943" y="8849"/>
                  </a:lnTo>
                  <a:lnTo>
                    <a:pt x="1074989" y="7510"/>
                  </a:lnTo>
                  <a:lnTo>
                    <a:pt x="1085816" y="6198"/>
                  </a:lnTo>
                  <a:lnTo>
                    <a:pt x="1096433" y="4911"/>
                  </a:lnTo>
                  <a:lnTo>
                    <a:pt x="1106848" y="3648"/>
                  </a:lnTo>
                  <a:lnTo>
                    <a:pt x="1117068" y="2410"/>
                  </a:lnTo>
                  <a:lnTo>
                    <a:pt x="1127100" y="1194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96559" y="1479996"/>
              <a:ext cx="1136952" cy="300167"/>
            </a:xfrm>
            <a:custGeom>
              <a:avLst/>
              <a:pathLst>
                <a:path w="1136952" h="300167">
                  <a:moveTo>
                    <a:pt x="0" y="300167"/>
                  </a:moveTo>
                  <a:lnTo>
                    <a:pt x="73009" y="280892"/>
                  </a:lnTo>
                  <a:lnTo>
                    <a:pt x="137408" y="263890"/>
                  </a:lnTo>
                  <a:lnTo>
                    <a:pt x="195015" y="248681"/>
                  </a:lnTo>
                  <a:lnTo>
                    <a:pt x="247126" y="234923"/>
                  </a:lnTo>
                  <a:lnTo>
                    <a:pt x="294701" y="222363"/>
                  </a:lnTo>
                  <a:lnTo>
                    <a:pt x="338465" y="210809"/>
                  </a:lnTo>
                  <a:lnTo>
                    <a:pt x="378984" y="200111"/>
                  </a:lnTo>
                  <a:lnTo>
                    <a:pt x="416706" y="190152"/>
                  </a:lnTo>
                  <a:lnTo>
                    <a:pt x="451993" y="180836"/>
                  </a:lnTo>
                  <a:lnTo>
                    <a:pt x="485140" y="172085"/>
                  </a:lnTo>
                  <a:lnTo>
                    <a:pt x="516392" y="163834"/>
                  </a:lnTo>
                  <a:lnTo>
                    <a:pt x="545954" y="156029"/>
                  </a:lnTo>
                  <a:lnTo>
                    <a:pt x="573999" y="148625"/>
                  </a:lnTo>
                  <a:lnTo>
                    <a:pt x="600675" y="141582"/>
                  </a:lnTo>
                  <a:lnTo>
                    <a:pt x="626111" y="134867"/>
                  </a:lnTo>
                  <a:lnTo>
                    <a:pt x="650415" y="128451"/>
                  </a:lnTo>
                  <a:lnTo>
                    <a:pt x="673685" y="122307"/>
                  </a:lnTo>
                  <a:lnTo>
                    <a:pt x="696005" y="116414"/>
                  </a:lnTo>
                  <a:lnTo>
                    <a:pt x="717449" y="110753"/>
                  </a:lnTo>
                  <a:lnTo>
                    <a:pt x="738084" y="105305"/>
                  </a:lnTo>
                  <a:lnTo>
                    <a:pt x="757968" y="100055"/>
                  </a:lnTo>
                  <a:lnTo>
                    <a:pt x="777154" y="94990"/>
                  </a:lnTo>
                  <a:lnTo>
                    <a:pt x="795690" y="90096"/>
                  </a:lnTo>
                  <a:lnTo>
                    <a:pt x="813619" y="85363"/>
                  </a:lnTo>
                  <a:lnTo>
                    <a:pt x="830977" y="80780"/>
                  </a:lnTo>
                  <a:lnTo>
                    <a:pt x="847802" y="76338"/>
                  </a:lnTo>
                  <a:lnTo>
                    <a:pt x="864124" y="72029"/>
                  </a:lnTo>
                  <a:lnTo>
                    <a:pt x="879974" y="67845"/>
                  </a:lnTo>
                  <a:lnTo>
                    <a:pt x="895376" y="63778"/>
                  </a:lnTo>
                  <a:lnTo>
                    <a:pt x="910357" y="59823"/>
                  </a:lnTo>
                  <a:lnTo>
                    <a:pt x="924938" y="55974"/>
                  </a:lnTo>
                  <a:lnTo>
                    <a:pt x="939140" y="52224"/>
                  </a:lnTo>
                  <a:lnTo>
                    <a:pt x="952983" y="48569"/>
                  </a:lnTo>
                  <a:lnTo>
                    <a:pt x="966484" y="45005"/>
                  </a:lnTo>
                  <a:lnTo>
                    <a:pt x="979660" y="41526"/>
                  </a:lnTo>
                  <a:lnTo>
                    <a:pt x="992525" y="38130"/>
                  </a:lnTo>
                  <a:lnTo>
                    <a:pt x="1005095" y="34811"/>
                  </a:lnTo>
                  <a:lnTo>
                    <a:pt x="1017382" y="31567"/>
                  </a:lnTo>
                  <a:lnTo>
                    <a:pt x="1029399" y="28395"/>
                  </a:lnTo>
                  <a:lnTo>
                    <a:pt x="1041158" y="25290"/>
                  </a:lnTo>
                  <a:lnTo>
                    <a:pt x="1052669" y="22251"/>
                  </a:lnTo>
                  <a:lnTo>
                    <a:pt x="1063943" y="19275"/>
                  </a:lnTo>
                  <a:lnTo>
                    <a:pt x="1074989" y="16359"/>
                  </a:lnTo>
                  <a:lnTo>
                    <a:pt x="1085816" y="13500"/>
                  </a:lnTo>
                  <a:lnTo>
                    <a:pt x="1096433" y="10697"/>
                  </a:lnTo>
                  <a:lnTo>
                    <a:pt x="1106848" y="7947"/>
                  </a:lnTo>
                  <a:lnTo>
                    <a:pt x="1117068" y="5249"/>
                  </a:lnTo>
                  <a:lnTo>
                    <a:pt x="1127100" y="2600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96559" y="1793750"/>
              <a:ext cx="1136952" cy="70691"/>
            </a:xfrm>
            <a:custGeom>
              <a:avLst/>
              <a:pathLst>
                <a:path w="1136952" h="70691">
                  <a:moveTo>
                    <a:pt x="0" y="70691"/>
                  </a:moveTo>
                  <a:lnTo>
                    <a:pt x="73009" y="66151"/>
                  </a:lnTo>
                  <a:lnTo>
                    <a:pt x="137408" y="62147"/>
                  </a:lnTo>
                  <a:lnTo>
                    <a:pt x="195015" y="58565"/>
                  </a:lnTo>
                  <a:lnTo>
                    <a:pt x="247126" y="55325"/>
                  </a:lnTo>
                  <a:lnTo>
                    <a:pt x="294701" y="52367"/>
                  </a:lnTo>
                  <a:lnTo>
                    <a:pt x="338465" y="49646"/>
                  </a:lnTo>
                  <a:lnTo>
                    <a:pt x="378984" y="47127"/>
                  </a:lnTo>
                  <a:lnTo>
                    <a:pt x="416706" y="44781"/>
                  </a:lnTo>
                  <a:lnTo>
                    <a:pt x="451993" y="42587"/>
                  </a:lnTo>
                  <a:lnTo>
                    <a:pt x="485140" y="40527"/>
                  </a:lnTo>
                  <a:lnTo>
                    <a:pt x="516392" y="38583"/>
                  </a:lnTo>
                  <a:lnTo>
                    <a:pt x="545954" y="36745"/>
                  </a:lnTo>
                  <a:lnTo>
                    <a:pt x="573999" y="35002"/>
                  </a:lnTo>
                  <a:lnTo>
                    <a:pt x="600675" y="33343"/>
                  </a:lnTo>
                  <a:lnTo>
                    <a:pt x="626111" y="31762"/>
                  </a:lnTo>
                  <a:lnTo>
                    <a:pt x="650415" y="30250"/>
                  </a:lnTo>
                  <a:lnTo>
                    <a:pt x="673685" y="28804"/>
                  </a:lnTo>
                  <a:lnTo>
                    <a:pt x="696005" y="27416"/>
                  </a:lnTo>
                  <a:lnTo>
                    <a:pt x="717449" y="26083"/>
                  </a:lnTo>
                  <a:lnTo>
                    <a:pt x="738084" y="24800"/>
                  </a:lnTo>
                  <a:lnTo>
                    <a:pt x="757968" y="23563"/>
                  </a:lnTo>
                  <a:lnTo>
                    <a:pt x="777154" y="22370"/>
                  </a:lnTo>
                  <a:lnTo>
                    <a:pt x="795690" y="21218"/>
                  </a:lnTo>
                  <a:lnTo>
                    <a:pt x="813619" y="20103"/>
                  </a:lnTo>
                  <a:lnTo>
                    <a:pt x="830977" y="19024"/>
                  </a:lnTo>
                  <a:lnTo>
                    <a:pt x="847802" y="17978"/>
                  </a:lnTo>
                  <a:lnTo>
                    <a:pt x="864124" y="16963"/>
                  </a:lnTo>
                  <a:lnTo>
                    <a:pt x="879974" y="15977"/>
                  </a:lnTo>
                  <a:lnTo>
                    <a:pt x="895376" y="15020"/>
                  </a:lnTo>
                  <a:lnTo>
                    <a:pt x="910357" y="14088"/>
                  </a:lnTo>
                  <a:lnTo>
                    <a:pt x="924938" y="13182"/>
                  </a:lnTo>
                  <a:lnTo>
                    <a:pt x="939140" y="12299"/>
                  </a:lnTo>
                  <a:lnTo>
                    <a:pt x="952983" y="11438"/>
                  </a:lnTo>
                  <a:lnTo>
                    <a:pt x="966484" y="10599"/>
                  </a:lnTo>
                  <a:lnTo>
                    <a:pt x="979660" y="9779"/>
                  </a:lnTo>
                  <a:lnTo>
                    <a:pt x="992525" y="8979"/>
                  </a:lnTo>
                  <a:lnTo>
                    <a:pt x="1005095" y="8198"/>
                  </a:lnTo>
                  <a:lnTo>
                    <a:pt x="1017382" y="7434"/>
                  </a:lnTo>
                  <a:lnTo>
                    <a:pt x="1029399" y="6687"/>
                  </a:lnTo>
                  <a:lnTo>
                    <a:pt x="1041158" y="5956"/>
                  </a:lnTo>
                  <a:lnTo>
                    <a:pt x="1052669" y="5240"/>
                  </a:lnTo>
                  <a:lnTo>
                    <a:pt x="1063943" y="4539"/>
                  </a:lnTo>
                  <a:lnTo>
                    <a:pt x="1074989" y="3852"/>
                  </a:lnTo>
                  <a:lnTo>
                    <a:pt x="1085816" y="3179"/>
                  </a:lnTo>
                  <a:lnTo>
                    <a:pt x="1096433" y="2519"/>
                  </a:lnTo>
                  <a:lnTo>
                    <a:pt x="1106848" y="1871"/>
                  </a:lnTo>
                  <a:lnTo>
                    <a:pt x="1117068" y="1236"/>
                  </a:lnTo>
                  <a:lnTo>
                    <a:pt x="1127100" y="612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396559" y="1443231"/>
              <a:ext cx="1136952" cy="667046"/>
            </a:xfrm>
            <a:custGeom>
              <a:avLst/>
              <a:pathLst>
                <a:path w="1136952" h="667046">
                  <a:moveTo>
                    <a:pt x="0" y="667046"/>
                  </a:moveTo>
                  <a:lnTo>
                    <a:pt x="73009" y="624212"/>
                  </a:lnTo>
                  <a:lnTo>
                    <a:pt x="137408" y="586429"/>
                  </a:lnTo>
                  <a:lnTo>
                    <a:pt x="195015" y="552631"/>
                  </a:lnTo>
                  <a:lnTo>
                    <a:pt x="247126" y="522058"/>
                  </a:lnTo>
                  <a:lnTo>
                    <a:pt x="294701" y="494146"/>
                  </a:lnTo>
                  <a:lnTo>
                    <a:pt x="338465" y="468470"/>
                  </a:lnTo>
                  <a:lnTo>
                    <a:pt x="378984" y="444697"/>
                  </a:lnTo>
                  <a:lnTo>
                    <a:pt x="416706" y="422566"/>
                  </a:lnTo>
                  <a:lnTo>
                    <a:pt x="451993" y="401863"/>
                  </a:lnTo>
                  <a:lnTo>
                    <a:pt x="485140" y="382416"/>
                  </a:lnTo>
                  <a:lnTo>
                    <a:pt x="516392" y="364080"/>
                  </a:lnTo>
                  <a:lnTo>
                    <a:pt x="545954" y="346736"/>
                  </a:lnTo>
                  <a:lnTo>
                    <a:pt x="573999" y="330282"/>
                  </a:lnTo>
                  <a:lnTo>
                    <a:pt x="600675" y="314632"/>
                  </a:lnTo>
                  <a:lnTo>
                    <a:pt x="626111" y="299709"/>
                  </a:lnTo>
                  <a:lnTo>
                    <a:pt x="650415" y="285449"/>
                  </a:lnTo>
                  <a:lnTo>
                    <a:pt x="673685" y="271797"/>
                  </a:lnTo>
                  <a:lnTo>
                    <a:pt x="696005" y="258702"/>
                  </a:lnTo>
                  <a:lnTo>
                    <a:pt x="717449" y="246121"/>
                  </a:lnTo>
                  <a:lnTo>
                    <a:pt x="738084" y="234014"/>
                  </a:lnTo>
                  <a:lnTo>
                    <a:pt x="757968" y="222348"/>
                  </a:lnTo>
                  <a:lnTo>
                    <a:pt x="777154" y="211092"/>
                  </a:lnTo>
                  <a:lnTo>
                    <a:pt x="795690" y="200217"/>
                  </a:lnTo>
                  <a:lnTo>
                    <a:pt x="813619" y="189698"/>
                  </a:lnTo>
                  <a:lnTo>
                    <a:pt x="830977" y="179514"/>
                  </a:lnTo>
                  <a:lnTo>
                    <a:pt x="847802" y="169643"/>
                  </a:lnTo>
                  <a:lnTo>
                    <a:pt x="864124" y="160067"/>
                  </a:lnTo>
                  <a:lnTo>
                    <a:pt x="879974" y="150768"/>
                  </a:lnTo>
                  <a:lnTo>
                    <a:pt x="895376" y="141731"/>
                  </a:lnTo>
                  <a:lnTo>
                    <a:pt x="910357" y="132942"/>
                  </a:lnTo>
                  <a:lnTo>
                    <a:pt x="924938" y="124388"/>
                  </a:lnTo>
                  <a:lnTo>
                    <a:pt x="939140" y="116055"/>
                  </a:lnTo>
                  <a:lnTo>
                    <a:pt x="952983" y="107934"/>
                  </a:lnTo>
                  <a:lnTo>
                    <a:pt x="966484" y="100013"/>
                  </a:lnTo>
                  <a:lnTo>
                    <a:pt x="979660" y="92283"/>
                  </a:lnTo>
                  <a:lnTo>
                    <a:pt x="992525" y="84734"/>
                  </a:lnTo>
                  <a:lnTo>
                    <a:pt x="1005095" y="77360"/>
                  </a:lnTo>
                  <a:lnTo>
                    <a:pt x="1017382" y="70151"/>
                  </a:lnTo>
                  <a:lnTo>
                    <a:pt x="1029399" y="63101"/>
                  </a:lnTo>
                  <a:lnTo>
                    <a:pt x="1041158" y="56202"/>
                  </a:lnTo>
                  <a:lnTo>
                    <a:pt x="1052669" y="49448"/>
                  </a:lnTo>
                  <a:lnTo>
                    <a:pt x="1063943" y="42834"/>
                  </a:lnTo>
                  <a:lnTo>
                    <a:pt x="1074989" y="36353"/>
                  </a:lnTo>
                  <a:lnTo>
                    <a:pt x="1085816" y="30001"/>
                  </a:lnTo>
                  <a:lnTo>
                    <a:pt x="1096433" y="23772"/>
                  </a:lnTo>
                  <a:lnTo>
                    <a:pt x="1106848" y="17662"/>
                  </a:lnTo>
                  <a:lnTo>
                    <a:pt x="1117068" y="11666"/>
                  </a:lnTo>
                  <a:lnTo>
                    <a:pt x="1127100" y="5780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396559" y="1743215"/>
              <a:ext cx="1136952" cy="109449"/>
            </a:xfrm>
            <a:custGeom>
              <a:avLst/>
              <a:pathLst>
                <a:path w="1136952" h="109449">
                  <a:moveTo>
                    <a:pt x="0" y="109449"/>
                  </a:moveTo>
                  <a:lnTo>
                    <a:pt x="73009" y="102421"/>
                  </a:lnTo>
                  <a:lnTo>
                    <a:pt x="137408" y="96222"/>
                  </a:lnTo>
                  <a:lnTo>
                    <a:pt x="195015" y="90676"/>
                  </a:lnTo>
                  <a:lnTo>
                    <a:pt x="247126" y="85659"/>
                  </a:lnTo>
                  <a:lnTo>
                    <a:pt x="294701" y="81080"/>
                  </a:lnTo>
                  <a:lnTo>
                    <a:pt x="338465" y="76867"/>
                  </a:lnTo>
                  <a:lnTo>
                    <a:pt x="378984" y="72966"/>
                  </a:lnTo>
                  <a:lnTo>
                    <a:pt x="416706" y="69335"/>
                  </a:lnTo>
                  <a:lnTo>
                    <a:pt x="451993" y="65938"/>
                  </a:lnTo>
                  <a:lnTo>
                    <a:pt x="485140" y="62747"/>
                  </a:lnTo>
                  <a:lnTo>
                    <a:pt x="516392" y="59738"/>
                  </a:lnTo>
                  <a:lnTo>
                    <a:pt x="545954" y="56893"/>
                  </a:lnTo>
                  <a:lnTo>
                    <a:pt x="573999" y="54193"/>
                  </a:lnTo>
                  <a:lnTo>
                    <a:pt x="600675" y="51625"/>
                  </a:lnTo>
                  <a:lnTo>
                    <a:pt x="626111" y="49176"/>
                  </a:lnTo>
                  <a:lnTo>
                    <a:pt x="650415" y="46836"/>
                  </a:lnTo>
                  <a:lnTo>
                    <a:pt x="673685" y="44596"/>
                  </a:lnTo>
                  <a:lnTo>
                    <a:pt x="696005" y="42448"/>
                  </a:lnTo>
                  <a:lnTo>
                    <a:pt x="717449" y="40383"/>
                  </a:lnTo>
                  <a:lnTo>
                    <a:pt x="738084" y="38397"/>
                  </a:lnTo>
                  <a:lnTo>
                    <a:pt x="757968" y="36483"/>
                  </a:lnTo>
                  <a:lnTo>
                    <a:pt x="777154" y="34636"/>
                  </a:lnTo>
                  <a:lnTo>
                    <a:pt x="795690" y="32851"/>
                  </a:lnTo>
                  <a:lnTo>
                    <a:pt x="813619" y="31126"/>
                  </a:lnTo>
                  <a:lnTo>
                    <a:pt x="830977" y="29454"/>
                  </a:lnTo>
                  <a:lnTo>
                    <a:pt x="847802" y="27835"/>
                  </a:lnTo>
                  <a:lnTo>
                    <a:pt x="864124" y="26264"/>
                  </a:lnTo>
                  <a:lnTo>
                    <a:pt x="879974" y="24738"/>
                  </a:lnTo>
                  <a:lnTo>
                    <a:pt x="895376" y="23255"/>
                  </a:lnTo>
                  <a:lnTo>
                    <a:pt x="910357" y="21813"/>
                  </a:lnTo>
                  <a:lnTo>
                    <a:pt x="924938" y="20409"/>
                  </a:lnTo>
                  <a:lnTo>
                    <a:pt x="939140" y="19042"/>
                  </a:lnTo>
                  <a:lnTo>
                    <a:pt x="952983" y="17709"/>
                  </a:lnTo>
                  <a:lnTo>
                    <a:pt x="966484" y="16410"/>
                  </a:lnTo>
                  <a:lnTo>
                    <a:pt x="979660" y="15141"/>
                  </a:lnTo>
                  <a:lnTo>
                    <a:pt x="992525" y="13903"/>
                  </a:lnTo>
                  <a:lnTo>
                    <a:pt x="1005095" y="12693"/>
                  </a:lnTo>
                  <a:lnTo>
                    <a:pt x="1017382" y="11510"/>
                  </a:lnTo>
                  <a:lnTo>
                    <a:pt x="1029399" y="10353"/>
                  </a:lnTo>
                  <a:lnTo>
                    <a:pt x="1041158" y="9221"/>
                  </a:lnTo>
                  <a:lnTo>
                    <a:pt x="1052669" y="8113"/>
                  </a:lnTo>
                  <a:lnTo>
                    <a:pt x="1063943" y="7028"/>
                  </a:lnTo>
                  <a:lnTo>
                    <a:pt x="1074989" y="5964"/>
                  </a:lnTo>
                  <a:lnTo>
                    <a:pt x="1085816" y="4922"/>
                  </a:lnTo>
                  <a:lnTo>
                    <a:pt x="1096433" y="3900"/>
                  </a:lnTo>
                  <a:lnTo>
                    <a:pt x="1106848" y="2898"/>
                  </a:lnTo>
                  <a:lnTo>
                    <a:pt x="1117068" y="1914"/>
                  </a:lnTo>
                  <a:lnTo>
                    <a:pt x="1127100" y="948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396559" y="1699217"/>
              <a:ext cx="1136952" cy="16894"/>
            </a:xfrm>
            <a:custGeom>
              <a:avLst/>
              <a:pathLst>
                <a:path w="1136952" h="16894">
                  <a:moveTo>
                    <a:pt x="0" y="0"/>
                  </a:moveTo>
                  <a:lnTo>
                    <a:pt x="73009" y="1084"/>
                  </a:lnTo>
                  <a:lnTo>
                    <a:pt x="137408" y="2041"/>
                  </a:lnTo>
                  <a:lnTo>
                    <a:pt x="195015" y="2897"/>
                  </a:lnTo>
                  <a:lnTo>
                    <a:pt x="247126" y="3672"/>
                  </a:lnTo>
                  <a:lnTo>
                    <a:pt x="294701" y="4379"/>
                  </a:lnTo>
                  <a:lnTo>
                    <a:pt x="338465" y="5029"/>
                  </a:lnTo>
                  <a:lnTo>
                    <a:pt x="378984" y="5631"/>
                  </a:lnTo>
                  <a:lnTo>
                    <a:pt x="416706" y="6192"/>
                  </a:lnTo>
                  <a:lnTo>
                    <a:pt x="451993" y="6716"/>
                  </a:lnTo>
                  <a:lnTo>
                    <a:pt x="485140" y="7208"/>
                  </a:lnTo>
                  <a:lnTo>
                    <a:pt x="516392" y="7673"/>
                  </a:lnTo>
                  <a:lnTo>
                    <a:pt x="545954" y="8112"/>
                  </a:lnTo>
                  <a:lnTo>
                    <a:pt x="573999" y="8529"/>
                  </a:lnTo>
                  <a:lnTo>
                    <a:pt x="600675" y="8925"/>
                  </a:lnTo>
                  <a:lnTo>
                    <a:pt x="626111" y="9303"/>
                  </a:lnTo>
                  <a:lnTo>
                    <a:pt x="650415" y="9664"/>
                  </a:lnTo>
                  <a:lnTo>
                    <a:pt x="673685" y="10010"/>
                  </a:lnTo>
                  <a:lnTo>
                    <a:pt x="696005" y="10342"/>
                  </a:lnTo>
                  <a:lnTo>
                    <a:pt x="717449" y="10660"/>
                  </a:lnTo>
                  <a:lnTo>
                    <a:pt x="738084" y="10967"/>
                  </a:lnTo>
                  <a:lnTo>
                    <a:pt x="757968" y="11263"/>
                  </a:lnTo>
                  <a:lnTo>
                    <a:pt x="777154" y="11548"/>
                  </a:lnTo>
                  <a:lnTo>
                    <a:pt x="795690" y="11823"/>
                  </a:lnTo>
                  <a:lnTo>
                    <a:pt x="813619" y="12089"/>
                  </a:lnTo>
                  <a:lnTo>
                    <a:pt x="830977" y="12347"/>
                  </a:lnTo>
                  <a:lnTo>
                    <a:pt x="847802" y="12597"/>
                  </a:lnTo>
                  <a:lnTo>
                    <a:pt x="864124" y="12840"/>
                  </a:lnTo>
                  <a:lnTo>
                    <a:pt x="879974" y="13075"/>
                  </a:lnTo>
                  <a:lnTo>
                    <a:pt x="895376" y="13304"/>
                  </a:lnTo>
                  <a:lnTo>
                    <a:pt x="910357" y="13527"/>
                  </a:lnTo>
                  <a:lnTo>
                    <a:pt x="924938" y="13744"/>
                  </a:lnTo>
                  <a:lnTo>
                    <a:pt x="939140" y="13955"/>
                  </a:lnTo>
                  <a:lnTo>
                    <a:pt x="952983" y="14160"/>
                  </a:lnTo>
                  <a:lnTo>
                    <a:pt x="966484" y="14361"/>
                  </a:lnTo>
                  <a:lnTo>
                    <a:pt x="979660" y="14557"/>
                  </a:lnTo>
                  <a:lnTo>
                    <a:pt x="992525" y="14748"/>
                  </a:lnTo>
                  <a:lnTo>
                    <a:pt x="1005095" y="14935"/>
                  </a:lnTo>
                  <a:lnTo>
                    <a:pt x="1017382" y="15117"/>
                  </a:lnTo>
                  <a:lnTo>
                    <a:pt x="1029399" y="15296"/>
                  </a:lnTo>
                  <a:lnTo>
                    <a:pt x="1041158" y="15471"/>
                  </a:lnTo>
                  <a:lnTo>
                    <a:pt x="1052669" y="15642"/>
                  </a:lnTo>
                  <a:lnTo>
                    <a:pt x="1063943" y="15809"/>
                  </a:lnTo>
                  <a:lnTo>
                    <a:pt x="1074989" y="15973"/>
                  </a:lnTo>
                  <a:lnTo>
                    <a:pt x="1085816" y="16134"/>
                  </a:lnTo>
                  <a:lnTo>
                    <a:pt x="1096433" y="16292"/>
                  </a:lnTo>
                  <a:lnTo>
                    <a:pt x="1106848" y="16447"/>
                  </a:lnTo>
                  <a:lnTo>
                    <a:pt x="1117068" y="16599"/>
                  </a:lnTo>
                  <a:lnTo>
                    <a:pt x="1127100" y="16748"/>
                  </a:lnTo>
                  <a:lnTo>
                    <a:pt x="1136952" y="1689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96559" y="1684067"/>
              <a:ext cx="1136952" cy="131066"/>
            </a:xfrm>
            <a:custGeom>
              <a:avLst/>
              <a:pathLst>
                <a:path w="1136952" h="131066">
                  <a:moveTo>
                    <a:pt x="0" y="131066"/>
                  </a:moveTo>
                  <a:lnTo>
                    <a:pt x="73009" y="122650"/>
                  </a:lnTo>
                  <a:lnTo>
                    <a:pt x="137408" y="115226"/>
                  </a:lnTo>
                  <a:lnTo>
                    <a:pt x="195015" y="108585"/>
                  </a:lnTo>
                  <a:lnTo>
                    <a:pt x="247126" y="102578"/>
                  </a:lnTo>
                  <a:lnTo>
                    <a:pt x="294701" y="97093"/>
                  </a:lnTo>
                  <a:lnTo>
                    <a:pt x="338465" y="92048"/>
                  </a:lnTo>
                  <a:lnTo>
                    <a:pt x="378984" y="87377"/>
                  </a:lnTo>
                  <a:lnTo>
                    <a:pt x="416706" y="83029"/>
                  </a:lnTo>
                  <a:lnTo>
                    <a:pt x="451993" y="78961"/>
                  </a:lnTo>
                  <a:lnTo>
                    <a:pt x="485140" y="75140"/>
                  </a:lnTo>
                  <a:lnTo>
                    <a:pt x="516392" y="71537"/>
                  </a:lnTo>
                  <a:lnTo>
                    <a:pt x="545954" y="68129"/>
                  </a:lnTo>
                  <a:lnTo>
                    <a:pt x="573999" y="64896"/>
                  </a:lnTo>
                  <a:lnTo>
                    <a:pt x="600675" y="61821"/>
                  </a:lnTo>
                  <a:lnTo>
                    <a:pt x="626111" y="58889"/>
                  </a:lnTo>
                  <a:lnTo>
                    <a:pt x="650415" y="56087"/>
                  </a:lnTo>
                  <a:lnTo>
                    <a:pt x="673685" y="53405"/>
                  </a:lnTo>
                  <a:lnTo>
                    <a:pt x="696005" y="50832"/>
                  </a:lnTo>
                  <a:lnTo>
                    <a:pt x="717449" y="48359"/>
                  </a:lnTo>
                  <a:lnTo>
                    <a:pt x="738084" y="45981"/>
                  </a:lnTo>
                  <a:lnTo>
                    <a:pt x="757968" y="43688"/>
                  </a:lnTo>
                  <a:lnTo>
                    <a:pt x="777154" y="41477"/>
                  </a:lnTo>
                  <a:lnTo>
                    <a:pt x="795690" y="39340"/>
                  </a:lnTo>
                  <a:lnTo>
                    <a:pt x="813619" y="37273"/>
                  </a:lnTo>
                  <a:lnTo>
                    <a:pt x="830977" y="35272"/>
                  </a:lnTo>
                  <a:lnTo>
                    <a:pt x="847802" y="33332"/>
                  </a:lnTo>
                  <a:lnTo>
                    <a:pt x="864124" y="31451"/>
                  </a:lnTo>
                  <a:lnTo>
                    <a:pt x="879974" y="29624"/>
                  </a:lnTo>
                  <a:lnTo>
                    <a:pt x="895376" y="27848"/>
                  </a:lnTo>
                  <a:lnTo>
                    <a:pt x="910357" y="26121"/>
                  </a:lnTo>
                  <a:lnTo>
                    <a:pt x="924938" y="24440"/>
                  </a:lnTo>
                  <a:lnTo>
                    <a:pt x="939140" y="22803"/>
                  </a:lnTo>
                  <a:lnTo>
                    <a:pt x="952983" y="21207"/>
                  </a:lnTo>
                  <a:lnTo>
                    <a:pt x="966484" y="19651"/>
                  </a:lnTo>
                  <a:lnTo>
                    <a:pt x="979660" y="18132"/>
                  </a:lnTo>
                  <a:lnTo>
                    <a:pt x="992525" y="16649"/>
                  </a:lnTo>
                  <a:lnTo>
                    <a:pt x="1005095" y="15200"/>
                  </a:lnTo>
                  <a:lnTo>
                    <a:pt x="1017382" y="13783"/>
                  </a:lnTo>
                  <a:lnTo>
                    <a:pt x="1029399" y="12398"/>
                  </a:lnTo>
                  <a:lnTo>
                    <a:pt x="1041158" y="11043"/>
                  </a:lnTo>
                  <a:lnTo>
                    <a:pt x="1052669" y="9716"/>
                  </a:lnTo>
                  <a:lnTo>
                    <a:pt x="1063943" y="8416"/>
                  </a:lnTo>
                  <a:lnTo>
                    <a:pt x="1074989" y="7143"/>
                  </a:lnTo>
                  <a:lnTo>
                    <a:pt x="1085816" y="5894"/>
                  </a:lnTo>
                  <a:lnTo>
                    <a:pt x="1096433" y="4671"/>
                  </a:lnTo>
                  <a:lnTo>
                    <a:pt x="1106848" y="3470"/>
                  </a:lnTo>
                  <a:lnTo>
                    <a:pt x="1117068" y="2292"/>
                  </a:lnTo>
                  <a:lnTo>
                    <a:pt x="1127100" y="1135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96559" y="1491821"/>
              <a:ext cx="1136952" cy="473227"/>
            </a:xfrm>
            <a:custGeom>
              <a:avLst/>
              <a:pathLst>
                <a:path w="1136952" h="473227">
                  <a:moveTo>
                    <a:pt x="0" y="473227"/>
                  </a:moveTo>
                  <a:lnTo>
                    <a:pt x="73009" y="442839"/>
                  </a:lnTo>
                  <a:lnTo>
                    <a:pt x="137408" y="416034"/>
                  </a:lnTo>
                  <a:lnTo>
                    <a:pt x="195015" y="392057"/>
                  </a:lnTo>
                  <a:lnTo>
                    <a:pt x="247126" y="370367"/>
                  </a:lnTo>
                  <a:lnTo>
                    <a:pt x="294701" y="350565"/>
                  </a:lnTo>
                  <a:lnTo>
                    <a:pt x="338465" y="332350"/>
                  </a:lnTo>
                  <a:lnTo>
                    <a:pt x="378984" y="315484"/>
                  </a:lnTo>
                  <a:lnTo>
                    <a:pt x="416706" y="299783"/>
                  </a:lnTo>
                  <a:lnTo>
                    <a:pt x="451993" y="285096"/>
                  </a:lnTo>
                  <a:lnTo>
                    <a:pt x="485140" y="271300"/>
                  </a:lnTo>
                  <a:lnTo>
                    <a:pt x="516392" y="258292"/>
                  </a:lnTo>
                  <a:lnTo>
                    <a:pt x="545954" y="245987"/>
                  </a:lnTo>
                  <a:lnTo>
                    <a:pt x="573999" y="234314"/>
                  </a:lnTo>
                  <a:lnTo>
                    <a:pt x="600675" y="223211"/>
                  </a:lnTo>
                  <a:lnTo>
                    <a:pt x="626111" y="212624"/>
                  </a:lnTo>
                  <a:lnTo>
                    <a:pt x="650415" y="202508"/>
                  </a:lnTo>
                  <a:lnTo>
                    <a:pt x="673685" y="192823"/>
                  </a:lnTo>
                  <a:lnTo>
                    <a:pt x="696005" y="183533"/>
                  </a:lnTo>
                  <a:lnTo>
                    <a:pt x="717449" y="174607"/>
                  </a:lnTo>
                  <a:lnTo>
                    <a:pt x="738084" y="166018"/>
                  </a:lnTo>
                  <a:lnTo>
                    <a:pt x="757968" y="157742"/>
                  </a:lnTo>
                  <a:lnTo>
                    <a:pt x="777154" y="149756"/>
                  </a:lnTo>
                  <a:lnTo>
                    <a:pt x="795690" y="142041"/>
                  </a:lnTo>
                  <a:lnTo>
                    <a:pt x="813619" y="134579"/>
                  </a:lnTo>
                  <a:lnTo>
                    <a:pt x="830977" y="127354"/>
                  </a:lnTo>
                  <a:lnTo>
                    <a:pt x="847802" y="120351"/>
                  </a:lnTo>
                  <a:lnTo>
                    <a:pt x="864124" y="113557"/>
                  </a:lnTo>
                  <a:lnTo>
                    <a:pt x="879974" y="106960"/>
                  </a:lnTo>
                  <a:lnTo>
                    <a:pt x="895376" y="100549"/>
                  </a:lnTo>
                  <a:lnTo>
                    <a:pt x="910357" y="94314"/>
                  </a:lnTo>
                  <a:lnTo>
                    <a:pt x="924938" y="88245"/>
                  </a:lnTo>
                  <a:lnTo>
                    <a:pt x="939140" y="82334"/>
                  </a:lnTo>
                  <a:lnTo>
                    <a:pt x="952983" y="76572"/>
                  </a:lnTo>
                  <a:lnTo>
                    <a:pt x="966484" y="70953"/>
                  </a:lnTo>
                  <a:lnTo>
                    <a:pt x="979660" y="65469"/>
                  </a:lnTo>
                  <a:lnTo>
                    <a:pt x="992525" y="60114"/>
                  </a:lnTo>
                  <a:lnTo>
                    <a:pt x="1005095" y="54882"/>
                  </a:lnTo>
                  <a:lnTo>
                    <a:pt x="1017382" y="49768"/>
                  </a:lnTo>
                  <a:lnTo>
                    <a:pt x="1029399" y="44766"/>
                  </a:lnTo>
                  <a:lnTo>
                    <a:pt x="1041158" y="39871"/>
                  </a:lnTo>
                  <a:lnTo>
                    <a:pt x="1052669" y="35080"/>
                  </a:lnTo>
                  <a:lnTo>
                    <a:pt x="1063943" y="30388"/>
                  </a:lnTo>
                  <a:lnTo>
                    <a:pt x="1074989" y="25790"/>
                  </a:lnTo>
                  <a:lnTo>
                    <a:pt x="1085816" y="21284"/>
                  </a:lnTo>
                  <a:lnTo>
                    <a:pt x="1096433" y="16865"/>
                  </a:lnTo>
                  <a:lnTo>
                    <a:pt x="1106848" y="12530"/>
                  </a:lnTo>
                  <a:lnTo>
                    <a:pt x="1117068" y="8276"/>
                  </a:lnTo>
                  <a:lnTo>
                    <a:pt x="1127100" y="4100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96559" y="1574441"/>
              <a:ext cx="1136952" cy="344771"/>
            </a:xfrm>
            <a:custGeom>
              <a:avLst/>
              <a:pathLst>
                <a:path w="1136952" h="344771">
                  <a:moveTo>
                    <a:pt x="0" y="344771"/>
                  </a:moveTo>
                  <a:lnTo>
                    <a:pt x="73009" y="322632"/>
                  </a:lnTo>
                  <a:lnTo>
                    <a:pt x="137408" y="303103"/>
                  </a:lnTo>
                  <a:lnTo>
                    <a:pt x="195015" y="285635"/>
                  </a:lnTo>
                  <a:lnTo>
                    <a:pt x="247126" y="269832"/>
                  </a:lnTo>
                  <a:lnTo>
                    <a:pt x="294701" y="255406"/>
                  </a:lnTo>
                  <a:lnTo>
                    <a:pt x="338465" y="242135"/>
                  </a:lnTo>
                  <a:lnTo>
                    <a:pt x="378984" y="229847"/>
                  </a:lnTo>
                  <a:lnTo>
                    <a:pt x="416706" y="218408"/>
                  </a:lnTo>
                  <a:lnTo>
                    <a:pt x="451993" y="207708"/>
                  </a:lnTo>
                  <a:lnTo>
                    <a:pt x="485140" y="197656"/>
                  </a:lnTo>
                  <a:lnTo>
                    <a:pt x="516392" y="188179"/>
                  </a:lnTo>
                  <a:lnTo>
                    <a:pt x="545954" y="179215"/>
                  </a:lnTo>
                  <a:lnTo>
                    <a:pt x="573999" y="170711"/>
                  </a:lnTo>
                  <a:lnTo>
                    <a:pt x="600675" y="162621"/>
                  </a:lnTo>
                  <a:lnTo>
                    <a:pt x="626111" y="154908"/>
                  </a:lnTo>
                  <a:lnTo>
                    <a:pt x="650415" y="147538"/>
                  </a:lnTo>
                  <a:lnTo>
                    <a:pt x="673685" y="140482"/>
                  </a:lnTo>
                  <a:lnTo>
                    <a:pt x="696005" y="133713"/>
                  </a:lnTo>
                  <a:lnTo>
                    <a:pt x="717449" y="127211"/>
                  </a:lnTo>
                  <a:lnTo>
                    <a:pt x="738084" y="120953"/>
                  </a:lnTo>
                  <a:lnTo>
                    <a:pt x="757968" y="114923"/>
                  </a:lnTo>
                  <a:lnTo>
                    <a:pt x="777154" y="109105"/>
                  </a:lnTo>
                  <a:lnTo>
                    <a:pt x="795690" y="103484"/>
                  </a:lnTo>
                  <a:lnTo>
                    <a:pt x="813619" y="98048"/>
                  </a:lnTo>
                  <a:lnTo>
                    <a:pt x="830977" y="92784"/>
                  </a:lnTo>
                  <a:lnTo>
                    <a:pt x="847802" y="87682"/>
                  </a:lnTo>
                  <a:lnTo>
                    <a:pt x="864124" y="82732"/>
                  </a:lnTo>
                  <a:lnTo>
                    <a:pt x="879974" y="77926"/>
                  </a:lnTo>
                  <a:lnTo>
                    <a:pt x="895376" y="73255"/>
                  </a:lnTo>
                  <a:lnTo>
                    <a:pt x="910357" y="68713"/>
                  </a:lnTo>
                  <a:lnTo>
                    <a:pt x="924938" y="64291"/>
                  </a:lnTo>
                  <a:lnTo>
                    <a:pt x="939140" y="59984"/>
                  </a:lnTo>
                  <a:lnTo>
                    <a:pt x="952983" y="55787"/>
                  </a:lnTo>
                  <a:lnTo>
                    <a:pt x="966484" y="51693"/>
                  </a:lnTo>
                  <a:lnTo>
                    <a:pt x="979660" y="47697"/>
                  </a:lnTo>
                  <a:lnTo>
                    <a:pt x="992525" y="43796"/>
                  </a:lnTo>
                  <a:lnTo>
                    <a:pt x="1005095" y="39984"/>
                  </a:lnTo>
                  <a:lnTo>
                    <a:pt x="1017382" y="36258"/>
                  </a:lnTo>
                  <a:lnTo>
                    <a:pt x="1029399" y="32614"/>
                  </a:lnTo>
                  <a:lnTo>
                    <a:pt x="1041158" y="29048"/>
                  </a:lnTo>
                  <a:lnTo>
                    <a:pt x="1052669" y="25558"/>
                  </a:lnTo>
                  <a:lnTo>
                    <a:pt x="1063943" y="22139"/>
                  </a:lnTo>
                  <a:lnTo>
                    <a:pt x="1074989" y="18789"/>
                  </a:lnTo>
                  <a:lnTo>
                    <a:pt x="1085816" y="15506"/>
                  </a:lnTo>
                  <a:lnTo>
                    <a:pt x="1096433" y="12287"/>
                  </a:lnTo>
                  <a:lnTo>
                    <a:pt x="1106848" y="9128"/>
                  </a:lnTo>
                  <a:lnTo>
                    <a:pt x="1117068" y="6029"/>
                  </a:lnTo>
                  <a:lnTo>
                    <a:pt x="1127100" y="2987"/>
                  </a:lnTo>
                  <a:lnTo>
                    <a:pt x="113695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96559" y="1767280"/>
              <a:ext cx="1136952" cy="47059"/>
            </a:xfrm>
            <a:custGeom>
              <a:avLst/>
              <a:pathLst>
                <a:path w="1136952" h="47059">
                  <a:moveTo>
                    <a:pt x="0" y="0"/>
                  </a:moveTo>
                  <a:lnTo>
                    <a:pt x="73009" y="3021"/>
                  </a:lnTo>
                  <a:lnTo>
                    <a:pt x="137408" y="5687"/>
                  </a:lnTo>
                  <a:lnTo>
                    <a:pt x="195015" y="8071"/>
                  </a:lnTo>
                  <a:lnTo>
                    <a:pt x="247126" y="10228"/>
                  </a:lnTo>
                  <a:lnTo>
                    <a:pt x="294701" y="12198"/>
                  </a:lnTo>
                  <a:lnTo>
                    <a:pt x="338465" y="14009"/>
                  </a:lnTo>
                  <a:lnTo>
                    <a:pt x="378984" y="15686"/>
                  </a:lnTo>
                  <a:lnTo>
                    <a:pt x="416706" y="17248"/>
                  </a:lnTo>
                  <a:lnTo>
                    <a:pt x="451993" y="18708"/>
                  </a:lnTo>
                  <a:lnTo>
                    <a:pt x="485140" y="20080"/>
                  </a:lnTo>
                  <a:lnTo>
                    <a:pt x="516392" y="21374"/>
                  </a:lnTo>
                  <a:lnTo>
                    <a:pt x="545954" y="22597"/>
                  </a:lnTo>
                  <a:lnTo>
                    <a:pt x="573999" y="23758"/>
                  </a:lnTo>
                  <a:lnTo>
                    <a:pt x="600675" y="24862"/>
                  </a:lnTo>
                  <a:lnTo>
                    <a:pt x="626111" y="25915"/>
                  </a:lnTo>
                  <a:lnTo>
                    <a:pt x="650415" y="26921"/>
                  </a:lnTo>
                  <a:lnTo>
                    <a:pt x="673685" y="27884"/>
                  </a:lnTo>
                  <a:lnTo>
                    <a:pt x="696005" y="28808"/>
                  </a:lnTo>
                  <a:lnTo>
                    <a:pt x="717449" y="29696"/>
                  </a:lnTo>
                  <a:lnTo>
                    <a:pt x="738084" y="30550"/>
                  </a:lnTo>
                  <a:lnTo>
                    <a:pt x="757968" y="31373"/>
                  </a:lnTo>
                  <a:lnTo>
                    <a:pt x="777154" y="32167"/>
                  </a:lnTo>
                  <a:lnTo>
                    <a:pt x="795690" y="32934"/>
                  </a:lnTo>
                  <a:lnTo>
                    <a:pt x="813619" y="33676"/>
                  </a:lnTo>
                  <a:lnTo>
                    <a:pt x="830977" y="34395"/>
                  </a:lnTo>
                  <a:lnTo>
                    <a:pt x="847802" y="35091"/>
                  </a:lnTo>
                  <a:lnTo>
                    <a:pt x="864124" y="35767"/>
                  </a:lnTo>
                  <a:lnTo>
                    <a:pt x="879974" y="36423"/>
                  </a:lnTo>
                  <a:lnTo>
                    <a:pt x="895376" y="37060"/>
                  </a:lnTo>
                  <a:lnTo>
                    <a:pt x="910357" y="37680"/>
                  </a:lnTo>
                  <a:lnTo>
                    <a:pt x="924938" y="38284"/>
                  </a:lnTo>
                  <a:lnTo>
                    <a:pt x="939140" y="38872"/>
                  </a:lnTo>
                  <a:lnTo>
                    <a:pt x="952983" y="39445"/>
                  </a:lnTo>
                  <a:lnTo>
                    <a:pt x="966484" y="40003"/>
                  </a:lnTo>
                  <a:lnTo>
                    <a:pt x="979660" y="40549"/>
                  </a:lnTo>
                  <a:lnTo>
                    <a:pt x="992525" y="41081"/>
                  </a:lnTo>
                  <a:lnTo>
                    <a:pt x="1005095" y="41602"/>
                  </a:lnTo>
                  <a:lnTo>
                    <a:pt x="1017382" y="42110"/>
                  </a:lnTo>
                  <a:lnTo>
                    <a:pt x="1029399" y="42608"/>
                  </a:lnTo>
                  <a:lnTo>
                    <a:pt x="1041158" y="43094"/>
                  </a:lnTo>
                  <a:lnTo>
                    <a:pt x="1052669" y="43571"/>
                  </a:lnTo>
                  <a:lnTo>
                    <a:pt x="1063943" y="44037"/>
                  </a:lnTo>
                  <a:lnTo>
                    <a:pt x="1074989" y="44495"/>
                  </a:lnTo>
                  <a:lnTo>
                    <a:pt x="1085816" y="44943"/>
                  </a:lnTo>
                  <a:lnTo>
                    <a:pt x="1096433" y="45382"/>
                  </a:lnTo>
                  <a:lnTo>
                    <a:pt x="1106848" y="45813"/>
                  </a:lnTo>
                  <a:lnTo>
                    <a:pt x="1117068" y="46236"/>
                  </a:lnTo>
                  <a:lnTo>
                    <a:pt x="1127100" y="46652"/>
                  </a:lnTo>
                  <a:lnTo>
                    <a:pt x="1136952" y="4705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21675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40466" y="190675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40466" y="164598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40466" y="13852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40466" y="11244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281564" y="22039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281564" y="19431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281564" y="16824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281564" y="14216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281564" y="11608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10032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396559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75543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5452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33511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934284" y="1647286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10032" y="965010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21452" y="18494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79646" y="18343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12634" y="17462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24703" y="16841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97167" y="20907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88347" y="21517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08425" y="17502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12263" y="21079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86402" y="17467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00829" y="15952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88768" y="17631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00357" y="18005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86754" y="12653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82089" y="17422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85504" y="13549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7140" y="16584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00093" y="16031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65338" y="18410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89907" y="17606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3424" y="19948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61074" y="20081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12017" y="19388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06276" y="21613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67987" y="20428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02559" y="20844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170355" y="19250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12928" y="20138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171364" y="17797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58404" y="14087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38739" y="18472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67825" y="159257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54392" y="18277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66022" y="16640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89221" y="18279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92818" y="13653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89379" y="16568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40474" y="17316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3381" y="19563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81091" y="17402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62159" y="12547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4411" y="16015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44744" y="18296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53072" y="18380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60877" y="19492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85096" y="21375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90486" y="20131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54446" y="19777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77849" y="16387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31374" y="15885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59523" y="15027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41669" y="17212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41395" y="17993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58910" y="21659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67290" y="18014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22806" y="21650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57624" y="17367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69128" y="18096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44101" y="20682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50830" y="16796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49675" y="11635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58588" y="18646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54463" y="15910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18791" y="16290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51784" y="15001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68835" y="168876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47955" y="15137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52130" y="18798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40694" y="16536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69210" y="18373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26987" y="20561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40602" y="13244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939768" y="15795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34067" y="1626310"/>
              <a:ext cx="1139338" cy="154951"/>
            </a:xfrm>
            <a:custGeom>
              <a:avLst/>
              <a:pathLst>
                <a:path w="1139338" h="154951">
                  <a:moveTo>
                    <a:pt x="0" y="154951"/>
                  </a:moveTo>
                  <a:lnTo>
                    <a:pt x="73162" y="145001"/>
                  </a:lnTo>
                  <a:lnTo>
                    <a:pt x="137696" y="136224"/>
                  </a:lnTo>
                  <a:lnTo>
                    <a:pt x="195424" y="128373"/>
                  </a:lnTo>
                  <a:lnTo>
                    <a:pt x="247645" y="121271"/>
                  </a:lnTo>
                  <a:lnTo>
                    <a:pt x="295319" y="114787"/>
                  </a:lnTo>
                  <a:lnTo>
                    <a:pt x="339175" y="108823"/>
                  </a:lnTo>
                  <a:lnTo>
                    <a:pt x="379779" y="103301"/>
                  </a:lnTo>
                  <a:lnTo>
                    <a:pt x="417581" y="98160"/>
                  </a:lnTo>
                  <a:lnTo>
                    <a:pt x="452942" y="93350"/>
                  </a:lnTo>
                  <a:lnTo>
                    <a:pt x="486158" y="88833"/>
                  </a:lnTo>
                  <a:lnTo>
                    <a:pt x="517476" y="84574"/>
                  </a:lnTo>
                  <a:lnTo>
                    <a:pt x="547099" y="80545"/>
                  </a:lnTo>
                  <a:lnTo>
                    <a:pt x="575203" y="76723"/>
                  </a:lnTo>
                  <a:lnTo>
                    <a:pt x="601936" y="73087"/>
                  </a:lnTo>
                  <a:lnTo>
                    <a:pt x="627424" y="69621"/>
                  </a:lnTo>
                  <a:lnTo>
                    <a:pt x="651780" y="66308"/>
                  </a:lnTo>
                  <a:lnTo>
                    <a:pt x="675098" y="63137"/>
                  </a:lnTo>
                  <a:lnTo>
                    <a:pt x="697465" y="60095"/>
                  </a:lnTo>
                  <a:lnTo>
                    <a:pt x="718954" y="57172"/>
                  </a:lnTo>
                  <a:lnTo>
                    <a:pt x="739632" y="54360"/>
                  </a:lnTo>
                  <a:lnTo>
                    <a:pt x="759558" y="51650"/>
                  </a:lnTo>
                  <a:lnTo>
                    <a:pt x="778785" y="49035"/>
                  </a:lnTo>
                  <a:lnTo>
                    <a:pt x="797360" y="46509"/>
                  </a:lnTo>
                  <a:lnTo>
                    <a:pt x="815326" y="44066"/>
                  </a:lnTo>
                  <a:lnTo>
                    <a:pt x="832721" y="41700"/>
                  </a:lnTo>
                  <a:lnTo>
                    <a:pt x="849581" y="39407"/>
                  </a:lnTo>
                  <a:lnTo>
                    <a:pt x="865938" y="37182"/>
                  </a:lnTo>
                  <a:lnTo>
                    <a:pt x="881820" y="35022"/>
                  </a:lnTo>
                  <a:lnTo>
                    <a:pt x="897255" y="32923"/>
                  </a:lnTo>
                  <a:lnTo>
                    <a:pt x="912267" y="30881"/>
                  </a:lnTo>
                  <a:lnTo>
                    <a:pt x="926879" y="28894"/>
                  </a:lnTo>
                  <a:lnTo>
                    <a:pt x="941111" y="26959"/>
                  </a:lnTo>
                  <a:lnTo>
                    <a:pt x="954983" y="25072"/>
                  </a:lnTo>
                  <a:lnTo>
                    <a:pt x="968512" y="23232"/>
                  </a:lnTo>
                  <a:lnTo>
                    <a:pt x="981715" y="21436"/>
                  </a:lnTo>
                  <a:lnTo>
                    <a:pt x="994608" y="19683"/>
                  </a:lnTo>
                  <a:lnTo>
                    <a:pt x="1007204" y="17970"/>
                  </a:lnTo>
                  <a:lnTo>
                    <a:pt x="1019517" y="16295"/>
                  </a:lnTo>
                  <a:lnTo>
                    <a:pt x="1031559" y="14658"/>
                  </a:lnTo>
                  <a:lnTo>
                    <a:pt x="1043343" y="13055"/>
                  </a:lnTo>
                  <a:lnTo>
                    <a:pt x="1054878" y="11486"/>
                  </a:lnTo>
                  <a:lnTo>
                    <a:pt x="1066175" y="9950"/>
                  </a:lnTo>
                  <a:lnTo>
                    <a:pt x="1077245" y="8444"/>
                  </a:lnTo>
                  <a:lnTo>
                    <a:pt x="1088095" y="6969"/>
                  </a:lnTo>
                  <a:lnTo>
                    <a:pt x="1098734" y="5522"/>
                  </a:lnTo>
                  <a:lnTo>
                    <a:pt x="1109170" y="4102"/>
                  </a:lnTo>
                  <a:lnTo>
                    <a:pt x="1119412" y="2709"/>
                  </a:lnTo>
                  <a:lnTo>
                    <a:pt x="1129466" y="1342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4067" y="1380962"/>
              <a:ext cx="1139338" cy="269056"/>
            </a:xfrm>
            <a:custGeom>
              <a:avLst/>
              <a:pathLst>
                <a:path w="1139338" h="269056">
                  <a:moveTo>
                    <a:pt x="0" y="269056"/>
                  </a:moveTo>
                  <a:lnTo>
                    <a:pt x="73162" y="251779"/>
                  </a:lnTo>
                  <a:lnTo>
                    <a:pt x="137696" y="236539"/>
                  </a:lnTo>
                  <a:lnTo>
                    <a:pt x="195424" y="222906"/>
                  </a:lnTo>
                  <a:lnTo>
                    <a:pt x="247645" y="210574"/>
                  </a:lnTo>
                  <a:lnTo>
                    <a:pt x="295319" y="199316"/>
                  </a:lnTo>
                  <a:lnTo>
                    <a:pt x="339175" y="188959"/>
                  </a:lnTo>
                  <a:lnTo>
                    <a:pt x="379779" y="179371"/>
                  </a:lnTo>
                  <a:lnTo>
                    <a:pt x="417581" y="170444"/>
                  </a:lnTo>
                  <a:lnTo>
                    <a:pt x="452942" y="162093"/>
                  </a:lnTo>
                  <a:lnTo>
                    <a:pt x="486158" y="154249"/>
                  </a:lnTo>
                  <a:lnTo>
                    <a:pt x="517476" y="146853"/>
                  </a:lnTo>
                  <a:lnTo>
                    <a:pt x="547099" y="139858"/>
                  </a:lnTo>
                  <a:lnTo>
                    <a:pt x="575203" y="133221"/>
                  </a:lnTo>
                  <a:lnTo>
                    <a:pt x="601936" y="126908"/>
                  </a:lnTo>
                  <a:lnTo>
                    <a:pt x="627424" y="120889"/>
                  </a:lnTo>
                  <a:lnTo>
                    <a:pt x="651780" y="115137"/>
                  </a:lnTo>
                  <a:lnTo>
                    <a:pt x="675098" y="109630"/>
                  </a:lnTo>
                  <a:lnTo>
                    <a:pt x="697465" y="104349"/>
                  </a:lnTo>
                  <a:lnTo>
                    <a:pt x="718954" y="99274"/>
                  </a:lnTo>
                  <a:lnTo>
                    <a:pt x="739632" y="94391"/>
                  </a:lnTo>
                  <a:lnTo>
                    <a:pt x="759558" y="89685"/>
                  </a:lnTo>
                  <a:lnTo>
                    <a:pt x="778785" y="85145"/>
                  </a:lnTo>
                  <a:lnTo>
                    <a:pt x="797360" y="80758"/>
                  </a:lnTo>
                  <a:lnTo>
                    <a:pt x="815326" y="76516"/>
                  </a:lnTo>
                  <a:lnTo>
                    <a:pt x="832721" y="72408"/>
                  </a:lnTo>
                  <a:lnTo>
                    <a:pt x="849581" y="68426"/>
                  </a:lnTo>
                  <a:lnTo>
                    <a:pt x="865938" y="64563"/>
                  </a:lnTo>
                  <a:lnTo>
                    <a:pt x="881820" y="60813"/>
                  </a:lnTo>
                  <a:lnTo>
                    <a:pt x="897255" y="57168"/>
                  </a:lnTo>
                  <a:lnTo>
                    <a:pt x="912267" y="53623"/>
                  </a:lnTo>
                  <a:lnTo>
                    <a:pt x="926879" y="50172"/>
                  </a:lnTo>
                  <a:lnTo>
                    <a:pt x="941111" y="46811"/>
                  </a:lnTo>
                  <a:lnTo>
                    <a:pt x="954983" y="43535"/>
                  </a:lnTo>
                  <a:lnTo>
                    <a:pt x="968512" y="40340"/>
                  </a:lnTo>
                  <a:lnTo>
                    <a:pt x="981715" y="37222"/>
                  </a:lnTo>
                  <a:lnTo>
                    <a:pt x="994608" y="34178"/>
                  </a:lnTo>
                  <a:lnTo>
                    <a:pt x="1007204" y="31203"/>
                  </a:lnTo>
                  <a:lnTo>
                    <a:pt x="1019517" y="28295"/>
                  </a:lnTo>
                  <a:lnTo>
                    <a:pt x="1031559" y="25452"/>
                  </a:lnTo>
                  <a:lnTo>
                    <a:pt x="1043343" y="22669"/>
                  </a:lnTo>
                  <a:lnTo>
                    <a:pt x="1054878" y="19945"/>
                  </a:lnTo>
                  <a:lnTo>
                    <a:pt x="1066175" y="17277"/>
                  </a:lnTo>
                  <a:lnTo>
                    <a:pt x="1077245" y="14663"/>
                  </a:lnTo>
                  <a:lnTo>
                    <a:pt x="1088095" y="12101"/>
                  </a:lnTo>
                  <a:lnTo>
                    <a:pt x="1098734" y="9588"/>
                  </a:lnTo>
                  <a:lnTo>
                    <a:pt x="1109170" y="7124"/>
                  </a:lnTo>
                  <a:lnTo>
                    <a:pt x="1119412" y="4705"/>
                  </a:lnTo>
                  <a:lnTo>
                    <a:pt x="1129466" y="2331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34067" y="1701715"/>
              <a:ext cx="1139338" cy="41065"/>
            </a:xfrm>
            <a:custGeom>
              <a:avLst/>
              <a:pathLst>
                <a:path w="1139338" h="41065">
                  <a:moveTo>
                    <a:pt x="0" y="41065"/>
                  </a:moveTo>
                  <a:lnTo>
                    <a:pt x="73162" y="38428"/>
                  </a:lnTo>
                  <a:lnTo>
                    <a:pt x="137696" y="36102"/>
                  </a:lnTo>
                  <a:lnTo>
                    <a:pt x="195424" y="34022"/>
                  </a:lnTo>
                  <a:lnTo>
                    <a:pt x="247645" y="32139"/>
                  </a:lnTo>
                  <a:lnTo>
                    <a:pt x="295319" y="30421"/>
                  </a:lnTo>
                  <a:lnTo>
                    <a:pt x="339175" y="28840"/>
                  </a:lnTo>
                  <a:lnTo>
                    <a:pt x="379779" y="27377"/>
                  </a:lnTo>
                  <a:lnTo>
                    <a:pt x="417581" y="26014"/>
                  </a:lnTo>
                  <a:lnTo>
                    <a:pt x="452942" y="24740"/>
                  </a:lnTo>
                  <a:lnTo>
                    <a:pt x="486158" y="23542"/>
                  </a:lnTo>
                  <a:lnTo>
                    <a:pt x="517476" y="22414"/>
                  </a:lnTo>
                  <a:lnTo>
                    <a:pt x="547099" y="21346"/>
                  </a:lnTo>
                  <a:lnTo>
                    <a:pt x="575203" y="20333"/>
                  </a:lnTo>
                  <a:lnTo>
                    <a:pt x="601936" y="19369"/>
                  </a:lnTo>
                  <a:lnTo>
                    <a:pt x="627424" y="18451"/>
                  </a:lnTo>
                  <a:lnTo>
                    <a:pt x="651780" y="17573"/>
                  </a:lnTo>
                  <a:lnTo>
                    <a:pt x="675098" y="16732"/>
                  </a:lnTo>
                  <a:lnTo>
                    <a:pt x="697465" y="15926"/>
                  </a:lnTo>
                  <a:lnTo>
                    <a:pt x="718954" y="15152"/>
                  </a:lnTo>
                  <a:lnTo>
                    <a:pt x="739632" y="14406"/>
                  </a:lnTo>
                  <a:lnTo>
                    <a:pt x="759558" y="13688"/>
                  </a:lnTo>
                  <a:lnTo>
                    <a:pt x="778785" y="12995"/>
                  </a:lnTo>
                  <a:lnTo>
                    <a:pt x="797360" y="12326"/>
                  </a:lnTo>
                  <a:lnTo>
                    <a:pt x="815326" y="11678"/>
                  </a:lnTo>
                  <a:lnTo>
                    <a:pt x="832721" y="11051"/>
                  </a:lnTo>
                  <a:lnTo>
                    <a:pt x="849581" y="10443"/>
                  </a:lnTo>
                  <a:lnTo>
                    <a:pt x="865938" y="9854"/>
                  </a:lnTo>
                  <a:lnTo>
                    <a:pt x="881820" y="9281"/>
                  </a:lnTo>
                  <a:lnTo>
                    <a:pt x="897255" y="8725"/>
                  </a:lnTo>
                  <a:lnTo>
                    <a:pt x="912267" y="8184"/>
                  </a:lnTo>
                  <a:lnTo>
                    <a:pt x="926879" y="7657"/>
                  </a:lnTo>
                  <a:lnTo>
                    <a:pt x="941111" y="7144"/>
                  </a:lnTo>
                  <a:lnTo>
                    <a:pt x="954983" y="6644"/>
                  </a:lnTo>
                  <a:lnTo>
                    <a:pt x="968512" y="6157"/>
                  </a:lnTo>
                  <a:lnTo>
                    <a:pt x="981715" y="5681"/>
                  </a:lnTo>
                  <a:lnTo>
                    <a:pt x="994608" y="5216"/>
                  </a:lnTo>
                  <a:lnTo>
                    <a:pt x="1007204" y="4762"/>
                  </a:lnTo>
                  <a:lnTo>
                    <a:pt x="1019517" y="4318"/>
                  </a:lnTo>
                  <a:lnTo>
                    <a:pt x="1031559" y="3884"/>
                  </a:lnTo>
                  <a:lnTo>
                    <a:pt x="1043343" y="3460"/>
                  </a:lnTo>
                  <a:lnTo>
                    <a:pt x="1054878" y="3044"/>
                  </a:lnTo>
                  <a:lnTo>
                    <a:pt x="1066175" y="2637"/>
                  </a:lnTo>
                  <a:lnTo>
                    <a:pt x="1077245" y="2238"/>
                  </a:lnTo>
                  <a:lnTo>
                    <a:pt x="1088095" y="1847"/>
                  </a:lnTo>
                  <a:lnTo>
                    <a:pt x="1098734" y="1463"/>
                  </a:lnTo>
                  <a:lnTo>
                    <a:pt x="1109170" y="1087"/>
                  </a:lnTo>
                  <a:lnTo>
                    <a:pt x="1119412" y="718"/>
                  </a:lnTo>
                  <a:lnTo>
                    <a:pt x="1129466" y="355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34067" y="1625532"/>
              <a:ext cx="1139338" cy="404042"/>
            </a:xfrm>
            <a:custGeom>
              <a:avLst/>
              <a:pathLst>
                <a:path w="1139338" h="404042">
                  <a:moveTo>
                    <a:pt x="0" y="404042"/>
                  </a:moveTo>
                  <a:lnTo>
                    <a:pt x="73162" y="378097"/>
                  </a:lnTo>
                  <a:lnTo>
                    <a:pt x="137696" y="355211"/>
                  </a:lnTo>
                  <a:lnTo>
                    <a:pt x="195424" y="334739"/>
                  </a:lnTo>
                  <a:lnTo>
                    <a:pt x="247645" y="316220"/>
                  </a:lnTo>
                  <a:lnTo>
                    <a:pt x="295319" y="299314"/>
                  </a:lnTo>
                  <a:lnTo>
                    <a:pt x="339175" y="283761"/>
                  </a:lnTo>
                  <a:lnTo>
                    <a:pt x="379779" y="269361"/>
                  </a:lnTo>
                  <a:lnTo>
                    <a:pt x="417581" y="255956"/>
                  </a:lnTo>
                  <a:lnTo>
                    <a:pt x="452942" y="243416"/>
                  </a:lnTo>
                  <a:lnTo>
                    <a:pt x="486158" y="231636"/>
                  </a:lnTo>
                  <a:lnTo>
                    <a:pt x="517476" y="220530"/>
                  </a:lnTo>
                  <a:lnTo>
                    <a:pt x="547099" y="210025"/>
                  </a:lnTo>
                  <a:lnTo>
                    <a:pt x="575203" y="200058"/>
                  </a:lnTo>
                  <a:lnTo>
                    <a:pt x="601936" y="190578"/>
                  </a:lnTo>
                  <a:lnTo>
                    <a:pt x="627424" y="181539"/>
                  </a:lnTo>
                  <a:lnTo>
                    <a:pt x="651780" y="172902"/>
                  </a:lnTo>
                  <a:lnTo>
                    <a:pt x="675098" y="164633"/>
                  </a:lnTo>
                  <a:lnTo>
                    <a:pt x="697465" y="156701"/>
                  </a:lnTo>
                  <a:lnTo>
                    <a:pt x="718954" y="149080"/>
                  </a:lnTo>
                  <a:lnTo>
                    <a:pt x="739632" y="141747"/>
                  </a:lnTo>
                  <a:lnTo>
                    <a:pt x="759558" y="134680"/>
                  </a:lnTo>
                  <a:lnTo>
                    <a:pt x="778785" y="127862"/>
                  </a:lnTo>
                  <a:lnTo>
                    <a:pt x="797360" y="121275"/>
                  </a:lnTo>
                  <a:lnTo>
                    <a:pt x="815326" y="114904"/>
                  </a:lnTo>
                  <a:lnTo>
                    <a:pt x="832721" y="108735"/>
                  </a:lnTo>
                  <a:lnTo>
                    <a:pt x="849581" y="102756"/>
                  </a:lnTo>
                  <a:lnTo>
                    <a:pt x="865938" y="96955"/>
                  </a:lnTo>
                  <a:lnTo>
                    <a:pt x="881820" y="91323"/>
                  </a:lnTo>
                  <a:lnTo>
                    <a:pt x="897255" y="85849"/>
                  </a:lnTo>
                  <a:lnTo>
                    <a:pt x="912267" y="80525"/>
                  </a:lnTo>
                  <a:lnTo>
                    <a:pt x="926879" y="75344"/>
                  </a:lnTo>
                  <a:lnTo>
                    <a:pt x="941111" y="70297"/>
                  </a:lnTo>
                  <a:lnTo>
                    <a:pt x="954983" y="65377"/>
                  </a:lnTo>
                  <a:lnTo>
                    <a:pt x="968512" y="60579"/>
                  </a:lnTo>
                  <a:lnTo>
                    <a:pt x="981715" y="55897"/>
                  </a:lnTo>
                  <a:lnTo>
                    <a:pt x="994608" y="51325"/>
                  </a:lnTo>
                  <a:lnTo>
                    <a:pt x="1007204" y="46858"/>
                  </a:lnTo>
                  <a:lnTo>
                    <a:pt x="1019517" y="42492"/>
                  </a:lnTo>
                  <a:lnTo>
                    <a:pt x="1031559" y="38221"/>
                  </a:lnTo>
                  <a:lnTo>
                    <a:pt x="1043343" y="34042"/>
                  </a:lnTo>
                  <a:lnTo>
                    <a:pt x="1054878" y="29952"/>
                  </a:lnTo>
                  <a:lnTo>
                    <a:pt x="1066175" y="25945"/>
                  </a:lnTo>
                  <a:lnTo>
                    <a:pt x="1077245" y="22020"/>
                  </a:lnTo>
                  <a:lnTo>
                    <a:pt x="1088095" y="18172"/>
                  </a:lnTo>
                  <a:lnTo>
                    <a:pt x="1098734" y="14399"/>
                  </a:lnTo>
                  <a:lnTo>
                    <a:pt x="1109170" y="10698"/>
                  </a:lnTo>
                  <a:lnTo>
                    <a:pt x="1119412" y="7066"/>
                  </a:lnTo>
                  <a:lnTo>
                    <a:pt x="1129466" y="3501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34067" y="1947709"/>
              <a:ext cx="1139338" cy="204373"/>
            </a:xfrm>
            <a:custGeom>
              <a:avLst/>
              <a:pathLst>
                <a:path w="1139338" h="204373">
                  <a:moveTo>
                    <a:pt x="0" y="204373"/>
                  </a:moveTo>
                  <a:lnTo>
                    <a:pt x="73162" y="191249"/>
                  </a:lnTo>
                  <a:lnTo>
                    <a:pt x="137696" y="179673"/>
                  </a:lnTo>
                  <a:lnTo>
                    <a:pt x="195424" y="169318"/>
                  </a:lnTo>
                  <a:lnTo>
                    <a:pt x="247645" y="159951"/>
                  </a:lnTo>
                  <a:lnTo>
                    <a:pt x="295319" y="151399"/>
                  </a:lnTo>
                  <a:lnTo>
                    <a:pt x="339175" y="143532"/>
                  </a:lnTo>
                  <a:lnTo>
                    <a:pt x="379779" y="136249"/>
                  </a:lnTo>
                  <a:lnTo>
                    <a:pt x="417581" y="129468"/>
                  </a:lnTo>
                  <a:lnTo>
                    <a:pt x="452942" y="123125"/>
                  </a:lnTo>
                  <a:lnTo>
                    <a:pt x="486158" y="117166"/>
                  </a:lnTo>
                  <a:lnTo>
                    <a:pt x="517476" y="111549"/>
                  </a:lnTo>
                  <a:lnTo>
                    <a:pt x="547099" y="106235"/>
                  </a:lnTo>
                  <a:lnTo>
                    <a:pt x="575203" y="101194"/>
                  </a:lnTo>
                  <a:lnTo>
                    <a:pt x="601936" y="96398"/>
                  </a:lnTo>
                  <a:lnTo>
                    <a:pt x="627424" y="91826"/>
                  </a:lnTo>
                  <a:lnTo>
                    <a:pt x="651780" y="87457"/>
                  </a:lnTo>
                  <a:lnTo>
                    <a:pt x="675098" y="83274"/>
                  </a:lnTo>
                  <a:lnTo>
                    <a:pt x="697465" y="79262"/>
                  </a:lnTo>
                  <a:lnTo>
                    <a:pt x="718954" y="75408"/>
                  </a:lnTo>
                  <a:lnTo>
                    <a:pt x="739632" y="71698"/>
                  </a:lnTo>
                  <a:lnTo>
                    <a:pt x="759558" y="68124"/>
                  </a:lnTo>
                  <a:lnTo>
                    <a:pt x="778785" y="64675"/>
                  </a:lnTo>
                  <a:lnTo>
                    <a:pt x="797360" y="61343"/>
                  </a:lnTo>
                  <a:lnTo>
                    <a:pt x="815326" y="58121"/>
                  </a:lnTo>
                  <a:lnTo>
                    <a:pt x="832721" y="55000"/>
                  </a:lnTo>
                  <a:lnTo>
                    <a:pt x="849581" y="51976"/>
                  </a:lnTo>
                  <a:lnTo>
                    <a:pt x="865938" y="49042"/>
                  </a:lnTo>
                  <a:lnTo>
                    <a:pt x="881820" y="46193"/>
                  </a:lnTo>
                  <a:lnTo>
                    <a:pt x="897255" y="43424"/>
                  </a:lnTo>
                  <a:lnTo>
                    <a:pt x="912267" y="40731"/>
                  </a:lnTo>
                  <a:lnTo>
                    <a:pt x="926879" y="38110"/>
                  </a:lnTo>
                  <a:lnTo>
                    <a:pt x="941111" y="35557"/>
                  </a:lnTo>
                  <a:lnTo>
                    <a:pt x="954983" y="33069"/>
                  </a:lnTo>
                  <a:lnTo>
                    <a:pt x="968512" y="30642"/>
                  </a:lnTo>
                  <a:lnTo>
                    <a:pt x="981715" y="28274"/>
                  </a:lnTo>
                  <a:lnTo>
                    <a:pt x="994608" y="25961"/>
                  </a:lnTo>
                  <a:lnTo>
                    <a:pt x="1007204" y="23702"/>
                  </a:lnTo>
                  <a:lnTo>
                    <a:pt x="1019517" y="21493"/>
                  </a:lnTo>
                  <a:lnTo>
                    <a:pt x="1031559" y="19333"/>
                  </a:lnTo>
                  <a:lnTo>
                    <a:pt x="1043343" y="17219"/>
                  </a:lnTo>
                  <a:lnTo>
                    <a:pt x="1054878" y="15150"/>
                  </a:lnTo>
                  <a:lnTo>
                    <a:pt x="1066175" y="13123"/>
                  </a:lnTo>
                  <a:lnTo>
                    <a:pt x="1077245" y="11138"/>
                  </a:lnTo>
                  <a:lnTo>
                    <a:pt x="1088095" y="9192"/>
                  </a:lnTo>
                  <a:lnTo>
                    <a:pt x="1098734" y="7283"/>
                  </a:lnTo>
                  <a:lnTo>
                    <a:pt x="1109170" y="5411"/>
                  </a:lnTo>
                  <a:lnTo>
                    <a:pt x="1119412" y="3574"/>
                  </a:lnTo>
                  <a:lnTo>
                    <a:pt x="1129466" y="1770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4067" y="2086866"/>
              <a:ext cx="1139338" cy="3242"/>
            </a:xfrm>
            <a:custGeom>
              <a:avLst/>
              <a:pathLst>
                <a:path w="1139338" h="3242">
                  <a:moveTo>
                    <a:pt x="0" y="3242"/>
                  </a:moveTo>
                  <a:lnTo>
                    <a:pt x="73162" y="3034"/>
                  </a:lnTo>
                  <a:lnTo>
                    <a:pt x="137696" y="2850"/>
                  </a:lnTo>
                  <a:lnTo>
                    <a:pt x="195424" y="2686"/>
                  </a:lnTo>
                  <a:lnTo>
                    <a:pt x="247645" y="2537"/>
                  </a:lnTo>
                  <a:lnTo>
                    <a:pt x="295319" y="2402"/>
                  </a:lnTo>
                  <a:lnTo>
                    <a:pt x="339175" y="2277"/>
                  </a:lnTo>
                  <a:lnTo>
                    <a:pt x="379779" y="2161"/>
                  </a:lnTo>
                  <a:lnTo>
                    <a:pt x="417581" y="2054"/>
                  </a:lnTo>
                  <a:lnTo>
                    <a:pt x="452942" y="1953"/>
                  </a:lnTo>
                  <a:lnTo>
                    <a:pt x="486158" y="1858"/>
                  </a:lnTo>
                  <a:lnTo>
                    <a:pt x="517476" y="1769"/>
                  </a:lnTo>
                  <a:lnTo>
                    <a:pt x="547099" y="1685"/>
                  </a:lnTo>
                  <a:lnTo>
                    <a:pt x="575203" y="1605"/>
                  </a:lnTo>
                  <a:lnTo>
                    <a:pt x="601936" y="1529"/>
                  </a:lnTo>
                  <a:lnTo>
                    <a:pt x="627424" y="1456"/>
                  </a:lnTo>
                  <a:lnTo>
                    <a:pt x="651780" y="1387"/>
                  </a:lnTo>
                  <a:lnTo>
                    <a:pt x="675098" y="1321"/>
                  </a:lnTo>
                  <a:lnTo>
                    <a:pt x="697465" y="1257"/>
                  </a:lnTo>
                  <a:lnTo>
                    <a:pt x="718954" y="1196"/>
                  </a:lnTo>
                  <a:lnTo>
                    <a:pt x="739632" y="1137"/>
                  </a:lnTo>
                  <a:lnTo>
                    <a:pt x="759558" y="1080"/>
                  </a:lnTo>
                  <a:lnTo>
                    <a:pt x="778785" y="1026"/>
                  </a:lnTo>
                  <a:lnTo>
                    <a:pt x="797360" y="973"/>
                  </a:lnTo>
                  <a:lnTo>
                    <a:pt x="815326" y="922"/>
                  </a:lnTo>
                  <a:lnTo>
                    <a:pt x="832721" y="872"/>
                  </a:lnTo>
                  <a:lnTo>
                    <a:pt x="849581" y="824"/>
                  </a:lnTo>
                  <a:lnTo>
                    <a:pt x="865938" y="778"/>
                  </a:lnTo>
                  <a:lnTo>
                    <a:pt x="881820" y="732"/>
                  </a:lnTo>
                  <a:lnTo>
                    <a:pt x="897255" y="688"/>
                  </a:lnTo>
                  <a:lnTo>
                    <a:pt x="912267" y="646"/>
                  </a:lnTo>
                  <a:lnTo>
                    <a:pt x="926879" y="604"/>
                  </a:lnTo>
                  <a:lnTo>
                    <a:pt x="941111" y="564"/>
                  </a:lnTo>
                  <a:lnTo>
                    <a:pt x="954983" y="524"/>
                  </a:lnTo>
                  <a:lnTo>
                    <a:pt x="968512" y="486"/>
                  </a:lnTo>
                  <a:lnTo>
                    <a:pt x="981715" y="448"/>
                  </a:lnTo>
                  <a:lnTo>
                    <a:pt x="994608" y="411"/>
                  </a:lnTo>
                  <a:lnTo>
                    <a:pt x="1007204" y="376"/>
                  </a:lnTo>
                  <a:lnTo>
                    <a:pt x="1019517" y="341"/>
                  </a:lnTo>
                  <a:lnTo>
                    <a:pt x="1031559" y="306"/>
                  </a:lnTo>
                  <a:lnTo>
                    <a:pt x="1043343" y="273"/>
                  </a:lnTo>
                  <a:lnTo>
                    <a:pt x="1054878" y="240"/>
                  </a:lnTo>
                  <a:lnTo>
                    <a:pt x="1066175" y="208"/>
                  </a:lnTo>
                  <a:lnTo>
                    <a:pt x="1077245" y="176"/>
                  </a:lnTo>
                  <a:lnTo>
                    <a:pt x="1088095" y="145"/>
                  </a:lnTo>
                  <a:lnTo>
                    <a:pt x="1098734" y="115"/>
                  </a:lnTo>
                  <a:lnTo>
                    <a:pt x="1109170" y="85"/>
                  </a:lnTo>
                  <a:lnTo>
                    <a:pt x="1119412" y="56"/>
                  </a:lnTo>
                  <a:lnTo>
                    <a:pt x="1129466" y="28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34067" y="1651992"/>
              <a:ext cx="1139338" cy="77055"/>
            </a:xfrm>
            <a:custGeom>
              <a:avLst/>
              <a:pathLst>
                <a:path w="1139338" h="77055">
                  <a:moveTo>
                    <a:pt x="0" y="0"/>
                  </a:moveTo>
                  <a:lnTo>
                    <a:pt x="73162" y="4948"/>
                  </a:lnTo>
                  <a:lnTo>
                    <a:pt x="137696" y="9312"/>
                  </a:lnTo>
                  <a:lnTo>
                    <a:pt x="195424" y="13216"/>
                  </a:lnTo>
                  <a:lnTo>
                    <a:pt x="247645" y="16748"/>
                  </a:lnTo>
                  <a:lnTo>
                    <a:pt x="295319" y="19973"/>
                  </a:lnTo>
                  <a:lnTo>
                    <a:pt x="339175" y="22939"/>
                  </a:lnTo>
                  <a:lnTo>
                    <a:pt x="379779" y="25685"/>
                  </a:lnTo>
                  <a:lnTo>
                    <a:pt x="417581" y="28241"/>
                  </a:lnTo>
                  <a:lnTo>
                    <a:pt x="452942" y="30633"/>
                  </a:lnTo>
                  <a:lnTo>
                    <a:pt x="486158" y="32879"/>
                  </a:lnTo>
                  <a:lnTo>
                    <a:pt x="517476" y="34997"/>
                  </a:lnTo>
                  <a:lnTo>
                    <a:pt x="547099" y="37001"/>
                  </a:lnTo>
                  <a:lnTo>
                    <a:pt x="575203" y="38902"/>
                  </a:lnTo>
                  <a:lnTo>
                    <a:pt x="601936" y="40710"/>
                  </a:lnTo>
                  <a:lnTo>
                    <a:pt x="627424" y="42434"/>
                  </a:lnTo>
                  <a:lnTo>
                    <a:pt x="651780" y="44081"/>
                  </a:lnTo>
                  <a:lnTo>
                    <a:pt x="675098" y="45658"/>
                  </a:lnTo>
                  <a:lnTo>
                    <a:pt x="697465" y="47171"/>
                  </a:lnTo>
                  <a:lnTo>
                    <a:pt x="718954" y="48624"/>
                  </a:lnTo>
                  <a:lnTo>
                    <a:pt x="739632" y="50022"/>
                  </a:lnTo>
                  <a:lnTo>
                    <a:pt x="759558" y="51370"/>
                  </a:lnTo>
                  <a:lnTo>
                    <a:pt x="778785" y="52670"/>
                  </a:lnTo>
                  <a:lnTo>
                    <a:pt x="797360" y="53927"/>
                  </a:lnTo>
                  <a:lnTo>
                    <a:pt x="815326" y="55142"/>
                  </a:lnTo>
                  <a:lnTo>
                    <a:pt x="832721" y="56318"/>
                  </a:lnTo>
                  <a:lnTo>
                    <a:pt x="849581" y="57458"/>
                  </a:lnTo>
                  <a:lnTo>
                    <a:pt x="865938" y="58565"/>
                  </a:lnTo>
                  <a:lnTo>
                    <a:pt x="881820" y="59639"/>
                  </a:lnTo>
                  <a:lnTo>
                    <a:pt x="897255" y="60683"/>
                  </a:lnTo>
                  <a:lnTo>
                    <a:pt x="912267" y="61698"/>
                  </a:lnTo>
                  <a:lnTo>
                    <a:pt x="926879" y="62686"/>
                  </a:lnTo>
                  <a:lnTo>
                    <a:pt x="941111" y="63649"/>
                  </a:lnTo>
                  <a:lnTo>
                    <a:pt x="954983" y="64587"/>
                  </a:lnTo>
                  <a:lnTo>
                    <a:pt x="968512" y="65502"/>
                  </a:lnTo>
                  <a:lnTo>
                    <a:pt x="981715" y="66395"/>
                  </a:lnTo>
                  <a:lnTo>
                    <a:pt x="994608" y="67267"/>
                  </a:lnTo>
                  <a:lnTo>
                    <a:pt x="1007204" y="68119"/>
                  </a:lnTo>
                  <a:lnTo>
                    <a:pt x="1019517" y="68952"/>
                  </a:lnTo>
                  <a:lnTo>
                    <a:pt x="1031559" y="69766"/>
                  </a:lnTo>
                  <a:lnTo>
                    <a:pt x="1043343" y="70563"/>
                  </a:lnTo>
                  <a:lnTo>
                    <a:pt x="1054878" y="71343"/>
                  </a:lnTo>
                  <a:lnTo>
                    <a:pt x="1066175" y="72107"/>
                  </a:lnTo>
                  <a:lnTo>
                    <a:pt x="1077245" y="72856"/>
                  </a:lnTo>
                  <a:lnTo>
                    <a:pt x="1088095" y="73590"/>
                  </a:lnTo>
                  <a:lnTo>
                    <a:pt x="1098734" y="74309"/>
                  </a:lnTo>
                  <a:lnTo>
                    <a:pt x="1109170" y="75015"/>
                  </a:lnTo>
                  <a:lnTo>
                    <a:pt x="1119412" y="75708"/>
                  </a:lnTo>
                  <a:lnTo>
                    <a:pt x="1129466" y="76388"/>
                  </a:lnTo>
                  <a:lnTo>
                    <a:pt x="1139338" y="7705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34067" y="1738417"/>
              <a:ext cx="1139338" cy="136472"/>
            </a:xfrm>
            <a:custGeom>
              <a:avLst/>
              <a:pathLst>
                <a:path w="1139338" h="136472">
                  <a:moveTo>
                    <a:pt x="0" y="136472"/>
                  </a:moveTo>
                  <a:lnTo>
                    <a:pt x="73162" y="127709"/>
                  </a:lnTo>
                  <a:lnTo>
                    <a:pt x="137696" y="119978"/>
                  </a:lnTo>
                  <a:lnTo>
                    <a:pt x="195424" y="113064"/>
                  </a:lnTo>
                  <a:lnTo>
                    <a:pt x="247645" y="106809"/>
                  </a:lnTo>
                  <a:lnTo>
                    <a:pt x="295319" y="101098"/>
                  </a:lnTo>
                  <a:lnTo>
                    <a:pt x="339175" y="95845"/>
                  </a:lnTo>
                  <a:lnTo>
                    <a:pt x="379779" y="90981"/>
                  </a:lnTo>
                  <a:lnTo>
                    <a:pt x="417581" y="86453"/>
                  </a:lnTo>
                  <a:lnTo>
                    <a:pt x="452942" y="82218"/>
                  </a:lnTo>
                  <a:lnTo>
                    <a:pt x="486158" y="78239"/>
                  </a:lnTo>
                  <a:lnTo>
                    <a:pt x="517476" y="74488"/>
                  </a:lnTo>
                  <a:lnTo>
                    <a:pt x="547099" y="70939"/>
                  </a:lnTo>
                  <a:lnTo>
                    <a:pt x="575203" y="67573"/>
                  </a:lnTo>
                  <a:lnTo>
                    <a:pt x="601936" y="64371"/>
                  </a:lnTo>
                  <a:lnTo>
                    <a:pt x="627424" y="61318"/>
                  </a:lnTo>
                  <a:lnTo>
                    <a:pt x="651780" y="58400"/>
                  </a:lnTo>
                  <a:lnTo>
                    <a:pt x="675098" y="55607"/>
                  </a:lnTo>
                  <a:lnTo>
                    <a:pt x="697465" y="52928"/>
                  </a:lnTo>
                  <a:lnTo>
                    <a:pt x="718954" y="50354"/>
                  </a:lnTo>
                  <a:lnTo>
                    <a:pt x="739632" y="47877"/>
                  </a:lnTo>
                  <a:lnTo>
                    <a:pt x="759558" y="45490"/>
                  </a:lnTo>
                  <a:lnTo>
                    <a:pt x="778785" y="43187"/>
                  </a:lnTo>
                  <a:lnTo>
                    <a:pt x="797360" y="40962"/>
                  </a:lnTo>
                  <a:lnTo>
                    <a:pt x="815326" y="38810"/>
                  </a:lnTo>
                  <a:lnTo>
                    <a:pt x="832721" y="36727"/>
                  </a:lnTo>
                  <a:lnTo>
                    <a:pt x="849581" y="34707"/>
                  </a:lnTo>
                  <a:lnTo>
                    <a:pt x="865938" y="32748"/>
                  </a:lnTo>
                  <a:lnTo>
                    <a:pt x="881820" y="30846"/>
                  </a:lnTo>
                  <a:lnTo>
                    <a:pt x="897255" y="28997"/>
                  </a:lnTo>
                  <a:lnTo>
                    <a:pt x="912267" y="27199"/>
                  </a:lnTo>
                  <a:lnTo>
                    <a:pt x="926879" y="25448"/>
                  </a:lnTo>
                  <a:lnTo>
                    <a:pt x="941111" y="23744"/>
                  </a:lnTo>
                  <a:lnTo>
                    <a:pt x="954983" y="22082"/>
                  </a:lnTo>
                  <a:lnTo>
                    <a:pt x="968512" y="20461"/>
                  </a:lnTo>
                  <a:lnTo>
                    <a:pt x="981715" y="18880"/>
                  </a:lnTo>
                  <a:lnTo>
                    <a:pt x="994608" y="17336"/>
                  </a:lnTo>
                  <a:lnTo>
                    <a:pt x="1007204" y="15827"/>
                  </a:lnTo>
                  <a:lnTo>
                    <a:pt x="1019517" y="14352"/>
                  </a:lnTo>
                  <a:lnTo>
                    <a:pt x="1031559" y="12909"/>
                  </a:lnTo>
                  <a:lnTo>
                    <a:pt x="1043343" y="11498"/>
                  </a:lnTo>
                  <a:lnTo>
                    <a:pt x="1054878" y="10116"/>
                  </a:lnTo>
                  <a:lnTo>
                    <a:pt x="1066175" y="8763"/>
                  </a:lnTo>
                  <a:lnTo>
                    <a:pt x="1077245" y="7437"/>
                  </a:lnTo>
                  <a:lnTo>
                    <a:pt x="1088095" y="6138"/>
                  </a:lnTo>
                  <a:lnTo>
                    <a:pt x="1098734" y="4863"/>
                  </a:lnTo>
                  <a:lnTo>
                    <a:pt x="1109170" y="3613"/>
                  </a:lnTo>
                  <a:lnTo>
                    <a:pt x="1119412" y="2386"/>
                  </a:lnTo>
                  <a:lnTo>
                    <a:pt x="1129466" y="1182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34067" y="1496046"/>
              <a:ext cx="1139338" cy="311342"/>
            </a:xfrm>
            <a:custGeom>
              <a:avLst/>
              <a:pathLst>
                <a:path w="1139338" h="311342">
                  <a:moveTo>
                    <a:pt x="0" y="311342"/>
                  </a:moveTo>
                  <a:lnTo>
                    <a:pt x="73162" y="291349"/>
                  </a:lnTo>
                  <a:lnTo>
                    <a:pt x="137696" y="273714"/>
                  </a:lnTo>
                  <a:lnTo>
                    <a:pt x="195424" y="257939"/>
                  </a:lnTo>
                  <a:lnTo>
                    <a:pt x="247645" y="243669"/>
                  </a:lnTo>
                  <a:lnTo>
                    <a:pt x="295319" y="230641"/>
                  </a:lnTo>
                  <a:lnTo>
                    <a:pt x="339175" y="218657"/>
                  </a:lnTo>
                  <a:lnTo>
                    <a:pt x="379779" y="207561"/>
                  </a:lnTo>
                  <a:lnTo>
                    <a:pt x="417581" y="197231"/>
                  </a:lnTo>
                  <a:lnTo>
                    <a:pt x="452942" y="187568"/>
                  </a:lnTo>
                  <a:lnTo>
                    <a:pt x="486158" y="178491"/>
                  </a:lnTo>
                  <a:lnTo>
                    <a:pt x="517476" y="169933"/>
                  </a:lnTo>
                  <a:lnTo>
                    <a:pt x="547099" y="161838"/>
                  </a:lnTo>
                  <a:lnTo>
                    <a:pt x="575203" y="154158"/>
                  </a:lnTo>
                  <a:lnTo>
                    <a:pt x="601936" y="146853"/>
                  </a:lnTo>
                  <a:lnTo>
                    <a:pt x="627424" y="139888"/>
                  </a:lnTo>
                  <a:lnTo>
                    <a:pt x="651780" y="133233"/>
                  </a:lnTo>
                  <a:lnTo>
                    <a:pt x="675098" y="126860"/>
                  </a:lnTo>
                  <a:lnTo>
                    <a:pt x="697465" y="120748"/>
                  </a:lnTo>
                  <a:lnTo>
                    <a:pt x="718954" y="114876"/>
                  </a:lnTo>
                  <a:lnTo>
                    <a:pt x="739632" y="109225"/>
                  </a:lnTo>
                  <a:lnTo>
                    <a:pt x="759558" y="103780"/>
                  </a:lnTo>
                  <a:lnTo>
                    <a:pt x="778785" y="98526"/>
                  </a:lnTo>
                  <a:lnTo>
                    <a:pt x="797360" y="93450"/>
                  </a:lnTo>
                  <a:lnTo>
                    <a:pt x="815326" y="88541"/>
                  </a:lnTo>
                  <a:lnTo>
                    <a:pt x="832721" y="83787"/>
                  </a:lnTo>
                  <a:lnTo>
                    <a:pt x="849581" y="79180"/>
                  </a:lnTo>
                  <a:lnTo>
                    <a:pt x="865938" y="74710"/>
                  </a:lnTo>
                  <a:lnTo>
                    <a:pt x="881820" y="70370"/>
                  </a:lnTo>
                  <a:lnTo>
                    <a:pt x="897255" y="66152"/>
                  </a:lnTo>
                  <a:lnTo>
                    <a:pt x="912267" y="62050"/>
                  </a:lnTo>
                  <a:lnTo>
                    <a:pt x="926879" y="58057"/>
                  </a:lnTo>
                  <a:lnTo>
                    <a:pt x="941111" y="54168"/>
                  </a:lnTo>
                  <a:lnTo>
                    <a:pt x="954983" y="50377"/>
                  </a:lnTo>
                  <a:lnTo>
                    <a:pt x="968512" y="46680"/>
                  </a:lnTo>
                  <a:lnTo>
                    <a:pt x="981715" y="43072"/>
                  </a:lnTo>
                  <a:lnTo>
                    <a:pt x="994608" y="39549"/>
                  </a:lnTo>
                  <a:lnTo>
                    <a:pt x="1007204" y="36107"/>
                  </a:lnTo>
                  <a:lnTo>
                    <a:pt x="1019517" y="32743"/>
                  </a:lnTo>
                  <a:lnTo>
                    <a:pt x="1031559" y="29452"/>
                  </a:lnTo>
                  <a:lnTo>
                    <a:pt x="1043343" y="26232"/>
                  </a:lnTo>
                  <a:lnTo>
                    <a:pt x="1054878" y="23080"/>
                  </a:lnTo>
                  <a:lnTo>
                    <a:pt x="1066175" y="19992"/>
                  </a:lnTo>
                  <a:lnTo>
                    <a:pt x="1077245" y="16968"/>
                  </a:lnTo>
                  <a:lnTo>
                    <a:pt x="1088095" y="14003"/>
                  </a:lnTo>
                  <a:lnTo>
                    <a:pt x="1098734" y="11095"/>
                  </a:lnTo>
                  <a:lnTo>
                    <a:pt x="1109170" y="8243"/>
                  </a:lnTo>
                  <a:lnTo>
                    <a:pt x="1119412" y="5445"/>
                  </a:lnTo>
                  <a:lnTo>
                    <a:pt x="1129466" y="2697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834067" y="1938325"/>
              <a:ext cx="1139338" cy="12778"/>
            </a:xfrm>
            <a:custGeom>
              <a:avLst/>
              <a:pathLst>
                <a:path w="1139338" h="12778">
                  <a:moveTo>
                    <a:pt x="0" y="12778"/>
                  </a:moveTo>
                  <a:lnTo>
                    <a:pt x="73162" y="11957"/>
                  </a:lnTo>
                  <a:lnTo>
                    <a:pt x="137696" y="11234"/>
                  </a:lnTo>
                  <a:lnTo>
                    <a:pt x="195424" y="10586"/>
                  </a:lnTo>
                  <a:lnTo>
                    <a:pt x="247645" y="10001"/>
                  </a:lnTo>
                  <a:lnTo>
                    <a:pt x="295319" y="9466"/>
                  </a:lnTo>
                  <a:lnTo>
                    <a:pt x="339175" y="8974"/>
                  </a:lnTo>
                  <a:lnTo>
                    <a:pt x="379779" y="8519"/>
                  </a:lnTo>
                  <a:lnTo>
                    <a:pt x="417581" y="8095"/>
                  </a:lnTo>
                  <a:lnTo>
                    <a:pt x="452942" y="7698"/>
                  </a:lnTo>
                  <a:lnTo>
                    <a:pt x="486158" y="7325"/>
                  </a:lnTo>
                  <a:lnTo>
                    <a:pt x="517476" y="6974"/>
                  </a:lnTo>
                  <a:lnTo>
                    <a:pt x="547099" y="6642"/>
                  </a:lnTo>
                  <a:lnTo>
                    <a:pt x="575203" y="6327"/>
                  </a:lnTo>
                  <a:lnTo>
                    <a:pt x="601936" y="6027"/>
                  </a:lnTo>
                  <a:lnTo>
                    <a:pt x="627424" y="5741"/>
                  </a:lnTo>
                  <a:lnTo>
                    <a:pt x="651780" y="5468"/>
                  </a:lnTo>
                  <a:lnTo>
                    <a:pt x="675098" y="5206"/>
                  </a:lnTo>
                  <a:lnTo>
                    <a:pt x="697465" y="4955"/>
                  </a:lnTo>
                  <a:lnTo>
                    <a:pt x="718954" y="4714"/>
                  </a:lnTo>
                  <a:lnTo>
                    <a:pt x="739632" y="4483"/>
                  </a:lnTo>
                  <a:lnTo>
                    <a:pt x="759558" y="4259"/>
                  </a:lnTo>
                  <a:lnTo>
                    <a:pt x="778785" y="4043"/>
                  </a:lnTo>
                  <a:lnTo>
                    <a:pt x="797360" y="3835"/>
                  </a:lnTo>
                  <a:lnTo>
                    <a:pt x="815326" y="3634"/>
                  </a:lnTo>
                  <a:lnTo>
                    <a:pt x="832721" y="3438"/>
                  </a:lnTo>
                  <a:lnTo>
                    <a:pt x="849581" y="3249"/>
                  </a:lnTo>
                  <a:lnTo>
                    <a:pt x="865938" y="3066"/>
                  </a:lnTo>
                  <a:lnTo>
                    <a:pt x="881820" y="2888"/>
                  </a:lnTo>
                  <a:lnTo>
                    <a:pt x="897255" y="2715"/>
                  </a:lnTo>
                  <a:lnTo>
                    <a:pt x="912267" y="2546"/>
                  </a:lnTo>
                  <a:lnTo>
                    <a:pt x="926879" y="2382"/>
                  </a:lnTo>
                  <a:lnTo>
                    <a:pt x="941111" y="2223"/>
                  </a:lnTo>
                  <a:lnTo>
                    <a:pt x="954983" y="2067"/>
                  </a:lnTo>
                  <a:lnTo>
                    <a:pt x="968512" y="1915"/>
                  </a:lnTo>
                  <a:lnTo>
                    <a:pt x="981715" y="1767"/>
                  </a:lnTo>
                  <a:lnTo>
                    <a:pt x="994608" y="1623"/>
                  </a:lnTo>
                  <a:lnTo>
                    <a:pt x="1007204" y="1481"/>
                  </a:lnTo>
                  <a:lnTo>
                    <a:pt x="1019517" y="1343"/>
                  </a:lnTo>
                  <a:lnTo>
                    <a:pt x="1031559" y="1208"/>
                  </a:lnTo>
                  <a:lnTo>
                    <a:pt x="1043343" y="1076"/>
                  </a:lnTo>
                  <a:lnTo>
                    <a:pt x="1054878" y="947"/>
                  </a:lnTo>
                  <a:lnTo>
                    <a:pt x="1066175" y="820"/>
                  </a:lnTo>
                  <a:lnTo>
                    <a:pt x="1077245" y="696"/>
                  </a:lnTo>
                  <a:lnTo>
                    <a:pt x="1088095" y="574"/>
                  </a:lnTo>
                  <a:lnTo>
                    <a:pt x="1098734" y="455"/>
                  </a:lnTo>
                  <a:lnTo>
                    <a:pt x="1109170" y="338"/>
                  </a:lnTo>
                  <a:lnTo>
                    <a:pt x="1119412" y="223"/>
                  </a:lnTo>
                  <a:lnTo>
                    <a:pt x="1129466" y="110"/>
                  </a:lnTo>
                  <a:lnTo>
                    <a:pt x="113933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48241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19773" y="19813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19773" y="16327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19773" y="12841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748241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83406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1384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9362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7340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748241" y="965010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54868" y="19718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17855" y="19943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24792" y="20895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26801" y="18068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59232" y="18396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34527" y="17976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20492" y="20649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64810" y="19381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36529" y="20197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246028" y="16549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33227" y="21246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06728" y="19488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99289" y="15891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0200" y="19569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595970" y="21635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38800" y="21597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10400" y="20073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19232" y="21347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03331" y="15771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11551" y="11635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17568" y="19141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44495" y="20258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47355" y="19998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45489" y="20484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48799" y="19421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598545" y="18151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46788" y="18777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14502" y="19541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11686" y="21060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05551" y="21188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13345" y="202095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09763" y="19931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13449" y="12331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3959" y="20190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94377" y="16048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89392" y="16784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89820" y="21173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1195" y="11915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19753" y="21200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89206" y="20762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12623" y="16550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83752" y="19380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92059" y="19780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024430" y="12936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05668" y="20131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21259" y="20269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79541" y="17873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92330" y="182013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58946" y="20582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93501" y="20831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407419" y="21152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68700" y="20571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86478" y="15600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99380" y="20738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66566" y="16990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75345" y="212064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64917" y="12678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88979" y="13072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91670" y="19766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98492" y="19869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91233" y="18533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69640" y="19752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61536" y="19010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78449" y="20970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90458" y="208528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77420" y="19085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70081" y="19562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67663" y="17888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89942" y="11958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93561" y="17523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86305" y="20256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93946" y="16729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8694" y="1963038"/>
              <a:ext cx="1144082" cy="82502"/>
            </a:xfrm>
            <a:custGeom>
              <a:avLst/>
              <a:pathLst>
                <a:path w="1144082" h="82502">
                  <a:moveTo>
                    <a:pt x="0" y="82502"/>
                  </a:moveTo>
                  <a:lnTo>
                    <a:pt x="73467" y="77204"/>
                  </a:lnTo>
                  <a:lnTo>
                    <a:pt x="138270" y="72531"/>
                  </a:lnTo>
                  <a:lnTo>
                    <a:pt x="196238" y="68350"/>
                  </a:lnTo>
                  <a:lnTo>
                    <a:pt x="248676" y="64569"/>
                  </a:lnTo>
                  <a:lnTo>
                    <a:pt x="296549" y="61117"/>
                  </a:lnTo>
                  <a:lnTo>
                    <a:pt x="340587" y="57941"/>
                  </a:lnTo>
                  <a:lnTo>
                    <a:pt x="381360" y="55001"/>
                  </a:lnTo>
                  <a:lnTo>
                    <a:pt x="419320" y="52264"/>
                  </a:lnTo>
                  <a:lnTo>
                    <a:pt x="454828" y="49703"/>
                  </a:lnTo>
                  <a:lnTo>
                    <a:pt x="488183" y="47298"/>
                  </a:lnTo>
                  <a:lnTo>
                    <a:pt x="519631" y="45030"/>
                  </a:lnTo>
                  <a:lnTo>
                    <a:pt x="549378" y="42885"/>
                  </a:lnTo>
                  <a:lnTo>
                    <a:pt x="577599" y="40850"/>
                  </a:lnTo>
                  <a:lnTo>
                    <a:pt x="604442" y="38914"/>
                  </a:lnTo>
                  <a:lnTo>
                    <a:pt x="630037" y="37068"/>
                  </a:lnTo>
                  <a:lnTo>
                    <a:pt x="654494" y="35305"/>
                  </a:lnTo>
                  <a:lnTo>
                    <a:pt x="677910" y="33616"/>
                  </a:lnTo>
                  <a:lnTo>
                    <a:pt x="700369" y="31997"/>
                  </a:lnTo>
                  <a:lnTo>
                    <a:pt x="721948" y="30440"/>
                  </a:lnTo>
                  <a:lnTo>
                    <a:pt x="742712" y="28943"/>
                  </a:lnTo>
                  <a:lnTo>
                    <a:pt x="762721" y="27500"/>
                  </a:lnTo>
                  <a:lnTo>
                    <a:pt x="782028" y="26108"/>
                  </a:lnTo>
                  <a:lnTo>
                    <a:pt x="800680" y="24763"/>
                  </a:lnTo>
                  <a:lnTo>
                    <a:pt x="818721" y="23462"/>
                  </a:lnTo>
                  <a:lnTo>
                    <a:pt x="836189" y="22202"/>
                  </a:lnTo>
                  <a:lnTo>
                    <a:pt x="853119" y="20981"/>
                  </a:lnTo>
                  <a:lnTo>
                    <a:pt x="869544" y="19797"/>
                  </a:lnTo>
                  <a:lnTo>
                    <a:pt x="885492" y="18647"/>
                  </a:lnTo>
                  <a:lnTo>
                    <a:pt x="900992" y="17529"/>
                  </a:lnTo>
                  <a:lnTo>
                    <a:pt x="916066" y="16442"/>
                  </a:lnTo>
                  <a:lnTo>
                    <a:pt x="930739" y="15384"/>
                  </a:lnTo>
                  <a:lnTo>
                    <a:pt x="945030" y="14354"/>
                  </a:lnTo>
                  <a:lnTo>
                    <a:pt x="958960" y="13349"/>
                  </a:lnTo>
                  <a:lnTo>
                    <a:pt x="972545" y="12369"/>
                  </a:lnTo>
                  <a:lnTo>
                    <a:pt x="985803" y="11413"/>
                  </a:lnTo>
                  <a:lnTo>
                    <a:pt x="998750" y="10480"/>
                  </a:lnTo>
                  <a:lnTo>
                    <a:pt x="1011398" y="9568"/>
                  </a:lnTo>
                  <a:lnTo>
                    <a:pt x="1023762" y="8676"/>
                  </a:lnTo>
                  <a:lnTo>
                    <a:pt x="1035855" y="7804"/>
                  </a:lnTo>
                  <a:lnTo>
                    <a:pt x="1047687" y="6951"/>
                  </a:lnTo>
                  <a:lnTo>
                    <a:pt x="1059271" y="6115"/>
                  </a:lnTo>
                  <a:lnTo>
                    <a:pt x="1070615" y="5297"/>
                  </a:lnTo>
                  <a:lnTo>
                    <a:pt x="1081730" y="4496"/>
                  </a:lnTo>
                  <a:lnTo>
                    <a:pt x="1092626" y="3710"/>
                  </a:lnTo>
                  <a:lnTo>
                    <a:pt x="1103309" y="2940"/>
                  </a:lnTo>
                  <a:lnTo>
                    <a:pt x="1113789" y="2184"/>
                  </a:lnTo>
                  <a:lnTo>
                    <a:pt x="1124073" y="1442"/>
                  </a:lnTo>
                  <a:lnTo>
                    <a:pt x="1134169" y="714"/>
                  </a:lnTo>
                  <a:lnTo>
                    <a:pt x="114408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68694" y="1948231"/>
              <a:ext cx="1144082" cy="88416"/>
            </a:xfrm>
            <a:custGeom>
              <a:avLst/>
              <a:pathLst>
                <a:path w="1144082" h="88416">
                  <a:moveTo>
                    <a:pt x="0" y="0"/>
                  </a:moveTo>
                  <a:lnTo>
                    <a:pt x="73467" y="5677"/>
                  </a:lnTo>
                  <a:lnTo>
                    <a:pt x="138270" y="10685"/>
                  </a:lnTo>
                  <a:lnTo>
                    <a:pt x="196238" y="15165"/>
                  </a:lnTo>
                  <a:lnTo>
                    <a:pt x="248676" y="19218"/>
                  </a:lnTo>
                  <a:lnTo>
                    <a:pt x="296549" y="22917"/>
                  </a:lnTo>
                  <a:lnTo>
                    <a:pt x="340587" y="26321"/>
                  </a:lnTo>
                  <a:lnTo>
                    <a:pt x="381360" y="29472"/>
                  </a:lnTo>
                  <a:lnTo>
                    <a:pt x="419320" y="32405"/>
                  </a:lnTo>
                  <a:lnTo>
                    <a:pt x="454828" y="35149"/>
                  </a:lnTo>
                  <a:lnTo>
                    <a:pt x="488183" y="37727"/>
                  </a:lnTo>
                  <a:lnTo>
                    <a:pt x="519631" y="40157"/>
                  </a:lnTo>
                  <a:lnTo>
                    <a:pt x="549378" y="42456"/>
                  </a:lnTo>
                  <a:lnTo>
                    <a:pt x="577599" y="44637"/>
                  </a:lnTo>
                  <a:lnTo>
                    <a:pt x="604442" y="46712"/>
                  </a:lnTo>
                  <a:lnTo>
                    <a:pt x="630037" y="48690"/>
                  </a:lnTo>
                  <a:lnTo>
                    <a:pt x="654494" y="50580"/>
                  </a:lnTo>
                  <a:lnTo>
                    <a:pt x="677910" y="52389"/>
                  </a:lnTo>
                  <a:lnTo>
                    <a:pt x="700369" y="54125"/>
                  </a:lnTo>
                  <a:lnTo>
                    <a:pt x="721948" y="55793"/>
                  </a:lnTo>
                  <a:lnTo>
                    <a:pt x="742712" y="57397"/>
                  </a:lnTo>
                  <a:lnTo>
                    <a:pt x="762721" y="58944"/>
                  </a:lnTo>
                  <a:lnTo>
                    <a:pt x="782028" y="60436"/>
                  </a:lnTo>
                  <a:lnTo>
                    <a:pt x="800680" y="61877"/>
                  </a:lnTo>
                  <a:lnTo>
                    <a:pt x="818721" y="63271"/>
                  </a:lnTo>
                  <a:lnTo>
                    <a:pt x="836189" y="64621"/>
                  </a:lnTo>
                  <a:lnTo>
                    <a:pt x="853119" y="65930"/>
                  </a:lnTo>
                  <a:lnTo>
                    <a:pt x="869544" y="67199"/>
                  </a:lnTo>
                  <a:lnTo>
                    <a:pt x="885492" y="68432"/>
                  </a:lnTo>
                  <a:lnTo>
                    <a:pt x="900992" y="69629"/>
                  </a:lnTo>
                  <a:lnTo>
                    <a:pt x="916066" y="70794"/>
                  </a:lnTo>
                  <a:lnTo>
                    <a:pt x="930739" y="71928"/>
                  </a:lnTo>
                  <a:lnTo>
                    <a:pt x="945030" y="73033"/>
                  </a:lnTo>
                  <a:lnTo>
                    <a:pt x="958960" y="74109"/>
                  </a:lnTo>
                  <a:lnTo>
                    <a:pt x="972545" y="75159"/>
                  </a:lnTo>
                  <a:lnTo>
                    <a:pt x="985803" y="76184"/>
                  </a:lnTo>
                  <a:lnTo>
                    <a:pt x="998750" y="77184"/>
                  </a:lnTo>
                  <a:lnTo>
                    <a:pt x="1011398" y="78162"/>
                  </a:lnTo>
                  <a:lnTo>
                    <a:pt x="1023762" y="79117"/>
                  </a:lnTo>
                  <a:lnTo>
                    <a:pt x="1035855" y="80052"/>
                  </a:lnTo>
                  <a:lnTo>
                    <a:pt x="1047687" y="80966"/>
                  </a:lnTo>
                  <a:lnTo>
                    <a:pt x="1059271" y="81861"/>
                  </a:lnTo>
                  <a:lnTo>
                    <a:pt x="1070615" y="82738"/>
                  </a:lnTo>
                  <a:lnTo>
                    <a:pt x="1081730" y="83597"/>
                  </a:lnTo>
                  <a:lnTo>
                    <a:pt x="1092626" y="84439"/>
                  </a:lnTo>
                  <a:lnTo>
                    <a:pt x="1103309" y="85265"/>
                  </a:lnTo>
                  <a:lnTo>
                    <a:pt x="1113789" y="86075"/>
                  </a:lnTo>
                  <a:lnTo>
                    <a:pt x="1124073" y="86869"/>
                  </a:lnTo>
                  <a:lnTo>
                    <a:pt x="1134169" y="87650"/>
                  </a:lnTo>
                  <a:lnTo>
                    <a:pt x="1144082" y="8841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68694" y="2098497"/>
              <a:ext cx="1144082" cy="11923"/>
            </a:xfrm>
            <a:custGeom>
              <a:avLst/>
              <a:pathLst>
                <a:path w="1144082" h="11923">
                  <a:moveTo>
                    <a:pt x="0" y="0"/>
                  </a:moveTo>
                  <a:lnTo>
                    <a:pt x="73467" y="765"/>
                  </a:lnTo>
                  <a:lnTo>
                    <a:pt x="138270" y="1440"/>
                  </a:lnTo>
                  <a:lnTo>
                    <a:pt x="196238" y="2045"/>
                  </a:lnTo>
                  <a:lnTo>
                    <a:pt x="248676" y="2591"/>
                  </a:lnTo>
                  <a:lnTo>
                    <a:pt x="296549" y="3090"/>
                  </a:lnTo>
                  <a:lnTo>
                    <a:pt x="340587" y="3549"/>
                  </a:lnTo>
                  <a:lnTo>
                    <a:pt x="381360" y="3974"/>
                  </a:lnTo>
                  <a:lnTo>
                    <a:pt x="419320" y="4369"/>
                  </a:lnTo>
                  <a:lnTo>
                    <a:pt x="454828" y="4740"/>
                  </a:lnTo>
                  <a:lnTo>
                    <a:pt x="488183" y="5087"/>
                  </a:lnTo>
                  <a:lnTo>
                    <a:pt x="519631" y="5415"/>
                  </a:lnTo>
                  <a:lnTo>
                    <a:pt x="549378" y="5725"/>
                  </a:lnTo>
                  <a:lnTo>
                    <a:pt x="577599" y="6019"/>
                  </a:lnTo>
                  <a:lnTo>
                    <a:pt x="604442" y="6299"/>
                  </a:lnTo>
                  <a:lnTo>
                    <a:pt x="630037" y="6565"/>
                  </a:lnTo>
                  <a:lnTo>
                    <a:pt x="654494" y="6820"/>
                  </a:lnTo>
                  <a:lnTo>
                    <a:pt x="677910" y="7064"/>
                  </a:lnTo>
                  <a:lnTo>
                    <a:pt x="700369" y="7298"/>
                  </a:lnTo>
                  <a:lnTo>
                    <a:pt x="721948" y="7523"/>
                  </a:lnTo>
                  <a:lnTo>
                    <a:pt x="742712" y="7740"/>
                  </a:lnTo>
                  <a:lnTo>
                    <a:pt x="762721" y="7948"/>
                  </a:lnTo>
                  <a:lnTo>
                    <a:pt x="782028" y="8149"/>
                  </a:lnTo>
                  <a:lnTo>
                    <a:pt x="800680" y="8344"/>
                  </a:lnTo>
                  <a:lnTo>
                    <a:pt x="818721" y="8532"/>
                  </a:lnTo>
                  <a:lnTo>
                    <a:pt x="836189" y="8714"/>
                  </a:lnTo>
                  <a:lnTo>
                    <a:pt x="853119" y="8890"/>
                  </a:lnTo>
                  <a:lnTo>
                    <a:pt x="869544" y="9061"/>
                  </a:lnTo>
                  <a:lnTo>
                    <a:pt x="885492" y="9228"/>
                  </a:lnTo>
                  <a:lnTo>
                    <a:pt x="900992" y="9389"/>
                  </a:lnTo>
                  <a:lnTo>
                    <a:pt x="916066" y="9546"/>
                  </a:lnTo>
                  <a:lnTo>
                    <a:pt x="930739" y="9699"/>
                  </a:lnTo>
                  <a:lnTo>
                    <a:pt x="945030" y="9848"/>
                  </a:lnTo>
                  <a:lnTo>
                    <a:pt x="958960" y="9993"/>
                  </a:lnTo>
                  <a:lnTo>
                    <a:pt x="972545" y="10135"/>
                  </a:lnTo>
                  <a:lnTo>
                    <a:pt x="985803" y="10273"/>
                  </a:lnTo>
                  <a:lnTo>
                    <a:pt x="998750" y="10408"/>
                  </a:lnTo>
                  <a:lnTo>
                    <a:pt x="1011398" y="10540"/>
                  </a:lnTo>
                  <a:lnTo>
                    <a:pt x="1023762" y="10669"/>
                  </a:lnTo>
                  <a:lnTo>
                    <a:pt x="1035855" y="10795"/>
                  </a:lnTo>
                  <a:lnTo>
                    <a:pt x="1047687" y="10918"/>
                  </a:lnTo>
                  <a:lnTo>
                    <a:pt x="1059271" y="11039"/>
                  </a:lnTo>
                  <a:lnTo>
                    <a:pt x="1070615" y="11157"/>
                  </a:lnTo>
                  <a:lnTo>
                    <a:pt x="1081730" y="11273"/>
                  </a:lnTo>
                  <a:lnTo>
                    <a:pt x="1092626" y="11386"/>
                  </a:lnTo>
                  <a:lnTo>
                    <a:pt x="1103309" y="11498"/>
                  </a:lnTo>
                  <a:lnTo>
                    <a:pt x="1113789" y="11607"/>
                  </a:lnTo>
                  <a:lnTo>
                    <a:pt x="1124073" y="11714"/>
                  </a:lnTo>
                  <a:lnTo>
                    <a:pt x="1134169" y="11819"/>
                  </a:lnTo>
                  <a:lnTo>
                    <a:pt x="1144082" y="1192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68694" y="1862448"/>
              <a:ext cx="1144082" cy="180876"/>
            </a:xfrm>
            <a:custGeom>
              <a:avLst/>
              <a:pathLst>
                <a:path w="1144082" h="180876">
                  <a:moveTo>
                    <a:pt x="0" y="0"/>
                  </a:moveTo>
                  <a:lnTo>
                    <a:pt x="73467" y="11615"/>
                  </a:lnTo>
                  <a:lnTo>
                    <a:pt x="138270" y="21860"/>
                  </a:lnTo>
                  <a:lnTo>
                    <a:pt x="196238" y="31024"/>
                  </a:lnTo>
                  <a:lnTo>
                    <a:pt x="248676" y="39315"/>
                  </a:lnTo>
                  <a:lnTo>
                    <a:pt x="296549" y="46883"/>
                  </a:lnTo>
                  <a:lnTo>
                    <a:pt x="340587" y="53846"/>
                  </a:lnTo>
                  <a:lnTo>
                    <a:pt x="381360" y="60292"/>
                  </a:lnTo>
                  <a:lnTo>
                    <a:pt x="419320" y="66293"/>
                  </a:lnTo>
                  <a:lnTo>
                    <a:pt x="454828" y="71907"/>
                  </a:lnTo>
                  <a:lnTo>
                    <a:pt x="488183" y="77180"/>
                  </a:lnTo>
                  <a:lnTo>
                    <a:pt x="519631" y="82152"/>
                  </a:lnTo>
                  <a:lnTo>
                    <a:pt x="549378" y="86855"/>
                  </a:lnTo>
                  <a:lnTo>
                    <a:pt x="577599" y="91317"/>
                  </a:lnTo>
                  <a:lnTo>
                    <a:pt x="604442" y="95561"/>
                  </a:lnTo>
                  <a:lnTo>
                    <a:pt x="630037" y="99607"/>
                  </a:lnTo>
                  <a:lnTo>
                    <a:pt x="654494" y="103474"/>
                  </a:lnTo>
                  <a:lnTo>
                    <a:pt x="677910" y="107176"/>
                  </a:lnTo>
                  <a:lnTo>
                    <a:pt x="700369" y="110726"/>
                  </a:lnTo>
                  <a:lnTo>
                    <a:pt x="721948" y="114138"/>
                  </a:lnTo>
                  <a:lnTo>
                    <a:pt x="742712" y="117421"/>
                  </a:lnTo>
                  <a:lnTo>
                    <a:pt x="762721" y="120584"/>
                  </a:lnTo>
                  <a:lnTo>
                    <a:pt x="782028" y="123636"/>
                  </a:lnTo>
                  <a:lnTo>
                    <a:pt x="800680" y="126585"/>
                  </a:lnTo>
                  <a:lnTo>
                    <a:pt x="818721" y="129438"/>
                  </a:lnTo>
                  <a:lnTo>
                    <a:pt x="836189" y="132199"/>
                  </a:lnTo>
                  <a:lnTo>
                    <a:pt x="853119" y="134876"/>
                  </a:lnTo>
                  <a:lnTo>
                    <a:pt x="869544" y="137472"/>
                  </a:lnTo>
                  <a:lnTo>
                    <a:pt x="885492" y="139994"/>
                  </a:lnTo>
                  <a:lnTo>
                    <a:pt x="900992" y="142444"/>
                  </a:lnTo>
                  <a:lnTo>
                    <a:pt x="916066" y="144828"/>
                  </a:lnTo>
                  <a:lnTo>
                    <a:pt x="930739" y="147147"/>
                  </a:lnTo>
                  <a:lnTo>
                    <a:pt x="945030" y="149407"/>
                  </a:lnTo>
                  <a:lnTo>
                    <a:pt x="958960" y="151609"/>
                  </a:lnTo>
                  <a:lnTo>
                    <a:pt x="972545" y="153757"/>
                  </a:lnTo>
                  <a:lnTo>
                    <a:pt x="985803" y="155853"/>
                  </a:lnTo>
                  <a:lnTo>
                    <a:pt x="998750" y="157900"/>
                  </a:lnTo>
                  <a:lnTo>
                    <a:pt x="1011398" y="159899"/>
                  </a:lnTo>
                  <a:lnTo>
                    <a:pt x="1023762" y="161854"/>
                  </a:lnTo>
                  <a:lnTo>
                    <a:pt x="1035855" y="163766"/>
                  </a:lnTo>
                  <a:lnTo>
                    <a:pt x="1047687" y="165637"/>
                  </a:lnTo>
                  <a:lnTo>
                    <a:pt x="1059271" y="167468"/>
                  </a:lnTo>
                  <a:lnTo>
                    <a:pt x="1070615" y="169261"/>
                  </a:lnTo>
                  <a:lnTo>
                    <a:pt x="1081730" y="171019"/>
                  </a:lnTo>
                  <a:lnTo>
                    <a:pt x="1092626" y="172741"/>
                  </a:lnTo>
                  <a:lnTo>
                    <a:pt x="1103309" y="174430"/>
                  </a:lnTo>
                  <a:lnTo>
                    <a:pt x="1113789" y="176087"/>
                  </a:lnTo>
                  <a:lnTo>
                    <a:pt x="1124073" y="177713"/>
                  </a:lnTo>
                  <a:lnTo>
                    <a:pt x="1134169" y="179309"/>
                  </a:lnTo>
                  <a:lnTo>
                    <a:pt x="1144082" y="180876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68694" y="1505763"/>
              <a:ext cx="1144082" cy="688304"/>
            </a:xfrm>
            <a:custGeom>
              <a:avLst/>
              <a:pathLst>
                <a:path w="1144082" h="688304">
                  <a:moveTo>
                    <a:pt x="0" y="688304"/>
                  </a:moveTo>
                  <a:lnTo>
                    <a:pt x="73467" y="644105"/>
                  </a:lnTo>
                  <a:lnTo>
                    <a:pt x="138270" y="605118"/>
                  </a:lnTo>
                  <a:lnTo>
                    <a:pt x="196238" y="570243"/>
                  </a:lnTo>
                  <a:lnTo>
                    <a:pt x="248676" y="538695"/>
                  </a:lnTo>
                  <a:lnTo>
                    <a:pt x="296549" y="509894"/>
                  </a:lnTo>
                  <a:lnTo>
                    <a:pt x="340587" y="483399"/>
                  </a:lnTo>
                  <a:lnTo>
                    <a:pt x="381360" y="458869"/>
                  </a:lnTo>
                  <a:lnTo>
                    <a:pt x="419320" y="436032"/>
                  </a:lnTo>
                  <a:lnTo>
                    <a:pt x="454828" y="414670"/>
                  </a:lnTo>
                  <a:lnTo>
                    <a:pt x="488183" y="394603"/>
                  </a:lnTo>
                  <a:lnTo>
                    <a:pt x="519631" y="375683"/>
                  </a:lnTo>
                  <a:lnTo>
                    <a:pt x="549378" y="357787"/>
                  </a:lnTo>
                  <a:lnTo>
                    <a:pt x="577599" y="340808"/>
                  </a:lnTo>
                  <a:lnTo>
                    <a:pt x="604442" y="324659"/>
                  </a:lnTo>
                  <a:lnTo>
                    <a:pt x="630037" y="309260"/>
                  </a:lnTo>
                  <a:lnTo>
                    <a:pt x="654494" y="294546"/>
                  </a:lnTo>
                  <a:lnTo>
                    <a:pt x="677910" y="280459"/>
                  </a:lnTo>
                  <a:lnTo>
                    <a:pt x="700369" y="266947"/>
                  </a:lnTo>
                  <a:lnTo>
                    <a:pt x="721948" y="253965"/>
                  </a:lnTo>
                  <a:lnTo>
                    <a:pt x="742712" y="241472"/>
                  </a:lnTo>
                  <a:lnTo>
                    <a:pt x="762721" y="229434"/>
                  </a:lnTo>
                  <a:lnTo>
                    <a:pt x="782028" y="217819"/>
                  </a:lnTo>
                  <a:lnTo>
                    <a:pt x="800680" y="206597"/>
                  </a:lnTo>
                  <a:lnTo>
                    <a:pt x="818721" y="195744"/>
                  </a:lnTo>
                  <a:lnTo>
                    <a:pt x="836189" y="185235"/>
                  </a:lnTo>
                  <a:lnTo>
                    <a:pt x="853119" y="175049"/>
                  </a:lnTo>
                  <a:lnTo>
                    <a:pt x="869544" y="165168"/>
                  </a:lnTo>
                  <a:lnTo>
                    <a:pt x="885492" y="155573"/>
                  </a:lnTo>
                  <a:lnTo>
                    <a:pt x="900992" y="146248"/>
                  </a:lnTo>
                  <a:lnTo>
                    <a:pt x="916066" y="137179"/>
                  </a:lnTo>
                  <a:lnTo>
                    <a:pt x="930739" y="128352"/>
                  </a:lnTo>
                  <a:lnTo>
                    <a:pt x="945030" y="119754"/>
                  </a:lnTo>
                  <a:lnTo>
                    <a:pt x="958960" y="111373"/>
                  </a:lnTo>
                  <a:lnTo>
                    <a:pt x="972545" y="103200"/>
                  </a:lnTo>
                  <a:lnTo>
                    <a:pt x="985803" y="95224"/>
                  </a:lnTo>
                  <a:lnTo>
                    <a:pt x="998750" y="87435"/>
                  </a:lnTo>
                  <a:lnTo>
                    <a:pt x="1011398" y="79825"/>
                  </a:lnTo>
                  <a:lnTo>
                    <a:pt x="1023762" y="72387"/>
                  </a:lnTo>
                  <a:lnTo>
                    <a:pt x="1035855" y="65112"/>
                  </a:lnTo>
                  <a:lnTo>
                    <a:pt x="1047687" y="57993"/>
                  </a:lnTo>
                  <a:lnTo>
                    <a:pt x="1059271" y="51024"/>
                  </a:lnTo>
                  <a:lnTo>
                    <a:pt x="1070615" y="44199"/>
                  </a:lnTo>
                  <a:lnTo>
                    <a:pt x="1081730" y="37512"/>
                  </a:lnTo>
                  <a:lnTo>
                    <a:pt x="1092626" y="30957"/>
                  </a:lnTo>
                  <a:lnTo>
                    <a:pt x="1103309" y="24530"/>
                  </a:lnTo>
                  <a:lnTo>
                    <a:pt x="1113789" y="18225"/>
                  </a:lnTo>
                  <a:lnTo>
                    <a:pt x="1124073" y="12037"/>
                  </a:lnTo>
                  <a:lnTo>
                    <a:pt x="1134169" y="5964"/>
                  </a:lnTo>
                  <a:lnTo>
                    <a:pt x="114408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68694" y="1555308"/>
              <a:ext cx="1144082" cy="101"/>
            </a:xfrm>
            <a:custGeom>
              <a:avLst/>
              <a:pathLst>
                <a:path w="1144082" h="101">
                  <a:moveTo>
                    <a:pt x="0" y="101"/>
                  </a:moveTo>
                  <a:lnTo>
                    <a:pt x="73467" y="95"/>
                  </a:lnTo>
                  <a:lnTo>
                    <a:pt x="138270" y="89"/>
                  </a:lnTo>
                  <a:lnTo>
                    <a:pt x="196238" y="84"/>
                  </a:lnTo>
                  <a:lnTo>
                    <a:pt x="248676" y="79"/>
                  </a:lnTo>
                  <a:lnTo>
                    <a:pt x="296549" y="75"/>
                  </a:lnTo>
                  <a:lnTo>
                    <a:pt x="340587" y="71"/>
                  </a:lnTo>
                  <a:lnTo>
                    <a:pt x="381360" y="67"/>
                  </a:lnTo>
                  <a:lnTo>
                    <a:pt x="419320" y="64"/>
                  </a:lnTo>
                  <a:lnTo>
                    <a:pt x="454828" y="61"/>
                  </a:lnTo>
                  <a:lnTo>
                    <a:pt x="488183" y="58"/>
                  </a:lnTo>
                  <a:lnTo>
                    <a:pt x="519631" y="55"/>
                  </a:lnTo>
                  <a:lnTo>
                    <a:pt x="549378" y="52"/>
                  </a:lnTo>
                  <a:lnTo>
                    <a:pt x="577599" y="50"/>
                  </a:lnTo>
                  <a:lnTo>
                    <a:pt x="604442" y="47"/>
                  </a:lnTo>
                  <a:lnTo>
                    <a:pt x="630037" y="45"/>
                  </a:lnTo>
                  <a:lnTo>
                    <a:pt x="654494" y="43"/>
                  </a:lnTo>
                  <a:lnTo>
                    <a:pt x="677910" y="41"/>
                  </a:lnTo>
                  <a:lnTo>
                    <a:pt x="700369" y="39"/>
                  </a:lnTo>
                  <a:lnTo>
                    <a:pt x="721948" y="37"/>
                  </a:lnTo>
                  <a:lnTo>
                    <a:pt x="742712" y="35"/>
                  </a:lnTo>
                  <a:lnTo>
                    <a:pt x="762721" y="33"/>
                  </a:lnTo>
                  <a:lnTo>
                    <a:pt x="782028" y="32"/>
                  </a:lnTo>
                  <a:lnTo>
                    <a:pt x="800680" y="30"/>
                  </a:lnTo>
                  <a:lnTo>
                    <a:pt x="818721" y="28"/>
                  </a:lnTo>
                  <a:lnTo>
                    <a:pt x="836189" y="27"/>
                  </a:lnTo>
                  <a:lnTo>
                    <a:pt x="853119" y="25"/>
                  </a:lnTo>
                  <a:lnTo>
                    <a:pt x="869544" y="24"/>
                  </a:lnTo>
                  <a:lnTo>
                    <a:pt x="885492" y="22"/>
                  </a:lnTo>
                  <a:lnTo>
                    <a:pt x="900992" y="21"/>
                  </a:lnTo>
                  <a:lnTo>
                    <a:pt x="916066" y="20"/>
                  </a:lnTo>
                  <a:lnTo>
                    <a:pt x="930739" y="18"/>
                  </a:lnTo>
                  <a:lnTo>
                    <a:pt x="945030" y="17"/>
                  </a:lnTo>
                  <a:lnTo>
                    <a:pt x="958960" y="16"/>
                  </a:lnTo>
                  <a:lnTo>
                    <a:pt x="972545" y="15"/>
                  </a:lnTo>
                  <a:lnTo>
                    <a:pt x="985803" y="14"/>
                  </a:lnTo>
                  <a:lnTo>
                    <a:pt x="998750" y="12"/>
                  </a:lnTo>
                  <a:lnTo>
                    <a:pt x="1011398" y="11"/>
                  </a:lnTo>
                  <a:lnTo>
                    <a:pt x="1023762" y="10"/>
                  </a:lnTo>
                  <a:lnTo>
                    <a:pt x="1035855" y="9"/>
                  </a:lnTo>
                  <a:lnTo>
                    <a:pt x="1047687" y="8"/>
                  </a:lnTo>
                  <a:lnTo>
                    <a:pt x="1059271" y="7"/>
                  </a:lnTo>
                  <a:lnTo>
                    <a:pt x="1070615" y="6"/>
                  </a:lnTo>
                  <a:lnTo>
                    <a:pt x="1081730" y="5"/>
                  </a:lnTo>
                  <a:lnTo>
                    <a:pt x="1092626" y="4"/>
                  </a:lnTo>
                  <a:lnTo>
                    <a:pt x="1103309" y="3"/>
                  </a:lnTo>
                  <a:lnTo>
                    <a:pt x="1113789" y="2"/>
                  </a:lnTo>
                  <a:lnTo>
                    <a:pt x="1124073" y="1"/>
                  </a:lnTo>
                  <a:lnTo>
                    <a:pt x="1134169" y="0"/>
                  </a:lnTo>
                  <a:lnTo>
                    <a:pt x="114408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68694" y="1659548"/>
              <a:ext cx="1144082" cy="242002"/>
            </a:xfrm>
            <a:custGeom>
              <a:avLst/>
              <a:pathLst>
                <a:path w="1144082" h="242002">
                  <a:moveTo>
                    <a:pt x="0" y="0"/>
                  </a:moveTo>
                  <a:lnTo>
                    <a:pt x="73467" y="15540"/>
                  </a:lnTo>
                  <a:lnTo>
                    <a:pt x="138270" y="29247"/>
                  </a:lnTo>
                  <a:lnTo>
                    <a:pt x="196238" y="41509"/>
                  </a:lnTo>
                  <a:lnTo>
                    <a:pt x="248676" y="52601"/>
                  </a:lnTo>
                  <a:lnTo>
                    <a:pt x="296549" y="62727"/>
                  </a:lnTo>
                  <a:lnTo>
                    <a:pt x="340587" y="72043"/>
                  </a:lnTo>
                  <a:lnTo>
                    <a:pt x="381360" y="80667"/>
                  </a:lnTo>
                  <a:lnTo>
                    <a:pt x="419320" y="88696"/>
                  </a:lnTo>
                  <a:lnTo>
                    <a:pt x="454828" y="96207"/>
                  </a:lnTo>
                  <a:lnTo>
                    <a:pt x="488183" y="103263"/>
                  </a:lnTo>
                  <a:lnTo>
                    <a:pt x="519631" y="109915"/>
                  </a:lnTo>
                  <a:lnTo>
                    <a:pt x="549378" y="116207"/>
                  </a:lnTo>
                  <a:lnTo>
                    <a:pt x="577599" y="122177"/>
                  </a:lnTo>
                  <a:lnTo>
                    <a:pt x="604442" y="127855"/>
                  </a:lnTo>
                  <a:lnTo>
                    <a:pt x="630037" y="133269"/>
                  </a:lnTo>
                  <a:lnTo>
                    <a:pt x="654494" y="138442"/>
                  </a:lnTo>
                  <a:lnTo>
                    <a:pt x="677910" y="143395"/>
                  </a:lnTo>
                  <a:lnTo>
                    <a:pt x="700369" y="148146"/>
                  </a:lnTo>
                  <a:lnTo>
                    <a:pt x="721948" y="152710"/>
                  </a:lnTo>
                  <a:lnTo>
                    <a:pt x="742712" y="157102"/>
                  </a:lnTo>
                  <a:lnTo>
                    <a:pt x="762721" y="161335"/>
                  </a:lnTo>
                  <a:lnTo>
                    <a:pt x="782028" y="165419"/>
                  </a:lnTo>
                  <a:lnTo>
                    <a:pt x="800680" y="169364"/>
                  </a:lnTo>
                  <a:lnTo>
                    <a:pt x="818721" y="173180"/>
                  </a:lnTo>
                  <a:lnTo>
                    <a:pt x="836189" y="176875"/>
                  </a:lnTo>
                  <a:lnTo>
                    <a:pt x="853119" y="180456"/>
                  </a:lnTo>
                  <a:lnTo>
                    <a:pt x="869544" y="183930"/>
                  </a:lnTo>
                  <a:lnTo>
                    <a:pt x="885492" y="187304"/>
                  </a:lnTo>
                  <a:lnTo>
                    <a:pt x="900992" y="190582"/>
                  </a:lnTo>
                  <a:lnTo>
                    <a:pt x="916066" y="193771"/>
                  </a:lnTo>
                  <a:lnTo>
                    <a:pt x="930739" y="196875"/>
                  </a:lnTo>
                  <a:lnTo>
                    <a:pt x="945030" y="199898"/>
                  </a:lnTo>
                  <a:lnTo>
                    <a:pt x="958960" y="202844"/>
                  </a:lnTo>
                  <a:lnTo>
                    <a:pt x="972545" y="205718"/>
                  </a:lnTo>
                  <a:lnTo>
                    <a:pt x="985803" y="208522"/>
                  </a:lnTo>
                  <a:lnTo>
                    <a:pt x="998750" y="211261"/>
                  </a:lnTo>
                  <a:lnTo>
                    <a:pt x="1011398" y="213936"/>
                  </a:lnTo>
                  <a:lnTo>
                    <a:pt x="1023762" y="216552"/>
                  </a:lnTo>
                  <a:lnTo>
                    <a:pt x="1035855" y="219109"/>
                  </a:lnTo>
                  <a:lnTo>
                    <a:pt x="1047687" y="221612"/>
                  </a:lnTo>
                  <a:lnTo>
                    <a:pt x="1059271" y="224063"/>
                  </a:lnTo>
                  <a:lnTo>
                    <a:pt x="1070615" y="226462"/>
                  </a:lnTo>
                  <a:lnTo>
                    <a:pt x="1081730" y="228813"/>
                  </a:lnTo>
                  <a:lnTo>
                    <a:pt x="1092626" y="231118"/>
                  </a:lnTo>
                  <a:lnTo>
                    <a:pt x="1103309" y="233378"/>
                  </a:lnTo>
                  <a:lnTo>
                    <a:pt x="1113789" y="235595"/>
                  </a:lnTo>
                  <a:lnTo>
                    <a:pt x="1124073" y="237770"/>
                  </a:lnTo>
                  <a:lnTo>
                    <a:pt x="1134169" y="239905"/>
                  </a:lnTo>
                  <a:lnTo>
                    <a:pt x="1144082" y="2420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68694" y="1979781"/>
              <a:ext cx="1144082" cy="64948"/>
            </a:xfrm>
            <a:custGeom>
              <a:avLst/>
              <a:pathLst>
                <a:path w="1144082" h="64948">
                  <a:moveTo>
                    <a:pt x="0" y="64948"/>
                  </a:moveTo>
                  <a:lnTo>
                    <a:pt x="73467" y="60778"/>
                  </a:lnTo>
                  <a:lnTo>
                    <a:pt x="138270" y="57099"/>
                  </a:lnTo>
                  <a:lnTo>
                    <a:pt x="196238" y="53808"/>
                  </a:lnTo>
                  <a:lnTo>
                    <a:pt x="248676" y="50831"/>
                  </a:lnTo>
                  <a:lnTo>
                    <a:pt x="296549" y="48113"/>
                  </a:lnTo>
                  <a:lnTo>
                    <a:pt x="340587" y="45613"/>
                  </a:lnTo>
                  <a:lnTo>
                    <a:pt x="381360" y="43299"/>
                  </a:lnTo>
                  <a:lnTo>
                    <a:pt x="419320" y="41144"/>
                  </a:lnTo>
                  <a:lnTo>
                    <a:pt x="454828" y="39128"/>
                  </a:lnTo>
                  <a:lnTo>
                    <a:pt x="488183" y="37235"/>
                  </a:lnTo>
                  <a:lnTo>
                    <a:pt x="519631" y="35449"/>
                  </a:lnTo>
                  <a:lnTo>
                    <a:pt x="549378" y="33761"/>
                  </a:lnTo>
                  <a:lnTo>
                    <a:pt x="577599" y="32158"/>
                  </a:lnTo>
                  <a:lnTo>
                    <a:pt x="604442" y="30635"/>
                  </a:lnTo>
                  <a:lnTo>
                    <a:pt x="630037" y="29182"/>
                  </a:lnTo>
                  <a:lnTo>
                    <a:pt x="654494" y="27793"/>
                  </a:lnTo>
                  <a:lnTo>
                    <a:pt x="677910" y="26464"/>
                  </a:lnTo>
                  <a:lnTo>
                    <a:pt x="700369" y="25189"/>
                  </a:lnTo>
                  <a:lnTo>
                    <a:pt x="721948" y="23964"/>
                  </a:lnTo>
                  <a:lnTo>
                    <a:pt x="742712" y="22785"/>
                  </a:lnTo>
                  <a:lnTo>
                    <a:pt x="762721" y="21649"/>
                  </a:lnTo>
                  <a:lnTo>
                    <a:pt x="782028" y="20553"/>
                  </a:lnTo>
                  <a:lnTo>
                    <a:pt x="800680" y="19494"/>
                  </a:lnTo>
                  <a:lnTo>
                    <a:pt x="818721" y="18470"/>
                  </a:lnTo>
                  <a:lnTo>
                    <a:pt x="836189" y="17478"/>
                  </a:lnTo>
                  <a:lnTo>
                    <a:pt x="853119" y="16517"/>
                  </a:lnTo>
                  <a:lnTo>
                    <a:pt x="869544" y="15585"/>
                  </a:lnTo>
                  <a:lnTo>
                    <a:pt x="885492" y="14680"/>
                  </a:lnTo>
                  <a:lnTo>
                    <a:pt x="900992" y="13800"/>
                  </a:lnTo>
                  <a:lnTo>
                    <a:pt x="916066" y="12944"/>
                  </a:lnTo>
                  <a:lnTo>
                    <a:pt x="930739" y="12111"/>
                  </a:lnTo>
                  <a:lnTo>
                    <a:pt x="945030" y="11300"/>
                  </a:lnTo>
                  <a:lnTo>
                    <a:pt x="958960" y="10509"/>
                  </a:lnTo>
                  <a:lnTo>
                    <a:pt x="972545" y="9738"/>
                  </a:lnTo>
                  <a:lnTo>
                    <a:pt x="985803" y="8985"/>
                  </a:lnTo>
                  <a:lnTo>
                    <a:pt x="998750" y="8250"/>
                  </a:lnTo>
                  <a:lnTo>
                    <a:pt x="1011398" y="7532"/>
                  </a:lnTo>
                  <a:lnTo>
                    <a:pt x="1023762" y="6830"/>
                  </a:lnTo>
                  <a:lnTo>
                    <a:pt x="1035855" y="6144"/>
                  </a:lnTo>
                  <a:lnTo>
                    <a:pt x="1047687" y="5472"/>
                  </a:lnTo>
                  <a:lnTo>
                    <a:pt x="1059271" y="4814"/>
                  </a:lnTo>
                  <a:lnTo>
                    <a:pt x="1070615" y="4170"/>
                  </a:lnTo>
                  <a:lnTo>
                    <a:pt x="1081730" y="3539"/>
                  </a:lnTo>
                  <a:lnTo>
                    <a:pt x="1092626" y="2921"/>
                  </a:lnTo>
                  <a:lnTo>
                    <a:pt x="1103309" y="2314"/>
                  </a:lnTo>
                  <a:lnTo>
                    <a:pt x="1113789" y="1719"/>
                  </a:lnTo>
                  <a:lnTo>
                    <a:pt x="1124073" y="1135"/>
                  </a:lnTo>
                  <a:lnTo>
                    <a:pt x="1134169" y="562"/>
                  </a:lnTo>
                  <a:lnTo>
                    <a:pt x="114408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68694" y="2045284"/>
              <a:ext cx="1144082" cy="71293"/>
            </a:xfrm>
            <a:custGeom>
              <a:avLst/>
              <a:pathLst>
                <a:path w="1144082" h="71293">
                  <a:moveTo>
                    <a:pt x="0" y="0"/>
                  </a:moveTo>
                  <a:lnTo>
                    <a:pt x="73467" y="4578"/>
                  </a:lnTo>
                  <a:lnTo>
                    <a:pt x="138270" y="8616"/>
                  </a:lnTo>
                  <a:lnTo>
                    <a:pt x="196238" y="12228"/>
                  </a:lnTo>
                  <a:lnTo>
                    <a:pt x="248676" y="15496"/>
                  </a:lnTo>
                  <a:lnTo>
                    <a:pt x="296549" y="18479"/>
                  </a:lnTo>
                  <a:lnTo>
                    <a:pt x="340587" y="21223"/>
                  </a:lnTo>
                  <a:lnTo>
                    <a:pt x="381360" y="23764"/>
                  </a:lnTo>
                  <a:lnTo>
                    <a:pt x="419320" y="26130"/>
                  </a:lnTo>
                  <a:lnTo>
                    <a:pt x="454828" y="28342"/>
                  </a:lnTo>
                  <a:lnTo>
                    <a:pt x="488183" y="30421"/>
                  </a:lnTo>
                  <a:lnTo>
                    <a:pt x="519631" y="32380"/>
                  </a:lnTo>
                  <a:lnTo>
                    <a:pt x="549378" y="34234"/>
                  </a:lnTo>
                  <a:lnTo>
                    <a:pt x="577599" y="35993"/>
                  </a:lnTo>
                  <a:lnTo>
                    <a:pt x="604442" y="37666"/>
                  </a:lnTo>
                  <a:lnTo>
                    <a:pt x="630037" y="39261"/>
                  </a:lnTo>
                  <a:lnTo>
                    <a:pt x="654494" y="40785"/>
                  </a:lnTo>
                  <a:lnTo>
                    <a:pt x="677910" y="42244"/>
                  </a:lnTo>
                  <a:lnTo>
                    <a:pt x="700369" y="43643"/>
                  </a:lnTo>
                  <a:lnTo>
                    <a:pt x="721948" y="44988"/>
                  </a:lnTo>
                  <a:lnTo>
                    <a:pt x="742712" y="46282"/>
                  </a:lnTo>
                  <a:lnTo>
                    <a:pt x="762721" y="47529"/>
                  </a:lnTo>
                  <a:lnTo>
                    <a:pt x="782028" y="48732"/>
                  </a:lnTo>
                  <a:lnTo>
                    <a:pt x="800680" y="49894"/>
                  </a:lnTo>
                  <a:lnTo>
                    <a:pt x="818721" y="51018"/>
                  </a:lnTo>
                  <a:lnTo>
                    <a:pt x="836189" y="52107"/>
                  </a:lnTo>
                  <a:lnTo>
                    <a:pt x="853119" y="53162"/>
                  </a:lnTo>
                  <a:lnTo>
                    <a:pt x="869544" y="54185"/>
                  </a:lnTo>
                  <a:lnTo>
                    <a:pt x="885492" y="55179"/>
                  </a:lnTo>
                  <a:lnTo>
                    <a:pt x="900992" y="56145"/>
                  </a:lnTo>
                  <a:lnTo>
                    <a:pt x="916066" y="57084"/>
                  </a:lnTo>
                  <a:lnTo>
                    <a:pt x="930739" y="57999"/>
                  </a:lnTo>
                  <a:lnTo>
                    <a:pt x="945030" y="58889"/>
                  </a:lnTo>
                  <a:lnTo>
                    <a:pt x="958960" y="59757"/>
                  </a:lnTo>
                  <a:lnTo>
                    <a:pt x="972545" y="60604"/>
                  </a:lnTo>
                  <a:lnTo>
                    <a:pt x="985803" y="61430"/>
                  </a:lnTo>
                  <a:lnTo>
                    <a:pt x="998750" y="62237"/>
                  </a:lnTo>
                  <a:lnTo>
                    <a:pt x="1011398" y="63025"/>
                  </a:lnTo>
                  <a:lnTo>
                    <a:pt x="1023762" y="63796"/>
                  </a:lnTo>
                  <a:lnTo>
                    <a:pt x="1035855" y="64549"/>
                  </a:lnTo>
                  <a:lnTo>
                    <a:pt x="1047687" y="65287"/>
                  </a:lnTo>
                  <a:lnTo>
                    <a:pt x="1059271" y="66008"/>
                  </a:lnTo>
                  <a:lnTo>
                    <a:pt x="1070615" y="66715"/>
                  </a:lnTo>
                  <a:lnTo>
                    <a:pt x="1081730" y="67408"/>
                  </a:lnTo>
                  <a:lnTo>
                    <a:pt x="1092626" y="68087"/>
                  </a:lnTo>
                  <a:lnTo>
                    <a:pt x="1103309" y="68753"/>
                  </a:lnTo>
                  <a:lnTo>
                    <a:pt x="1113789" y="69406"/>
                  </a:lnTo>
                  <a:lnTo>
                    <a:pt x="1124073" y="70047"/>
                  </a:lnTo>
                  <a:lnTo>
                    <a:pt x="1134169" y="70676"/>
                  </a:lnTo>
                  <a:lnTo>
                    <a:pt x="1144082" y="7129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268694" y="1888638"/>
              <a:ext cx="1144082" cy="45265"/>
            </a:xfrm>
            <a:custGeom>
              <a:avLst/>
              <a:pathLst>
                <a:path w="1144082" h="45265">
                  <a:moveTo>
                    <a:pt x="0" y="45265"/>
                  </a:moveTo>
                  <a:lnTo>
                    <a:pt x="73467" y="42359"/>
                  </a:lnTo>
                  <a:lnTo>
                    <a:pt x="138270" y="39795"/>
                  </a:lnTo>
                  <a:lnTo>
                    <a:pt x="196238" y="37501"/>
                  </a:lnTo>
                  <a:lnTo>
                    <a:pt x="248676" y="35426"/>
                  </a:lnTo>
                  <a:lnTo>
                    <a:pt x="296549" y="33532"/>
                  </a:lnTo>
                  <a:lnTo>
                    <a:pt x="340587" y="31790"/>
                  </a:lnTo>
                  <a:lnTo>
                    <a:pt x="381360" y="30177"/>
                  </a:lnTo>
                  <a:lnTo>
                    <a:pt x="419320" y="28675"/>
                  </a:lnTo>
                  <a:lnTo>
                    <a:pt x="454828" y="27270"/>
                  </a:lnTo>
                  <a:lnTo>
                    <a:pt x="488183" y="25950"/>
                  </a:lnTo>
                  <a:lnTo>
                    <a:pt x="519631" y="24706"/>
                  </a:lnTo>
                  <a:lnTo>
                    <a:pt x="549378" y="23529"/>
                  </a:lnTo>
                  <a:lnTo>
                    <a:pt x="577599" y="22413"/>
                  </a:lnTo>
                  <a:lnTo>
                    <a:pt x="604442" y="21350"/>
                  </a:lnTo>
                  <a:lnTo>
                    <a:pt x="630037" y="20338"/>
                  </a:lnTo>
                  <a:lnTo>
                    <a:pt x="654494" y="19370"/>
                  </a:lnTo>
                  <a:lnTo>
                    <a:pt x="677910" y="18444"/>
                  </a:lnTo>
                  <a:lnTo>
                    <a:pt x="700369" y="17555"/>
                  </a:lnTo>
                  <a:lnTo>
                    <a:pt x="721948" y="16701"/>
                  </a:lnTo>
                  <a:lnTo>
                    <a:pt x="742712" y="15880"/>
                  </a:lnTo>
                  <a:lnTo>
                    <a:pt x="762721" y="15088"/>
                  </a:lnTo>
                  <a:lnTo>
                    <a:pt x="782028" y="14324"/>
                  </a:lnTo>
                  <a:lnTo>
                    <a:pt x="800680" y="13586"/>
                  </a:lnTo>
                  <a:lnTo>
                    <a:pt x="818721" y="12872"/>
                  </a:lnTo>
                  <a:lnTo>
                    <a:pt x="836189" y="12181"/>
                  </a:lnTo>
                  <a:lnTo>
                    <a:pt x="853119" y="11512"/>
                  </a:lnTo>
                  <a:lnTo>
                    <a:pt x="869544" y="10862"/>
                  </a:lnTo>
                  <a:lnTo>
                    <a:pt x="885492" y="10231"/>
                  </a:lnTo>
                  <a:lnTo>
                    <a:pt x="900992" y="9617"/>
                  </a:lnTo>
                  <a:lnTo>
                    <a:pt x="916066" y="9021"/>
                  </a:lnTo>
                  <a:lnTo>
                    <a:pt x="930739" y="8440"/>
                  </a:lnTo>
                  <a:lnTo>
                    <a:pt x="945030" y="7875"/>
                  </a:lnTo>
                  <a:lnTo>
                    <a:pt x="958960" y="7324"/>
                  </a:lnTo>
                  <a:lnTo>
                    <a:pt x="972545" y="6786"/>
                  </a:lnTo>
                  <a:lnTo>
                    <a:pt x="985803" y="6262"/>
                  </a:lnTo>
                  <a:lnTo>
                    <a:pt x="998750" y="5750"/>
                  </a:lnTo>
                  <a:lnTo>
                    <a:pt x="1011398" y="5249"/>
                  </a:lnTo>
                  <a:lnTo>
                    <a:pt x="1023762" y="4760"/>
                  </a:lnTo>
                  <a:lnTo>
                    <a:pt x="1035855" y="4282"/>
                  </a:lnTo>
                  <a:lnTo>
                    <a:pt x="1047687" y="3813"/>
                  </a:lnTo>
                  <a:lnTo>
                    <a:pt x="1059271" y="3355"/>
                  </a:lnTo>
                  <a:lnTo>
                    <a:pt x="1070615" y="2906"/>
                  </a:lnTo>
                  <a:lnTo>
                    <a:pt x="1081730" y="2466"/>
                  </a:lnTo>
                  <a:lnTo>
                    <a:pt x="1092626" y="2035"/>
                  </a:lnTo>
                  <a:lnTo>
                    <a:pt x="1103309" y="1613"/>
                  </a:lnTo>
                  <a:lnTo>
                    <a:pt x="1113789" y="1198"/>
                  </a:lnTo>
                  <a:lnTo>
                    <a:pt x="1124073" y="791"/>
                  </a:lnTo>
                  <a:lnTo>
                    <a:pt x="1134169" y="392"/>
                  </a:lnTo>
                  <a:lnTo>
                    <a:pt x="114408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86450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57982" y="20141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57982" y="16889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157982" y="13637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186450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26869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50055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03141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41277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186450" y="965010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694535" y="19493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73003" y="18598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60814" y="180398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83021" y="20230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06584" y="20576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06264" y="14214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662425" y="19619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56624" y="17280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05517" y="19506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656064" y="20191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82027" y="18478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50247" y="19638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51757" y="16431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47454" y="20017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72916" y="19429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57511" y="17185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56033" y="20609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63368" y="19589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57043" y="18785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85638" y="11833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39109" y="14714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44341" y="18889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68948" y="18446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73335" y="20509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32881" y="19021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37559" y="18444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62656" y="19921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71321" y="19386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16333" y="21659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5284" y="19587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18741" y="194254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63062" y="18298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49853" y="13952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61863" y="1329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35200" y="16163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33287" y="17279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17323" y="17383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36517" y="16648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15726" y="1711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66309" y="16550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34452" y="19699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31339" y="18698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49512" y="19389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17245" y="15737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37824" y="16554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54475" y="18495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62027" y="17053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439138" y="11635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33874" y="17213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98412" y="18282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06936" y="17264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97950" y="17117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26219" y="17783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20909" y="17335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02291" y="16235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26883" y="172013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45628" y="19305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39611" y="14714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22660" y="19321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37560" y="19154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19541" y="18286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02745" y="17447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09511" y="17567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18584" y="19298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91617" y="16438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08234" y="17744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96507" y="18333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09832" y="17671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08727" y="18360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34724" y="15296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09266" y="17888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834935" y="17351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07642" y="1739345"/>
              <a:ext cx="1139162" cy="132184"/>
            </a:xfrm>
            <a:custGeom>
              <a:avLst/>
              <a:pathLst>
                <a:path w="1139162" h="132184">
                  <a:moveTo>
                    <a:pt x="0" y="132184"/>
                  </a:moveTo>
                  <a:lnTo>
                    <a:pt x="73151" y="123696"/>
                  </a:lnTo>
                  <a:lnTo>
                    <a:pt x="137675" y="116209"/>
                  </a:lnTo>
                  <a:lnTo>
                    <a:pt x="195394" y="109511"/>
                  </a:lnTo>
                  <a:lnTo>
                    <a:pt x="247607" y="103453"/>
                  </a:lnTo>
                  <a:lnTo>
                    <a:pt x="295273" y="97922"/>
                  </a:lnTo>
                  <a:lnTo>
                    <a:pt x="339122" y="92833"/>
                  </a:lnTo>
                  <a:lnTo>
                    <a:pt x="379720" y="88123"/>
                  </a:lnTo>
                  <a:lnTo>
                    <a:pt x="417516" y="83737"/>
                  </a:lnTo>
                  <a:lnTo>
                    <a:pt x="452872" y="79634"/>
                  </a:lnTo>
                  <a:lnTo>
                    <a:pt x="486083" y="75781"/>
                  </a:lnTo>
                  <a:lnTo>
                    <a:pt x="517396" y="72147"/>
                  </a:lnTo>
                  <a:lnTo>
                    <a:pt x="547015" y="68710"/>
                  </a:lnTo>
                  <a:lnTo>
                    <a:pt x="575114" y="65450"/>
                  </a:lnTo>
                  <a:lnTo>
                    <a:pt x="601843" y="62348"/>
                  </a:lnTo>
                  <a:lnTo>
                    <a:pt x="627327" y="59391"/>
                  </a:lnTo>
                  <a:lnTo>
                    <a:pt x="651679" y="56565"/>
                  </a:lnTo>
                  <a:lnTo>
                    <a:pt x="674994" y="53860"/>
                  </a:lnTo>
                  <a:lnTo>
                    <a:pt x="697357" y="51265"/>
                  </a:lnTo>
                  <a:lnTo>
                    <a:pt x="718843" y="48772"/>
                  </a:lnTo>
                  <a:lnTo>
                    <a:pt x="739518" y="46373"/>
                  </a:lnTo>
                  <a:lnTo>
                    <a:pt x="759441" y="44061"/>
                  </a:lnTo>
                  <a:lnTo>
                    <a:pt x="778665" y="41830"/>
                  </a:lnTo>
                  <a:lnTo>
                    <a:pt x="797237" y="39675"/>
                  </a:lnTo>
                  <a:lnTo>
                    <a:pt x="815200" y="37591"/>
                  </a:lnTo>
                  <a:lnTo>
                    <a:pt x="832592" y="35573"/>
                  </a:lnTo>
                  <a:lnTo>
                    <a:pt x="849450" y="33617"/>
                  </a:lnTo>
                  <a:lnTo>
                    <a:pt x="865804" y="31719"/>
                  </a:lnTo>
                  <a:lnTo>
                    <a:pt x="881684" y="29876"/>
                  </a:lnTo>
                  <a:lnTo>
                    <a:pt x="897116" y="28086"/>
                  </a:lnTo>
                  <a:lnTo>
                    <a:pt x="912126" y="26344"/>
                  </a:lnTo>
                  <a:lnTo>
                    <a:pt x="926735" y="24649"/>
                  </a:lnTo>
                  <a:lnTo>
                    <a:pt x="940965" y="22998"/>
                  </a:lnTo>
                  <a:lnTo>
                    <a:pt x="954835" y="21388"/>
                  </a:lnTo>
                  <a:lnTo>
                    <a:pt x="968362" y="19819"/>
                  </a:lnTo>
                  <a:lnTo>
                    <a:pt x="981563" y="18287"/>
                  </a:lnTo>
                  <a:lnTo>
                    <a:pt x="994454" y="16791"/>
                  </a:lnTo>
                  <a:lnTo>
                    <a:pt x="1007048" y="15330"/>
                  </a:lnTo>
                  <a:lnTo>
                    <a:pt x="1019359" y="13901"/>
                  </a:lnTo>
                  <a:lnTo>
                    <a:pt x="1031400" y="12504"/>
                  </a:lnTo>
                  <a:lnTo>
                    <a:pt x="1043181" y="11137"/>
                  </a:lnTo>
                  <a:lnTo>
                    <a:pt x="1054715" y="9798"/>
                  </a:lnTo>
                  <a:lnTo>
                    <a:pt x="1066010" y="8488"/>
                  </a:lnTo>
                  <a:lnTo>
                    <a:pt x="1077078" y="7204"/>
                  </a:lnTo>
                  <a:lnTo>
                    <a:pt x="1087926" y="5945"/>
                  </a:lnTo>
                  <a:lnTo>
                    <a:pt x="1098564" y="4710"/>
                  </a:lnTo>
                  <a:lnTo>
                    <a:pt x="1108999" y="3500"/>
                  </a:lnTo>
                  <a:lnTo>
                    <a:pt x="1119239" y="2311"/>
                  </a:lnTo>
                  <a:lnTo>
                    <a:pt x="1129291" y="1145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07642" y="1784894"/>
              <a:ext cx="1139162" cy="260252"/>
            </a:xfrm>
            <a:custGeom>
              <a:avLst/>
              <a:pathLst>
                <a:path w="1139162" h="260252">
                  <a:moveTo>
                    <a:pt x="0" y="260252"/>
                  </a:moveTo>
                  <a:lnTo>
                    <a:pt x="73151" y="243540"/>
                  </a:lnTo>
                  <a:lnTo>
                    <a:pt x="137675" y="228799"/>
                  </a:lnTo>
                  <a:lnTo>
                    <a:pt x="195394" y="215612"/>
                  </a:lnTo>
                  <a:lnTo>
                    <a:pt x="247607" y="203684"/>
                  </a:lnTo>
                  <a:lnTo>
                    <a:pt x="295273" y="192794"/>
                  </a:lnTo>
                  <a:lnTo>
                    <a:pt x="339122" y="182776"/>
                  </a:lnTo>
                  <a:lnTo>
                    <a:pt x="379720" y="173501"/>
                  </a:lnTo>
                  <a:lnTo>
                    <a:pt x="417516" y="164866"/>
                  </a:lnTo>
                  <a:lnTo>
                    <a:pt x="452872" y="156789"/>
                  </a:lnTo>
                  <a:lnTo>
                    <a:pt x="486083" y="149202"/>
                  </a:lnTo>
                  <a:lnTo>
                    <a:pt x="517396" y="142048"/>
                  </a:lnTo>
                  <a:lnTo>
                    <a:pt x="547015" y="135281"/>
                  </a:lnTo>
                  <a:lnTo>
                    <a:pt x="575114" y="128862"/>
                  </a:lnTo>
                  <a:lnTo>
                    <a:pt x="601843" y="122755"/>
                  </a:lnTo>
                  <a:lnTo>
                    <a:pt x="627327" y="116933"/>
                  </a:lnTo>
                  <a:lnTo>
                    <a:pt x="651679" y="111370"/>
                  </a:lnTo>
                  <a:lnTo>
                    <a:pt x="674994" y="106043"/>
                  </a:lnTo>
                  <a:lnTo>
                    <a:pt x="697357" y="100934"/>
                  </a:lnTo>
                  <a:lnTo>
                    <a:pt x="718843" y="96025"/>
                  </a:lnTo>
                  <a:lnTo>
                    <a:pt x="739518" y="91302"/>
                  </a:lnTo>
                  <a:lnTo>
                    <a:pt x="759441" y="86750"/>
                  </a:lnTo>
                  <a:lnTo>
                    <a:pt x="778665" y="82358"/>
                  </a:lnTo>
                  <a:lnTo>
                    <a:pt x="797237" y="78116"/>
                  </a:lnTo>
                  <a:lnTo>
                    <a:pt x="815200" y="74012"/>
                  </a:lnTo>
                  <a:lnTo>
                    <a:pt x="832592" y="70038"/>
                  </a:lnTo>
                  <a:lnTo>
                    <a:pt x="849450" y="66187"/>
                  </a:lnTo>
                  <a:lnTo>
                    <a:pt x="865804" y="62451"/>
                  </a:lnTo>
                  <a:lnTo>
                    <a:pt x="881684" y="58823"/>
                  </a:lnTo>
                  <a:lnTo>
                    <a:pt x="897116" y="55297"/>
                  </a:lnTo>
                  <a:lnTo>
                    <a:pt x="912126" y="51868"/>
                  </a:lnTo>
                  <a:lnTo>
                    <a:pt x="926735" y="48530"/>
                  </a:lnTo>
                  <a:lnTo>
                    <a:pt x="940965" y="45279"/>
                  </a:lnTo>
                  <a:lnTo>
                    <a:pt x="954835" y="42111"/>
                  </a:lnTo>
                  <a:lnTo>
                    <a:pt x="968362" y="39020"/>
                  </a:lnTo>
                  <a:lnTo>
                    <a:pt x="981563" y="36004"/>
                  </a:lnTo>
                  <a:lnTo>
                    <a:pt x="994454" y="33059"/>
                  </a:lnTo>
                  <a:lnTo>
                    <a:pt x="1007048" y="30182"/>
                  </a:lnTo>
                  <a:lnTo>
                    <a:pt x="1019359" y="27370"/>
                  </a:lnTo>
                  <a:lnTo>
                    <a:pt x="1031400" y="24619"/>
                  </a:lnTo>
                  <a:lnTo>
                    <a:pt x="1043181" y="21927"/>
                  </a:lnTo>
                  <a:lnTo>
                    <a:pt x="1054715" y="19292"/>
                  </a:lnTo>
                  <a:lnTo>
                    <a:pt x="1066010" y="16712"/>
                  </a:lnTo>
                  <a:lnTo>
                    <a:pt x="1077078" y="14183"/>
                  </a:lnTo>
                  <a:lnTo>
                    <a:pt x="1087926" y="11705"/>
                  </a:lnTo>
                  <a:lnTo>
                    <a:pt x="1098564" y="9274"/>
                  </a:lnTo>
                  <a:lnTo>
                    <a:pt x="1108999" y="6891"/>
                  </a:lnTo>
                  <a:lnTo>
                    <a:pt x="1119239" y="4551"/>
                  </a:lnTo>
                  <a:lnTo>
                    <a:pt x="1129291" y="2255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07642" y="1831516"/>
              <a:ext cx="1139162" cy="42201"/>
            </a:xfrm>
            <a:custGeom>
              <a:avLst/>
              <a:pathLst>
                <a:path w="1139162" h="42201">
                  <a:moveTo>
                    <a:pt x="0" y="42201"/>
                  </a:moveTo>
                  <a:lnTo>
                    <a:pt x="73151" y="39491"/>
                  </a:lnTo>
                  <a:lnTo>
                    <a:pt x="137675" y="37101"/>
                  </a:lnTo>
                  <a:lnTo>
                    <a:pt x="195394" y="34962"/>
                  </a:lnTo>
                  <a:lnTo>
                    <a:pt x="247607" y="33028"/>
                  </a:lnTo>
                  <a:lnTo>
                    <a:pt x="295273" y="31262"/>
                  </a:lnTo>
                  <a:lnTo>
                    <a:pt x="339122" y="29638"/>
                  </a:lnTo>
                  <a:lnTo>
                    <a:pt x="379720" y="28134"/>
                  </a:lnTo>
                  <a:lnTo>
                    <a:pt x="417516" y="26734"/>
                  </a:lnTo>
                  <a:lnTo>
                    <a:pt x="452872" y="25424"/>
                  </a:lnTo>
                  <a:lnTo>
                    <a:pt x="486083" y="24193"/>
                  </a:lnTo>
                  <a:lnTo>
                    <a:pt x="517396" y="23033"/>
                  </a:lnTo>
                  <a:lnTo>
                    <a:pt x="547015" y="21936"/>
                  </a:lnTo>
                  <a:lnTo>
                    <a:pt x="575114" y="20895"/>
                  </a:lnTo>
                  <a:lnTo>
                    <a:pt x="601843" y="19905"/>
                  </a:lnTo>
                  <a:lnTo>
                    <a:pt x="627327" y="18961"/>
                  </a:lnTo>
                  <a:lnTo>
                    <a:pt x="651679" y="18059"/>
                  </a:lnTo>
                  <a:lnTo>
                    <a:pt x="674994" y="17195"/>
                  </a:lnTo>
                  <a:lnTo>
                    <a:pt x="697357" y="16367"/>
                  </a:lnTo>
                  <a:lnTo>
                    <a:pt x="718843" y="15571"/>
                  </a:lnTo>
                  <a:lnTo>
                    <a:pt x="739518" y="14805"/>
                  </a:lnTo>
                  <a:lnTo>
                    <a:pt x="759441" y="14067"/>
                  </a:lnTo>
                  <a:lnTo>
                    <a:pt x="778665" y="13354"/>
                  </a:lnTo>
                  <a:lnTo>
                    <a:pt x="797237" y="12666"/>
                  </a:lnTo>
                  <a:lnTo>
                    <a:pt x="815200" y="12001"/>
                  </a:lnTo>
                  <a:lnTo>
                    <a:pt x="832592" y="11357"/>
                  </a:lnTo>
                  <a:lnTo>
                    <a:pt x="849450" y="10732"/>
                  </a:lnTo>
                  <a:lnTo>
                    <a:pt x="865804" y="10126"/>
                  </a:lnTo>
                  <a:lnTo>
                    <a:pt x="881684" y="9538"/>
                  </a:lnTo>
                  <a:lnTo>
                    <a:pt x="897116" y="8966"/>
                  </a:lnTo>
                  <a:lnTo>
                    <a:pt x="912126" y="8410"/>
                  </a:lnTo>
                  <a:lnTo>
                    <a:pt x="926735" y="7869"/>
                  </a:lnTo>
                  <a:lnTo>
                    <a:pt x="940965" y="7342"/>
                  </a:lnTo>
                  <a:lnTo>
                    <a:pt x="954835" y="6828"/>
                  </a:lnTo>
                  <a:lnTo>
                    <a:pt x="968362" y="6327"/>
                  </a:lnTo>
                  <a:lnTo>
                    <a:pt x="981563" y="5838"/>
                  </a:lnTo>
                  <a:lnTo>
                    <a:pt x="994454" y="5360"/>
                  </a:lnTo>
                  <a:lnTo>
                    <a:pt x="1007048" y="4894"/>
                  </a:lnTo>
                  <a:lnTo>
                    <a:pt x="1019359" y="4438"/>
                  </a:lnTo>
                  <a:lnTo>
                    <a:pt x="1031400" y="3992"/>
                  </a:lnTo>
                  <a:lnTo>
                    <a:pt x="1043181" y="3555"/>
                  </a:lnTo>
                  <a:lnTo>
                    <a:pt x="1054715" y="3128"/>
                  </a:lnTo>
                  <a:lnTo>
                    <a:pt x="1066010" y="2709"/>
                  </a:lnTo>
                  <a:lnTo>
                    <a:pt x="1077078" y="2299"/>
                  </a:lnTo>
                  <a:lnTo>
                    <a:pt x="1087926" y="1898"/>
                  </a:lnTo>
                  <a:lnTo>
                    <a:pt x="1098564" y="1503"/>
                  </a:lnTo>
                  <a:lnTo>
                    <a:pt x="1108999" y="1117"/>
                  </a:lnTo>
                  <a:lnTo>
                    <a:pt x="1119239" y="738"/>
                  </a:lnTo>
                  <a:lnTo>
                    <a:pt x="1129291" y="365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07642" y="1426526"/>
              <a:ext cx="1139162" cy="604962"/>
            </a:xfrm>
            <a:custGeom>
              <a:avLst/>
              <a:pathLst>
                <a:path w="1139162" h="604962">
                  <a:moveTo>
                    <a:pt x="0" y="604962"/>
                  </a:moveTo>
                  <a:lnTo>
                    <a:pt x="73151" y="566114"/>
                  </a:lnTo>
                  <a:lnTo>
                    <a:pt x="137675" y="531848"/>
                  </a:lnTo>
                  <a:lnTo>
                    <a:pt x="195394" y="501196"/>
                  </a:lnTo>
                  <a:lnTo>
                    <a:pt x="247607" y="473468"/>
                  </a:lnTo>
                  <a:lnTo>
                    <a:pt x="295273" y="448154"/>
                  </a:lnTo>
                  <a:lnTo>
                    <a:pt x="339122" y="424868"/>
                  </a:lnTo>
                  <a:lnTo>
                    <a:pt x="379720" y="403308"/>
                  </a:lnTo>
                  <a:lnTo>
                    <a:pt x="417516" y="383236"/>
                  </a:lnTo>
                  <a:lnTo>
                    <a:pt x="452872" y="364460"/>
                  </a:lnTo>
                  <a:lnTo>
                    <a:pt x="486083" y="346823"/>
                  </a:lnTo>
                  <a:lnTo>
                    <a:pt x="517396" y="330194"/>
                  </a:lnTo>
                  <a:lnTo>
                    <a:pt x="547015" y="314464"/>
                  </a:lnTo>
                  <a:lnTo>
                    <a:pt x="575114" y="299542"/>
                  </a:lnTo>
                  <a:lnTo>
                    <a:pt x="601843" y="285348"/>
                  </a:lnTo>
                  <a:lnTo>
                    <a:pt x="627327" y="271814"/>
                  </a:lnTo>
                  <a:lnTo>
                    <a:pt x="651679" y="258882"/>
                  </a:lnTo>
                  <a:lnTo>
                    <a:pt x="674994" y="246500"/>
                  </a:lnTo>
                  <a:lnTo>
                    <a:pt x="697357" y="234624"/>
                  </a:lnTo>
                  <a:lnTo>
                    <a:pt x="718843" y="223213"/>
                  </a:lnTo>
                  <a:lnTo>
                    <a:pt x="739518" y="212234"/>
                  </a:lnTo>
                  <a:lnTo>
                    <a:pt x="759441" y="201654"/>
                  </a:lnTo>
                  <a:lnTo>
                    <a:pt x="778665" y="191445"/>
                  </a:lnTo>
                  <a:lnTo>
                    <a:pt x="797237" y="181582"/>
                  </a:lnTo>
                  <a:lnTo>
                    <a:pt x="815200" y="172042"/>
                  </a:lnTo>
                  <a:lnTo>
                    <a:pt x="832592" y="162806"/>
                  </a:lnTo>
                  <a:lnTo>
                    <a:pt x="849450" y="153854"/>
                  </a:lnTo>
                  <a:lnTo>
                    <a:pt x="865804" y="145169"/>
                  </a:lnTo>
                  <a:lnTo>
                    <a:pt x="881684" y="136735"/>
                  </a:lnTo>
                  <a:lnTo>
                    <a:pt x="897116" y="128540"/>
                  </a:lnTo>
                  <a:lnTo>
                    <a:pt x="912126" y="120569"/>
                  </a:lnTo>
                  <a:lnTo>
                    <a:pt x="926735" y="112810"/>
                  </a:lnTo>
                  <a:lnTo>
                    <a:pt x="940965" y="105253"/>
                  </a:lnTo>
                  <a:lnTo>
                    <a:pt x="954835" y="97888"/>
                  </a:lnTo>
                  <a:lnTo>
                    <a:pt x="968362" y="90704"/>
                  </a:lnTo>
                  <a:lnTo>
                    <a:pt x="981563" y="83694"/>
                  </a:lnTo>
                  <a:lnTo>
                    <a:pt x="994454" y="76848"/>
                  </a:lnTo>
                  <a:lnTo>
                    <a:pt x="1007048" y="70160"/>
                  </a:lnTo>
                  <a:lnTo>
                    <a:pt x="1019359" y="63622"/>
                  </a:lnTo>
                  <a:lnTo>
                    <a:pt x="1031400" y="57228"/>
                  </a:lnTo>
                  <a:lnTo>
                    <a:pt x="1043181" y="50971"/>
                  </a:lnTo>
                  <a:lnTo>
                    <a:pt x="1054715" y="44846"/>
                  </a:lnTo>
                  <a:lnTo>
                    <a:pt x="1066010" y="38847"/>
                  </a:lnTo>
                  <a:lnTo>
                    <a:pt x="1077078" y="32970"/>
                  </a:lnTo>
                  <a:lnTo>
                    <a:pt x="1087926" y="27209"/>
                  </a:lnTo>
                  <a:lnTo>
                    <a:pt x="1098564" y="21559"/>
                  </a:lnTo>
                  <a:lnTo>
                    <a:pt x="1108999" y="16018"/>
                  </a:lnTo>
                  <a:lnTo>
                    <a:pt x="1119239" y="10580"/>
                  </a:lnTo>
                  <a:lnTo>
                    <a:pt x="1129291" y="5242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07642" y="1746053"/>
              <a:ext cx="1139162" cy="153350"/>
            </a:xfrm>
            <a:custGeom>
              <a:avLst/>
              <a:pathLst>
                <a:path w="1139162" h="153350">
                  <a:moveTo>
                    <a:pt x="0" y="0"/>
                  </a:moveTo>
                  <a:lnTo>
                    <a:pt x="73151" y="9847"/>
                  </a:lnTo>
                  <a:lnTo>
                    <a:pt x="137675" y="18533"/>
                  </a:lnTo>
                  <a:lnTo>
                    <a:pt x="195394" y="26303"/>
                  </a:lnTo>
                  <a:lnTo>
                    <a:pt x="247607" y="33332"/>
                  </a:lnTo>
                  <a:lnTo>
                    <a:pt x="295273" y="39748"/>
                  </a:lnTo>
                  <a:lnTo>
                    <a:pt x="339122" y="45651"/>
                  </a:lnTo>
                  <a:lnTo>
                    <a:pt x="379720" y="51116"/>
                  </a:lnTo>
                  <a:lnTo>
                    <a:pt x="417516" y="56204"/>
                  </a:lnTo>
                  <a:lnTo>
                    <a:pt x="452872" y="60964"/>
                  </a:lnTo>
                  <a:lnTo>
                    <a:pt x="486083" y="65435"/>
                  </a:lnTo>
                  <a:lnTo>
                    <a:pt x="517396" y="69650"/>
                  </a:lnTo>
                  <a:lnTo>
                    <a:pt x="547015" y="73637"/>
                  </a:lnTo>
                  <a:lnTo>
                    <a:pt x="575114" y="77420"/>
                  </a:lnTo>
                  <a:lnTo>
                    <a:pt x="601843" y="81018"/>
                  </a:lnTo>
                  <a:lnTo>
                    <a:pt x="627327" y="84448"/>
                  </a:lnTo>
                  <a:lnTo>
                    <a:pt x="651679" y="87727"/>
                  </a:lnTo>
                  <a:lnTo>
                    <a:pt x="674994" y="90865"/>
                  </a:lnTo>
                  <a:lnTo>
                    <a:pt x="697357" y="93876"/>
                  </a:lnTo>
                  <a:lnTo>
                    <a:pt x="718843" y="96768"/>
                  </a:lnTo>
                  <a:lnTo>
                    <a:pt x="739518" y="99551"/>
                  </a:lnTo>
                  <a:lnTo>
                    <a:pt x="759441" y="102233"/>
                  </a:lnTo>
                  <a:lnTo>
                    <a:pt x="778665" y="104821"/>
                  </a:lnTo>
                  <a:lnTo>
                    <a:pt x="797237" y="107321"/>
                  </a:lnTo>
                  <a:lnTo>
                    <a:pt x="815200" y="109739"/>
                  </a:lnTo>
                  <a:lnTo>
                    <a:pt x="832592" y="112081"/>
                  </a:lnTo>
                  <a:lnTo>
                    <a:pt x="849450" y="114350"/>
                  </a:lnTo>
                  <a:lnTo>
                    <a:pt x="865804" y="116551"/>
                  </a:lnTo>
                  <a:lnTo>
                    <a:pt x="881684" y="118689"/>
                  </a:lnTo>
                  <a:lnTo>
                    <a:pt x="897116" y="120767"/>
                  </a:lnTo>
                  <a:lnTo>
                    <a:pt x="912126" y="122787"/>
                  </a:lnTo>
                  <a:lnTo>
                    <a:pt x="926735" y="124754"/>
                  </a:lnTo>
                  <a:lnTo>
                    <a:pt x="940965" y="126669"/>
                  </a:lnTo>
                  <a:lnTo>
                    <a:pt x="954835" y="128536"/>
                  </a:lnTo>
                  <a:lnTo>
                    <a:pt x="968362" y="130357"/>
                  </a:lnTo>
                  <a:lnTo>
                    <a:pt x="981563" y="132135"/>
                  </a:lnTo>
                  <a:lnTo>
                    <a:pt x="994454" y="133870"/>
                  </a:lnTo>
                  <a:lnTo>
                    <a:pt x="1007048" y="135565"/>
                  </a:lnTo>
                  <a:lnTo>
                    <a:pt x="1019359" y="137223"/>
                  </a:lnTo>
                  <a:lnTo>
                    <a:pt x="1031400" y="138843"/>
                  </a:lnTo>
                  <a:lnTo>
                    <a:pt x="1043181" y="140429"/>
                  </a:lnTo>
                  <a:lnTo>
                    <a:pt x="1054715" y="141982"/>
                  </a:lnTo>
                  <a:lnTo>
                    <a:pt x="1066010" y="143503"/>
                  </a:lnTo>
                  <a:lnTo>
                    <a:pt x="1077078" y="144992"/>
                  </a:lnTo>
                  <a:lnTo>
                    <a:pt x="1087926" y="146453"/>
                  </a:lnTo>
                  <a:lnTo>
                    <a:pt x="1098564" y="147885"/>
                  </a:lnTo>
                  <a:lnTo>
                    <a:pt x="1108999" y="149290"/>
                  </a:lnTo>
                  <a:lnTo>
                    <a:pt x="1119239" y="150668"/>
                  </a:lnTo>
                  <a:lnTo>
                    <a:pt x="1129291" y="152021"/>
                  </a:lnTo>
                  <a:lnTo>
                    <a:pt x="1139162" y="15335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07642" y="1393884"/>
              <a:ext cx="1139162" cy="224447"/>
            </a:xfrm>
            <a:custGeom>
              <a:avLst/>
              <a:pathLst>
                <a:path w="1139162" h="224447">
                  <a:moveTo>
                    <a:pt x="0" y="0"/>
                  </a:moveTo>
                  <a:lnTo>
                    <a:pt x="73151" y="14412"/>
                  </a:lnTo>
                  <a:lnTo>
                    <a:pt x="137675" y="27125"/>
                  </a:lnTo>
                  <a:lnTo>
                    <a:pt x="195394" y="38498"/>
                  </a:lnTo>
                  <a:lnTo>
                    <a:pt x="247607" y="48785"/>
                  </a:lnTo>
                  <a:lnTo>
                    <a:pt x="295273" y="58177"/>
                  </a:lnTo>
                  <a:lnTo>
                    <a:pt x="339122" y="66816"/>
                  </a:lnTo>
                  <a:lnTo>
                    <a:pt x="379720" y="74815"/>
                  </a:lnTo>
                  <a:lnTo>
                    <a:pt x="417516" y="82262"/>
                  </a:lnTo>
                  <a:lnTo>
                    <a:pt x="452872" y="89228"/>
                  </a:lnTo>
                  <a:lnTo>
                    <a:pt x="486083" y="95772"/>
                  </a:lnTo>
                  <a:lnTo>
                    <a:pt x="517396" y="101941"/>
                  </a:lnTo>
                  <a:lnTo>
                    <a:pt x="547015" y="107777"/>
                  </a:lnTo>
                  <a:lnTo>
                    <a:pt x="575114" y="113313"/>
                  </a:lnTo>
                  <a:lnTo>
                    <a:pt x="601843" y="118580"/>
                  </a:lnTo>
                  <a:lnTo>
                    <a:pt x="627327" y="123601"/>
                  </a:lnTo>
                  <a:lnTo>
                    <a:pt x="651679" y="128399"/>
                  </a:lnTo>
                  <a:lnTo>
                    <a:pt x="674994" y="132993"/>
                  </a:lnTo>
                  <a:lnTo>
                    <a:pt x="697357" y="137399"/>
                  </a:lnTo>
                  <a:lnTo>
                    <a:pt x="718843" y="141632"/>
                  </a:lnTo>
                  <a:lnTo>
                    <a:pt x="739518" y="145706"/>
                  </a:lnTo>
                  <a:lnTo>
                    <a:pt x="759441" y="149631"/>
                  </a:lnTo>
                  <a:lnTo>
                    <a:pt x="778665" y="153419"/>
                  </a:lnTo>
                  <a:lnTo>
                    <a:pt x="797237" y="157078"/>
                  </a:lnTo>
                  <a:lnTo>
                    <a:pt x="815200" y="160617"/>
                  </a:lnTo>
                  <a:lnTo>
                    <a:pt x="832592" y="164044"/>
                  </a:lnTo>
                  <a:lnTo>
                    <a:pt x="849450" y="167365"/>
                  </a:lnTo>
                  <a:lnTo>
                    <a:pt x="865804" y="170588"/>
                  </a:lnTo>
                  <a:lnTo>
                    <a:pt x="881684" y="173716"/>
                  </a:lnTo>
                  <a:lnTo>
                    <a:pt x="897116" y="176757"/>
                  </a:lnTo>
                  <a:lnTo>
                    <a:pt x="912126" y="179714"/>
                  </a:lnTo>
                  <a:lnTo>
                    <a:pt x="926735" y="182593"/>
                  </a:lnTo>
                  <a:lnTo>
                    <a:pt x="940965" y="185397"/>
                  </a:lnTo>
                  <a:lnTo>
                    <a:pt x="954835" y="188129"/>
                  </a:lnTo>
                  <a:lnTo>
                    <a:pt x="968362" y="190794"/>
                  </a:lnTo>
                  <a:lnTo>
                    <a:pt x="981563" y="193395"/>
                  </a:lnTo>
                  <a:lnTo>
                    <a:pt x="994454" y="195935"/>
                  </a:lnTo>
                  <a:lnTo>
                    <a:pt x="1007048" y="198417"/>
                  </a:lnTo>
                  <a:lnTo>
                    <a:pt x="1019359" y="200842"/>
                  </a:lnTo>
                  <a:lnTo>
                    <a:pt x="1031400" y="203215"/>
                  </a:lnTo>
                  <a:lnTo>
                    <a:pt x="1043181" y="205536"/>
                  </a:lnTo>
                  <a:lnTo>
                    <a:pt x="1054715" y="207808"/>
                  </a:lnTo>
                  <a:lnTo>
                    <a:pt x="1066010" y="210034"/>
                  </a:lnTo>
                  <a:lnTo>
                    <a:pt x="1077078" y="212215"/>
                  </a:lnTo>
                  <a:lnTo>
                    <a:pt x="1087926" y="214352"/>
                  </a:lnTo>
                  <a:lnTo>
                    <a:pt x="1098564" y="216448"/>
                  </a:lnTo>
                  <a:lnTo>
                    <a:pt x="1108999" y="218504"/>
                  </a:lnTo>
                  <a:lnTo>
                    <a:pt x="1119239" y="220521"/>
                  </a:lnTo>
                  <a:lnTo>
                    <a:pt x="1129291" y="222502"/>
                  </a:lnTo>
                  <a:lnTo>
                    <a:pt x="1139162" y="22444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07642" y="1781534"/>
              <a:ext cx="1139162" cy="165894"/>
            </a:xfrm>
            <a:custGeom>
              <a:avLst/>
              <a:pathLst>
                <a:path w="1139162" h="165894">
                  <a:moveTo>
                    <a:pt x="0" y="165894"/>
                  </a:moveTo>
                  <a:lnTo>
                    <a:pt x="73151" y="155241"/>
                  </a:lnTo>
                  <a:lnTo>
                    <a:pt x="137675" y="145844"/>
                  </a:lnTo>
                  <a:lnTo>
                    <a:pt x="195394" y="137439"/>
                  </a:lnTo>
                  <a:lnTo>
                    <a:pt x="247607" y="129835"/>
                  </a:lnTo>
                  <a:lnTo>
                    <a:pt x="295273" y="122894"/>
                  </a:lnTo>
                  <a:lnTo>
                    <a:pt x="339122" y="116508"/>
                  </a:lnTo>
                  <a:lnTo>
                    <a:pt x="379720" y="110596"/>
                  </a:lnTo>
                  <a:lnTo>
                    <a:pt x="417516" y="105092"/>
                  </a:lnTo>
                  <a:lnTo>
                    <a:pt x="452872" y="99943"/>
                  </a:lnTo>
                  <a:lnTo>
                    <a:pt x="486083" y="95106"/>
                  </a:lnTo>
                  <a:lnTo>
                    <a:pt x="517396" y="90546"/>
                  </a:lnTo>
                  <a:lnTo>
                    <a:pt x="547015" y="86233"/>
                  </a:lnTo>
                  <a:lnTo>
                    <a:pt x="575114" y="82141"/>
                  </a:lnTo>
                  <a:lnTo>
                    <a:pt x="601843" y="78248"/>
                  </a:lnTo>
                  <a:lnTo>
                    <a:pt x="627327" y="74537"/>
                  </a:lnTo>
                  <a:lnTo>
                    <a:pt x="651679" y="70991"/>
                  </a:lnTo>
                  <a:lnTo>
                    <a:pt x="674994" y="67595"/>
                  </a:lnTo>
                  <a:lnTo>
                    <a:pt x="697357" y="64339"/>
                  </a:lnTo>
                  <a:lnTo>
                    <a:pt x="718843" y="61210"/>
                  </a:lnTo>
                  <a:lnTo>
                    <a:pt x="739518" y="58199"/>
                  </a:lnTo>
                  <a:lnTo>
                    <a:pt x="759441" y="55298"/>
                  </a:lnTo>
                  <a:lnTo>
                    <a:pt x="778665" y="52498"/>
                  </a:lnTo>
                  <a:lnTo>
                    <a:pt x="797237" y="49793"/>
                  </a:lnTo>
                  <a:lnTo>
                    <a:pt x="815200" y="47178"/>
                  </a:lnTo>
                  <a:lnTo>
                    <a:pt x="832592" y="44645"/>
                  </a:lnTo>
                  <a:lnTo>
                    <a:pt x="849450" y="42190"/>
                  </a:lnTo>
                  <a:lnTo>
                    <a:pt x="865804" y="39808"/>
                  </a:lnTo>
                  <a:lnTo>
                    <a:pt x="881684" y="37496"/>
                  </a:lnTo>
                  <a:lnTo>
                    <a:pt x="897116" y="35248"/>
                  </a:lnTo>
                  <a:lnTo>
                    <a:pt x="912126" y="33062"/>
                  </a:lnTo>
                  <a:lnTo>
                    <a:pt x="926735" y="30935"/>
                  </a:lnTo>
                  <a:lnTo>
                    <a:pt x="940965" y="28863"/>
                  </a:lnTo>
                  <a:lnTo>
                    <a:pt x="954835" y="26843"/>
                  </a:lnTo>
                  <a:lnTo>
                    <a:pt x="968362" y="24873"/>
                  </a:lnTo>
                  <a:lnTo>
                    <a:pt x="981563" y="22950"/>
                  </a:lnTo>
                  <a:lnTo>
                    <a:pt x="994454" y="21073"/>
                  </a:lnTo>
                  <a:lnTo>
                    <a:pt x="1007048" y="19239"/>
                  </a:lnTo>
                  <a:lnTo>
                    <a:pt x="1019359" y="17446"/>
                  </a:lnTo>
                  <a:lnTo>
                    <a:pt x="1031400" y="15693"/>
                  </a:lnTo>
                  <a:lnTo>
                    <a:pt x="1043181" y="13977"/>
                  </a:lnTo>
                  <a:lnTo>
                    <a:pt x="1054715" y="12297"/>
                  </a:lnTo>
                  <a:lnTo>
                    <a:pt x="1066010" y="10652"/>
                  </a:lnTo>
                  <a:lnTo>
                    <a:pt x="1077078" y="9041"/>
                  </a:lnTo>
                  <a:lnTo>
                    <a:pt x="1087926" y="7461"/>
                  </a:lnTo>
                  <a:lnTo>
                    <a:pt x="1098564" y="5912"/>
                  </a:lnTo>
                  <a:lnTo>
                    <a:pt x="1108999" y="4392"/>
                  </a:lnTo>
                  <a:lnTo>
                    <a:pt x="1119239" y="2901"/>
                  </a:lnTo>
                  <a:lnTo>
                    <a:pt x="1129291" y="1437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07642" y="1717727"/>
              <a:ext cx="1139162" cy="286385"/>
            </a:xfrm>
            <a:custGeom>
              <a:avLst/>
              <a:pathLst>
                <a:path w="1139162" h="286385">
                  <a:moveTo>
                    <a:pt x="0" y="286385"/>
                  </a:moveTo>
                  <a:lnTo>
                    <a:pt x="73151" y="267994"/>
                  </a:lnTo>
                  <a:lnTo>
                    <a:pt x="137675" y="251773"/>
                  </a:lnTo>
                  <a:lnTo>
                    <a:pt x="195394" y="237263"/>
                  </a:lnTo>
                  <a:lnTo>
                    <a:pt x="247607" y="224136"/>
                  </a:lnTo>
                  <a:lnTo>
                    <a:pt x="295273" y="212153"/>
                  </a:lnTo>
                  <a:lnTo>
                    <a:pt x="339122" y="201129"/>
                  </a:lnTo>
                  <a:lnTo>
                    <a:pt x="379720" y="190923"/>
                  </a:lnTo>
                  <a:lnTo>
                    <a:pt x="417516" y="181421"/>
                  </a:lnTo>
                  <a:lnTo>
                    <a:pt x="452872" y="172533"/>
                  </a:lnTo>
                  <a:lnTo>
                    <a:pt x="486083" y="164183"/>
                  </a:lnTo>
                  <a:lnTo>
                    <a:pt x="517396" y="156311"/>
                  </a:lnTo>
                  <a:lnTo>
                    <a:pt x="547015" y="148865"/>
                  </a:lnTo>
                  <a:lnTo>
                    <a:pt x="575114" y="141801"/>
                  </a:lnTo>
                  <a:lnTo>
                    <a:pt x="601843" y="135081"/>
                  </a:lnTo>
                  <a:lnTo>
                    <a:pt x="627327" y="128675"/>
                  </a:lnTo>
                  <a:lnTo>
                    <a:pt x="651679" y="122553"/>
                  </a:lnTo>
                  <a:lnTo>
                    <a:pt x="674994" y="116691"/>
                  </a:lnTo>
                  <a:lnTo>
                    <a:pt x="697357" y="111069"/>
                  </a:lnTo>
                  <a:lnTo>
                    <a:pt x="718843" y="105668"/>
                  </a:lnTo>
                  <a:lnTo>
                    <a:pt x="739518" y="100470"/>
                  </a:lnTo>
                  <a:lnTo>
                    <a:pt x="759441" y="95461"/>
                  </a:lnTo>
                  <a:lnTo>
                    <a:pt x="778665" y="90628"/>
                  </a:lnTo>
                  <a:lnTo>
                    <a:pt x="797237" y="85959"/>
                  </a:lnTo>
                  <a:lnTo>
                    <a:pt x="815200" y="81443"/>
                  </a:lnTo>
                  <a:lnTo>
                    <a:pt x="832592" y="77071"/>
                  </a:lnTo>
                  <a:lnTo>
                    <a:pt x="849450" y="72833"/>
                  </a:lnTo>
                  <a:lnTo>
                    <a:pt x="865804" y="68722"/>
                  </a:lnTo>
                  <a:lnTo>
                    <a:pt x="881684" y="64729"/>
                  </a:lnTo>
                  <a:lnTo>
                    <a:pt x="897116" y="60850"/>
                  </a:lnTo>
                  <a:lnTo>
                    <a:pt x="912126" y="57076"/>
                  </a:lnTo>
                  <a:lnTo>
                    <a:pt x="926735" y="53403"/>
                  </a:lnTo>
                  <a:lnTo>
                    <a:pt x="940965" y="49826"/>
                  </a:lnTo>
                  <a:lnTo>
                    <a:pt x="954835" y="46339"/>
                  </a:lnTo>
                  <a:lnTo>
                    <a:pt x="968362" y="42938"/>
                  </a:lnTo>
                  <a:lnTo>
                    <a:pt x="981563" y="39620"/>
                  </a:lnTo>
                  <a:lnTo>
                    <a:pt x="994454" y="36379"/>
                  </a:lnTo>
                  <a:lnTo>
                    <a:pt x="1007048" y="33213"/>
                  </a:lnTo>
                  <a:lnTo>
                    <a:pt x="1019359" y="30118"/>
                  </a:lnTo>
                  <a:lnTo>
                    <a:pt x="1031400" y="27091"/>
                  </a:lnTo>
                  <a:lnTo>
                    <a:pt x="1043181" y="24129"/>
                  </a:lnTo>
                  <a:lnTo>
                    <a:pt x="1054715" y="21229"/>
                  </a:lnTo>
                  <a:lnTo>
                    <a:pt x="1066010" y="18390"/>
                  </a:lnTo>
                  <a:lnTo>
                    <a:pt x="1077078" y="15607"/>
                  </a:lnTo>
                  <a:lnTo>
                    <a:pt x="1087926" y="12880"/>
                  </a:lnTo>
                  <a:lnTo>
                    <a:pt x="1098564" y="10206"/>
                  </a:lnTo>
                  <a:lnTo>
                    <a:pt x="1108999" y="7582"/>
                  </a:lnTo>
                  <a:lnTo>
                    <a:pt x="1119239" y="5008"/>
                  </a:lnTo>
                  <a:lnTo>
                    <a:pt x="1129291" y="2481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07642" y="1969892"/>
              <a:ext cx="1139162" cy="70453"/>
            </a:xfrm>
            <a:custGeom>
              <a:avLst/>
              <a:pathLst>
                <a:path w="1139162" h="70453">
                  <a:moveTo>
                    <a:pt x="0" y="70453"/>
                  </a:moveTo>
                  <a:lnTo>
                    <a:pt x="73151" y="65929"/>
                  </a:lnTo>
                  <a:lnTo>
                    <a:pt x="137675" y="61938"/>
                  </a:lnTo>
                  <a:lnTo>
                    <a:pt x="195394" y="58368"/>
                  </a:lnTo>
                  <a:lnTo>
                    <a:pt x="247607" y="55139"/>
                  </a:lnTo>
                  <a:lnTo>
                    <a:pt x="295273" y="52191"/>
                  </a:lnTo>
                  <a:lnTo>
                    <a:pt x="339122" y="49479"/>
                  </a:lnTo>
                  <a:lnTo>
                    <a:pt x="379720" y="46968"/>
                  </a:lnTo>
                  <a:lnTo>
                    <a:pt x="417516" y="44631"/>
                  </a:lnTo>
                  <a:lnTo>
                    <a:pt x="452872" y="42444"/>
                  </a:lnTo>
                  <a:lnTo>
                    <a:pt x="486083" y="40390"/>
                  </a:lnTo>
                  <a:lnTo>
                    <a:pt x="517396" y="38454"/>
                  </a:lnTo>
                  <a:lnTo>
                    <a:pt x="547015" y="36622"/>
                  </a:lnTo>
                  <a:lnTo>
                    <a:pt x="575114" y="34884"/>
                  </a:lnTo>
                  <a:lnTo>
                    <a:pt x="601843" y="33231"/>
                  </a:lnTo>
                  <a:lnTo>
                    <a:pt x="627327" y="31655"/>
                  </a:lnTo>
                  <a:lnTo>
                    <a:pt x="651679" y="30149"/>
                  </a:lnTo>
                  <a:lnTo>
                    <a:pt x="674994" y="28707"/>
                  </a:lnTo>
                  <a:lnTo>
                    <a:pt x="697357" y="27324"/>
                  </a:lnTo>
                  <a:lnTo>
                    <a:pt x="718843" y="25995"/>
                  </a:lnTo>
                  <a:lnTo>
                    <a:pt x="739518" y="24716"/>
                  </a:lnTo>
                  <a:lnTo>
                    <a:pt x="759441" y="23484"/>
                  </a:lnTo>
                  <a:lnTo>
                    <a:pt x="778665" y="22295"/>
                  </a:lnTo>
                  <a:lnTo>
                    <a:pt x="797237" y="21146"/>
                  </a:lnTo>
                  <a:lnTo>
                    <a:pt x="815200" y="20035"/>
                  </a:lnTo>
                  <a:lnTo>
                    <a:pt x="832592" y="18960"/>
                  </a:lnTo>
                  <a:lnTo>
                    <a:pt x="849450" y="17917"/>
                  </a:lnTo>
                  <a:lnTo>
                    <a:pt x="865804" y="16906"/>
                  </a:lnTo>
                  <a:lnTo>
                    <a:pt x="881684" y="15924"/>
                  </a:lnTo>
                  <a:lnTo>
                    <a:pt x="897116" y="14969"/>
                  </a:lnTo>
                  <a:lnTo>
                    <a:pt x="912126" y="14041"/>
                  </a:lnTo>
                  <a:lnTo>
                    <a:pt x="926735" y="13137"/>
                  </a:lnTo>
                  <a:lnTo>
                    <a:pt x="940965" y="12257"/>
                  </a:lnTo>
                  <a:lnTo>
                    <a:pt x="954835" y="11399"/>
                  </a:lnTo>
                  <a:lnTo>
                    <a:pt x="968362" y="10563"/>
                  </a:lnTo>
                  <a:lnTo>
                    <a:pt x="981563" y="9746"/>
                  </a:lnTo>
                  <a:lnTo>
                    <a:pt x="994454" y="8949"/>
                  </a:lnTo>
                  <a:lnTo>
                    <a:pt x="1007048" y="8170"/>
                  </a:lnTo>
                  <a:lnTo>
                    <a:pt x="1019359" y="7409"/>
                  </a:lnTo>
                  <a:lnTo>
                    <a:pt x="1031400" y="6664"/>
                  </a:lnTo>
                  <a:lnTo>
                    <a:pt x="1043181" y="5936"/>
                  </a:lnTo>
                  <a:lnTo>
                    <a:pt x="1054715" y="5222"/>
                  </a:lnTo>
                  <a:lnTo>
                    <a:pt x="1066010" y="4524"/>
                  </a:lnTo>
                  <a:lnTo>
                    <a:pt x="1077078" y="3839"/>
                  </a:lnTo>
                  <a:lnTo>
                    <a:pt x="1087926" y="3168"/>
                  </a:lnTo>
                  <a:lnTo>
                    <a:pt x="1098564" y="2510"/>
                  </a:lnTo>
                  <a:lnTo>
                    <a:pt x="1108999" y="1865"/>
                  </a:lnTo>
                  <a:lnTo>
                    <a:pt x="1119239" y="1232"/>
                  </a:lnTo>
                  <a:lnTo>
                    <a:pt x="1129291" y="610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07642" y="1834553"/>
              <a:ext cx="1139162" cy="84324"/>
            </a:xfrm>
            <a:custGeom>
              <a:avLst/>
              <a:pathLst>
                <a:path w="1139162" h="84324">
                  <a:moveTo>
                    <a:pt x="0" y="84324"/>
                  </a:moveTo>
                  <a:lnTo>
                    <a:pt x="73151" y="78909"/>
                  </a:lnTo>
                  <a:lnTo>
                    <a:pt x="137675" y="74133"/>
                  </a:lnTo>
                  <a:lnTo>
                    <a:pt x="195394" y="69861"/>
                  </a:lnTo>
                  <a:lnTo>
                    <a:pt x="247607" y="65996"/>
                  </a:lnTo>
                  <a:lnTo>
                    <a:pt x="295273" y="62467"/>
                  </a:lnTo>
                  <a:lnTo>
                    <a:pt x="339122" y="59221"/>
                  </a:lnTo>
                  <a:lnTo>
                    <a:pt x="379720" y="56216"/>
                  </a:lnTo>
                  <a:lnTo>
                    <a:pt x="417516" y="53418"/>
                  </a:lnTo>
                  <a:lnTo>
                    <a:pt x="452872" y="50801"/>
                  </a:lnTo>
                  <a:lnTo>
                    <a:pt x="486083" y="48343"/>
                  </a:lnTo>
                  <a:lnTo>
                    <a:pt x="517396" y="46025"/>
                  </a:lnTo>
                  <a:lnTo>
                    <a:pt x="547015" y="43832"/>
                  </a:lnTo>
                  <a:lnTo>
                    <a:pt x="575114" y="41752"/>
                  </a:lnTo>
                  <a:lnTo>
                    <a:pt x="601843" y="39774"/>
                  </a:lnTo>
                  <a:lnTo>
                    <a:pt x="627327" y="37887"/>
                  </a:lnTo>
                  <a:lnTo>
                    <a:pt x="651679" y="36085"/>
                  </a:lnTo>
                  <a:lnTo>
                    <a:pt x="674994" y="34359"/>
                  </a:lnTo>
                  <a:lnTo>
                    <a:pt x="697357" y="32703"/>
                  </a:lnTo>
                  <a:lnTo>
                    <a:pt x="718843" y="31113"/>
                  </a:lnTo>
                  <a:lnTo>
                    <a:pt x="739518" y="29583"/>
                  </a:lnTo>
                  <a:lnTo>
                    <a:pt x="759441" y="28108"/>
                  </a:lnTo>
                  <a:lnTo>
                    <a:pt x="778665" y="26685"/>
                  </a:lnTo>
                  <a:lnTo>
                    <a:pt x="797237" y="25310"/>
                  </a:lnTo>
                  <a:lnTo>
                    <a:pt x="815200" y="23980"/>
                  </a:lnTo>
                  <a:lnTo>
                    <a:pt x="832592" y="22693"/>
                  </a:lnTo>
                  <a:lnTo>
                    <a:pt x="849450" y="21445"/>
                  </a:lnTo>
                  <a:lnTo>
                    <a:pt x="865804" y="20234"/>
                  </a:lnTo>
                  <a:lnTo>
                    <a:pt x="881684" y="19059"/>
                  </a:lnTo>
                  <a:lnTo>
                    <a:pt x="897116" y="17917"/>
                  </a:lnTo>
                  <a:lnTo>
                    <a:pt x="912126" y="16805"/>
                  </a:lnTo>
                  <a:lnTo>
                    <a:pt x="926735" y="15724"/>
                  </a:lnTo>
                  <a:lnTo>
                    <a:pt x="940965" y="14671"/>
                  </a:lnTo>
                  <a:lnTo>
                    <a:pt x="954835" y="13644"/>
                  </a:lnTo>
                  <a:lnTo>
                    <a:pt x="968362" y="12643"/>
                  </a:lnTo>
                  <a:lnTo>
                    <a:pt x="981563" y="11665"/>
                  </a:lnTo>
                  <a:lnTo>
                    <a:pt x="994454" y="10711"/>
                  </a:lnTo>
                  <a:lnTo>
                    <a:pt x="1007048" y="9779"/>
                  </a:lnTo>
                  <a:lnTo>
                    <a:pt x="1019359" y="8868"/>
                  </a:lnTo>
                  <a:lnTo>
                    <a:pt x="1031400" y="7976"/>
                  </a:lnTo>
                  <a:lnTo>
                    <a:pt x="1043181" y="7104"/>
                  </a:lnTo>
                  <a:lnTo>
                    <a:pt x="1054715" y="6251"/>
                  </a:lnTo>
                  <a:lnTo>
                    <a:pt x="1066010" y="5414"/>
                  </a:lnTo>
                  <a:lnTo>
                    <a:pt x="1077078" y="4595"/>
                  </a:lnTo>
                  <a:lnTo>
                    <a:pt x="1087926" y="3792"/>
                  </a:lnTo>
                  <a:lnTo>
                    <a:pt x="1098564" y="3005"/>
                  </a:lnTo>
                  <a:lnTo>
                    <a:pt x="1108999" y="2232"/>
                  </a:lnTo>
                  <a:lnTo>
                    <a:pt x="1119239" y="1474"/>
                  </a:lnTo>
                  <a:lnTo>
                    <a:pt x="1129291" y="730"/>
                  </a:lnTo>
                  <a:lnTo>
                    <a:pt x="113916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24659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596191" y="21934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596191" y="19240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596191" y="16547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596191" y="13854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24659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0764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87363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6708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84680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24659" y="965010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50445" y="32849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361000" y="33945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65168" y="310481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82407" y="31274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76746" y="352043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341539" y="31370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350606" y="35059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41437" y="35242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89064" y="34129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342281" y="31903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47811" y="32231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71225" y="252185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52076" y="30722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65096" y="33253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27421" y="34314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40858" y="333509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39594" y="29874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40927" y="31240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69825" y="32794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70592" y="26856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36387" y="29940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69369" y="32224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40564" y="28888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58894" y="28914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29937" y="34417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69471" y="26939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46825" y="30461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64754" y="31302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7595" y="31741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36757" y="31122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34933" y="320413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27858" y="32062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00825" y="29491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53600" y="32678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36371" y="31324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51310" y="33416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06892" y="33401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04202" y="29198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04821" y="30338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31936" y="29136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00238" y="28712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33577" y="34414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22918" y="32547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07790" y="29468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04276" y="27665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6587" y="33441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04174" y="29655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137541" y="31125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87134" y="32128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06540" y="32956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03053" y="32528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87882" y="35207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29074" y="33250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94317" y="33920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97472" y="25920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83244" y="34014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525899" y="32387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97777" y="31348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531001" y="33307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89985" y="31587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94427" y="33514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83585" y="33526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00857" y="33644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87136" y="34495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28114" y="30728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500042" y="33867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87758" y="32918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06109" y="32088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87199" y="32824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98023" y="26509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86122" y="32778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503714" y="33160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93832" y="3287887"/>
              <a:ext cx="1141362" cy="89386"/>
            </a:xfrm>
            <a:custGeom>
              <a:avLst/>
              <a:pathLst>
                <a:path w="1141362" h="89386">
                  <a:moveTo>
                    <a:pt x="0" y="0"/>
                  </a:moveTo>
                  <a:lnTo>
                    <a:pt x="73292" y="5739"/>
                  </a:lnTo>
                  <a:lnTo>
                    <a:pt x="137941" y="10802"/>
                  </a:lnTo>
                  <a:lnTo>
                    <a:pt x="195771" y="15331"/>
                  </a:lnTo>
                  <a:lnTo>
                    <a:pt x="248085" y="19428"/>
                  </a:lnTo>
                  <a:lnTo>
                    <a:pt x="295844" y="23169"/>
                  </a:lnTo>
                  <a:lnTo>
                    <a:pt x="339777" y="26609"/>
                  </a:lnTo>
                  <a:lnTo>
                    <a:pt x="380454" y="29795"/>
                  </a:lnTo>
                  <a:lnTo>
                    <a:pt x="418322" y="32761"/>
                  </a:lnTo>
                  <a:lnTo>
                    <a:pt x="453746" y="35535"/>
                  </a:lnTo>
                  <a:lnTo>
                    <a:pt x="487022" y="38141"/>
                  </a:lnTo>
                  <a:lnTo>
                    <a:pt x="518395" y="40598"/>
                  </a:lnTo>
                  <a:lnTo>
                    <a:pt x="548071" y="42922"/>
                  </a:lnTo>
                  <a:lnTo>
                    <a:pt x="576225" y="45127"/>
                  </a:lnTo>
                  <a:lnTo>
                    <a:pt x="603005" y="47224"/>
                  </a:lnTo>
                  <a:lnTo>
                    <a:pt x="628539" y="49224"/>
                  </a:lnTo>
                  <a:lnTo>
                    <a:pt x="652938" y="51134"/>
                  </a:lnTo>
                  <a:lnTo>
                    <a:pt x="676298" y="52964"/>
                  </a:lnTo>
                  <a:lnTo>
                    <a:pt x="698704" y="54719"/>
                  </a:lnTo>
                  <a:lnTo>
                    <a:pt x="720232" y="56405"/>
                  </a:lnTo>
                  <a:lnTo>
                    <a:pt x="740946" y="58027"/>
                  </a:lnTo>
                  <a:lnTo>
                    <a:pt x="760908" y="59590"/>
                  </a:lnTo>
                  <a:lnTo>
                    <a:pt x="780169" y="61099"/>
                  </a:lnTo>
                  <a:lnTo>
                    <a:pt x="798777" y="62556"/>
                  </a:lnTo>
                  <a:lnTo>
                    <a:pt x="816774" y="63965"/>
                  </a:lnTo>
                  <a:lnTo>
                    <a:pt x="834201" y="65330"/>
                  </a:lnTo>
                  <a:lnTo>
                    <a:pt x="851090" y="66653"/>
                  </a:lnTo>
                  <a:lnTo>
                    <a:pt x="867476" y="67936"/>
                  </a:lnTo>
                  <a:lnTo>
                    <a:pt x="883387" y="69182"/>
                  </a:lnTo>
                  <a:lnTo>
                    <a:pt x="898849" y="70393"/>
                  </a:lnTo>
                  <a:lnTo>
                    <a:pt x="913888" y="71571"/>
                  </a:lnTo>
                  <a:lnTo>
                    <a:pt x="928526" y="72717"/>
                  </a:lnTo>
                  <a:lnTo>
                    <a:pt x="942783" y="73834"/>
                  </a:lnTo>
                  <a:lnTo>
                    <a:pt x="956679" y="74922"/>
                  </a:lnTo>
                  <a:lnTo>
                    <a:pt x="970233" y="75983"/>
                  </a:lnTo>
                  <a:lnTo>
                    <a:pt x="983459" y="77019"/>
                  </a:lnTo>
                  <a:lnTo>
                    <a:pt x="996375" y="78031"/>
                  </a:lnTo>
                  <a:lnTo>
                    <a:pt x="1008993" y="79019"/>
                  </a:lnTo>
                  <a:lnTo>
                    <a:pt x="1021328" y="79985"/>
                  </a:lnTo>
                  <a:lnTo>
                    <a:pt x="1033392" y="80930"/>
                  </a:lnTo>
                  <a:lnTo>
                    <a:pt x="1045196" y="81854"/>
                  </a:lnTo>
                  <a:lnTo>
                    <a:pt x="1056752" y="82759"/>
                  </a:lnTo>
                  <a:lnTo>
                    <a:pt x="1068069" y="83646"/>
                  </a:lnTo>
                  <a:lnTo>
                    <a:pt x="1079158" y="84514"/>
                  </a:lnTo>
                  <a:lnTo>
                    <a:pt x="1090028" y="85365"/>
                  </a:lnTo>
                  <a:lnTo>
                    <a:pt x="1100686" y="86200"/>
                  </a:lnTo>
                  <a:lnTo>
                    <a:pt x="1111141" y="87019"/>
                  </a:lnTo>
                  <a:lnTo>
                    <a:pt x="1121401" y="87822"/>
                  </a:lnTo>
                  <a:lnTo>
                    <a:pt x="1131472" y="88611"/>
                  </a:lnTo>
                  <a:lnTo>
                    <a:pt x="1141362" y="8938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393832" y="3176323"/>
              <a:ext cx="1141362" cy="52986"/>
            </a:xfrm>
            <a:custGeom>
              <a:avLst/>
              <a:pathLst>
                <a:path w="1141362" h="52986">
                  <a:moveTo>
                    <a:pt x="0" y="0"/>
                  </a:moveTo>
                  <a:lnTo>
                    <a:pt x="73292" y="3402"/>
                  </a:lnTo>
                  <a:lnTo>
                    <a:pt x="137941" y="6403"/>
                  </a:lnTo>
                  <a:lnTo>
                    <a:pt x="195771" y="9088"/>
                  </a:lnTo>
                  <a:lnTo>
                    <a:pt x="248085" y="11517"/>
                  </a:lnTo>
                  <a:lnTo>
                    <a:pt x="295844" y="13734"/>
                  </a:lnTo>
                  <a:lnTo>
                    <a:pt x="339777" y="15773"/>
                  </a:lnTo>
                  <a:lnTo>
                    <a:pt x="380454" y="17662"/>
                  </a:lnTo>
                  <a:lnTo>
                    <a:pt x="418322" y="19420"/>
                  </a:lnTo>
                  <a:lnTo>
                    <a:pt x="453746" y="21064"/>
                  </a:lnTo>
                  <a:lnTo>
                    <a:pt x="487022" y="22609"/>
                  </a:lnTo>
                  <a:lnTo>
                    <a:pt x="518395" y="24066"/>
                  </a:lnTo>
                  <a:lnTo>
                    <a:pt x="548071" y="25443"/>
                  </a:lnTo>
                  <a:lnTo>
                    <a:pt x="576225" y="26750"/>
                  </a:lnTo>
                  <a:lnTo>
                    <a:pt x="603005" y="27994"/>
                  </a:lnTo>
                  <a:lnTo>
                    <a:pt x="628539" y="29179"/>
                  </a:lnTo>
                  <a:lnTo>
                    <a:pt x="652938" y="30312"/>
                  </a:lnTo>
                  <a:lnTo>
                    <a:pt x="676298" y="31396"/>
                  </a:lnTo>
                  <a:lnTo>
                    <a:pt x="698704" y="32436"/>
                  </a:lnTo>
                  <a:lnTo>
                    <a:pt x="720232" y="33436"/>
                  </a:lnTo>
                  <a:lnTo>
                    <a:pt x="740946" y="34397"/>
                  </a:lnTo>
                  <a:lnTo>
                    <a:pt x="760908" y="35324"/>
                  </a:lnTo>
                  <a:lnTo>
                    <a:pt x="780169" y="36218"/>
                  </a:lnTo>
                  <a:lnTo>
                    <a:pt x="798777" y="37082"/>
                  </a:lnTo>
                  <a:lnTo>
                    <a:pt x="816774" y="37918"/>
                  </a:lnTo>
                  <a:lnTo>
                    <a:pt x="834201" y="38727"/>
                  </a:lnTo>
                  <a:lnTo>
                    <a:pt x="851090" y="39511"/>
                  </a:lnTo>
                  <a:lnTo>
                    <a:pt x="867476" y="40271"/>
                  </a:lnTo>
                  <a:lnTo>
                    <a:pt x="883387" y="41010"/>
                  </a:lnTo>
                  <a:lnTo>
                    <a:pt x="898849" y="41728"/>
                  </a:lnTo>
                  <a:lnTo>
                    <a:pt x="913888" y="42426"/>
                  </a:lnTo>
                  <a:lnTo>
                    <a:pt x="928526" y="43106"/>
                  </a:lnTo>
                  <a:lnTo>
                    <a:pt x="942783" y="43768"/>
                  </a:lnTo>
                  <a:lnTo>
                    <a:pt x="956679" y="44413"/>
                  </a:lnTo>
                  <a:lnTo>
                    <a:pt x="970233" y="45042"/>
                  </a:lnTo>
                  <a:lnTo>
                    <a:pt x="983459" y="45656"/>
                  </a:lnTo>
                  <a:lnTo>
                    <a:pt x="996375" y="46255"/>
                  </a:lnTo>
                  <a:lnTo>
                    <a:pt x="1008993" y="46841"/>
                  </a:lnTo>
                  <a:lnTo>
                    <a:pt x="1021328" y="47414"/>
                  </a:lnTo>
                  <a:lnTo>
                    <a:pt x="1033392" y="47974"/>
                  </a:lnTo>
                  <a:lnTo>
                    <a:pt x="1045196" y="48522"/>
                  </a:lnTo>
                  <a:lnTo>
                    <a:pt x="1056752" y="49058"/>
                  </a:lnTo>
                  <a:lnTo>
                    <a:pt x="1068069" y="49584"/>
                  </a:lnTo>
                  <a:lnTo>
                    <a:pt x="1079158" y="50099"/>
                  </a:lnTo>
                  <a:lnTo>
                    <a:pt x="1090028" y="50603"/>
                  </a:lnTo>
                  <a:lnTo>
                    <a:pt x="1100686" y="51098"/>
                  </a:lnTo>
                  <a:lnTo>
                    <a:pt x="1111141" y="51583"/>
                  </a:lnTo>
                  <a:lnTo>
                    <a:pt x="1121401" y="52060"/>
                  </a:lnTo>
                  <a:lnTo>
                    <a:pt x="1131472" y="52527"/>
                  </a:lnTo>
                  <a:lnTo>
                    <a:pt x="1141362" y="5298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393832" y="3111685"/>
              <a:ext cx="1141362" cy="275600"/>
            </a:xfrm>
            <a:custGeom>
              <a:avLst/>
              <a:pathLst>
                <a:path w="1141362" h="275600">
                  <a:moveTo>
                    <a:pt x="0" y="0"/>
                  </a:moveTo>
                  <a:lnTo>
                    <a:pt x="73292" y="17697"/>
                  </a:lnTo>
                  <a:lnTo>
                    <a:pt x="137941" y="33308"/>
                  </a:lnTo>
                  <a:lnTo>
                    <a:pt x="195771" y="47272"/>
                  </a:lnTo>
                  <a:lnTo>
                    <a:pt x="248085" y="59904"/>
                  </a:lnTo>
                  <a:lnTo>
                    <a:pt x="295844" y="71436"/>
                  </a:lnTo>
                  <a:lnTo>
                    <a:pt x="339777" y="82044"/>
                  </a:lnTo>
                  <a:lnTo>
                    <a:pt x="380454" y="91866"/>
                  </a:lnTo>
                  <a:lnTo>
                    <a:pt x="418322" y="101010"/>
                  </a:lnTo>
                  <a:lnTo>
                    <a:pt x="453746" y="109564"/>
                  </a:lnTo>
                  <a:lnTo>
                    <a:pt x="487022" y="117599"/>
                  </a:lnTo>
                  <a:lnTo>
                    <a:pt x="518395" y="125174"/>
                  </a:lnTo>
                  <a:lnTo>
                    <a:pt x="548071" y="132340"/>
                  </a:lnTo>
                  <a:lnTo>
                    <a:pt x="576225" y="139139"/>
                  </a:lnTo>
                  <a:lnTo>
                    <a:pt x="603005" y="145605"/>
                  </a:lnTo>
                  <a:lnTo>
                    <a:pt x="628539" y="151771"/>
                  </a:lnTo>
                  <a:lnTo>
                    <a:pt x="652938" y="157662"/>
                  </a:lnTo>
                  <a:lnTo>
                    <a:pt x="676298" y="163303"/>
                  </a:lnTo>
                  <a:lnTo>
                    <a:pt x="698704" y="168713"/>
                  </a:lnTo>
                  <a:lnTo>
                    <a:pt x="720232" y="173911"/>
                  </a:lnTo>
                  <a:lnTo>
                    <a:pt x="740946" y="178913"/>
                  </a:lnTo>
                  <a:lnTo>
                    <a:pt x="760908" y="183733"/>
                  </a:lnTo>
                  <a:lnTo>
                    <a:pt x="780169" y="188384"/>
                  </a:lnTo>
                  <a:lnTo>
                    <a:pt x="798777" y="192877"/>
                  </a:lnTo>
                  <a:lnTo>
                    <a:pt x="816774" y="197223"/>
                  </a:lnTo>
                  <a:lnTo>
                    <a:pt x="834201" y="201431"/>
                  </a:lnTo>
                  <a:lnTo>
                    <a:pt x="851090" y="205509"/>
                  </a:lnTo>
                  <a:lnTo>
                    <a:pt x="867476" y="209466"/>
                  </a:lnTo>
                  <a:lnTo>
                    <a:pt x="883387" y="213308"/>
                  </a:lnTo>
                  <a:lnTo>
                    <a:pt x="898849" y="217041"/>
                  </a:lnTo>
                  <a:lnTo>
                    <a:pt x="913888" y="220673"/>
                  </a:lnTo>
                  <a:lnTo>
                    <a:pt x="928526" y="224207"/>
                  </a:lnTo>
                  <a:lnTo>
                    <a:pt x="942783" y="227650"/>
                  </a:lnTo>
                  <a:lnTo>
                    <a:pt x="956679" y="231005"/>
                  </a:lnTo>
                  <a:lnTo>
                    <a:pt x="970233" y="234278"/>
                  </a:lnTo>
                  <a:lnTo>
                    <a:pt x="983459" y="237472"/>
                  </a:lnTo>
                  <a:lnTo>
                    <a:pt x="996375" y="240590"/>
                  </a:lnTo>
                  <a:lnTo>
                    <a:pt x="1008993" y="243637"/>
                  </a:lnTo>
                  <a:lnTo>
                    <a:pt x="1021328" y="246616"/>
                  </a:lnTo>
                  <a:lnTo>
                    <a:pt x="1033392" y="249529"/>
                  </a:lnTo>
                  <a:lnTo>
                    <a:pt x="1045196" y="252379"/>
                  </a:lnTo>
                  <a:lnTo>
                    <a:pt x="1056752" y="255169"/>
                  </a:lnTo>
                  <a:lnTo>
                    <a:pt x="1068069" y="257902"/>
                  </a:lnTo>
                  <a:lnTo>
                    <a:pt x="1079158" y="260580"/>
                  </a:lnTo>
                  <a:lnTo>
                    <a:pt x="1090028" y="263204"/>
                  </a:lnTo>
                  <a:lnTo>
                    <a:pt x="1100686" y="265778"/>
                  </a:lnTo>
                  <a:lnTo>
                    <a:pt x="1111141" y="268303"/>
                  </a:lnTo>
                  <a:lnTo>
                    <a:pt x="1121401" y="270780"/>
                  </a:lnTo>
                  <a:lnTo>
                    <a:pt x="1131472" y="273212"/>
                  </a:lnTo>
                  <a:lnTo>
                    <a:pt x="1141362" y="27560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393832" y="3032973"/>
              <a:ext cx="1141362" cy="408252"/>
            </a:xfrm>
            <a:custGeom>
              <a:avLst/>
              <a:pathLst>
                <a:path w="1141362" h="408252">
                  <a:moveTo>
                    <a:pt x="0" y="408252"/>
                  </a:moveTo>
                  <a:lnTo>
                    <a:pt x="73292" y="382036"/>
                  </a:lnTo>
                  <a:lnTo>
                    <a:pt x="137941" y="358912"/>
                  </a:lnTo>
                  <a:lnTo>
                    <a:pt x="195771" y="338227"/>
                  </a:lnTo>
                  <a:lnTo>
                    <a:pt x="248085" y="319515"/>
                  </a:lnTo>
                  <a:lnTo>
                    <a:pt x="295844" y="302432"/>
                  </a:lnTo>
                  <a:lnTo>
                    <a:pt x="339777" y="286717"/>
                  </a:lnTo>
                  <a:lnTo>
                    <a:pt x="380454" y="272168"/>
                  </a:lnTo>
                  <a:lnTo>
                    <a:pt x="418322" y="258623"/>
                  </a:lnTo>
                  <a:lnTo>
                    <a:pt x="453746" y="245952"/>
                  </a:lnTo>
                  <a:lnTo>
                    <a:pt x="487022" y="234050"/>
                  </a:lnTo>
                  <a:lnTo>
                    <a:pt x="518395" y="222828"/>
                  </a:lnTo>
                  <a:lnTo>
                    <a:pt x="548071" y="212213"/>
                  </a:lnTo>
                  <a:lnTo>
                    <a:pt x="576225" y="202143"/>
                  </a:lnTo>
                  <a:lnTo>
                    <a:pt x="603005" y="192564"/>
                  </a:lnTo>
                  <a:lnTo>
                    <a:pt x="628539" y="183431"/>
                  </a:lnTo>
                  <a:lnTo>
                    <a:pt x="652938" y="174703"/>
                  </a:lnTo>
                  <a:lnTo>
                    <a:pt x="676298" y="166348"/>
                  </a:lnTo>
                  <a:lnTo>
                    <a:pt x="698704" y="158333"/>
                  </a:lnTo>
                  <a:lnTo>
                    <a:pt x="720232" y="150633"/>
                  </a:lnTo>
                  <a:lnTo>
                    <a:pt x="740946" y="143224"/>
                  </a:lnTo>
                  <a:lnTo>
                    <a:pt x="760908" y="136084"/>
                  </a:lnTo>
                  <a:lnTo>
                    <a:pt x="780169" y="129194"/>
                  </a:lnTo>
                  <a:lnTo>
                    <a:pt x="798777" y="122538"/>
                  </a:lnTo>
                  <a:lnTo>
                    <a:pt x="816774" y="116101"/>
                  </a:lnTo>
                  <a:lnTo>
                    <a:pt x="834201" y="109868"/>
                  </a:lnTo>
                  <a:lnTo>
                    <a:pt x="851090" y="103826"/>
                  </a:lnTo>
                  <a:lnTo>
                    <a:pt x="867476" y="97965"/>
                  </a:lnTo>
                  <a:lnTo>
                    <a:pt x="883387" y="92274"/>
                  </a:lnTo>
                  <a:lnTo>
                    <a:pt x="898849" y="86744"/>
                  </a:lnTo>
                  <a:lnTo>
                    <a:pt x="913888" y="81364"/>
                  </a:lnTo>
                  <a:lnTo>
                    <a:pt x="928526" y="76129"/>
                  </a:lnTo>
                  <a:lnTo>
                    <a:pt x="942783" y="71029"/>
                  </a:lnTo>
                  <a:lnTo>
                    <a:pt x="956679" y="66058"/>
                  </a:lnTo>
                  <a:lnTo>
                    <a:pt x="970233" y="61211"/>
                  </a:lnTo>
                  <a:lnTo>
                    <a:pt x="983459" y="56480"/>
                  </a:lnTo>
                  <a:lnTo>
                    <a:pt x="996375" y="51860"/>
                  </a:lnTo>
                  <a:lnTo>
                    <a:pt x="1008993" y="47346"/>
                  </a:lnTo>
                  <a:lnTo>
                    <a:pt x="1021328" y="42934"/>
                  </a:lnTo>
                  <a:lnTo>
                    <a:pt x="1033392" y="38619"/>
                  </a:lnTo>
                  <a:lnTo>
                    <a:pt x="1045196" y="34397"/>
                  </a:lnTo>
                  <a:lnTo>
                    <a:pt x="1056752" y="30264"/>
                  </a:lnTo>
                  <a:lnTo>
                    <a:pt x="1068069" y="26215"/>
                  </a:lnTo>
                  <a:lnTo>
                    <a:pt x="1079158" y="22249"/>
                  </a:lnTo>
                  <a:lnTo>
                    <a:pt x="1090028" y="18361"/>
                  </a:lnTo>
                  <a:lnTo>
                    <a:pt x="1100686" y="14549"/>
                  </a:lnTo>
                  <a:lnTo>
                    <a:pt x="1111141" y="10809"/>
                  </a:lnTo>
                  <a:lnTo>
                    <a:pt x="1121401" y="7139"/>
                  </a:lnTo>
                  <a:lnTo>
                    <a:pt x="1131472" y="3537"/>
                  </a:lnTo>
                  <a:lnTo>
                    <a:pt x="11413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393832" y="3280720"/>
              <a:ext cx="1141362" cy="5440"/>
            </a:xfrm>
            <a:custGeom>
              <a:avLst/>
              <a:pathLst>
                <a:path w="1141362" h="5440">
                  <a:moveTo>
                    <a:pt x="0" y="5440"/>
                  </a:moveTo>
                  <a:lnTo>
                    <a:pt x="73292" y="5090"/>
                  </a:lnTo>
                  <a:lnTo>
                    <a:pt x="137941" y="4782"/>
                  </a:lnTo>
                  <a:lnTo>
                    <a:pt x="195771" y="4506"/>
                  </a:lnTo>
                  <a:lnTo>
                    <a:pt x="248085" y="4257"/>
                  </a:lnTo>
                  <a:lnTo>
                    <a:pt x="295844" y="4029"/>
                  </a:lnTo>
                  <a:lnTo>
                    <a:pt x="339777" y="3820"/>
                  </a:lnTo>
                  <a:lnTo>
                    <a:pt x="380454" y="3626"/>
                  </a:lnTo>
                  <a:lnTo>
                    <a:pt x="418322" y="3446"/>
                  </a:lnTo>
                  <a:lnTo>
                    <a:pt x="453746" y="3277"/>
                  </a:lnTo>
                  <a:lnTo>
                    <a:pt x="487022" y="3118"/>
                  </a:lnTo>
                  <a:lnTo>
                    <a:pt x="518395" y="2969"/>
                  </a:lnTo>
                  <a:lnTo>
                    <a:pt x="548071" y="2827"/>
                  </a:lnTo>
                  <a:lnTo>
                    <a:pt x="576225" y="2693"/>
                  </a:lnTo>
                  <a:lnTo>
                    <a:pt x="603005" y="2565"/>
                  </a:lnTo>
                  <a:lnTo>
                    <a:pt x="628539" y="2444"/>
                  </a:lnTo>
                  <a:lnTo>
                    <a:pt x="652938" y="2327"/>
                  </a:lnTo>
                  <a:lnTo>
                    <a:pt x="676298" y="2216"/>
                  </a:lnTo>
                  <a:lnTo>
                    <a:pt x="698704" y="2109"/>
                  </a:lnTo>
                  <a:lnTo>
                    <a:pt x="720232" y="2007"/>
                  </a:lnTo>
                  <a:lnTo>
                    <a:pt x="740946" y="1908"/>
                  </a:lnTo>
                  <a:lnTo>
                    <a:pt x="760908" y="1813"/>
                  </a:lnTo>
                  <a:lnTo>
                    <a:pt x="780169" y="1721"/>
                  </a:lnTo>
                  <a:lnTo>
                    <a:pt x="798777" y="1632"/>
                  </a:lnTo>
                  <a:lnTo>
                    <a:pt x="816774" y="1547"/>
                  </a:lnTo>
                  <a:lnTo>
                    <a:pt x="834201" y="1464"/>
                  </a:lnTo>
                  <a:lnTo>
                    <a:pt x="851090" y="1383"/>
                  </a:lnTo>
                  <a:lnTo>
                    <a:pt x="867476" y="1305"/>
                  </a:lnTo>
                  <a:lnTo>
                    <a:pt x="883387" y="1229"/>
                  </a:lnTo>
                  <a:lnTo>
                    <a:pt x="898849" y="1155"/>
                  </a:lnTo>
                  <a:lnTo>
                    <a:pt x="913888" y="1084"/>
                  </a:lnTo>
                  <a:lnTo>
                    <a:pt x="928526" y="1014"/>
                  </a:lnTo>
                  <a:lnTo>
                    <a:pt x="942783" y="946"/>
                  </a:lnTo>
                  <a:lnTo>
                    <a:pt x="956679" y="880"/>
                  </a:lnTo>
                  <a:lnTo>
                    <a:pt x="970233" y="815"/>
                  </a:lnTo>
                  <a:lnTo>
                    <a:pt x="983459" y="752"/>
                  </a:lnTo>
                  <a:lnTo>
                    <a:pt x="996375" y="691"/>
                  </a:lnTo>
                  <a:lnTo>
                    <a:pt x="1008993" y="630"/>
                  </a:lnTo>
                  <a:lnTo>
                    <a:pt x="1021328" y="572"/>
                  </a:lnTo>
                  <a:lnTo>
                    <a:pt x="1033392" y="514"/>
                  </a:lnTo>
                  <a:lnTo>
                    <a:pt x="1045196" y="458"/>
                  </a:lnTo>
                  <a:lnTo>
                    <a:pt x="1056752" y="403"/>
                  </a:lnTo>
                  <a:lnTo>
                    <a:pt x="1068069" y="349"/>
                  </a:lnTo>
                  <a:lnTo>
                    <a:pt x="1079158" y="296"/>
                  </a:lnTo>
                  <a:lnTo>
                    <a:pt x="1090028" y="244"/>
                  </a:lnTo>
                  <a:lnTo>
                    <a:pt x="1100686" y="193"/>
                  </a:lnTo>
                  <a:lnTo>
                    <a:pt x="1111141" y="144"/>
                  </a:lnTo>
                  <a:lnTo>
                    <a:pt x="1121401" y="95"/>
                  </a:lnTo>
                  <a:lnTo>
                    <a:pt x="1131472" y="47"/>
                  </a:lnTo>
                  <a:lnTo>
                    <a:pt x="114136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393832" y="2809539"/>
              <a:ext cx="1141362" cy="218361"/>
            </a:xfrm>
            <a:custGeom>
              <a:avLst/>
              <a:pathLst>
                <a:path w="1141362" h="218361">
                  <a:moveTo>
                    <a:pt x="0" y="218361"/>
                  </a:moveTo>
                  <a:lnTo>
                    <a:pt x="73292" y="204339"/>
                  </a:lnTo>
                  <a:lnTo>
                    <a:pt x="137941" y="191971"/>
                  </a:lnTo>
                  <a:lnTo>
                    <a:pt x="195771" y="180907"/>
                  </a:lnTo>
                  <a:lnTo>
                    <a:pt x="248085" y="170898"/>
                  </a:lnTo>
                  <a:lnTo>
                    <a:pt x="295844" y="161761"/>
                  </a:lnTo>
                  <a:lnTo>
                    <a:pt x="339777" y="153356"/>
                  </a:lnTo>
                  <a:lnTo>
                    <a:pt x="380454" y="145574"/>
                  </a:lnTo>
                  <a:lnTo>
                    <a:pt x="418322" y="138329"/>
                  </a:lnTo>
                  <a:lnTo>
                    <a:pt x="453746" y="131552"/>
                  </a:lnTo>
                  <a:lnTo>
                    <a:pt x="487022" y="125186"/>
                  </a:lnTo>
                  <a:lnTo>
                    <a:pt x="518395" y="119183"/>
                  </a:lnTo>
                  <a:lnTo>
                    <a:pt x="548071" y="113506"/>
                  </a:lnTo>
                  <a:lnTo>
                    <a:pt x="576225" y="108120"/>
                  </a:lnTo>
                  <a:lnTo>
                    <a:pt x="603005" y="102996"/>
                  </a:lnTo>
                  <a:lnTo>
                    <a:pt x="628539" y="98111"/>
                  </a:lnTo>
                  <a:lnTo>
                    <a:pt x="652938" y="93443"/>
                  </a:lnTo>
                  <a:lnTo>
                    <a:pt x="676298" y="88974"/>
                  </a:lnTo>
                  <a:lnTo>
                    <a:pt x="698704" y="84687"/>
                  </a:lnTo>
                  <a:lnTo>
                    <a:pt x="720232" y="80569"/>
                  </a:lnTo>
                  <a:lnTo>
                    <a:pt x="740946" y="76606"/>
                  </a:lnTo>
                  <a:lnTo>
                    <a:pt x="760908" y="72787"/>
                  </a:lnTo>
                  <a:lnTo>
                    <a:pt x="780169" y="69102"/>
                  </a:lnTo>
                  <a:lnTo>
                    <a:pt x="798777" y="65542"/>
                  </a:lnTo>
                  <a:lnTo>
                    <a:pt x="816774" y="62099"/>
                  </a:lnTo>
                  <a:lnTo>
                    <a:pt x="834201" y="58765"/>
                  </a:lnTo>
                  <a:lnTo>
                    <a:pt x="851090" y="55533"/>
                  </a:lnTo>
                  <a:lnTo>
                    <a:pt x="867476" y="52398"/>
                  </a:lnTo>
                  <a:lnTo>
                    <a:pt x="883387" y="49354"/>
                  </a:lnTo>
                  <a:lnTo>
                    <a:pt x="898849" y="46396"/>
                  </a:lnTo>
                  <a:lnTo>
                    <a:pt x="913888" y="43519"/>
                  </a:lnTo>
                  <a:lnTo>
                    <a:pt x="928526" y="40719"/>
                  </a:lnTo>
                  <a:lnTo>
                    <a:pt x="942783" y="37991"/>
                  </a:lnTo>
                  <a:lnTo>
                    <a:pt x="956679" y="35332"/>
                  </a:lnTo>
                  <a:lnTo>
                    <a:pt x="970233" y="32739"/>
                  </a:lnTo>
                  <a:lnTo>
                    <a:pt x="983459" y="30209"/>
                  </a:lnTo>
                  <a:lnTo>
                    <a:pt x="996375" y="27738"/>
                  </a:lnTo>
                  <a:lnTo>
                    <a:pt x="1008993" y="25324"/>
                  </a:lnTo>
                  <a:lnTo>
                    <a:pt x="1021328" y="22964"/>
                  </a:lnTo>
                  <a:lnTo>
                    <a:pt x="1033392" y="20656"/>
                  </a:lnTo>
                  <a:lnTo>
                    <a:pt x="1045196" y="18398"/>
                  </a:lnTo>
                  <a:lnTo>
                    <a:pt x="1056752" y="16187"/>
                  </a:lnTo>
                  <a:lnTo>
                    <a:pt x="1068069" y="14022"/>
                  </a:lnTo>
                  <a:lnTo>
                    <a:pt x="1079158" y="11900"/>
                  </a:lnTo>
                  <a:lnTo>
                    <a:pt x="1090028" y="9821"/>
                  </a:lnTo>
                  <a:lnTo>
                    <a:pt x="1100686" y="7782"/>
                  </a:lnTo>
                  <a:lnTo>
                    <a:pt x="1111141" y="5781"/>
                  </a:lnTo>
                  <a:lnTo>
                    <a:pt x="1121401" y="3818"/>
                  </a:lnTo>
                  <a:lnTo>
                    <a:pt x="1131472" y="1892"/>
                  </a:lnTo>
                  <a:lnTo>
                    <a:pt x="114136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93832" y="3018038"/>
              <a:ext cx="1141362" cy="187689"/>
            </a:xfrm>
            <a:custGeom>
              <a:avLst/>
              <a:pathLst>
                <a:path w="1141362" h="187689">
                  <a:moveTo>
                    <a:pt x="0" y="0"/>
                  </a:moveTo>
                  <a:lnTo>
                    <a:pt x="73292" y="12052"/>
                  </a:lnTo>
                  <a:lnTo>
                    <a:pt x="137941" y="22683"/>
                  </a:lnTo>
                  <a:lnTo>
                    <a:pt x="195771" y="32193"/>
                  </a:lnTo>
                  <a:lnTo>
                    <a:pt x="248085" y="40795"/>
                  </a:lnTo>
                  <a:lnTo>
                    <a:pt x="295844" y="48649"/>
                  </a:lnTo>
                  <a:lnTo>
                    <a:pt x="339777" y="55874"/>
                  </a:lnTo>
                  <a:lnTo>
                    <a:pt x="380454" y="62563"/>
                  </a:lnTo>
                  <a:lnTo>
                    <a:pt x="418322" y="68790"/>
                  </a:lnTo>
                  <a:lnTo>
                    <a:pt x="453746" y="74615"/>
                  </a:lnTo>
                  <a:lnTo>
                    <a:pt x="487022" y="80087"/>
                  </a:lnTo>
                  <a:lnTo>
                    <a:pt x="518395" y="85246"/>
                  </a:lnTo>
                  <a:lnTo>
                    <a:pt x="548071" y="90126"/>
                  </a:lnTo>
                  <a:lnTo>
                    <a:pt x="576225" y="94756"/>
                  </a:lnTo>
                  <a:lnTo>
                    <a:pt x="603005" y="99160"/>
                  </a:lnTo>
                  <a:lnTo>
                    <a:pt x="628539" y="103358"/>
                  </a:lnTo>
                  <a:lnTo>
                    <a:pt x="652938" y="107371"/>
                  </a:lnTo>
                  <a:lnTo>
                    <a:pt x="676298" y="111212"/>
                  </a:lnTo>
                  <a:lnTo>
                    <a:pt x="698704" y="114897"/>
                  </a:lnTo>
                  <a:lnTo>
                    <a:pt x="720232" y="118437"/>
                  </a:lnTo>
                  <a:lnTo>
                    <a:pt x="740946" y="121843"/>
                  </a:lnTo>
                  <a:lnTo>
                    <a:pt x="760908" y="125126"/>
                  </a:lnTo>
                  <a:lnTo>
                    <a:pt x="780169" y="128293"/>
                  </a:lnTo>
                  <a:lnTo>
                    <a:pt x="798777" y="131353"/>
                  </a:lnTo>
                  <a:lnTo>
                    <a:pt x="816774" y="134312"/>
                  </a:lnTo>
                  <a:lnTo>
                    <a:pt x="834201" y="137178"/>
                  </a:lnTo>
                  <a:lnTo>
                    <a:pt x="851090" y="139955"/>
                  </a:lnTo>
                  <a:lnTo>
                    <a:pt x="867476" y="142650"/>
                  </a:lnTo>
                  <a:lnTo>
                    <a:pt x="883387" y="145266"/>
                  </a:lnTo>
                  <a:lnTo>
                    <a:pt x="898849" y="147809"/>
                  </a:lnTo>
                  <a:lnTo>
                    <a:pt x="913888" y="150282"/>
                  </a:lnTo>
                  <a:lnTo>
                    <a:pt x="928526" y="152689"/>
                  </a:lnTo>
                  <a:lnTo>
                    <a:pt x="942783" y="155034"/>
                  </a:lnTo>
                  <a:lnTo>
                    <a:pt x="956679" y="157319"/>
                  </a:lnTo>
                  <a:lnTo>
                    <a:pt x="970233" y="159547"/>
                  </a:lnTo>
                  <a:lnTo>
                    <a:pt x="983459" y="161723"/>
                  </a:lnTo>
                  <a:lnTo>
                    <a:pt x="996375" y="163846"/>
                  </a:lnTo>
                  <a:lnTo>
                    <a:pt x="1008993" y="165921"/>
                  </a:lnTo>
                  <a:lnTo>
                    <a:pt x="1021328" y="167950"/>
                  </a:lnTo>
                  <a:lnTo>
                    <a:pt x="1033392" y="169934"/>
                  </a:lnTo>
                  <a:lnTo>
                    <a:pt x="1045196" y="171875"/>
                  </a:lnTo>
                  <a:lnTo>
                    <a:pt x="1056752" y="173775"/>
                  </a:lnTo>
                  <a:lnTo>
                    <a:pt x="1068069" y="175636"/>
                  </a:lnTo>
                  <a:lnTo>
                    <a:pt x="1079158" y="177460"/>
                  </a:lnTo>
                  <a:lnTo>
                    <a:pt x="1090028" y="179247"/>
                  </a:lnTo>
                  <a:lnTo>
                    <a:pt x="1100686" y="181000"/>
                  </a:lnTo>
                  <a:lnTo>
                    <a:pt x="1111141" y="182719"/>
                  </a:lnTo>
                  <a:lnTo>
                    <a:pt x="1121401" y="184406"/>
                  </a:lnTo>
                  <a:lnTo>
                    <a:pt x="1131472" y="186062"/>
                  </a:lnTo>
                  <a:lnTo>
                    <a:pt x="1141362" y="18768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93832" y="3259239"/>
              <a:ext cx="1141362" cy="85478"/>
            </a:xfrm>
            <a:custGeom>
              <a:avLst/>
              <a:pathLst>
                <a:path w="1141362" h="85478">
                  <a:moveTo>
                    <a:pt x="0" y="0"/>
                  </a:moveTo>
                  <a:lnTo>
                    <a:pt x="73292" y="5489"/>
                  </a:lnTo>
                  <a:lnTo>
                    <a:pt x="137941" y="10330"/>
                  </a:lnTo>
                  <a:lnTo>
                    <a:pt x="195771" y="14661"/>
                  </a:lnTo>
                  <a:lnTo>
                    <a:pt x="248085" y="18579"/>
                  </a:lnTo>
                  <a:lnTo>
                    <a:pt x="295844" y="22156"/>
                  </a:lnTo>
                  <a:lnTo>
                    <a:pt x="339777" y="25446"/>
                  </a:lnTo>
                  <a:lnTo>
                    <a:pt x="380454" y="28492"/>
                  </a:lnTo>
                  <a:lnTo>
                    <a:pt x="418322" y="31328"/>
                  </a:lnTo>
                  <a:lnTo>
                    <a:pt x="453746" y="33981"/>
                  </a:lnTo>
                  <a:lnTo>
                    <a:pt x="487022" y="36473"/>
                  </a:lnTo>
                  <a:lnTo>
                    <a:pt x="518395" y="38823"/>
                  </a:lnTo>
                  <a:lnTo>
                    <a:pt x="548071" y="41046"/>
                  </a:lnTo>
                  <a:lnTo>
                    <a:pt x="576225" y="43154"/>
                  </a:lnTo>
                  <a:lnTo>
                    <a:pt x="603005" y="45160"/>
                  </a:lnTo>
                  <a:lnTo>
                    <a:pt x="628539" y="47072"/>
                  </a:lnTo>
                  <a:lnTo>
                    <a:pt x="652938" y="48899"/>
                  </a:lnTo>
                  <a:lnTo>
                    <a:pt x="676298" y="50649"/>
                  </a:lnTo>
                  <a:lnTo>
                    <a:pt x="698704" y="52327"/>
                  </a:lnTo>
                  <a:lnTo>
                    <a:pt x="720232" y="53939"/>
                  </a:lnTo>
                  <a:lnTo>
                    <a:pt x="740946" y="55490"/>
                  </a:lnTo>
                  <a:lnTo>
                    <a:pt x="760908" y="56985"/>
                  </a:lnTo>
                  <a:lnTo>
                    <a:pt x="780169" y="58428"/>
                  </a:lnTo>
                  <a:lnTo>
                    <a:pt x="798777" y="59821"/>
                  </a:lnTo>
                  <a:lnTo>
                    <a:pt x="816774" y="61169"/>
                  </a:lnTo>
                  <a:lnTo>
                    <a:pt x="834201" y="62474"/>
                  </a:lnTo>
                  <a:lnTo>
                    <a:pt x="851090" y="63739"/>
                  </a:lnTo>
                  <a:lnTo>
                    <a:pt x="867476" y="64966"/>
                  </a:lnTo>
                  <a:lnTo>
                    <a:pt x="883387" y="66158"/>
                  </a:lnTo>
                  <a:lnTo>
                    <a:pt x="898849" y="67316"/>
                  </a:lnTo>
                  <a:lnTo>
                    <a:pt x="913888" y="68442"/>
                  </a:lnTo>
                  <a:lnTo>
                    <a:pt x="928526" y="69538"/>
                  </a:lnTo>
                  <a:lnTo>
                    <a:pt x="942783" y="70606"/>
                  </a:lnTo>
                  <a:lnTo>
                    <a:pt x="956679" y="71647"/>
                  </a:lnTo>
                  <a:lnTo>
                    <a:pt x="970233" y="72662"/>
                  </a:lnTo>
                  <a:lnTo>
                    <a:pt x="983459" y="73653"/>
                  </a:lnTo>
                  <a:lnTo>
                    <a:pt x="996375" y="74620"/>
                  </a:lnTo>
                  <a:lnTo>
                    <a:pt x="1008993" y="75565"/>
                  </a:lnTo>
                  <a:lnTo>
                    <a:pt x="1021328" y="76489"/>
                  </a:lnTo>
                  <a:lnTo>
                    <a:pt x="1033392" y="77392"/>
                  </a:lnTo>
                  <a:lnTo>
                    <a:pt x="1045196" y="78276"/>
                  </a:lnTo>
                  <a:lnTo>
                    <a:pt x="1056752" y="79142"/>
                  </a:lnTo>
                  <a:lnTo>
                    <a:pt x="1068069" y="79989"/>
                  </a:lnTo>
                  <a:lnTo>
                    <a:pt x="1079158" y="80820"/>
                  </a:lnTo>
                  <a:lnTo>
                    <a:pt x="1090028" y="81634"/>
                  </a:lnTo>
                  <a:lnTo>
                    <a:pt x="1100686" y="82432"/>
                  </a:lnTo>
                  <a:lnTo>
                    <a:pt x="1111141" y="83215"/>
                  </a:lnTo>
                  <a:lnTo>
                    <a:pt x="1121401" y="83983"/>
                  </a:lnTo>
                  <a:lnTo>
                    <a:pt x="1131472" y="84737"/>
                  </a:lnTo>
                  <a:lnTo>
                    <a:pt x="1141362" y="8547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93832" y="3111367"/>
              <a:ext cx="1141362" cy="176913"/>
            </a:xfrm>
            <a:custGeom>
              <a:avLst/>
              <a:pathLst>
                <a:path w="1141362" h="176913">
                  <a:moveTo>
                    <a:pt x="0" y="0"/>
                  </a:moveTo>
                  <a:lnTo>
                    <a:pt x="73292" y="11360"/>
                  </a:lnTo>
                  <a:lnTo>
                    <a:pt x="137941" y="21381"/>
                  </a:lnTo>
                  <a:lnTo>
                    <a:pt x="195771" y="30344"/>
                  </a:lnTo>
                  <a:lnTo>
                    <a:pt x="248085" y="38453"/>
                  </a:lnTo>
                  <a:lnTo>
                    <a:pt x="295844" y="45856"/>
                  </a:lnTo>
                  <a:lnTo>
                    <a:pt x="339777" y="52666"/>
                  </a:lnTo>
                  <a:lnTo>
                    <a:pt x="380454" y="58971"/>
                  </a:lnTo>
                  <a:lnTo>
                    <a:pt x="418322" y="64840"/>
                  </a:lnTo>
                  <a:lnTo>
                    <a:pt x="453746" y="70331"/>
                  </a:lnTo>
                  <a:lnTo>
                    <a:pt x="487022" y="75489"/>
                  </a:lnTo>
                  <a:lnTo>
                    <a:pt x="518395" y="80352"/>
                  </a:lnTo>
                  <a:lnTo>
                    <a:pt x="548071" y="84952"/>
                  </a:lnTo>
                  <a:lnTo>
                    <a:pt x="576225" y="89315"/>
                  </a:lnTo>
                  <a:lnTo>
                    <a:pt x="603005" y="93466"/>
                  </a:lnTo>
                  <a:lnTo>
                    <a:pt x="628539" y="97424"/>
                  </a:lnTo>
                  <a:lnTo>
                    <a:pt x="652938" y="101206"/>
                  </a:lnTo>
                  <a:lnTo>
                    <a:pt x="676298" y="104827"/>
                  </a:lnTo>
                  <a:lnTo>
                    <a:pt x="698704" y="108300"/>
                  </a:lnTo>
                  <a:lnTo>
                    <a:pt x="720232" y="111637"/>
                  </a:lnTo>
                  <a:lnTo>
                    <a:pt x="740946" y="114847"/>
                  </a:lnTo>
                  <a:lnTo>
                    <a:pt x="760908" y="117942"/>
                  </a:lnTo>
                  <a:lnTo>
                    <a:pt x="780169" y="120927"/>
                  </a:lnTo>
                  <a:lnTo>
                    <a:pt x="798777" y="123811"/>
                  </a:lnTo>
                  <a:lnTo>
                    <a:pt x="816774" y="126601"/>
                  </a:lnTo>
                  <a:lnTo>
                    <a:pt x="834201" y="129302"/>
                  </a:lnTo>
                  <a:lnTo>
                    <a:pt x="851090" y="131920"/>
                  </a:lnTo>
                  <a:lnTo>
                    <a:pt x="867476" y="134460"/>
                  </a:lnTo>
                  <a:lnTo>
                    <a:pt x="883387" y="136926"/>
                  </a:lnTo>
                  <a:lnTo>
                    <a:pt x="898849" y="139323"/>
                  </a:lnTo>
                  <a:lnTo>
                    <a:pt x="913888" y="141654"/>
                  </a:lnTo>
                  <a:lnTo>
                    <a:pt x="928526" y="143923"/>
                  </a:lnTo>
                  <a:lnTo>
                    <a:pt x="942783" y="146132"/>
                  </a:lnTo>
                  <a:lnTo>
                    <a:pt x="956679" y="148286"/>
                  </a:lnTo>
                  <a:lnTo>
                    <a:pt x="970233" y="150387"/>
                  </a:lnTo>
                  <a:lnTo>
                    <a:pt x="983459" y="152437"/>
                  </a:lnTo>
                  <a:lnTo>
                    <a:pt x="996375" y="154439"/>
                  </a:lnTo>
                  <a:lnTo>
                    <a:pt x="1008993" y="156395"/>
                  </a:lnTo>
                  <a:lnTo>
                    <a:pt x="1021328" y="158307"/>
                  </a:lnTo>
                  <a:lnTo>
                    <a:pt x="1033392" y="160177"/>
                  </a:lnTo>
                  <a:lnTo>
                    <a:pt x="1045196" y="162007"/>
                  </a:lnTo>
                  <a:lnTo>
                    <a:pt x="1056752" y="163798"/>
                  </a:lnTo>
                  <a:lnTo>
                    <a:pt x="1068069" y="165552"/>
                  </a:lnTo>
                  <a:lnTo>
                    <a:pt x="1079158" y="167271"/>
                  </a:lnTo>
                  <a:lnTo>
                    <a:pt x="1090028" y="168956"/>
                  </a:lnTo>
                  <a:lnTo>
                    <a:pt x="1100686" y="170608"/>
                  </a:lnTo>
                  <a:lnTo>
                    <a:pt x="1111141" y="172228"/>
                  </a:lnTo>
                  <a:lnTo>
                    <a:pt x="1121401" y="173819"/>
                  </a:lnTo>
                  <a:lnTo>
                    <a:pt x="1131472" y="175380"/>
                  </a:lnTo>
                  <a:lnTo>
                    <a:pt x="1141362" y="17691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393832" y="3069679"/>
              <a:ext cx="1141362" cy="148148"/>
            </a:xfrm>
            <a:custGeom>
              <a:avLst/>
              <a:pathLst>
                <a:path w="1141362" h="148148">
                  <a:moveTo>
                    <a:pt x="0" y="0"/>
                  </a:moveTo>
                  <a:lnTo>
                    <a:pt x="73292" y="9513"/>
                  </a:lnTo>
                  <a:lnTo>
                    <a:pt x="137941" y="17904"/>
                  </a:lnTo>
                  <a:lnTo>
                    <a:pt x="195771" y="25411"/>
                  </a:lnTo>
                  <a:lnTo>
                    <a:pt x="248085" y="32201"/>
                  </a:lnTo>
                  <a:lnTo>
                    <a:pt x="295844" y="38400"/>
                  </a:lnTo>
                  <a:lnTo>
                    <a:pt x="339777" y="44103"/>
                  </a:lnTo>
                  <a:lnTo>
                    <a:pt x="380454" y="49382"/>
                  </a:lnTo>
                  <a:lnTo>
                    <a:pt x="418322" y="54298"/>
                  </a:lnTo>
                  <a:lnTo>
                    <a:pt x="453746" y="58896"/>
                  </a:lnTo>
                  <a:lnTo>
                    <a:pt x="487022" y="63215"/>
                  </a:lnTo>
                  <a:lnTo>
                    <a:pt x="518395" y="67287"/>
                  </a:lnTo>
                  <a:lnTo>
                    <a:pt x="548071" y="71139"/>
                  </a:lnTo>
                  <a:lnTo>
                    <a:pt x="576225" y="74793"/>
                  </a:lnTo>
                  <a:lnTo>
                    <a:pt x="603005" y="78269"/>
                  </a:lnTo>
                  <a:lnTo>
                    <a:pt x="628539" y="81584"/>
                  </a:lnTo>
                  <a:lnTo>
                    <a:pt x="652938" y="84751"/>
                  </a:lnTo>
                  <a:lnTo>
                    <a:pt x="676298" y="87783"/>
                  </a:lnTo>
                  <a:lnTo>
                    <a:pt x="698704" y="90691"/>
                  </a:lnTo>
                  <a:lnTo>
                    <a:pt x="720232" y="93485"/>
                  </a:lnTo>
                  <a:lnTo>
                    <a:pt x="740946" y="96174"/>
                  </a:lnTo>
                  <a:lnTo>
                    <a:pt x="760908" y="98765"/>
                  </a:lnTo>
                  <a:lnTo>
                    <a:pt x="780169" y="101265"/>
                  </a:lnTo>
                  <a:lnTo>
                    <a:pt x="798777" y="103681"/>
                  </a:lnTo>
                  <a:lnTo>
                    <a:pt x="816774" y="106017"/>
                  </a:lnTo>
                  <a:lnTo>
                    <a:pt x="834201" y="108279"/>
                  </a:lnTo>
                  <a:lnTo>
                    <a:pt x="851090" y="110471"/>
                  </a:lnTo>
                  <a:lnTo>
                    <a:pt x="867476" y="112598"/>
                  </a:lnTo>
                  <a:lnTo>
                    <a:pt x="883387" y="114663"/>
                  </a:lnTo>
                  <a:lnTo>
                    <a:pt x="898849" y="116670"/>
                  </a:lnTo>
                  <a:lnTo>
                    <a:pt x="913888" y="118622"/>
                  </a:lnTo>
                  <a:lnTo>
                    <a:pt x="928526" y="120522"/>
                  </a:lnTo>
                  <a:lnTo>
                    <a:pt x="942783" y="122373"/>
                  </a:lnTo>
                  <a:lnTo>
                    <a:pt x="956679" y="124176"/>
                  </a:lnTo>
                  <a:lnTo>
                    <a:pt x="970233" y="125935"/>
                  </a:lnTo>
                  <a:lnTo>
                    <a:pt x="983459" y="127652"/>
                  </a:lnTo>
                  <a:lnTo>
                    <a:pt x="996375" y="129329"/>
                  </a:lnTo>
                  <a:lnTo>
                    <a:pt x="1008993" y="130967"/>
                  </a:lnTo>
                  <a:lnTo>
                    <a:pt x="1021328" y="132568"/>
                  </a:lnTo>
                  <a:lnTo>
                    <a:pt x="1033392" y="134134"/>
                  </a:lnTo>
                  <a:lnTo>
                    <a:pt x="1045196" y="135666"/>
                  </a:lnTo>
                  <a:lnTo>
                    <a:pt x="1056752" y="137166"/>
                  </a:lnTo>
                  <a:lnTo>
                    <a:pt x="1068069" y="138635"/>
                  </a:lnTo>
                  <a:lnTo>
                    <a:pt x="1079158" y="140074"/>
                  </a:lnTo>
                  <a:lnTo>
                    <a:pt x="1090028" y="141485"/>
                  </a:lnTo>
                  <a:lnTo>
                    <a:pt x="1100686" y="142868"/>
                  </a:lnTo>
                  <a:lnTo>
                    <a:pt x="1111141" y="144225"/>
                  </a:lnTo>
                  <a:lnTo>
                    <a:pt x="1121401" y="145557"/>
                  </a:lnTo>
                  <a:lnTo>
                    <a:pt x="1131472" y="146864"/>
                  </a:lnTo>
                  <a:lnTo>
                    <a:pt x="1141362" y="14814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10032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34691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32109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295282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26946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281564" y="35056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32474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29892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27310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0032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9383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774286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5474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53519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934284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310032" y="2323266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783846" y="32069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03234" y="30284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20416" y="317367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22961" y="31738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788194" y="33260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23415" y="31456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79646" y="32657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782766" y="32082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21001" y="33529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791865" y="33779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62375" y="34457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79413" y="34181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75756" y="32796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173092" y="3397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84486" y="32923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00605" y="31027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66244" y="34232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57785" y="34135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07239" y="32753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191990" y="31319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95785" y="32209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57720" y="34138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61400" y="30654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96584" y="32978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71143" y="31819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93068" y="31677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67054" y="29634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196792" y="30843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66429" y="31064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47370" y="3489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68461" y="315212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77461" y="33607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45944" y="33884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59773" y="35242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69380" y="29116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44647" y="30918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78619" y="32652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54519" y="31945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37202" y="34642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42758" y="33519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85988" y="33431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34968" y="33632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72227" y="32102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82639" y="34038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72870" y="33257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61040" y="30556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61377" y="32698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71194" y="25218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33027" y="32504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65700" y="33012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57042" y="29220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39458" y="34088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32645" y="30261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26158" y="33435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41868" y="33123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17335" y="310639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52089" y="29691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38827" y="33602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45972" y="31869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65847" y="32800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56458" y="31249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68765" y="33956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48979" y="30580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33035" y="3028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17046" y="32864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66152" y="30980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31943" y="30410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46464" y="32602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34137" y="30506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69210" y="34283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19194" y="33484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953050" y="34847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30584" y="3166826"/>
              <a:ext cx="1139403" cy="6375"/>
            </a:xfrm>
            <a:custGeom>
              <a:avLst/>
              <a:pathLst>
                <a:path w="1139403" h="6375">
                  <a:moveTo>
                    <a:pt x="0" y="6375"/>
                  </a:moveTo>
                  <a:lnTo>
                    <a:pt x="73166" y="5966"/>
                  </a:lnTo>
                  <a:lnTo>
                    <a:pt x="137704" y="5605"/>
                  </a:lnTo>
                  <a:lnTo>
                    <a:pt x="195435" y="5282"/>
                  </a:lnTo>
                  <a:lnTo>
                    <a:pt x="247659" y="4989"/>
                  </a:lnTo>
                  <a:lnTo>
                    <a:pt x="295336" y="4723"/>
                  </a:lnTo>
                  <a:lnTo>
                    <a:pt x="339194" y="4477"/>
                  </a:lnTo>
                  <a:lnTo>
                    <a:pt x="379801" y="4250"/>
                  </a:lnTo>
                  <a:lnTo>
                    <a:pt x="417605" y="4038"/>
                  </a:lnTo>
                  <a:lnTo>
                    <a:pt x="452968" y="3841"/>
                  </a:lnTo>
                  <a:lnTo>
                    <a:pt x="486186" y="3655"/>
                  </a:lnTo>
                  <a:lnTo>
                    <a:pt x="517505" y="3479"/>
                  </a:lnTo>
                  <a:lnTo>
                    <a:pt x="547131" y="3314"/>
                  </a:lnTo>
                  <a:lnTo>
                    <a:pt x="575236" y="3156"/>
                  </a:lnTo>
                  <a:lnTo>
                    <a:pt x="601970" y="3007"/>
                  </a:lnTo>
                  <a:lnTo>
                    <a:pt x="627460" y="2864"/>
                  </a:lnTo>
                  <a:lnTo>
                    <a:pt x="651817" y="2728"/>
                  </a:lnTo>
                  <a:lnTo>
                    <a:pt x="675137" y="2597"/>
                  </a:lnTo>
                  <a:lnTo>
                    <a:pt x="697505" y="2472"/>
                  </a:lnTo>
                  <a:lnTo>
                    <a:pt x="718995" y="2352"/>
                  </a:lnTo>
                  <a:lnTo>
                    <a:pt x="739675" y="2236"/>
                  </a:lnTo>
                  <a:lnTo>
                    <a:pt x="759602" y="2125"/>
                  </a:lnTo>
                  <a:lnTo>
                    <a:pt x="778830" y="2017"/>
                  </a:lnTo>
                  <a:lnTo>
                    <a:pt x="797406" y="1913"/>
                  </a:lnTo>
                  <a:lnTo>
                    <a:pt x="815373" y="1813"/>
                  </a:lnTo>
                  <a:lnTo>
                    <a:pt x="832769" y="1715"/>
                  </a:lnTo>
                  <a:lnTo>
                    <a:pt x="849630" y="1621"/>
                  </a:lnTo>
                  <a:lnTo>
                    <a:pt x="865987" y="1529"/>
                  </a:lnTo>
                  <a:lnTo>
                    <a:pt x="881871" y="1441"/>
                  </a:lnTo>
                  <a:lnTo>
                    <a:pt x="897307" y="1354"/>
                  </a:lnTo>
                  <a:lnTo>
                    <a:pt x="912319" y="1270"/>
                  </a:lnTo>
                  <a:lnTo>
                    <a:pt x="926932" y="1188"/>
                  </a:lnTo>
                  <a:lnTo>
                    <a:pt x="941165" y="1109"/>
                  </a:lnTo>
                  <a:lnTo>
                    <a:pt x="955038" y="1031"/>
                  </a:lnTo>
                  <a:lnTo>
                    <a:pt x="968568" y="955"/>
                  </a:lnTo>
                  <a:lnTo>
                    <a:pt x="981771" y="882"/>
                  </a:lnTo>
                  <a:lnTo>
                    <a:pt x="994665" y="809"/>
                  </a:lnTo>
                  <a:lnTo>
                    <a:pt x="1007262" y="739"/>
                  </a:lnTo>
                  <a:lnTo>
                    <a:pt x="1019575" y="670"/>
                  </a:lnTo>
                  <a:lnTo>
                    <a:pt x="1031618" y="603"/>
                  </a:lnTo>
                  <a:lnTo>
                    <a:pt x="1043402" y="537"/>
                  </a:lnTo>
                  <a:lnTo>
                    <a:pt x="1054938" y="472"/>
                  </a:lnTo>
                  <a:lnTo>
                    <a:pt x="1066236" y="409"/>
                  </a:lnTo>
                  <a:lnTo>
                    <a:pt x="1077306" y="347"/>
                  </a:lnTo>
                  <a:lnTo>
                    <a:pt x="1088157" y="286"/>
                  </a:lnTo>
                  <a:lnTo>
                    <a:pt x="1098797" y="227"/>
                  </a:lnTo>
                  <a:lnTo>
                    <a:pt x="1109234" y="168"/>
                  </a:lnTo>
                  <a:lnTo>
                    <a:pt x="1119476" y="111"/>
                  </a:lnTo>
                  <a:lnTo>
                    <a:pt x="1129530" y="55"/>
                  </a:lnTo>
                  <a:lnTo>
                    <a:pt x="113940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30584" y="3285107"/>
              <a:ext cx="1139403" cy="31166"/>
            </a:xfrm>
            <a:custGeom>
              <a:avLst/>
              <a:pathLst>
                <a:path w="1139403" h="31166">
                  <a:moveTo>
                    <a:pt x="0" y="0"/>
                  </a:moveTo>
                  <a:lnTo>
                    <a:pt x="73166" y="2001"/>
                  </a:lnTo>
                  <a:lnTo>
                    <a:pt x="137704" y="3766"/>
                  </a:lnTo>
                  <a:lnTo>
                    <a:pt x="195435" y="5345"/>
                  </a:lnTo>
                  <a:lnTo>
                    <a:pt x="247659" y="6774"/>
                  </a:lnTo>
                  <a:lnTo>
                    <a:pt x="295336" y="8078"/>
                  </a:lnTo>
                  <a:lnTo>
                    <a:pt x="339194" y="9278"/>
                  </a:lnTo>
                  <a:lnTo>
                    <a:pt x="379801" y="10388"/>
                  </a:lnTo>
                  <a:lnTo>
                    <a:pt x="417605" y="11422"/>
                  </a:lnTo>
                  <a:lnTo>
                    <a:pt x="452968" y="12390"/>
                  </a:lnTo>
                  <a:lnTo>
                    <a:pt x="486186" y="13298"/>
                  </a:lnTo>
                  <a:lnTo>
                    <a:pt x="517505" y="14155"/>
                  </a:lnTo>
                  <a:lnTo>
                    <a:pt x="547131" y="14965"/>
                  </a:lnTo>
                  <a:lnTo>
                    <a:pt x="575236" y="15734"/>
                  </a:lnTo>
                  <a:lnTo>
                    <a:pt x="601970" y="16465"/>
                  </a:lnTo>
                  <a:lnTo>
                    <a:pt x="627460" y="17163"/>
                  </a:lnTo>
                  <a:lnTo>
                    <a:pt x="651817" y="17829"/>
                  </a:lnTo>
                  <a:lnTo>
                    <a:pt x="675137" y="18467"/>
                  </a:lnTo>
                  <a:lnTo>
                    <a:pt x="697505" y="19078"/>
                  </a:lnTo>
                  <a:lnTo>
                    <a:pt x="718995" y="19666"/>
                  </a:lnTo>
                  <a:lnTo>
                    <a:pt x="739675" y="20232"/>
                  </a:lnTo>
                  <a:lnTo>
                    <a:pt x="759602" y="20777"/>
                  </a:lnTo>
                  <a:lnTo>
                    <a:pt x="778830" y="21303"/>
                  </a:lnTo>
                  <a:lnTo>
                    <a:pt x="797406" y="21811"/>
                  </a:lnTo>
                  <a:lnTo>
                    <a:pt x="815373" y="22303"/>
                  </a:lnTo>
                  <a:lnTo>
                    <a:pt x="832769" y="22778"/>
                  </a:lnTo>
                  <a:lnTo>
                    <a:pt x="849630" y="23240"/>
                  </a:lnTo>
                  <a:lnTo>
                    <a:pt x="865987" y="23687"/>
                  </a:lnTo>
                  <a:lnTo>
                    <a:pt x="881871" y="24121"/>
                  </a:lnTo>
                  <a:lnTo>
                    <a:pt x="897307" y="24544"/>
                  </a:lnTo>
                  <a:lnTo>
                    <a:pt x="912319" y="24954"/>
                  </a:lnTo>
                  <a:lnTo>
                    <a:pt x="926932" y="25354"/>
                  </a:lnTo>
                  <a:lnTo>
                    <a:pt x="941165" y="25743"/>
                  </a:lnTo>
                  <a:lnTo>
                    <a:pt x="955038" y="26123"/>
                  </a:lnTo>
                  <a:lnTo>
                    <a:pt x="968568" y="26493"/>
                  </a:lnTo>
                  <a:lnTo>
                    <a:pt x="981771" y="26854"/>
                  </a:lnTo>
                  <a:lnTo>
                    <a:pt x="994665" y="27207"/>
                  </a:lnTo>
                  <a:lnTo>
                    <a:pt x="1007262" y="27551"/>
                  </a:lnTo>
                  <a:lnTo>
                    <a:pt x="1019575" y="27888"/>
                  </a:lnTo>
                  <a:lnTo>
                    <a:pt x="1031618" y="28218"/>
                  </a:lnTo>
                  <a:lnTo>
                    <a:pt x="1043402" y="28540"/>
                  </a:lnTo>
                  <a:lnTo>
                    <a:pt x="1054938" y="28855"/>
                  </a:lnTo>
                  <a:lnTo>
                    <a:pt x="1066236" y="29164"/>
                  </a:lnTo>
                  <a:lnTo>
                    <a:pt x="1077306" y="29467"/>
                  </a:lnTo>
                  <a:lnTo>
                    <a:pt x="1088157" y="29764"/>
                  </a:lnTo>
                  <a:lnTo>
                    <a:pt x="1098797" y="30055"/>
                  </a:lnTo>
                  <a:lnTo>
                    <a:pt x="1109234" y="30341"/>
                  </a:lnTo>
                  <a:lnTo>
                    <a:pt x="1119476" y="30621"/>
                  </a:lnTo>
                  <a:lnTo>
                    <a:pt x="1129530" y="30896"/>
                  </a:lnTo>
                  <a:lnTo>
                    <a:pt x="1139403" y="3116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30584" y="3144448"/>
              <a:ext cx="1139403" cy="62285"/>
            </a:xfrm>
            <a:custGeom>
              <a:avLst/>
              <a:pathLst>
                <a:path w="1139403" h="62285">
                  <a:moveTo>
                    <a:pt x="0" y="62285"/>
                  </a:moveTo>
                  <a:lnTo>
                    <a:pt x="73166" y="58285"/>
                  </a:lnTo>
                  <a:lnTo>
                    <a:pt x="137704" y="54757"/>
                  </a:lnTo>
                  <a:lnTo>
                    <a:pt x="195435" y="51601"/>
                  </a:lnTo>
                  <a:lnTo>
                    <a:pt x="247659" y="48747"/>
                  </a:lnTo>
                  <a:lnTo>
                    <a:pt x="295336" y="46140"/>
                  </a:lnTo>
                  <a:lnTo>
                    <a:pt x="339194" y="43743"/>
                  </a:lnTo>
                  <a:lnTo>
                    <a:pt x="379801" y="41523"/>
                  </a:lnTo>
                  <a:lnTo>
                    <a:pt x="417605" y="39457"/>
                  </a:lnTo>
                  <a:lnTo>
                    <a:pt x="452968" y="37523"/>
                  </a:lnTo>
                  <a:lnTo>
                    <a:pt x="486186" y="35708"/>
                  </a:lnTo>
                  <a:lnTo>
                    <a:pt x="517505" y="33996"/>
                  </a:lnTo>
                  <a:lnTo>
                    <a:pt x="547131" y="32376"/>
                  </a:lnTo>
                  <a:lnTo>
                    <a:pt x="575236" y="30840"/>
                  </a:lnTo>
                  <a:lnTo>
                    <a:pt x="601970" y="29378"/>
                  </a:lnTo>
                  <a:lnTo>
                    <a:pt x="627460" y="27985"/>
                  </a:lnTo>
                  <a:lnTo>
                    <a:pt x="651817" y="26653"/>
                  </a:lnTo>
                  <a:lnTo>
                    <a:pt x="675137" y="25379"/>
                  </a:lnTo>
                  <a:lnTo>
                    <a:pt x="697505" y="24156"/>
                  </a:lnTo>
                  <a:lnTo>
                    <a:pt x="718995" y="22981"/>
                  </a:lnTo>
                  <a:lnTo>
                    <a:pt x="739675" y="21851"/>
                  </a:lnTo>
                  <a:lnTo>
                    <a:pt x="759602" y="20761"/>
                  </a:lnTo>
                  <a:lnTo>
                    <a:pt x="778830" y="19710"/>
                  </a:lnTo>
                  <a:lnTo>
                    <a:pt x="797406" y="18695"/>
                  </a:lnTo>
                  <a:lnTo>
                    <a:pt x="815373" y="17713"/>
                  </a:lnTo>
                  <a:lnTo>
                    <a:pt x="832769" y="16762"/>
                  </a:lnTo>
                  <a:lnTo>
                    <a:pt x="849630" y="15840"/>
                  </a:lnTo>
                  <a:lnTo>
                    <a:pt x="865987" y="14946"/>
                  </a:lnTo>
                  <a:lnTo>
                    <a:pt x="881871" y="14077"/>
                  </a:lnTo>
                  <a:lnTo>
                    <a:pt x="897307" y="13234"/>
                  </a:lnTo>
                  <a:lnTo>
                    <a:pt x="912319" y="12413"/>
                  </a:lnTo>
                  <a:lnTo>
                    <a:pt x="926932" y="11614"/>
                  </a:lnTo>
                  <a:lnTo>
                    <a:pt x="941165" y="10836"/>
                  </a:lnTo>
                  <a:lnTo>
                    <a:pt x="955038" y="10078"/>
                  </a:lnTo>
                  <a:lnTo>
                    <a:pt x="968568" y="9338"/>
                  </a:lnTo>
                  <a:lnTo>
                    <a:pt x="981771" y="8616"/>
                  </a:lnTo>
                  <a:lnTo>
                    <a:pt x="994665" y="7912"/>
                  </a:lnTo>
                  <a:lnTo>
                    <a:pt x="1007262" y="7223"/>
                  </a:lnTo>
                  <a:lnTo>
                    <a:pt x="1019575" y="6550"/>
                  </a:lnTo>
                  <a:lnTo>
                    <a:pt x="1031618" y="5892"/>
                  </a:lnTo>
                  <a:lnTo>
                    <a:pt x="1043402" y="5247"/>
                  </a:lnTo>
                  <a:lnTo>
                    <a:pt x="1054938" y="4617"/>
                  </a:lnTo>
                  <a:lnTo>
                    <a:pt x="1066236" y="3999"/>
                  </a:lnTo>
                  <a:lnTo>
                    <a:pt x="1077306" y="3394"/>
                  </a:lnTo>
                  <a:lnTo>
                    <a:pt x="1088157" y="2801"/>
                  </a:lnTo>
                  <a:lnTo>
                    <a:pt x="1098797" y="2219"/>
                  </a:lnTo>
                  <a:lnTo>
                    <a:pt x="1109234" y="1649"/>
                  </a:lnTo>
                  <a:lnTo>
                    <a:pt x="1119476" y="1089"/>
                  </a:lnTo>
                  <a:lnTo>
                    <a:pt x="1129530" y="539"/>
                  </a:lnTo>
                  <a:lnTo>
                    <a:pt x="113940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30584" y="2980526"/>
              <a:ext cx="1139403" cy="204472"/>
            </a:xfrm>
            <a:custGeom>
              <a:avLst/>
              <a:pathLst>
                <a:path w="1139403" h="204472">
                  <a:moveTo>
                    <a:pt x="0" y="204472"/>
                  </a:moveTo>
                  <a:lnTo>
                    <a:pt x="73166" y="191342"/>
                  </a:lnTo>
                  <a:lnTo>
                    <a:pt x="137704" y="179760"/>
                  </a:lnTo>
                  <a:lnTo>
                    <a:pt x="195435" y="169400"/>
                  </a:lnTo>
                  <a:lnTo>
                    <a:pt x="247659" y="160028"/>
                  </a:lnTo>
                  <a:lnTo>
                    <a:pt x="295336" y="151472"/>
                  </a:lnTo>
                  <a:lnTo>
                    <a:pt x="339194" y="143602"/>
                  </a:lnTo>
                  <a:lnTo>
                    <a:pt x="379801" y="136315"/>
                  </a:lnTo>
                  <a:lnTo>
                    <a:pt x="417605" y="129531"/>
                  </a:lnTo>
                  <a:lnTo>
                    <a:pt x="452968" y="123184"/>
                  </a:lnTo>
                  <a:lnTo>
                    <a:pt x="486186" y="117223"/>
                  </a:lnTo>
                  <a:lnTo>
                    <a:pt x="517505" y="111603"/>
                  </a:lnTo>
                  <a:lnTo>
                    <a:pt x="547131" y="106286"/>
                  </a:lnTo>
                  <a:lnTo>
                    <a:pt x="575236" y="101243"/>
                  </a:lnTo>
                  <a:lnTo>
                    <a:pt x="601970" y="96445"/>
                  </a:lnTo>
                  <a:lnTo>
                    <a:pt x="627460" y="91871"/>
                  </a:lnTo>
                  <a:lnTo>
                    <a:pt x="651817" y="87500"/>
                  </a:lnTo>
                  <a:lnTo>
                    <a:pt x="675137" y="83315"/>
                  </a:lnTo>
                  <a:lnTo>
                    <a:pt x="697505" y="79301"/>
                  </a:lnTo>
                  <a:lnTo>
                    <a:pt x="718995" y="75444"/>
                  </a:lnTo>
                  <a:lnTo>
                    <a:pt x="739675" y="71733"/>
                  </a:lnTo>
                  <a:lnTo>
                    <a:pt x="759602" y="68157"/>
                  </a:lnTo>
                  <a:lnTo>
                    <a:pt x="778830" y="64707"/>
                  </a:lnTo>
                  <a:lnTo>
                    <a:pt x="797406" y="61373"/>
                  </a:lnTo>
                  <a:lnTo>
                    <a:pt x="815373" y="58149"/>
                  </a:lnTo>
                  <a:lnTo>
                    <a:pt x="832769" y="55027"/>
                  </a:lnTo>
                  <a:lnTo>
                    <a:pt x="849630" y="52001"/>
                  </a:lnTo>
                  <a:lnTo>
                    <a:pt x="865987" y="49066"/>
                  </a:lnTo>
                  <a:lnTo>
                    <a:pt x="881871" y="46215"/>
                  </a:lnTo>
                  <a:lnTo>
                    <a:pt x="897307" y="43445"/>
                  </a:lnTo>
                  <a:lnTo>
                    <a:pt x="912319" y="40751"/>
                  </a:lnTo>
                  <a:lnTo>
                    <a:pt x="926932" y="38129"/>
                  </a:lnTo>
                  <a:lnTo>
                    <a:pt x="941165" y="35575"/>
                  </a:lnTo>
                  <a:lnTo>
                    <a:pt x="955038" y="33085"/>
                  </a:lnTo>
                  <a:lnTo>
                    <a:pt x="968568" y="30657"/>
                  </a:lnTo>
                  <a:lnTo>
                    <a:pt x="981771" y="28287"/>
                  </a:lnTo>
                  <a:lnTo>
                    <a:pt x="994665" y="25974"/>
                  </a:lnTo>
                  <a:lnTo>
                    <a:pt x="1007262" y="23713"/>
                  </a:lnTo>
                  <a:lnTo>
                    <a:pt x="1019575" y="21503"/>
                  </a:lnTo>
                  <a:lnTo>
                    <a:pt x="1031618" y="19342"/>
                  </a:lnTo>
                  <a:lnTo>
                    <a:pt x="1043402" y="17227"/>
                  </a:lnTo>
                  <a:lnTo>
                    <a:pt x="1054938" y="15157"/>
                  </a:lnTo>
                  <a:lnTo>
                    <a:pt x="1066236" y="13130"/>
                  </a:lnTo>
                  <a:lnTo>
                    <a:pt x="1077306" y="11143"/>
                  </a:lnTo>
                  <a:lnTo>
                    <a:pt x="1088157" y="9196"/>
                  </a:lnTo>
                  <a:lnTo>
                    <a:pt x="1098797" y="7287"/>
                  </a:lnTo>
                  <a:lnTo>
                    <a:pt x="1109234" y="5414"/>
                  </a:lnTo>
                  <a:lnTo>
                    <a:pt x="1119476" y="3576"/>
                  </a:lnTo>
                  <a:lnTo>
                    <a:pt x="1129530" y="1771"/>
                  </a:lnTo>
                  <a:lnTo>
                    <a:pt x="113940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30584" y="3058688"/>
              <a:ext cx="1139403" cy="194435"/>
            </a:xfrm>
            <a:custGeom>
              <a:avLst/>
              <a:pathLst>
                <a:path w="1139403" h="194435">
                  <a:moveTo>
                    <a:pt x="0" y="194435"/>
                  </a:moveTo>
                  <a:lnTo>
                    <a:pt x="73166" y="181949"/>
                  </a:lnTo>
                  <a:lnTo>
                    <a:pt x="137704" y="170936"/>
                  </a:lnTo>
                  <a:lnTo>
                    <a:pt x="195435" y="161084"/>
                  </a:lnTo>
                  <a:lnTo>
                    <a:pt x="247659" y="152172"/>
                  </a:lnTo>
                  <a:lnTo>
                    <a:pt x="295336" y="144037"/>
                  </a:lnTo>
                  <a:lnTo>
                    <a:pt x="339194" y="136552"/>
                  </a:lnTo>
                  <a:lnTo>
                    <a:pt x="379801" y="129623"/>
                  </a:lnTo>
                  <a:lnTo>
                    <a:pt x="417605" y="123172"/>
                  </a:lnTo>
                  <a:lnTo>
                    <a:pt x="452968" y="117137"/>
                  </a:lnTo>
                  <a:lnTo>
                    <a:pt x="486186" y="111469"/>
                  </a:lnTo>
                  <a:lnTo>
                    <a:pt x="517505" y="106124"/>
                  </a:lnTo>
                  <a:lnTo>
                    <a:pt x="547131" y="101069"/>
                  </a:lnTo>
                  <a:lnTo>
                    <a:pt x="575236" y="96273"/>
                  </a:lnTo>
                  <a:lnTo>
                    <a:pt x="601970" y="91710"/>
                  </a:lnTo>
                  <a:lnTo>
                    <a:pt x="627460" y="87361"/>
                  </a:lnTo>
                  <a:lnTo>
                    <a:pt x="651817" y="83204"/>
                  </a:lnTo>
                  <a:lnTo>
                    <a:pt x="675137" y="79225"/>
                  </a:lnTo>
                  <a:lnTo>
                    <a:pt x="697505" y="75408"/>
                  </a:lnTo>
                  <a:lnTo>
                    <a:pt x="718995" y="71741"/>
                  </a:lnTo>
                  <a:lnTo>
                    <a:pt x="739675" y="68212"/>
                  </a:lnTo>
                  <a:lnTo>
                    <a:pt x="759602" y="64811"/>
                  </a:lnTo>
                  <a:lnTo>
                    <a:pt x="778830" y="61530"/>
                  </a:lnTo>
                  <a:lnTo>
                    <a:pt x="797406" y="58360"/>
                  </a:lnTo>
                  <a:lnTo>
                    <a:pt x="815373" y="55294"/>
                  </a:lnTo>
                  <a:lnTo>
                    <a:pt x="832769" y="52326"/>
                  </a:lnTo>
                  <a:lnTo>
                    <a:pt x="849630" y="49448"/>
                  </a:lnTo>
                  <a:lnTo>
                    <a:pt x="865987" y="46657"/>
                  </a:lnTo>
                  <a:lnTo>
                    <a:pt x="881871" y="43946"/>
                  </a:lnTo>
                  <a:lnTo>
                    <a:pt x="897307" y="41312"/>
                  </a:lnTo>
                  <a:lnTo>
                    <a:pt x="912319" y="38751"/>
                  </a:lnTo>
                  <a:lnTo>
                    <a:pt x="926932" y="36257"/>
                  </a:lnTo>
                  <a:lnTo>
                    <a:pt x="941165" y="33828"/>
                  </a:lnTo>
                  <a:lnTo>
                    <a:pt x="955038" y="31461"/>
                  </a:lnTo>
                  <a:lnTo>
                    <a:pt x="968568" y="29152"/>
                  </a:lnTo>
                  <a:lnTo>
                    <a:pt x="981771" y="26899"/>
                  </a:lnTo>
                  <a:lnTo>
                    <a:pt x="994665" y="24699"/>
                  </a:lnTo>
                  <a:lnTo>
                    <a:pt x="1007262" y="22549"/>
                  </a:lnTo>
                  <a:lnTo>
                    <a:pt x="1019575" y="20448"/>
                  </a:lnTo>
                  <a:lnTo>
                    <a:pt x="1031618" y="18393"/>
                  </a:lnTo>
                  <a:lnTo>
                    <a:pt x="1043402" y="16382"/>
                  </a:lnTo>
                  <a:lnTo>
                    <a:pt x="1054938" y="14413"/>
                  </a:lnTo>
                  <a:lnTo>
                    <a:pt x="1066236" y="12485"/>
                  </a:lnTo>
                  <a:lnTo>
                    <a:pt x="1077306" y="10596"/>
                  </a:lnTo>
                  <a:lnTo>
                    <a:pt x="1088157" y="8745"/>
                  </a:lnTo>
                  <a:lnTo>
                    <a:pt x="1098797" y="6929"/>
                  </a:lnTo>
                  <a:lnTo>
                    <a:pt x="1109234" y="5148"/>
                  </a:lnTo>
                  <a:lnTo>
                    <a:pt x="1119476" y="3400"/>
                  </a:lnTo>
                  <a:lnTo>
                    <a:pt x="1129530" y="1684"/>
                  </a:lnTo>
                  <a:lnTo>
                    <a:pt x="113940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30584" y="3146498"/>
              <a:ext cx="1139403" cy="254121"/>
            </a:xfrm>
            <a:custGeom>
              <a:avLst/>
              <a:pathLst>
                <a:path w="1139403" h="254121">
                  <a:moveTo>
                    <a:pt x="0" y="0"/>
                  </a:moveTo>
                  <a:lnTo>
                    <a:pt x="73166" y="16318"/>
                  </a:lnTo>
                  <a:lnTo>
                    <a:pt x="137704" y="30712"/>
                  </a:lnTo>
                  <a:lnTo>
                    <a:pt x="195435" y="43587"/>
                  </a:lnTo>
                  <a:lnTo>
                    <a:pt x="247659" y="55235"/>
                  </a:lnTo>
                  <a:lnTo>
                    <a:pt x="295336" y="65868"/>
                  </a:lnTo>
                  <a:lnTo>
                    <a:pt x="339194" y="75650"/>
                  </a:lnTo>
                  <a:lnTo>
                    <a:pt x="379801" y="84707"/>
                  </a:lnTo>
                  <a:lnTo>
                    <a:pt x="417605" y="93138"/>
                  </a:lnTo>
                  <a:lnTo>
                    <a:pt x="452968" y="101025"/>
                  </a:lnTo>
                  <a:lnTo>
                    <a:pt x="486186" y="108434"/>
                  </a:lnTo>
                  <a:lnTo>
                    <a:pt x="517505" y="115419"/>
                  </a:lnTo>
                  <a:lnTo>
                    <a:pt x="547131" y="122026"/>
                  </a:lnTo>
                  <a:lnTo>
                    <a:pt x="575236" y="128294"/>
                  </a:lnTo>
                  <a:lnTo>
                    <a:pt x="601970" y="134257"/>
                  </a:lnTo>
                  <a:lnTo>
                    <a:pt x="627460" y="139942"/>
                  </a:lnTo>
                  <a:lnTo>
                    <a:pt x="651817" y="145374"/>
                  </a:lnTo>
                  <a:lnTo>
                    <a:pt x="675137" y="150575"/>
                  </a:lnTo>
                  <a:lnTo>
                    <a:pt x="697505" y="155564"/>
                  </a:lnTo>
                  <a:lnTo>
                    <a:pt x="718995" y="160357"/>
                  </a:lnTo>
                  <a:lnTo>
                    <a:pt x="739675" y="164969"/>
                  </a:lnTo>
                  <a:lnTo>
                    <a:pt x="759602" y="169414"/>
                  </a:lnTo>
                  <a:lnTo>
                    <a:pt x="778830" y="173702"/>
                  </a:lnTo>
                  <a:lnTo>
                    <a:pt x="797406" y="177845"/>
                  </a:lnTo>
                  <a:lnTo>
                    <a:pt x="815373" y="181852"/>
                  </a:lnTo>
                  <a:lnTo>
                    <a:pt x="832769" y="185732"/>
                  </a:lnTo>
                  <a:lnTo>
                    <a:pt x="849630" y="189492"/>
                  </a:lnTo>
                  <a:lnTo>
                    <a:pt x="865987" y="193141"/>
                  </a:lnTo>
                  <a:lnTo>
                    <a:pt x="881871" y="196683"/>
                  </a:lnTo>
                  <a:lnTo>
                    <a:pt x="897307" y="200126"/>
                  </a:lnTo>
                  <a:lnTo>
                    <a:pt x="912319" y="203474"/>
                  </a:lnTo>
                  <a:lnTo>
                    <a:pt x="926932" y="206733"/>
                  </a:lnTo>
                  <a:lnTo>
                    <a:pt x="941165" y="209907"/>
                  </a:lnTo>
                  <a:lnTo>
                    <a:pt x="955038" y="213001"/>
                  </a:lnTo>
                  <a:lnTo>
                    <a:pt x="968568" y="216019"/>
                  </a:lnTo>
                  <a:lnTo>
                    <a:pt x="981771" y="218964"/>
                  </a:lnTo>
                  <a:lnTo>
                    <a:pt x="994665" y="221840"/>
                  </a:lnTo>
                  <a:lnTo>
                    <a:pt x="1007262" y="224649"/>
                  </a:lnTo>
                  <a:lnTo>
                    <a:pt x="1019575" y="227395"/>
                  </a:lnTo>
                  <a:lnTo>
                    <a:pt x="1031618" y="230081"/>
                  </a:lnTo>
                  <a:lnTo>
                    <a:pt x="1043402" y="232709"/>
                  </a:lnTo>
                  <a:lnTo>
                    <a:pt x="1054938" y="235282"/>
                  </a:lnTo>
                  <a:lnTo>
                    <a:pt x="1066236" y="237802"/>
                  </a:lnTo>
                  <a:lnTo>
                    <a:pt x="1077306" y="240271"/>
                  </a:lnTo>
                  <a:lnTo>
                    <a:pt x="1088157" y="242691"/>
                  </a:lnTo>
                  <a:lnTo>
                    <a:pt x="1098797" y="245064"/>
                  </a:lnTo>
                  <a:lnTo>
                    <a:pt x="1109234" y="247392"/>
                  </a:lnTo>
                  <a:lnTo>
                    <a:pt x="1119476" y="249676"/>
                  </a:lnTo>
                  <a:lnTo>
                    <a:pt x="1129530" y="251919"/>
                  </a:lnTo>
                  <a:lnTo>
                    <a:pt x="1139403" y="25412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30584" y="3209686"/>
              <a:ext cx="1139403" cy="234755"/>
            </a:xfrm>
            <a:custGeom>
              <a:avLst/>
              <a:pathLst>
                <a:path w="1139403" h="234755">
                  <a:moveTo>
                    <a:pt x="0" y="234755"/>
                  </a:moveTo>
                  <a:lnTo>
                    <a:pt x="73166" y="219681"/>
                  </a:lnTo>
                  <a:lnTo>
                    <a:pt x="137704" y="206384"/>
                  </a:lnTo>
                  <a:lnTo>
                    <a:pt x="195435" y="194489"/>
                  </a:lnTo>
                  <a:lnTo>
                    <a:pt x="247659" y="183729"/>
                  </a:lnTo>
                  <a:lnTo>
                    <a:pt x="295336" y="173906"/>
                  </a:lnTo>
                  <a:lnTo>
                    <a:pt x="339194" y="164870"/>
                  </a:lnTo>
                  <a:lnTo>
                    <a:pt x="379801" y="156503"/>
                  </a:lnTo>
                  <a:lnTo>
                    <a:pt x="417605" y="148715"/>
                  </a:lnTo>
                  <a:lnTo>
                    <a:pt x="452968" y="141429"/>
                  </a:lnTo>
                  <a:lnTo>
                    <a:pt x="486186" y="134584"/>
                  </a:lnTo>
                  <a:lnTo>
                    <a:pt x="517505" y="128132"/>
                  </a:lnTo>
                  <a:lnTo>
                    <a:pt x="547131" y="122028"/>
                  </a:lnTo>
                  <a:lnTo>
                    <a:pt x="575236" y="116237"/>
                  </a:lnTo>
                  <a:lnTo>
                    <a:pt x="601970" y="110729"/>
                  </a:lnTo>
                  <a:lnTo>
                    <a:pt x="627460" y="105477"/>
                  </a:lnTo>
                  <a:lnTo>
                    <a:pt x="651817" y="100459"/>
                  </a:lnTo>
                  <a:lnTo>
                    <a:pt x="675137" y="95654"/>
                  </a:lnTo>
                  <a:lnTo>
                    <a:pt x="697505" y="91046"/>
                  </a:lnTo>
                  <a:lnTo>
                    <a:pt x="718995" y="86618"/>
                  </a:lnTo>
                  <a:lnTo>
                    <a:pt x="739675" y="82357"/>
                  </a:lnTo>
                  <a:lnTo>
                    <a:pt x="759602" y="78251"/>
                  </a:lnTo>
                  <a:lnTo>
                    <a:pt x="778830" y="74290"/>
                  </a:lnTo>
                  <a:lnTo>
                    <a:pt x="797406" y="70463"/>
                  </a:lnTo>
                  <a:lnTo>
                    <a:pt x="815373" y="66761"/>
                  </a:lnTo>
                  <a:lnTo>
                    <a:pt x="832769" y="63177"/>
                  </a:lnTo>
                  <a:lnTo>
                    <a:pt x="849630" y="59703"/>
                  </a:lnTo>
                  <a:lnTo>
                    <a:pt x="865987" y="56332"/>
                  </a:lnTo>
                  <a:lnTo>
                    <a:pt x="881871" y="53060"/>
                  </a:lnTo>
                  <a:lnTo>
                    <a:pt x="897307" y="49880"/>
                  </a:lnTo>
                  <a:lnTo>
                    <a:pt x="912319" y="46786"/>
                  </a:lnTo>
                  <a:lnTo>
                    <a:pt x="926932" y="43776"/>
                  </a:lnTo>
                  <a:lnTo>
                    <a:pt x="941165" y="40843"/>
                  </a:lnTo>
                  <a:lnTo>
                    <a:pt x="955038" y="37985"/>
                  </a:lnTo>
                  <a:lnTo>
                    <a:pt x="968568" y="35197"/>
                  </a:lnTo>
                  <a:lnTo>
                    <a:pt x="981771" y="32477"/>
                  </a:lnTo>
                  <a:lnTo>
                    <a:pt x="994665" y="29821"/>
                  </a:lnTo>
                  <a:lnTo>
                    <a:pt x="1007262" y="27225"/>
                  </a:lnTo>
                  <a:lnTo>
                    <a:pt x="1019575" y="24688"/>
                  </a:lnTo>
                  <a:lnTo>
                    <a:pt x="1031618" y="22207"/>
                  </a:lnTo>
                  <a:lnTo>
                    <a:pt x="1043402" y="19779"/>
                  </a:lnTo>
                  <a:lnTo>
                    <a:pt x="1054938" y="17402"/>
                  </a:lnTo>
                  <a:lnTo>
                    <a:pt x="1066236" y="15074"/>
                  </a:lnTo>
                  <a:lnTo>
                    <a:pt x="1077306" y="12794"/>
                  </a:lnTo>
                  <a:lnTo>
                    <a:pt x="1088157" y="10558"/>
                  </a:lnTo>
                  <a:lnTo>
                    <a:pt x="1098797" y="8366"/>
                  </a:lnTo>
                  <a:lnTo>
                    <a:pt x="1109234" y="6215"/>
                  </a:lnTo>
                  <a:lnTo>
                    <a:pt x="1119476" y="4105"/>
                  </a:lnTo>
                  <a:lnTo>
                    <a:pt x="1129530" y="2034"/>
                  </a:lnTo>
                  <a:lnTo>
                    <a:pt x="113940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30584" y="3397294"/>
              <a:ext cx="1139403" cy="85850"/>
            </a:xfrm>
            <a:custGeom>
              <a:avLst/>
              <a:pathLst>
                <a:path w="1139403" h="85850">
                  <a:moveTo>
                    <a:pt x="0" y="0"/>
                  </a:moveTo>
                  <a:lnTo>
                    <a:pt x="73166" y="5512"/>
                  </a:lnTo>
                  <a:lnTo>
                    <a:pt x="137704" y="10375"/>
                  </a:lnTo>
                  <a:lnTo>
                    <a:pt x="195435" y="14725"/>
                  </a:lnTo>
                  <a:lnTo>
                    <a:pt x="247659" y="18660"/>
                  </a:lnTo>
                  <a:lnTo>
                    <a:pt x="295336" y="22252"/>
                  </a:lnTo>
                  <a:lnTo>
                    <a:pt x="339194" y="25557"/>
                  </a:lnTo>
                  <a:lnTo>
                    <a:pt x="379801" y="28616"/>
                  </a:lnTo>
                  <a:lnTo>
                    <a:pt x="417605" y="31465"/>
                  </a:lnTo>
                  <a:lnTo>
                    <a:pt x="452968" y="34129"/>
                  </a:lnTo>
                  <a:lnTo>
                    <a:pt x="486186" y="36632"/>
                  </a:lnTo>
                  <a:lnTo>
                    <a:pt x="517505" y="38992"/>
                  </a:lnTo>
                  <a:lnTo>
                    <a:pt x="547131" y="41224"/>
                  </a:lnTo>
                  <a:lnTo>
                    <a:pt x="575236" y="43342"/>
                  </a:lnTo>
                  <a:lnTo>
                    <a:pt x="601970" y="45356"/>
                  </a:lnTo>
                  <a:lnTo>
                    <a:pt x="627460" y="47277"/>
                  </a:lnTo>
                  <a:lnTo>
                    <a:pt x="651817" y="49112"/>
                  </a:lnTo>
                  <a:lnTo>
                    <a:pt x="675137" y="50869"/>
                  </a:lnTo>
                  <a:lnTo>
                    <a:pt x="697505" y="52555"/>
                  </a:lnTo>
                  <a:lnTo>
                    <a:pt x="718995" y="54174"/>
                  </a:lnTo>
                  <a:lnTo>
                    <a:pt x="739675" y="55732"/>
                  </a:lnTo>
                  <a:lnTo>
                    <a:pt x="759602" y="57233"/>
                  </a:lnTo>
                  <a:lnTo>
                    <a:pt x="778830" y="58682"/>
                  </a:lnTo>
                  <a:lnTo>
                    <a:pt x="797406" y="60082"/>
                  </a:lnTo>
                  <a:lnTo>
                    <a:pt x="815373" y="61436"/>
                  </a:lnTo>
                  <a:lnTo>
                    <a:pt x="832769" y="62746"/>
                  </a:lnTo>
                  <a:lnTo>
                    <a:pt x="849630" y="64017"/>
                  </a:lnTo>
                  <a:lnTo>
                    <a:pt x="865987" y="65249"/>
                  </a:lnTo>
                  <a:lnTo>
                    <a:pt x="881871" y="66446"/>
                  </a:lnTo>
                  <a:lnTo>
                    <a:pt x="897307" y="67609"/>
                  </a:lnTo>
                  <a:lnTo>
                    <a:pt x="912319" y="68740"/>
                  </a:lnTo>
                  <a:lnTo>
                    <a:pt x="926932" y="69841"/>
                  </a:lnTo>
                  <a:lnTo>
                    <a:pt x="941165" y="70914"/>
                  </a:lnTo>
                  <a:lnTo>
                    <a:pt x="955038" y="71959"/>
                  </a:lnTo>
                  <a:lnTo>
                    <a:pt x="968568" y="72978"/>
                  </a:lnTo>
                  <a:lnTo>
                    <a:pt x="981771" y="73973"/>
                  </a:lnTo>
                  <a:lnTo>
                    <a:pt x="994665" y="74945"/>
                  </a:lnTo>
                  <a:lnTo>
                    <a:pt x="1007262" y="75894"/>
                  </a:lnTo>
                  <a:lnTo>
                    <a:pt x="1019575" y="76822"/>
                  </a:lnTo>
                  <a:lnTo>
                    <a:pt x="1031618" y="77729"/>
                  </a:lnTo>
                  <a:lnTo>
                    <a:pt x="1043402" y="78617"/>
                  </a:lnTo>
                  <a:lnTo>
                    <a:pt x="1054938" y="79486"/>
                  </a:lnTo>
                  <a:lnTo>
                    <a:pt x="1066236" y="80337"/>
                  </a:lnTo>
                  <a:lnTo>
                    <a:pt x="1077306" y="81172"/>
                  </a:lnTo>
                  <a:lnTo>
                    <a:pt x="1088157" y="81989"/>
                  </a:lnTo>
                  <a:lnTo>
                    <a:pt x="1098797" y="82791"/>
                  </a:lnTo>
                  <a:lnTo>
                    <a:pt x="1109234" y="83577"/>
                  </a:lnTo>
                  <a:lnTo>
                    <a:pt x="1119476" y="84349"/>
                  </a:lnTo>
                  <a:lnTo>
                    <a:pt x="1129530" y="85106"/>
                  </a:lnTo>
                  <a:lnTo>
                    <a:pt x="1139403" y="8585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30584" y="3182409"/>
              <a:ext cx="1139403" cy="174405"/>
            </a:xfrm>
            <a:custGeom>
              <a:avLst/>
              <a:pathLst>
                <a:path w="1139403" h="174405">
                  <a:moveTo>
                    <a:pt x="0" y="174405"/>
                  </a:moveTo>
                  <a:lnTo>
                    <a:pt x="73166" y="163205"/>
                  </a:lnTo>
                  <a:lnTo>
                    <a:pt x="137704" y="153327"/>
                  </a:lnTo>
                  <a:lnTo>
                    <a:pt x="195435" y="144490"/>
                  </a:lnTo>
                  <a:lnTo>
                    <a:pt x="247659" y="136496"/>
                  </a:lnTo>
                  <a:lnTo>
                    <a:pt x="295336" y="129199"/>
                  </a:lnTo>
                  <a:lnTo>
                    <a:pt x="339194" y="122485"/>
                  </a:lnTo>
                  <a:lnTo>
                    <a:pt x="379801" y="116270"/>
                  </a:lnTo>
                  <a:lnTo>
                    <a:pt x="417605" y="110483"/>
                  </a:lnTo>
                  <a:lnTo>
                    <a:pt x="452968" y="105070"/>
                  </a:lnTo>
                  <a:lnTo>
                    <a:pt x="486186" y="99986"/>
                  </a:lnTo>
                  <a:lnTo>
                    <a:pt x="517505" y="95192"/>
                  </a:lnTo>
                  <a:lnTo>
                    <a:pt x="547131" y="90657"/>
                  </a:lnTo>
                  <a:lnTo>
                    <a:pt x="575236" y="86355"/>
                  </a:lnTo>
                  <a:lnTo>
                    <a:pt x="601970" y="82263"/>
                  </a:lnTo>
                  <a:lnTo>
                    <a:pt x="627460" y="78361"/>
                  </a:lnTo>
                  <a:lnTo>
                    <a:pt x="651817" y="74633"/>
                  </a:lnTo>
                  <a:lnTo>
                    <a:pt x="675137" y="71063"/>
                  </a:lnTo>
                  <a:lnTo>
                    <a:pt x="697505" y="67640"/>
                  </a:lnTo>
                  <a:lnTo>
                    <a:pt x="718995" y="64350"/>
                  </a:lnTo>
                  <a:lnTo>
                    <a:pt x="739675" y="61185"/>
                  </a:lnTo>
                  <a:lnTo>
                    <a:pt x="759602" y="58135"/>
                  </a:lnTo>
                  <a:lnTo>
                    <a:pt x="778830" y="55191"/>
                  </a:lnTo>
                  <a:lnTo>
                    <a:pt x="797406" y="52348"/>
                  </a:lnTo>
                  <a:lnTo>
                    <a:pt x="815373" y="49598"/>
                  </a:lnTo>
                  <a:lnTo>
                    <a:pt x="832769" y="46935"/>
                  </a:lnTo>
                  <a:lnTo>
                    <a:pt x="849630" y="44354"/>
                  </a:lnTo>
                  <a:lnTo>
                    <a:pt x="865987" y="41851"/>
                  </a:lnTo>
                  <a:lnTo>
                    <a:pt x="881871" y="39419"/>
                  </a:lnTo>
                  <a:lnTo>
                    <a:pt x="897307" y="37057"/>
                  </a:lnTo>
                  <a:lnTo>
                    <a:pt x="912319" y="34759"/>
                  </a:lnTo>
                  <a:lnTo>
                    <a:pt x="926932" y="32522"/>
                  </a:lnTo>
                  <a:lnTo>
                    <a:pt x="941165" y="30343"/>
                  </a:lnTo>
                  <a:lnTo>
                    <a:pt x="955038" y="28220"/>
                  </a:lnTo>
                  <a:lnTo>
                    <a:pt x="968568" y="26149"/>
                  </a:lnTo>
                  <a:lnTo>
                    <a:pt x="981771" y="24128"/>
                  </a:lnTo>
                  <a:lnTo>
                    <a:pt x="994665" y="22154"/>
                  </a:lnTo>
                  <a:lnTo>
                    <a:pt x="1007262" y="20226"/>
                  </a:lnTo>
                  <a:lnTo>
                    <a:pt x="1019575" y="18341"/>
                  </a:lnTo>
                  <a:lnTo>
                    <a:pt x="1031618" y="16498"/>
                  </a:lnTo>
                  <a:lnTo>
                    <a:pt x="1043402" y="14694"/>
                  </a:lnTo>
                  <a:lnTo>
                    <a:pt x="1054938" y="12928"/>
                  </a:lnTo>
                  <a:lnTo>
                    <a:pt x="1066236" y="11199"/>
                  </a:lnTo>
                  <a:lnTo>
                    <a:pt x="1077306" y="9505"/>
                  </a:lnTo>
                  <a:lnTo>
                    <a:pt x="1088157" y="7844"/>
                  </a:lnTo>
                  <a:lnTo>
                    <a:pt x="1098797" y="6215"/>
                  </a:lnTo>
                  <a:lnTo>
                    <a:pt x="1109234" y="4617"/>
                  </a:lnTo>
                  <a:lnTo>
                    <a:pt x="1119476" y="3050"/>
                  </a:lnTo>
                  <a:lnTo>
                    <a:pt x="1129530" y="1511"/>
                  </a:lnTo>
                  <a:lnTo>
                    <a:pt x="113940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830584" y="3087254"/>
              <a:ext cx="1139403" cy="72104"/>
            </a:xfrm>
            <a:custGeom>
              <a:avLst/>
              <a:pathLst>
                <a:path w="1139403" h="72104">
                  <a:moveTo>
                    <a:pt x="0" y="0"/>
                  </a:moveTo>
                  <a:lnTo>
                    <a:pt x="73166" y="4630"/>
                  </a:lnTo>
                  <a:lnTo>
                    <a:pt x="137704" y="8714"/>
                  </a:lnTo>
                  <a:lnTo>
                    <a:pt x="195435" y="12367"/>
                  </a:lnTo>
                  <a:lnTo>
                    <a:pt x="247659" y="15672"/>
                  </a:lnTo>
                  <a:lnTo>
                    <a:pt x="295336" y="18689"/>
                  </a:lnTo>
                  <a:lnTo>
                    <a:pt x="339194" y="21465"/>
                  </a:lnTo>
                  <a:lnTo>
                    <a:pt x="379801" y="24034"/>
                  </a:lnTo>
                  <a:lnTo>
                    <a:pt x="417605" y="26427"/>
                  </a:lnTo>
                  <a:lnTo>
                    <a:pt x="452968" y="28665"/>
                  </a:lnTo>
                  <a:lnTo>
                    <a:pt x="486186" y="30767"/>
                  </a:lnTo>
                  <a:lnTo>
                    <a:pt x="517505" y="32749"/>
                  </a:lnTo>
                  <a:lnTo>
                    <a:pt x="547131" y="34623"/>
                  </a:lnTo>
                  <a:lnTo>
                    <a:pt x="575236" y="36402"/>
                  </a:lnTo>
                  <a:lnTo>
                    <a:pt x="601970" y="38094"/>
                  </a:lnTo>
                  <a:lnTo>
                    <a:pt x="627460" y="39707"/>
                  </a:lnTo>
                  <a:lnTo>
                    <a:pt x="651817" y="41248"/>
                  </a:lnTo>
                  <a:lnTo>
                    <a:pt x="675137" y="42724"/>
                  </a:lnTo>
                  <a:lnTo>
                    <a:pt x="697505" y="44140"/>
                  </a:lnTo>
                  <a:lnTo>
                    <a:pt x="718995" y="45500"/>
                  </a:lnTo>
                  <a:lnTo>
                    <a:pt x="739675" y="46808"/>
                  </a:lnTo>
                  <a:lnTo>
                    <a:pt x="759602" y="48069"/>
                  </a:lnTo>
                  <a:lnTo>
                    <a:pt x="778830" y="49286"/>
                  </a:lnTo>
                  <a:lnTo>
                    <a:pt x="797406" y="50462"/>
                  </a:lnTo>
                  <a:lnTo>
                    <a:pt x="815373" y="51599"/>
                  </a:lnTo>
                  <a:lnTo>
                    <a:pt x="832769" y="52699"/>
                  </a:lnTo>
                  <a:lnTo>
                    <a:pt x="849630" y="53766"/>
                  </a:lnTo>
                  <a:lnTo>
                    <a:pt x="865987" y="54802"/>
                  </a:lnTo>
                  <a:lnTo>
                    <a:pt x="881871" y="55807"/>
                  </a:lnTo>
                  <a:lnTo>
                    <a:pt x="897307" y="56784"/>
                  </a:lnTo>
                  <a:lnTo>
                    <a:pt x="912319" y="57734"/>
                  </a:lnTo>
                  <a:lnTo>
                    <a:pt x="926932" y="58658"/>
                  </a:lnTo>
                  <a:lnTo>
                    <a:pt x="941165" y="59559"/>
                  </a:lnTo>
                  <a:lnTo>
                    <a:pt x="955038" y="60437"/>
                  </a:lnTo>
                  <a:lnTo>
                    <a:pt x="968568" y="61293"/>
                  </a:lnTo>
                  <a:lnTo>
                    <a:pt x="981771" y="62129"/>
                  </a:lnTo>
                  <a:lnTo>
                    <a:pt x="994665" y="62945"/>
                  </a:lnTo>
                  <a:lnTo>
                    <a:pt x="1007262" y="63742"/>
                  </a:lnTo>
                  <a:lnTo>
                    <a:pt x="1019575" y="64521"/>
                  </a:lnTo>
                  <a:lnTo>
                    <a:pt x="1031618" y="65283"/>
                  </a:lnTo>
                  <a:lnTo>
                    <a:pt x="1043402" y="66029"/>
                  </a:lnTo>
                  <a:lnTo>
                    <a:pt x="1054938" y="66759"/>
                  </a:lnTo>
                  <a:lnTo>
                    <a:pt x="1066236" y="67474"/>
                  </a:lnTo>
                  <a:lnTo>
                    <a:pt x="1077306" y="68174"/>
                  </a:lnTo>
                  <a:lnTo>
                    <a:pt x="1088157" y="68861"/>
                  </a:lnTo>
                  <a:lnTo>
                    <a:pt x="1098797" y="69534"/>
                  </a:lnTo>
                  <a:lnTo>
                    <a:pt x="1109234" y="70195"/>
                  </a:lnTo>
                  <a:lnTo>
                    <a:pt x="1119476" y="70843"/>
                  </a:lnTo>
                  <a:lnTo>
                    <a:pt x="1129530" y="71479"/>
                  </a:lnTo>
                  <a:lnTo>
                    <a:pt x="1139403" y="7210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48241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19773" y="35622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19773" y="3250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19773" y="29394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19773" y="26279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748241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830584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1038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90186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69988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748241" y="2323266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31888" y="32996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18220" y="27468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64632" y="308105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34625" y="33213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35558" y="318935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36997" y="31979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17855" y="288868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46890" y="33156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36188" y="35242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245390" y="32872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41912" y="34310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12056" y="252185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19187" y="31565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4857" y="33886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44877" y="33020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04355" y="32440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17896" y="33248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15477" y="34630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41820" y="30846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05785" y="32048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19749" y="29469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06531" y="32862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19928" y="30001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46262" y="31480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49001" y="33256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06902" y="30746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13025" y="28869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03483" y="26388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025991" y="33571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08708" y="3268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21143" y="30480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24376" y="32431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019544" y="31717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98774" y="34317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002256" y="33842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90686" y="31932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016149" y="31663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010448" y="28646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78768" y="32837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024274" y="28717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90631" y="33261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94548" y="34574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000363" y="31243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78322" y="30171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006121" y="33786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12478" y="31261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16054" y="28521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019369" y="31135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405907" y="30686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70911" y="31330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57444" y="32632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90679" y="33187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88659" y="33073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99895" y="32775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74277" y="30165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97254" y="310114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79310" y="30253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63450" y="27804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55057" y="33233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63439" y="28991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84773" y="27001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77123" y="34102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77705" y="30488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407419" y="333253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88802" y="26318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98201" y="30731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58417" y="29693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99407" y="31812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85950" y="30887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8411" y="3299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63543" y="30205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353541" y="3326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71901" y="3185999"/>
              <a:ext cx="1136413" cy="166430"/>
            </a:xfrm>
            <a:custGeom>
              <a:avLst/>
              <a:pathLst>
                <a:path w="1136413" h="166430">
                  <a:moveTo>
                    <a:pt x="0" y="166430"/>
                  </a:moveTo>
                  <a:lnTo>
                    <a:pt x="72974" y="155743"/>
                  </a:lnTo>
                  <a:lnTo>
                    <a:pt x="137343" y="146316"/>
                  </a:lnTo>
                  <a:lnTo>
                    <a:pt x="194922" y="137883"/>
                  </a:lnTo>
                  <a:lnTo>
                    <a:pt x="247009" y="130255"/>
                  </a:lnTo>
                  <a:lnTo>
                    <a:pt x="294561" y="123291"/>
                  </a:lnTo>
                  <a:lnTo>
                    <a:pt x="338304" y="116885"/>
                  </a:lnTo>
                  <a:lnTo>
                    <a:pt x="378804" y="110953"/>
                  </a:lnTo>
                  <a:lnTo>
                    <a:pt x="416509" y="105431"/>
                  </a:lnTo>
                  <a:lnTo>
                    <a:pt x="451779" y="100266"/>
                  </a:lnTo>
                  <a:lnTo>
                    <a:pt x="484910" y="95414"/>
                  </a:lnTo>
                  <a:lnTo>
                    <a:pt x="516147" y="90839"/>
                  </a:lnTo>
                  <a:lnTo>
                    <a:pt x="545695" y="86512"/>
                  </a:lnTo>
                  <a:lnTo>
                    <a:pt x="573727" y="82406"/>
                  </a:lnTo>
                  <a:lnTo>
                    <a:pt x="600390" y="78501"/>
                  </a:lnTo>
                  <a:lnTo>
                    <a:pt x="625814" y="74778"/>
                  </a:lnTo>
                  <a:lnTo>
                    <a:pt x="650106" y="71220"/>
                  </a:lnTo>
                  <a:lnTo>
                    <a:pt x="673365" y="67814"/>
                  </a:lnTo>
                  <a:lnTo>
                    <a:pt x="695674" y="64547"/>
                  </a:lnTo>
                  <a:lnTo>
                    <a:pt x="717109" y="61408"/>
                  </a:lnTo>
                  <a:lnTo>
                    <a:pt x="737734" y="58387"/>
                  </a:lnTo>
                  <a:lnTo>
                    <a:pt x="757608" y="55476"/>
                  </a:lnTo>
                  <a:lnTo>
                    <a:pt x="776786" y="52668"/>
                  </a:lnTo>
                  <a:lnTo>
                    <a:pt x="795313" y="49955"/>
                  </a:lnTo>
                  <a:lnTo>
                    <a:pt x="813233" y="47330"/>
                  </a:lnTo>
                  <a:lnTo>
                    <a:pt x="830583" y="44789"/>
                  </a:lnTo>
                  <a:lnTo>
                    <a:pt x="847400" y="42326"/>
                  </a:lnTo>
                  <a:lnTo>
                    <a:pt x="863715" y="39937"/>
                  </a:lnTo>
                  <a:lnTo>
                    <a:pt x="879556" y="37617"/>
                  </a:lnTo>
                  <a:lnTo>
                    <a:pt x="894952" y="35362"/>
                  </a:lnTo>
                  <a:lnTo>
                    <a:pt x="909925" y="33169"/>
                  </a:lnTo>
                  <a:lnTo>
                    <a:pt x="924499" y="31035"/>
                  </a:lnTo>
                  <a:lnTo>
                    <a:pt x="938695" y="28956"/>
                  </a:lnTo>
                  <a:lnTo>
                    <a:pt x="952531" y="26930"/>
                  </a:lnTo>
                  <a:lnTo>
                    <a:pt x="966026" y="24953"/>
                  </a:lnTo>
                  <a:lnTo>
                    <a:pt x="979195" y="23025"/>
                  </a:lnTo>
                  <a:lnTo>
                    <a:pt x="992054" y="21141"/>
                  </a:lnTo>
                  <a:lnTo>
                    <a:pt x="1004618" y="19301"/>
                  </a:lnTo>
                  <a:lnTo>
                    <a:pt x="1016899" y="17503"/>
                  </a:lnTo>
                  <a:lnTo>
                    <a:pt x="1028911" y="15743"/>
                  </a:lnTo>
                  <a:lnTo>
                    <a:pt x="1040664" y="14022"/>
                  </a:lnTo>
                  <a:lnTo>
                    <a:pt x="1052170" y="12337"/>
                  </a:lnTo>
                  <a:lnTo>
                    <a:pt x="1063438" y="10687"/>
                  </a:lnTo>
                  <a:lnTo>
                    <a:pt x="1074479" y="9070"/>
                  </a:lnTo>
                  <a:lnTo>
                    <a:pt x="1085301" y="7485"/>
                  </a:lnTo>
                  <a:lnTo>
                    <a:pt x="1095913" y="5931"/>
                  </a:lnTo>
                  <a:lnTo>
                    <a:pt x="1106323" y="4406"/>
                  </a:lnTo>
                  <a:lnTo>
                    <a:pt x="1116538" y="2910"/>
                  </a:lnTo>
                  <a:lnTo>
                    <a:pt x="1126566" y="1442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71901" y="3006717"/>
              <a:ext cx="1136413" cy="390801"/>
            </a:xfrm>
            <a:custGeom>
              <a:avLst/>
              <a:pathLst>
                <a:path w="1136413" h="390801">
                  <a:moveTo>
                    <a:pt x="0" y="390801"/>
                  </a:moveTo>
                  <a:lnTo>
                    <a:pt x="72974" y="365706"/>
                  </a:lnTo>
                  <a:lnTo>
                    <a:pt x="137343" y="343570"/>
                  </a:lnTo>
                  <a:lnTo>
                    <a:pt x="194922" y="323769"/>
                  </a:lnTo>
                  <a:lnTo>
                    <a:pt x="247009" y="305857"/>
                  </a:lnTo>
                  <a:lnTo>
                    <a:pt x="294561" y="289504"/>
                  </a:lnTo>
                  <a:lnTo>
                    <a:pt x="338304" y="274461"/>
                  </a:lnTo>
                  <a:lnTo>
                    <a:pt x="378804" y="260534"/>
                  </a:lnTo>
                  <a:lnTo>
                    <a:pt x="416509" y="247568"/>
                  </a:lnTo>
                  <a:lnTo>
                    <a:pt x="451779" y="235439"/>
                  </a:lnTo>
                  <a:lnTo>
                    <a:pt x="484910" y="224045"/>
                  </a:lnTo>
                  <a:lnTo>
                    <a:pt x="516147" y="213303"/>
                  </a:lnTo>
                  <a:lnTo>
                    <a:pt x="545695" y="203142"/>
                  </a:lnTo>
                  <a:lnTo>
                    <a:pt x="573727" y="193502"/>
                  </a:lnTo>
                  <a:lnTo>
                    <a:pt x="600390" y="184332"/>
                  </a:lnTo>
                  <a:lnTo>
                    <a:pt x="625814" y="175590"/>
                  </a:lnTo>
                  <a:lnTo>
                    <a:pt x="650106" y="167236"/>
                  </a:lnTo>
                  <a:lnTo>
                    <a:pt x="673365" y="159237"/>
                  </a:lnTo>
                  <a:lnTo>
                    <a:pt x="695674" y="151565"/>
                  </a:lnTo>
                  <a:lnTo>
                    <a:pt x="717109" y="144194"/>
                  </a:lnTo>
                  <a:lnTo>
                    <a:pt x="737734" y="137101"/>
                  </a:lnTo>
                  <a:lnTo>
                    <a:pt x="757608" y="130267"/>
                  </a:lnTo>
                  <a:lnTo>
                    <a:pt x="776786" y="123672"/>
                  </a:lnTo>
                  <a:lnTo>
                    <a:pt x="795313" y="117300"/>
                  </a:lnTo>
                  <a:lnTo>
                    <a:pt x="813233" y="111138"/>
                  </a:lnTo>
                  <a:lnTo>
                    <a:pt x="830583" y="105171"/>
                  </a:lnTo>
                  <a:lnTo>
                    <a:pt x="847400" y="99388"/>
                  </a:lnTo>
                  <a:lnTo>
                    <a:pt x="863715" y="93778"/>
                  </a:lnTo>
                  <a:lnTo>
                    <a:pt x="879556" y="88330"/>
                  </a:lnTo>
                  <a:lnTo>
                    <a:pt x="894952" y="83036"/>
                  </a:lnTo>
                  <a:lnTo>
                    <a:pt x="909925" y="77886"/>
                  </a:lnTo>
                  <a:lnTo>
                    <a:pt x="924499" y="72875"/>
                  </a:lnTo>
                  <a:lnTo>
                    <a:pt x="938695" y="67993"/>
                  </a:lnTo>
                  <a:lnTo>
                    <a:pt x="952531" y="63235"/>
                  </a:lnTo>
                  <a:lnTo>
                    <a:pt x="966026" y="58594"/>
                  </a:lnTo>
                  <a:lnTo>
                    <a:pt x="979195" y="54065"/>
                  </a:lnTo>
                  <a:lnTo>
                    <a:pt x="992054" y="49643"/>
                  </a:lnTo>
                  <a:lnTo>
                    <a:pt x="1004618" y="45322"/>
                  </a:lnTo>
                  <a:lnTo>
                    <a:pt x="1016899" y="41099"/>
                  </a:lnTo>
                  <a:lnTo>
                    <a:pt x="1028911" y="36968"/>
                  </a:lnTo>
                  <a:lnTo>
                    <a:pt x="1040664" y="32927"/>
                  </a:lnTo>
                  <a:lnTo>
                    <a:pt x="1052170" y="28970"/>
                  </a:lnTo>
                  <a:lnTo>
                    <a:pt x="1063438" y="25095"/>
                  </a:lnTo>
                  <a:lnTo>
                    <a:pt x="1074479" y="21298"/>
                  </a:lnTo>
                  <a:lnTo>
                    <a:pt x="1085301" y="17576"/>
                  </a:lnTo>
                  <a:lnTo>
                    <a:pt x="1095913" y="13927"/>
                  </a:lnTo>
                  <a:lnTo>
                    <a:pt x="1106323" y="10347"/>
                  </a:lnTo>
                  <a:lnTo>
                    <a:pt x="1116538" y="6834"/>
                  </a:lnTo>
                  <a:lnTo>
                    <a:pt x="1126566" y="3386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71901" y="3099190"/>
              <a:ext cx="1136413" cy="10145"/>
            </a:xfrm>
            <a:custGeom>
              <a:avLst/>
              <a:pathLst>
                <a:path w="1136413" h="10145">
                  <a:moveTo>
                    <a:pt x="0" y="0"/>
                  </a:moveTo>
                  <a:lnTo>
                    <a:pt x="72974" y="651"/>
                  </a:lnTo>
                  <a:lnTo>
                    <a:pt x="137343" y="1226"/>
                  </a:lnTo>
                  <a:lnTo>
                    <a:pt x="194922" y="1740"/>
                  </a:lnTo>
                  <a:lnTo>
                    <a:pt x="247009" y="2205"/>
                  </a:lnTo>
                  <a:lnTo>
                    <a:pt x="294561" y="2629"/>
                  </a:lnTo>
                  <a:lnTo>
                    <a:pt x="338304" y="3020"/>
                  </a:lnTo>
                  <a:lnTo>
                    <a:pt x="378804" y="3381"/>
                  </a:lnTo>
                  <a:lnTo>
                    <a:pt x="416509" y="3718"/>
                  </a:lnTo>
                  <a:lnTo>
                    <a:pt x="451779" y="4033"/>
                  </a:lnTo>
                  <a:lnTo>
                    <a:pt x="484910" y="4329"/>
                  </a:lnTo>
                  <a:lnTo>
                    <a:pt x="516147" y="4608"/>
                  </a:lnTo>
                  <a:lnTo>
                    <a:pt x="545695" y="4871"/>
                  </a:lnTo>
                  <a:lnTo>
                    <a:pt x="573727" y="5122"/>
                  </a:lnTo>
                  <a:lnTo>
                    <a:pt x="600390" y="5360"/>
                  </a:lnTo>
                  <a:lnTo>
                    <a:pt x="625814" y="5587"/>
                  </a:lnTo>
                  <a:lnTo>
                    <a:pt x="650106" y="5804"/>
                  </a:lnTo>
                  <a:lnTo>
                    <a:pt x="673365" y="6011"/>
                  </a:lnTo>
                  <a:lnTo>
                    <a:pt x="695674" y="6211"/>
                  </a:lnTo>
                  <a:lnTo>
                    <a:pt x="717109" y="6402"/>
                  </a:lnTo>
                  <a:lnTo>
                    <a:pt x="737734" y="6586"/>
                  </a:lnTo>
                  <a:lnTo>
                    <a:pt x="757608" y="6763"/>
                  </a:lnTo>
                  <a:lnTo>
                    <a:pt x="776786" y="6935"/>
                  </a:lnTo>
                  <a:lnTo>
                    <a:pt x="795313" y="7100"/>
                  </a:lnTo>
                  <a:lnTo>
                    <a:pt x="813233" y="7260"/>
                  </a:lnTo>
                  <a:lnTo>
                    <a:pt x="830583" y="7415"/>
                  </a:lnTo>
                  <a:lnTo>
                    <a:pt x="847400" y="7565"/>
                  </a:lnTo>
                  <a:lnTo>
                    <a:pt x="863715" y="7711"/>
                  </a:lnTo>
                  <a:lnTo>
                    <a:pt x="879556" y="7852"/>
                  </a:lnTo>
                  <a:lnTo>
                    <a:pt x="894952" y="7990"/>
                  </a:lnTo>
                  <a:lnTo>
                    <a:pt x="909925" y="8123"/>
                  </a:lnTo>
                  <a:lnTo>
                    <a:pt x="924499" y="8253"/>
                  </a:lnTo>
                  <a:lnTo>
                    <a:pt x="938695" y="8380"/>
                  </a:lnTo>
                  <a:lnTo>
                    <a:pt x="952531" y="8504"/>
                  </a:lnTo>
                  <a:lnTo>
                    <a:pt x="966026" y="8624"/>
                  </a:lnTo>
                  <a:lnTo>
                    <a:pt x="979195" y="8742"/>
                  </a:lnTo>
                  <a:lnTo>
                    <a:pt x="992054" y="8857"/>
                  </a:lnTo>
                  <a:lnTo>
                    <a:pt x="1004618" y="8969"/>
                  </a:lnTo>
                  <a:lnTo>
                    <a:pt x="1016899" y="9078"/>
                  </a:lnTo>
                  <a:lnTo>
                    <a:pt x="1028911" y="9186"/>
                  </a:lnTo>
                  <a:lnTo>
                    <a:pt x="1040664" y="9291"/>
                  </a:lnTo>
                  <a:lnTo>
                    <a:pt x="1052170" y="9393"/>
                  </a:lnTo>
                  <a:lnTo>
                    <a:pt x="1063438" y="9494"/>
                  </a:lnTo>
                  <a:lnTo>
                    <a:pt x="1074479" y="9592"/>
                  </a:lnTo>
                  <a:lnTo>
                    <a:pt x="1085301" y="9689"/>
                  </a:lnTo>
                  <a:lnTo>
                    <a:pt x="1095913" y="9784"/>
                  </a:lnTo>
                  <a:lnTo>
                    <a:pt x="1106323" y="9877"/>
                  </a:lnTo>
                  <a:lnTo>
                    <a:pt x="1116538" y="9968"/>
                  </a:lnTo>
                  <a:lnTo>
                    <a:pt x="1126566" y="10058"/>
                  </a:lnTo>
                  <a:lnTo>
                    <a:pt x="1136413" y="1014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71901" y="2741823"/>
              <a:ext cx="1136413" cy="359330"/>
            </a:xfrm>
            <a:custGeom>
              <a:avLst/>
              <a:pathLst>
                <a:path w="1136413" h="359330">
                  <a:moveTo>
                    <a:pt x="0" y="359330"/>
                  </a:moveTo>
                  <a:lnTo>
                    <a:pt x="72974" y="336256"/>
                  </a:lnTo>
                  <a:lnTo>
                    <a:pt x="137343" y="315903"/>
                  </a:lnTo>
                  <a:lnTo>
                    <a:pt x="194922" y="297696"/>
                  </a:lnTo>
                  <a:lnTo>
                    <a:pt x="247009" y="281227"/>
                  </a:lnTo>
                  <a:lnTo>
                    <a:pt x="294561" y="266191"/>
                  </a:lnTo>
                  <a:lnTo>
                    <a:pt x="338304" y="252359"/>
                  </a:lnTo>
                  <a:lnTo>
                    <a:pt x="378804" y="239553"/>
                  </a:lnTo>
                  <a:lnTo>
                    <a:pt x="416509" y="227631"/>
                  </a:lnTo>
                  <a:lnTo>
                    <a:pt x="451779" y="216479"/>
                  </a:lnTo>
                  <a:lnTo>
                    <a:pt x="484910" y="206003"/>
                  </a:lnTo>
                  <a:lnTo>
                    <a:pt x="516147" y="196126"/>
                  </a:lnTo>
                  <a:lnTo>
                    <a:pt x="545695" y="186783"/>
                  </a:lnTo>
                  <a:lnTo>
                    <a:pt x="573727" y="177919"/>
                  </a:lnTo>
                  <a:lnTo>
                    <a:pt x="600390" y="169488"/>
                  </a:lnTo>
                  <a:lnTo>
                    <a:pt x="625814" y="161450"/>
                  </a:lnTo>
                  <a:lnTo>
                    <a:pt x="650106" y="153768"/>
                  </a:lnTo>
                  <a:lnTo>
                    <a:pt x="673365" y="146414"/>
                  </a:lnTo>
                  <a:lnTo>
                    <a:pt x="695674" y="139360"/>
                  </a:lnTo>
                  <a:lnTo>
                    <a:pt x="717109" y="132582"/>
                  </a:lnTo>
                  <a:lnTo>
                    <a:pt x="737734" y="126061"/>
                  </a:lnTo>
                  <a:lnTo>
                    <a:pt x="757608" y="119776"/>
                  </a:lnTo>
                  <a:lnTo>
                    <a:pt x="776786" y="113713"/>
                  </a:lnTo>
                  <a:lnTo>
                    <a:pt x="795313" y="107854"/>
                  </a:lnTo>
                  <a:lnTo>
                    <a:pt x="813233" y="102188"/>
                  </a:lnTo>
                  <a:lnTo>
                    <a:pt x="830583" y="96702"/>
                  </a:lnTo>
                  <a:lnTo>
                    <a:pt x="847400" y="91385"/>
                  </a:lnTo>
                  <a:lnTo>
                    <a:pt x="863715" y="86226"/>
                  </a:lnTo>
                  <a:lnTo>
                    <a:pt x="879556" y="81217"/>
                  </a:lnTo>
                  <a:lnTo>
                    <a:pt x="894952" y="76349"/>
                  </a:lnTo>
                  <a:lnTo>
                    <a:pt x="909925" y="71614"/>
                  </a:lnTo>
                  <a:lnTo>
                    <a:pt x="924499" y="67006"/>
                  </a:lnTo>
                  <a:lnTo>
                    <a:pt x="938695" y="62517"/>
                  </a:lnTo>
                  <a:lnTo>
                    <a:pt x="952531" y="58142"/>
                  </a:lnTo>
                  <a:lnTo>
                    <a:pt x="966026" y="53876"/>
                  </a:lnTo>
                  <a:lnTo>
                    <a:pt x="979195" y="49711"/>
                  </a:lnTo>
                  <a:lnTo>
                    <a:pt x="992054" y="45645"/>
                  </a:lnTo>
                  <a:lnTo>
                    <a:pt x="1004618" y="41673"/>
                  </a:lnTo>
                  <a:lnTo>
                    <a:pt x="1016899" y="37789"/>
                  </a:lnTo>
                  <a:lnTo>
                    <a:pt x="1028911" y="33991"/>
                  </a:lnTo>
                  <a:lnTo>
                    <a:pt x="1040664" y="30275"/>
                  </a:lnTo>
                  <a:lnTo>
                    <a:pt x="1052170" y="26637"/>
                  </a:lnTo>
                  <a:lnTo>
                    <a:pt x="1063438" y="23074"/>
                  </a:lnTo>
                  <a:lnTo>
                    <a:pt x="1074479" y="19583"/>
                  </a:lnTo>
                  <a:lnTo>
                    <a:pt x="1085301" y="16161"/>
                  </a:lnTo>
                  <a:lnTo>
                    <a:pt x="1095913" y="12805"/>
                  </a:lnTo>
                  <a:lnTo>
                    <a:pt x="1106323" y="9514"/>
                  </a:lnTo>
                  <a:lnTo>
                    <a:pt x="1116538" y="6284"/>
                  </a:lnTo>
                  <a:lnTo>
                    <a:pt x="1126566" y="3113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71901" y="3142203"/>
              <a:ext cx="1136413" cy="63574"/>
            </a:xfrm>
            <a:custGeom>
              <a:avLst/>
              <a:pathLst>
                <a:path w="1136413" h="63574">
                  <a:moveTo>
                    <a:pt x="0" y="63574"/>
                  </a:moveTo>
                  <a:lnTo>
                    <a:pt x="72974" y="59492"/>
                  </a:lnTo>
                  <a:lnTo>
                    <a:pt x="137343" y="55891"/>
                  </a:lnTo>
                  <a:lnTo>
                    <a:pt x="194922" y="52670"/>
                  </a:lnTo>
                  <a:lnTo>
                    <a:pt x="247009" y="49756"/>
                  </a:lnTo>
                  <a:lnTo>
                    <a:pt x="294561" y="47096"/>
                  </a:lnTo>
                  <a:lnTo>
                    <a:pt x="338304" y="44648"/>
                  </a:lnTo>
                  <a:lnTo>
                    <a:pt x="378804" y="42383"/>
                  </a:lnTo>
                  <a:lnTo>
                    <a:pt x="416509" y="40273"/>
                  </a:lnTo>
                  <a:lnTo>
                    <a:pt x="451779" y="38300"/>
                  </a:lnTo>
                  <a:lnTo>
                    <a:pt x="484910" y="36447"/>
                  </a:lnTo>
                  <a:lnTo>
                    <a:pt x="516147" y="34699"/>
                  </a:lnTo>
                  <a:lnTo>
                    <a:pt x="545695" y="33046"/>
                  </a:lnTo>
                  <a:lnTo>
                    <a:pt x="573727" y="31478"/>
                  </a:lnTo>
                  <a:lnTo>
                    <a:pt x="600390" y="29986"/>
                  </a:lnTo>
                  <a:lnTo>
                    <a:pt x="625814" y="28564"/>
                  </a:lnTo>
                  <a:lnTo>
                    <a:pt x="650106" y="27205"/>
                  </a:lnTo>
                  <a:lnTo>
                    <a:pt x="673365" y="25904"/>
                  </a:lnTo>
                  <a:lnTo>
                    <a:pt x="695674" y="24656"/>
                  </a:lnTo>
                  <a:lnTo>
                    <a:pt x="717109" y="23457"/>
                  </a:lnTo>
                  <a:lnTo>
                    <a:pt x="737734" y="22303"/>
                  </a:lnTo>
                  <a:lnTo>
                    <a:pt x="757608" y="21191"/>
                  </a:lnTo>
                  <a:lnTo>
                    <a:pt x="776786" y="20118"/>
                  </a:lnTo>
                  <a:lnTo>
                    <a:pt x="795313" y="19082"/>
                  </a:lnTo>
                  <a:lnTo>
                    <a:pt x="813233" y="18079"/>
                  </a:lnTo>
                  <a:lnTo>
                    <a:pt x="830583" y="17109"/>
                  </a:lnTo>
                  <a:lnTo>
                    <a:pt x="847400" y="16168"/>
                  </a:lnTo>
                  <a:lnTo>
                    <a:pt x="863715" y="15255"/>
                  </a:lnTo>
                  <a:lnTo>
                    <a:pt x="879556" y="14369"/>
                  </a:lnTo>
                  <a:lnTo>
                    <a:pt x="894952" y="13508"/>
                  </a:lnTo>
                  <a:lnTo>
                    <a:pt x="909925" y="12670"/>
                  </a:lnTo>
                  <a:lnTo>
                    <a:pt x="924499" y="11855"/>
                  </a:lnTo>
                  <a:lnTo>
                    <a:pt x="938695" y="11061"/>
                  </a:lnTo>
                  <a:lnTo>
                    <a:pt x="952531" y="10286"/>
                  </a:lnTo>
                  <a:lnTo>
                    <a:pt x="966026" y="9532"/>
                  </a:lnTo>
                  <a:lnTo>
                    <a:pt x="979195" y="8795"/>
                  </a:lnTo>
                  <a:lnTo>
                    <a:pt x="992054" y="8075"/>
                  </a:lnTo>
                  <a:lnTo>
                    <a:pt x="1004618" y="7373"/>
                  </a:lnTo>
                  <a:lnTo>
                    <a:pt x="1016899" y="6685"/>
                  </a:lnTo>
                  <a:lnTo>
                    <a:pt x="1028911" y="6014"/>
                  </a:lnTo>
                  <a:lnTo>
                    <a:pt x="1040664" y="5356"/>
                  </a:lnTo>
                  <a:lnTo>
                    <a:pt x="1052170" y="4712"/>
                  </a:lnTo>
                  <a:lnTo>
                    <a:pt x="1063438" y="4082"/>
                  </a:lnTo>
                  <a:lnTo>
                    <a:pt x="1074479" y="3464"/>
                  </a:lnTo>
                  <a:lnTo>
                    <a:pt x="1085301" y="2859"/>
                  </a:lnTo>
                  <a:lnTo>
                    <a:pt x="1095913" y="2265"/>
                  </a:lnTo>
                  <a:lnTo>
                    <a:pt x="1106323" y="1683"/>
                  </a:lnTo>
                  <a:lnTo>
                    <a:pt x="1116538" y="1111"/>
                  </a:lnTo>
                  <a:lnTo>
                    <a:pt x="1126566" y="550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71901" y="3059993"/>
              <a:ext cx="1136413" cy="189106"/>
            </a:xfrm>
            <a:custGeom>
              <a:avLst/>
              <a:pathLst>
                <a:path w="1136413" h="189106">
                  <a:moveTo>
                    <a:pt x="0" y="189106"/>
                  </a:moveTo>
                  <a:lnTo>
                    <a:pt x="72974" y="176963"/>
                  </a:lnTo>
                  <a:lnTo>
                    <a:pt x="137343" y="166251"/>
                  </a:lnTo>
                  <a:lnTo>
                    <a:pt x="194922" y="156670"/>
                  </a:lnTo>
                  <a:lnTo>
                    <a:pt x="247009" y="148002"/>
                  </a:lnTo>
                  <a:lnTo>
                    <a:pt x="294561" y="140089"/>
                  </a:lnTo>
                  <a:lnTo>
                    <a:pt x="338304" y="132810"/>
                  </a:lnTo>
                  <a:lnTo>
                    <a:pt x="378804" y="126070"/>
                  </a:lnTo>
                  <a:lnTo>
                    <a:pt x="416509" y="119796"/>
                  </a:lnTo>
                  <a:lnTo>
                    <a:pt x="451779" y="113927"/>
                  </a:lnTo>
                  <a:lnTo>
                    <a:pt x="484910" y="108414"/>
                  </a:lnTo>
                  <a:lnTo>
                    <a:pt x="516147" y="103216"/>
                  </a:lnTo>
                  <a:lnTo>
                    <a:pt x="545695" y="98299"/>
                  </a:lnTo>
                  <a:lnTo>
                    <a:pt x="573727" y="93634"/>
                  </a:lnTo>
                  <a:lnTo>
                    <a:pt x="600390" y="89197"/>
                  </a:lnTo>
                  <a:lnTo>
                    <a:pt x="625814" y="84967"/>
                  </a:lnTo>
                  <a:lnTo>
                    <a:pt x="650106" y="80924"/>
                  </a:lnTo>
                  <a:lnTo>
                    <a:pt x="673365" y="77054"/>
                  </a:lnTo>
                  <a:lnTo>
                    <a:pt x="695674" y="73341"/>
                  </a:lnTo>
                  <a:lnTo>
                    <a:pt x="717109" y="69774"/>
                  </a:lnTo>
                  <a:lnTo>
                    <a:pt x="737734" y="66342"/>
                  </a:lnTo>
                  <a:lnTo>
                    <a:pt x="757608" y="63035"/>
                  </a:lnTo>
                  <a:lnTo>
                    <a:pt x="776786" y="59844"/>
                  </a:lnTo>
                  <a:lnTo>
                    <a:pt x="795313" y="56761"/>
                  </a:lnTo>
                  <a:lnTo>
                    <a:pt x="813233" y="53779"/>
                  </a:lnTo>
                  <a:lnTo>
                    <a:pt x="830583" y="50892"/>
                  </a:lnTo>
                  <a:lnTo>
                    <a:pt x="847400" y="48093"/>
                  </a:lnTo>
                  <a:lnTo>
                    <a:pt x="863715" y="45378"/>
                  </a:lnTo>
                  <a:lnTo>
                    <a:pt x="879556" y="42742"/>
                  </a:lnTo>
                  <a:lnTo>
                    <a:pt x="894952" y="40180"/>
                  </a:lnTo>
                  <a:lnTo>
                    <a:pt x="909925" y="37689"/>
                  </a:lnTo>
                  <a:lnTo>
                    <a:pt x="924499" y="35263"/>
                  </a:lnTo>
                  <a:lnTo>
                    <a:pt x="938695" y="32901"/>
                  </a:lnTo>
                  <a:lnTo>
                    <a:pt x="952531" y="30599"/>
                  </a:lnTo>
                  <a:lnTo>
                    <a:pt x="966026" y="28353"/>
                  </a:lnTo>
                  <a:lnTo>
                    <a:pt x="979195" y="26162"/>
                  </a:lnTo>
                  <a:lnTo>
                    <a:pt x="992054" y="24022"/>
                  </a:lnTo>
                  <a:lnTo>
                    <a:pt x="1004618" y="21931"/>
                  </a:lnTo>
                  <a:lnTo>
                    <a:pt x="1016899" y="19887"/>
                  </a:lnTo>
                  <a:lnTo>
                    <a:pt x="1028911" y="17889"/>
                  </a:lnTo>
                  <a:lnTo>
                    <a:pt x="1040664" y="15933"/>
                  </a:lnTo>
                  <a:lnTo>
                    <a:pt x="1052170" y="14018"/>
                  </a:lnTo>
                  <a:lnTo>
                    <a:pt x="1063438" y="12143"/>
                  </a:lnTo>
                  <a:lnTo>
                    <a:pt x="1074479" y="10306"/>
                  </a:lnTo>
                  <a:lnTo>
                    <a:pt x="1085301" y="8505"/>
                  </a:lnTo>
                  <a:lnTo>
                    <a:pt x="1095913" y="6739"/>
                  </a:lnTo>
                  <a:lnTo>
                    <a:pt x="1106323" y="5007"/>
                  </a:lnTo>
                  <a:lnTo>
                    <a:pt x="1116538" y="3307"/>
                  </a:lnTo>
                  <a:lnTo>
                    <a:pt x="1126566" y="1638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71901" y="3235544"/>
              <a:ext cx="1136413" cy="41227"/>
            </a:xfrm>
            <a:custGeom>
              <a:avLst/>
              <a:pathLst>
                <a:path w="1136413" h="41227">
                  <a:moveTo>
                    <a:pt x="0" y="0"/>
                  </a:moveTo>
                  <a:lnTo>
                    <a:pt x="72974" y="2647"/>
                  </a:lnTo>
                  <a:lnTo>
                    <a:pt x="137343" y="4982"/>
                  </a:lnTo>
                  <a:lnTo>
                    <a:pt x="194922" y="7071"/>
                  </a:lnTo>
                  <a:lnTo>
                    <a:pt x="247009" y="8961"/>
                  </a:lnTo>
                  <a:lnTo>
                    <a:pt x="294561" y="10686"/>
                  </a:lnTo>
                  <a:lnTo>
                    <a:pt x="338304" y="12273"/>
                  </a:lnTo>
                  <a:lnTo>
                    <a:pt x="378804" y="13742"/>
                  </a:lnTo>
                  <a:lnTo>
                    <a:pt x="416509" y="15110"/>
                  </a:lnTo>
                  <a:lnTo>
                    <a:pt x="451779" y="16390"/>
                  </a:lnTo>
                  <a:lnTo>
                    <a:pt x="484910" y="17592"/>
                  </a:lnTo>
                  <a:lnTo>
                    <a:pt x="516147" y="18725"/>
                  </a:lnTo>
                  <a:lnTo>
                    <a:pt x="545695" y="19797"/>
                  </a:lnTo>
                  <a:lnTo>
                    <a:pt x="573727" y="20814"/>
                  </a:lnTo>
                  <a:lnTo>
                    <a:pt x="600390" y="21781"/>
                  </a:lnTo>
                  <a:lnTo>
                    <a:pt x="625814" y="22703"/>
                  </a:lnTo>
                  <a:lnTo>
                    <a:pt x="650106" y="23585"/>
                  </a:lnTo>
                  <a:lnTo>
                    <a:pt x="673365" y="24428"/>
                  </a:lnTo>
                  <a:lnTo>
                    <a:pt x="695674" y="25238"/>
                  </a:lnTo>
                  <a:lnTo>
                    <a:pt x="717109" y="26015"/>
                  </a:lnTo>
                  <a:lnTo>
                    <a:pt x="737734" y="26764"/>
                  </a:lnTo>
                  <a:lnTo>
                    <a:pt x="757608" y="27485"/>
                  </a:lnTo>
                  <a:lnTo>
                    <a:pt x="776786" y="28180"/>
                  </a:lnTo>
                  <a:lnTo>
                    <a:pt x="795313" y="28853"/>
                  </a:lnTo>
                  <a:lnTo>
                    <a:pt x="813233" y="29503"/>
                  </a:lnTo>
                  <a:lnTo>
                    <a:pt x="830583" y="30132"/>
                  </a:lnTo>
                  <a:lnTo>
                    <a:pt x="847400" y="30742"/>
                  </a:lnTo>
                  <a:lnTo>
                    <a:pt x="863715" y="31334"/>
                  </a:lnTo>
                  <a:lnTo>
                    <a:pt x="879556" y="31909"/>
                  </a:lnTo>
                  <a:lnTo>
                    <a:pt x="894952" y="32467"/>
                  </a:lnTo>
                  <a:lnTo>
                    <a:pt x="909925" y="33011"/>
                  </a:lnTo>
                  <a:lnTo>
                    <a:pt x="924499" y="33539"/>
                  </a:lnTo>
                  <a:lnTo>
                    <a:pt x="938695" y="34054"/>
                  </a:lnTo>
                  <a:lnTo>
                    <a:pt x="952531" y="34556"/>
                  </a:lnTo>
                  <a:lnTo>
                    <a:pt x="966026" y="35046"/>
                  </a:lnTo>
                  <a:lnTo>
                    <a:pt x="979195" y="35524"/>
                  </a:lnTo>
                  <a:lnTo>
                    <a:pt x="992054" y="35990"/>
                  </a:lnTo>
                  <a:lnTo>
                    <a:pt x="1004618" y="36446"/>
                  </a:lnTo>
                  <a:lnTo>
                    <a:pt x="1016899" y="36891"/>
                  </a:lnTo>
                  <a:lnTo>
                    <a:pt x="1028911" y="37327"/>
                  </a:lnTo>
                  <a:lnTo>
                    <a:pt x="1040664" y="37754"/>
                  </a:lnTo>
                  <a:lnTo>
                    <a:pt x="1052170" y="38171"/>
                  </a:lnTo>
                  <a:lnTo>
                    <a:pt x="1063438" y="38580"/>
                  </a:lnTo>
                  <a:lnTo>
                    <a:pt x="1074479" y="38980"/>
                  </a:lnTo>
                  <a:lnTo>
                    <a:pt x="1085301" y="39373"/>
                  </a:lnTo>
                  <a:lnTo>
                    <a:pt x="1095913" y="39758"/>
                  </a:lnTo>
                  <a:lnTo>
                    <a:pt x="1106323" y="40136"/>
                  </a:lnTo>
                  <a:lnTo>
                    <a:pt x="1116538" y="40506"/>
                  </a:lnTo>
                  <a:lnTo>
                    <a:pt x="1126566" y="40870"/>
                  </a:lnTo>
                  <a:lnTo>
                    <a:pt x="1136413" y="4122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71901" y="3362323"/>
              <a:ext cx="1136413" cy="58102"/>
            </a:xfrm>
            <a:custGeom>
              <a:avLst/>
              <a:pathLst>
                <a:path w="1136413" h="58102">
                  <a:moveTo>
                    <a:pt x="0" y="58102"/>
                  </a:moveTo>
                  <a:lnTo>
                    <a:pt x="72974" y="54371"/>
                  </a:lnTo>
                  <a:lnTo>
                    <a:pt x="137343" y="51080"/>
                  </a:lnTo>
                  <a:lnTo>
                    <a:pt x="194922" y="48136"/>
                  </a:lnTo>
                  <a:lnTo>
                    <a:pt x="247009" y="45473"/>
                  </a:lnTo>
                  <a:lnTo>
                    <a:pt x="294561" y="43042"/>
                  </a:lnTo>
                  <a:lnTo>
                    <a:pt x="338304" y="40805"/>
                  </a:lnTo>
                  <a:lnTo>
                    <a:pt x="378804" y="38735"/>
                  </a:lnTo>
                  <a:lnTo>
                    <a:pt x="416509" y="36807"/>
                  </a:lnTo>
                  <a:lnTo>
                    <a:pt x="451779" y="35003"/>
                  </a:lnTo>
                  <a:lnTo>
                    <a:pt x="484910" y="33310"/>
                  </a:lnTo>
                  <a:lnTo>
                    <a:pt x="516147" y="31712"/>
                  </a:lnTo>
                  <a:lnTo>
                    <a:pt x="545695" y="30202"/>
                  </a:lnTo>
                  <a:lnTo>
                    <a:pt x="573727" y="28769"/>
                  </a:lnTo>
                  <a:lnTo>
                    <a:pt x="600390" y="27405"/>
                  </a:lnTo>
                  <a:lnTo>
                    <a:pt x="625814" y="26105"/>
                  </a:lnTo>
                  <a:lnTo>
                    <a:pt x="650106" y="24863"/>
                  </a:lnTo>
                  <a:lnTo>
                    <a:pt x="673365" y="23674"/>
                  </a:lnTo>
                  <a:lnTo>
                    <a:pt x="695674" y="22534"/>
                  </a:lnTo>
                  <a:lnTo>
                    <a:pt x="717109" y="21438"/>
                  </a:lnTo>
                  <a:lnTo>
                    <a:pt x="737734" y="20383"/>
                  </a:lnTo>
                  <a:lnTo>
                    <a:pt x="757608" y="19367"/>
                  </a:lnTo>
                  <a:lnTo>
                    <a:pt x="776786" y="18387"/>
                  </a:lnTo>
                  <a:lnTo>
                    <a:pt x="795313" y="17439"/>
                  </a:lnTo>
                  <a:lnTo>
                    <a:pt x="813233" y="16523"/>
                  </a:lnTo>
                  <a:lnTo>
                    <a:pt x="830583" y="15636"/>
                  </a:lnTo>
                  <a:lnTo>
                    <a:pt x="847400" y="14776"/>
                  </a:lnTo>
                  <a:lnTo>
                    <a:pt x="863715" y="13942"/>
                  </a:lnTo>
                  <a:lnTo>
                    <a:pt x="879556" y="13132"/>
                  </a:lnTo>
                  <a:lnTo>
                    <a:pt x="894952" y="12345"/>
                  </a:lnTo>
                  <a:lnTo>
                    <a:pt x="909925" y="11579"/>
                  </a:lnTo>
                  <a:lnTo>
                    <a:pt x="924499" y="10834"/>
                  </a:lnTo>
                  <a:lnTo>
                    <a:pt x="938695" y="10108"/>
                  </a:lnTo>
                  <a:lnTo>
                    <a:pt x="952531" y="9401"/>
                  </a:lnTo>
                  <a:lnTo>
                    <a:pt x="966026" y="8711"/>
                  </a:lnTo>
                  <a:lnTo>
                    <a:pt x="979195" y="8038"/>
                  </a:lnTo>
                  <a:lnTo>
                    <a:pt x="992054" y="7380"/>
                  </a:lnTo>
                  <a:lnTo>
                    <a:pt x="1004618" y="6738"/>
                  </a:lnTo>
                  <a:lnTo>
                    <a:pt x="1016899" y="6110"/>
                  </a:lnTo>
                  <a:lnTo>
                    <a:pt x="1028911" y="5496"/>
                  </a:lnTo>
                  <a:lnTo>
                    <a:pt x="1040664" y="4895"/>
                  </a:lnTo>
                  <a:lnTo>
                    <a:pt x="1052170" y="4307"/>
                  </a:lnTo>
                  <a:lnTo>
                    <a:pt x="1063438" y="3731"/>
                  </a:lnTo>
                  <a:lnTo>
                    <a:pt x="1074479" y="3166"/>
                  </a:lnTo>
                  <a:lnTo>
                    <a:pt x="1085301" y="2613"/>
                  </a:lnTo>
                  <a:lnTo>
                    <a:pt x="1095913" y="2070"/>
                  </a:lnTo>
                  <a:lnTo>
                    <a:pt x="1106323" y="1538"/>
                  </a:lnTo>
                  <a:lnTo>
                    <a:pt x="1116538" y="1016"/>
                  </a:lnTo>
                  <a:lnTo>
                    <a:pt x="1126566" y="503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71901" y="2753642"/>
              <a:ext cx="1136413" cy="535131"/>
            </a:xfrm>
            <a:custGeom>
              <a:avLst/>
              <a:pathLst>
                <a:path w="1136413" h="535131">
                  <a:moveTo>
                    <a:pt x="0" y="0"/>
                  </a:moveTo>
                  <a:lnTo>
                    <a:pt x="72974" y="34363"/>
                  </a:lnTo>
                  <a:lnTo>
                    <a:pt x="137343" y="64674"/>
                  </a:lnTo>
                  <a:lnTo>
                    <a:pt x="194922" y="91788"/>
                  </a:lnTo>
                  <a:lnTo>
                    <a:pt x="247009" y="116315"/>
                  </a:lnTo>
                  <a:lnTo>
                    <a:pt x="294561" y="138707"/>
                  </a:lnTo>
                  <a:lnTo>
                    <a:pt x="338304" y="159305"/>
                  </a:lnTo>
                  <a:lnTo>
                    <a:pt x="378804" y="178377"/>
                  </a:lnTo>
                  <a:lnTo>
                    <a:pt x="416509" y="196132"/>
                  </a:lnTo>
                  <a:lnTo>
                    <a:pt x="451779" y="212740"/>
                  </a:lnTo>
                  <a:lnTo>
                    <a:pt x="484910" y="228341"/>
                  </a:lnTo>
                  <a:lnTo>
                    <a:pt x="516147" y="243051"/>
                  </a:lnTo>
                  <a:lnTo>
                    <a:pt x="545695" y="256965"/>
                  </a:lnTo>
                  <a:lnTo>
                    <a:pt x="573727" y="270165"/>
                  </a:lnTo>
                  <a:lnTo>
                    <a:pt x="600390" y="282721"/>
                  </a:lnTo>
                  <a:lnTo>
                    <a:pt x="625814" y="294692"/>
                  </a:lnTo>
                  <a:lnTo>
                    <a:pt x="650106" y="306132"/>
                  </a:lnTo>
                  <a:lnTo>
                    <a:pt x="673365" y="317084"/>
                  </a:lnTo>
                  <a:lnTo>
                    <a:pt x="695674" y="327589"/>
                  </a:lnTo>
                  <a:lnTo>
                    <a:pt x="717109" y="337683"/>
                  </a:lnTo>
                  <a:lnTo>
                    <a:pt x="737734" y="347395"/>
                  </a:lnTo>
                  <a:lnTo>
                    <a:pt x="757608" y="356754"/>
                  </a:lnTo>
                  <a:lnTo>
                    <a:pt x="776786" y="365784"/>
                  </a:lnTo>
                  <a:lnTo>
                    <a:pt x="795313" y="374509"/>
                  </a:lnTo>
                  <a:lnTo>
                    <a:pt x="813233" y="382947"/>
                  </a:lnTo>
                  <a:lnTo>
                    <a:pt x="830583" y="391117"/>
                  </a:lnTo>
                  <a:lnTo>
                    <a:pt x="847400" y="399036"/>
                  </a:lnTo>
                  <a:lnTo>
                    <a:pt x="863715" y="406719"/>
                  </a:lnTo>
                  <a:lnTo>
                    <a:pt x="879556" y="414178"/>
                  </a:lnTo>
                  <a:lnTo>
                    <a:pt x="894952" y="421428"/>
                  </a:lnTo>
                  <a:lnTo>
                    <a:pt x="909925" y="428479"/>
                  </a:lnTo>
                  <a:lnTo>
                    <a:pt x="924499" y="435342"/>
                  </a:lnTo>
                  <a:lnTo>
                    <a:pt x="938695" y="442026"/>
                  </a:lnTo>
                  <a:lnTo>
                    <a:pt x="952531" y="448542"/>
                  </a:lnTo>
                  <a:lnTo>
                    <a:pt x="966026" y="454896"/>
                  </a:lnTo>
                  <a:lnTo>
                    <a:pt x="979195" y="461098"/>
                  </a:lnTo>
                  <a:lnTo>
                    <a:pt x="992054" y="467153"/>
                  </a:lnTo>
                  <a:lnTo>
                    <a:pt x="1004618" y="473069"/>
                  </a:lnTo>
                  <a:lnTo>
                    <a:pt x="1016899" y="478853"/>
                  </a:lnTo>
                  <a:lnTo>
                    <a:pt x="1028911" y="484509"/>
                  </a:lnTo>
                  <a:lnTo>
                    <a:pt x="1040664" y="490043"/>
                  </a:lnTo>
                  <a:lnTo>
                    <a:pt x="1052170" y="495461"/>
                  </a:lnTo>
                  <a:lnTo>
                    <a:pt x="1063438" y="500767"/>
                  </a:lnTo>
                  <a:lnTo>
                    <a:pt x="1074479" y="505966"/>
                  </a:lnTo>
                  <a:lnTo>
                    <a:pt x="1085301" y="511063"/>
                  </a:lnTo>
                  <a:lnTo>
                    <a:pt x="1095913" y="516060"/>
                  </a:lnTo>
                  <a:lnTo>
                    <a:pt x="1106323" y="520962"/>
                  </a:lnTo>
                  <a:lnTo>
                    <a:pt x="1116538" y="525772"/>
                  </a:lnTo>
                  <a:lnTo>
                    <a:pt x="1126566" y="530494"/>
                  </a:lnTo>
                  <a:lnTo>
                    <a:pt x="1136413" y="53513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271901" y="2892020"/>
              <a:ext cx="1136413" cy="17396"/>
            </a:xfrm>
            <a:custGeom>
              <a:avLst/>
              <a:pathLst>
                <a:path w="1136413" h="17396">
                  <a:moveTo>
                    <a:pt x="0" y="17396"/>
                  </a:moveTo>
                  <a:lnTo>
                    <a:pt x="72974" y="16279"/>
                  </a:lnTo>
                  <a:lnTo>
                    <a:pt x="137343" y="15293"/>
                  </a:lnTo>
                  <a:lnTo>
                    <a:pt x="194922" y="14412"/>
                  </a:lnTo>
                  <a:lnTo>
                    <a:pt x="247009" y="13615"/>
                  </a:lnTo>
                  <a:lnTo>
                    <a:pt x="294561" y="12887"/>
                  </a:lnTo>
                  <a:lnTo>
                    <a:pt x="338304" y="12217"/>
                  </a:lnTo>
                  <a:lnTo>
                    <a:pt x="378804" y="11597"/>
                  </a:lnTo>
                  <a:lnTo>
                    <a:pt x="416509" y="11020"/>
                  </a:lnTo>
                  <a:lnTo>
                    <a:pt x="451779" y="10480"/>
                  </a:lnTo>
                  <a:lnTo>
                    <a:pt x="484910" y="9973"/>
                  </a:lnTo>
                  <a:lnTo>
                    <a:pt x="516147" y="9495"/>
                  </a:lnTo>
                  <a:lnTo>
                    <a:pt x="545695" y="9042"/>
                  </a:lnTo>
                  <a:lnTo>
                    <a:pt x="573727" y="8613"/>
                  </a:lnTo>
                  <a:lnTo>
                    <a:pt x="600390" y="8205"/>
                  </a:lnTo>
                  <a:lnTo>
                    <a:pt x="625814" y="7816"/>
                  </a:lnTo>
                  <a:lnTo>
                    <a:pt x="650106" y="7444"/>
                  </a:lnTo>
                  <a:lnTo>
                    <a:pt x="673365" y="7088"/>
                  </a:lnTo>
                  <a:lnTo>
                    <a:pt x="695674" y="6746"/>
                  </a:lnTo>
                  <a:lnTo>
                    <a:pt x="717109" y="6418"/>
                  </a:lnTo>
                  <a:lnTo>
                    <a:pt x="737734" y="6103"/>
                  </a:lnTo>
                  <a:lnTo>
                    <a:pt x="757608" y="5798"/>
                  </a:lnTo>
                  <a:lnTo>
                    <a:pt x="776786" y="5505"/>
                  </a:lnTo>
                  <a:lnTo>
                    <a:pt x="795313" y="5221"/>
                  </a:lnTo>
                  <a:lnTo>
                    <a:pt x="813233" y="4947"/>
                  </a:lnTo>
                  <a:lnTo>
                    <a:pt x="830583" y="4681"/>
                  </a:lnTo>
                  <a:lnTo>
                    <a:pt x="847400" y="4424"/>
                  </a:lnTo>
                  <a:lnTo>
                    <a:pt x="863715" y="4174"/>
                  </a:lnTo>
                  <a:lnTo>
                    <a:pt x="879556" y="3932"/>
                  </a:lnTo>
                  <a:lnTo>
                    <a:pt x="894952" y="3696"/>
                  </a:lnTo>
                  <a:lnTo>
                    <a:pt x="909925" y="3467"/>
                  </a:lnTo>
                  <a:lnTo>
                    <a:pt x="924499" y="3244"/>
                  </a:lnTo>
                  <a:lnTo>
                    <a:pt x="938695" y="3026"/>
                  </a:lnTo>
                  <a:lnTo>
                    <a:pt x="952531" y="2814"/>
                  </a:lnTo>
                  <a:lnTo>
                    <a:pt x="966026" y="2608"/>
                  </a:lnTo>
                  <a:lnTo>
                    <a:pt x="979195" y="2406"/>
                  </a:lnTo>
                  <a:lnTo>
                    <a:pt x="992054" y="2209"/>
                  </a:lnTo>
                  <a:lnTo>
                    <a:pt x="1004618" y="2017"/>
                  </a:lnTo>
                  <a:lnTo>
                    <a:pt x="1016899" y="1829"/>
                  </a:lnTo>
                  <a:lnTo>
                    <a:pt x="1028911" y="1645"/>
                  </a:lnTo>
                  <a:lnTo>
                    <a:pt x="1040664" y="1465"/>
                  </a:lnTo>
                  <a:lnTo>
                    <a:pt x="1052170" y="1289"/>
                  </a:lnTo>
                  <a:lnTo>
                    <a:pt x="1063438" y="1117"/>
                  </a:lnTo>
                  <a:lnTo>
                    <a:pt x="1074479" y="948"/>
                  </a:lnTo>
                  <a:lnTo>
                    <a:pt x="1085301" y="782"/>
                  </a:lnTo>
                  <a:lnTo>
                    <a:pt x="1095913" y="619"/>
                  </a:lnTo>
                  <a:lnTo>
                    <a:pt x="1106323" y="460"/>
                  </a:lnTo>
                  <a:lnTo>
                    <a:pt x="1116538" y="304"/>
                  </a:lnTo>
                  <a:lnTo>
                    <a:pt x="1126566" y="150"/>
                  </a:lnTo>
                  <a:lnTo>
                    <a:pt x="113641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86450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57982" y="33314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57982" y="30207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157982" y="27100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186450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271901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50706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2951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40831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186450" y="2323266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84400" y="44481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353297" y="46414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354295" y="46166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41437" y="42280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62309" y="46818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379122" y="45591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77719" y="47846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59602" y="47396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60600" y="43716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366928" y="45307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57029" y="46511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20927" y="44123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21238" y="44765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48334" y="48404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57506" y="3880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43330" y="40417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57886" y="46562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38057" y="48459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48914" y="48043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42071" y="46494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18945" y="46019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27259" y="47592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30577" y="47096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22087" y="46607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43903" y="47723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25257" y="45728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62563" y="47441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50883" y="46224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12463" y="44636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22733" y="4882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34954" y="459481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7862" y="47426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48800" y="43258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35199" y="46204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37943" y="44052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12011" y="46908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97441" y="45450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26126" y="46461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40501" y="47118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33788" y="41562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10978" y="46463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19049" y="47694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48054" y="42254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01698" y="43540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9774" y="45514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43145" y="48124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099679" y="46422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097648" y="453446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99920" y="4605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92647" y="46024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04602" y="46253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16390" y="47137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89933" y="45799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86394" y="45467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07848" y="45114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89443" y="460083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87721" y="47193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97813" y="44225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31001" y="47315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95342" y="4625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30551" y="46789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16134" y="4829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18910" y="47115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20389" y="47596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83778" y="469632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01539" y="45648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82925" y="47314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10543" y="45132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85530" y="46587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9849" y="45283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517385" y="46170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82781" y="47666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88003" y="4273018"/>
              <a:ext cx="1144139" cy="331870"/>
            </a:xfrm>
            <a:custGeom>
              <a:avLst/>
              <a:pathLst>
                <a:path w="1144139" h="331870">
                  <a:moveTo>
                    <a:pt x="0" y="0"/>
                  </a:moveTo>
                  <a:lnTo>
                    <a:pt x="73470" y="21311"/>
                  </a:lnTo>
                  <a:lnTo>
                    <a:pt x="138276" y="40108"/>
                  </a:lnTo>
                  <a:lnTo>
                    <a:pt x="196247" y="56923"/>
                  </a:lnTo>
                  <a:lnTo>
                    <a:pt x="248688" y="72134"/>
                  </a:lnTo>
                  <a:lnTo>
                    <a:pt x="296563" y="86021"/>
                  </a:lnTo>
                  <a:lnTo>
                    <a:pt x="340604" y="98796"/>
                  </a:lnTo>
                  <a:lnTo>
                    <a:pt x="381379" y="110623"/>
                  </a:lnTo>
                  <a:lnTo>
                    <a:pt x="419340" y="121634"/>
                  </a:lnTo>
                  <a:lnTo>
                    <a:pt x="454850" y="131934"/>
                  </a:lnTo>
                  <a:lnTo>
                    <a:pt x="488207" y="141609"/>
                  </a:lnTo>
                  <a:lnTo>
                    <a:pt x="519656" y="150732"/>
                  </a:lnTo>
                  <a:lnTo>
                    <a:pt x="549405" y="159361"/>
                  </a:lnTo>
                  <a:lnTo>
                    <a:pt x="577627" y="167547"/>
                  </a:lnTo>
                  <a:lnTo>
                    <a:pt x="604472" y="175333"/>
                  </a:lnTo>
                  <a:lnTo>
                    <a:pt x="630068" y="182758"/>
                  </a:lnTo>
                  <a:lnTo>
                    <a:pt x="654526" y="189852"/>
                  </a:lnTo>
                  <a:lnTo>
                    <a:pt x="677943" y="196644"/>
                  </a:lnTo>
                  <a:lnTo>
                    <a:pt x="700404" y="203160"/>
                  </a:lnTo>
                  <a:lnTo>
                    <a:pt x="721984" y="209419"/>
                  </a:lnTo>
                  <a:lnTo>
                    <a:pt x="742749" y="215442"/>
                  </a:lnTo>
                  <a:lnTo>
                    <a:pt x="762759" y="221246"/>
                  </a:lnTo>
                  <a:lnTo>
                    <a:pt x="782067" y="226847"/>
                  </a:lnTo>
                  <a:lnTo>
                    <a:pt x="800720" y="232257"/>
                  </a:lnTo>
                  <a:lnTo>
                    <a:pt x="818762" y="237490"/>
                  </a:lnTo>
                  <a:lnTo>
                    <a:pt x="836230" y="242557"/>
                  </a:lnTo>
                  <a:lnTo>
                    <a:pt x="853161" y="247468"/>
                  </a:lnTo>
                  <a:lnTo>
                    <a:pt x="869587" y="252233"/>
                  </a:lnTo>
                  <a:lnTo>
                    <a:pt x="885536" y="256859"/>
                  </a:lnTo>
                  <a:lnTo>
                    <a:pt x="901036" y="261355"/>
                  </a:lnTo>
                  <a:lnTo>
                    <a:pt x="916111" y="265728"/>
                  </a:lnTo>
                  <a:lnTo>
                    <a:pt x="930785" y="269984"/>
                  </a:lnTo>
                  <a:lnTo>
                    <a:pt x="945077" y="274130"/>
                  </a:lnTo>
                  <a:lnTo>
                    <a:pt x="959007" y="278170"/>
                  </a:lnTo>
                  <a:lnTo>
                    <a:pt x="972593" y="282111"/>
                  </a:lnTo>
                  <a:lnTo>
                    <a:pt x="985852" y="285957"/>
                  </a:lnTo>
                  <a:lnTo>
                    <a:pt x="998799" y="289712"/>
                  </a:lnTo>
                  <a:lnTo>
                    <a:pt x="1011448" y="293381"/>
                  </a:lnTo>
                  <a:lnTo>
                    <a:pt x="1023813" y="296968"/>
                  </a:lnTo>
                  <a:lnTo>
                    <a:pt x="1035906" y="300476"/>
                  </a:lnTo>
                  <a:lnTo>
                    <a:pt x="1047739" y="303908"/>
                  </a:lnTo>
                  <a:lnTo>
                    <a:pt x="1059323" y="307268"/>
                  </a:lnTo>
                  <a:lnTo>
                    <a:pt x="1070668" y="310559"/>
                  </a:lnTo>
                  <a:lnTo>
                    <a:pt x="1081784" y="313783"/>
                  </a:lnTo>
                  <a:lnTo>
                    <a:pt x="1092680" y="316943"/>
                  </a:lnTo>
                  <a:lnTo>
                    <a:pt x="1103364" y="320042"/>
                  </a:lnTo>
                  <a:lnTo>
                    <a:pt x="1113844" y="323082"/>
                  </a:lnTo>
                  <a:lnTo>
                    <a:pt x="1124129" y="326066"/>
                  </a:lnTo>
                  <a:lnTo>
                    <a:pt x="1134225" y="328994"/>
                  </a:lnTo>
                  <a:lnTo>
                    <a:pt x="1144139" y="33187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88003" y="4188414"/>
              <a:ext cx="1144139" cy="435367"/>
            </a:xfrm>
            <a:custGeom>
              <a:avLst/>
              <a:pathLst>
                <a:path w="1144139" h="435367">
                  <a:moveTo>
                    <a:pt x="0" y="0"/>
                  </a:moveTo>
                  <a:lnTo>
                    <a:pt x="73470" y="27957"/>
                  </a:lnTo>
                  <a:lnTo>
                    <a:pt x="138276" y="52617"/>
                  </a:lnTo>
                  <a:lnTo>
                    <a:pt x="196247" y="74676"/>
                  </a:lnTo>
                  <a:lnTo>
                    <a:pt x="248688" y="94631"/>
                  </a:lnTo>
                  <a:lnTo>
                    <a:pt x="296563" y="112848"/>
                  </a:lnTo>
                  <a:lnTo>
                    <a:pt x="340604" y="129606"/>
                  </a:lnTo>
                  <a:lnTo>
                    <a:pt x="381379" y="145122"/>
                  </a:lnTo>
                  <a:lnTo>
                    <a:pt x="419340" y="159567"/>
                  </a:lnTo>
                  <a:lnTo>
                    <a:pt x="454850" y="173079"/>
                  </a:lnTo>
                  <a:lnTo>
                    <a:pt x="488207" y="185772"/>
                  </a:lnTo>
                  <a:lnTo>
                    <a:pt x="519656" y="197739"/>
                  </a:lnTo>
                  <a:lnTo>
                    <a:pt x="549405" y="209059"/>
                  </a:lnTo>
                  <a:lnTo>
                    <a:pt x="577627" y="219798"/>
                  </a:lnTo>
                  <a:lnTo>
                    <a:pt x="604472" y="230013"/>
                  </a:lnTo>
                  <a:lnTo>
                    <a:pt x="630068" y="239753"/>
                  </a:lnTo>
                  <a:lnTo>
                    <a:pt x="654526" y="249060"/>
                  </a:lnTo>
                  <a:lnTo>
                    <a:pt x="677943" y="257971"/>
                  </a:lnTo>
                  <a:lnTo>
                    <a:pt x="700404" y="266517"/>
                  </a:lnTo>
                  <a:lnTo>
                    <a:pt x="721984" y="274729"/>
                  </a:lnTo>
                  <a:lnTo>
                    <a:pt x="742749" y="282630"/>
                  </a:lnTo>
                  <a:lnTo>
                    <a:pt x="762759" y="290245"/>
                  </a:lnTo>
                  <a:lnTo>
                    <a:pt x="782067" y="297592"/>
                  </a:lnTo>
                  <a:lnTo>
                    <a:pt x="800720" y="304690"/>
                  </a:lnTo>
                  <a:lnTo>
                    <a:pt x="818762" y="311555"/>
                  </a:lnTo>
                  <a:lnTo>
                    <a:pt x="836230" y="318202"/>
                  </a:lnTo>
                  <a:lnTo>
                    <a:pt x="853161" y="324644"/>
                  </a:lnTo>
                  <a:lnTo>
                    <a:pt x="869587" y="330895"/>
                  </a:lnTo>
                  <a:lnTo>
                    <a:pt x="885536" y="336964"/>
                  </a:lnTo>
                  <a:lnTo>
                    <a:pt x="901036" y="342862"/>
                  </a:lnTo>
                  <a:lnTo>
                    <a:pt x="916111" y="348598"/>
                  </a:lnTo>
                  <a:lnTo>
                    <a:pt x="930785" y="354182"/>
                  </a:lnTo>
                  <a:lnTo>
                    <a:pt x="945077" y="359620"/>
                  </a:lnTo>
                  <a:lnTo>
                    <a:pt x="959007" y="364921"/>
                  </a:lnTo>
                  <a:lnTo>
                    <a:pt x="972593" y="370091"/>
                  </a:lnTo>
                  <a:lnTo>
                    <a:pt x="985852" y="375136"/>
                  </a:lnTo>
                  <a:lnTo>
                    <a:pt x="998799" y="380063"/>
                  </a:lnTo>
                  <a:lnTo>
                    <a:pt x="1011448" y="384876"/>
                  </a:lnTo>
                  <a:lnTo>
                    <a:pt x="1023813" y="389581"/>
                  </a:lnTo>
                  <a:lnTo>
                    <a:pt x="1035906" y="394183"/>
                  </a:lnTo>
                  <a:lnTo>
                    <a:pt x="1047739" y="398685"/>
                  </a:lnTo>
                  <a:lnTo>
                    <a:pt x="1059323" y="403093"/>
                  </a:lnTo>
                  <a:lnTo>
                    <a:pt x="1070668" y="407410"/>
                  </a:lnTo>
                  <a:lnTo>
                    <a:pt x="1081784" y="411640"/>
                  </a:lnTo>
                  <a:lnTo>
                    <a:pt x="1092680" y="415786"/>
                  </a:lnTo>
                  <a:lnTo>
                    <a:pt x="1103364" y="419851"/>
                  </a:lnTo>
                  <a:lnTo>
                    <a:pt x="1113844" y="423840"/>
                  </a:lnTo>
                  <a:lnTo>
                    <a:pt x="1124129" y="427753"/>
                  </a:lnTo>
                  <a:lnTo>
                    <a:pt x="1134225" y="431595"/>
                  </a:lnTo>
                  <a:lnTo>
                    <a:pt x="1144139" y="4353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88003" y="4624074"/>
              <a:ext cx="1144139" cy="18268"/>
            </a:xfrm>
            <a:custGeom>
              <a:avLst/>
              <a:pathLst>
                <a:path w="1144139" h="18268">
                  <a:moveTo>
                    <a:pt x="0" y="18268"/>
                  </a:moveTo>
                  <a:lnTo>
                    <a:pt x="73470" y="17095"/>
                  </a:lnTo>
                  <a:lnTo>
                    <a:pt x="138276" y="16060"/>
                  </a:lnTo>
                  <a:lnTo>
                    <a:pt x="196247" y="15135"/>
                  </a:lnTo>
                  <a:lnTo>
                    <a:pt x="248688" y="14297"/>
                  </a:lnTo>
                  <a:lnTo>
                    <a:pt x="296563" y="13533"/>
                  </a:lnTo>
                  <a:lnTo>
                    <a:pt x="340604" y="12830"/>
                  </a:lnTo>
                  <a:lnTo>
                    <a:pt x="381379" y="12179"/>
                  </a:lnTo>
                  <a:lnTo>
                    <a:pt x="419340" y="11573"/>
                  </a:lnTo>
                  <a:lnTo>
                    <a:pt x="454850" y="11006"/>
                  </a:lnTo>
                  <a:lnTo>
                    <a:pt x="488207" y="10473"/>
                  </a:lnTo>
                  <a:lnTo>
                    <a:pt x="519656" y="9971"/>
                  </a:lnTo>
                  <a:lnTo>
                    <a:pt x="549405" y="9496"/>
                  </a:lnTo>
                  <a:lnTo>
                    <a:pt x="577627" y="9045"/>
                  </a:lnTo>
                  <a:lnTo>
                    <a:pt x="604472" y="8617"/>
                  </a:lnTo>
                  <a:lnTo>
                    <a:pt x="630068" y="8208"/>
                  </a:lnTo>
                  <a:lnTo>
                    <a:pt x="654526" y="7817"/>
                  </a:lnTo>
                  <a:lnTo>
                    <a:pt x="677943" y="7443"/>
                  </a:lnTo>
                  <a:lnTo>
                    <a:pt x="700404" y="7085"/>
                  </a:lnTo>
                  <a:lnTo>
                    <a:pt x="721984" y="6740"/>
                  </a:lnTo>
                  <a:lnTo>
                    <a:pt x="742749" y="6409"/>
                  </a:lnTo>
                  <a:lnTo>
                    <a:pt x="762759" y="6089"/>
                  </a:lnTo>
                  <a:lnTo>
                    <a:pt x="782067" y="5781"/>
                  </a:lnTo>
                  <a:lnTo>
                    <a:pt x="800720" y="5483"/>
                  </a:lnTo>
                  <a:lnTo>
                    <a:pt x="818762" y="5195"/>
                  </a:lnTo>
                  <a:lnTo>
                    <a:pt x="836230" y="4916"/>
                  </a:lnTo>
                  <a:lnTo>
                    <a:pt x="853161" y="4646"/>
                  </a:lnTo>
                  <a:lnTo>
                    <a:pt x="869587" y="4383"/>
                  </a:lnTo>
                  <a:lnTo>
                    <a:pt x="885536" y="4129"/>
                  </a:lnTo>
                  <a:lnTo>
                    <a:pt x="901036" y="3881"/>
                  </a:lnTo>
                  <a:lnTo>
                    <a:pt x="916111" y="3640"/>
                  </a:lnTo>
                  <a:lnTo>
                    <a:pt x="930785" y="3406"/>
                  </a:lnTo>
                  <a:lnTo>
                    <a:pt x="945077" y="3178"/>
                  </a:lnTo>
                  <a:lnTo>
                    <a:pt x="959007" y="2956"/>
                  </a:lnTo>
                  <a:lnTo>
                    <a:pt x="972593" y="2739"/>
                  </a:lnTo>
                  <a:lnTo>
                    <a:pt x="985852" y="2527"/>
                  </a:lnTo>
                  <a:lnTo>
                    <a:pt x="998799" y="2320"/>
                  </a:lnTo>
                  <a:lnTo>
                    <a:pt x="1011448" y="2118"/>
                  </a:lnTo>
                  <a:lnTo>
                    <a:pt x="1023813" y="1921"/>
                  </a:lnTo>
                  <a:lnTo>
                    <a:pt x="1035906" y="1728"/>
                  </a:lnTo>
                  <a:lnTo>
                    <a:pt x="1047739" y="1539"/>
                  </a:lnTo>
                  <a:lnTo>
                    <a:pt x="1059323" y="1354"/>
                  </a:lnTo>
                  <a:lnTo>
                    <a:pt x="1070668" y="1173"/>
                  </a:lnTo>
                  <a:lnTo>
                    <a:pt x="1081784" y="995"/>
                  </a:lnTo>
                  <a:lnTo>
                    <a:pt x="1092680" y="821"/>
                  </a:lnTo>
                  <a:lnTo>
                    <a:pt x="1103364" y="651"/>
                  </a:lnTo>
                  <a:lnTo>
                    <a:pt x="1113844" y="483"/>
                  </a:lnTo>
                  <a:lnTo>
                    <a:pt x="1124129" y="319"/>
                  </a:lnTo>
                  <a:lnTo>
                    <a:pt x="1134225" y="158"/>
                  </a:lnTo>
                  <a:lnTo>
                    <a:pt x="114413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388003" y="4655150"/>
              <a:ext cx="1144139" cy="13397"/>
            </a:xfrm>
            <a:custGeom>
              <a:avLst/>
              <a:pathLst>
                <a:path w="1144139" h="13397">
                  <a:moveTo>
                    <a:pt x="0" y="13397"/>
                  </a:moveTo>
                  <a:lnTo>
                    <a:pt x="73470" y="12537"/>
                  </a:lnTo>
                  <a:lnTo>
                    <a:pt x="138276" y="11778"/>
                  </a:lnTo>
                  <a:lnTo>
                    <a:pt x="196247" y="11099"/>
                  </a:lnTo>
                  <a:lnTo>
                    <a:pt x="248688" y="10485"/>
                  </a:lnTo>
                  <a:lnTo>
                    <a:pt x="296563" y="9924"/>
                  </a:lnTo>
                  <a:lnTo>
                    <a:pt x="340604" y="9409"/>
                  </a:lnTo>
                  <a:lnTo>
                    <a:pt x="381379" y="8931"/>
                  </a:lnTo>
                  <a:lnTo>
                    <a:pt x="419340" y="8487"/>
                  </a:lnTo>
                  <a:lnTo>
                    <a:pt x="454850" y="8071"/>
                  </a:lnTo>
                  <a:lnTo>
                    <a:pt x="488207" y="7680"/>
                  </a:lnTo>
                  <a:lnTo>
                    <a:pt x="519656" y="7312"/>
                  </a:lnTo>
                  <a:lnTo>
                    <a:pt x="549405" y="6964"/>
                  </a:lnTo>
                  <a:lnTo>
                    <a:pt x="577627" y="6633"/>
                  </a:lnTo>
                  <a:lnTo>
                    <a:pt x="604472" y="6319"/>
                  </a:lnTo>
                  <a:lnTo>
                    <a:pt x="630068" y="6019"/>
                  </a:lnTo>
                  <a:lnTo>
                    <a:pt x="654526" y="5733"/>
                  </a:lnTo>
                  <a:lnTo>
                    <a:pt x="677943" y="5458"/>
                  </a:lnTo>
                  <a:lnTo>
                    <a:pt x="700404" y="5195"/>
                  </a:lnTo>
                  <a:lnTo>
                    <a:pt x="721984" y="4943"/>
                  </a:lnTo>
                  <a:lnTo>
                    <a:pt x="742749" y="4700"/>
                  </a:lnTo>
                  <a:lnTo>
                    <a:pt x="762759" y="4465"/>
                  </a:lnTo>
                  <a:lnTo>
                    <a:pt x="782067" y="4239"/>
                  </a:lnTo>
                  <a:lnTo>
                    <a:pt x="800720" y="4021"/>
                  </a:lnTo>
                  <a:lnTo>
                    <a:pt x="818762" y="3810"/>
                  </a:lnTo>
                  <a:lnTo>
                    <a:pt x="836230" y="3605"/>
                  </a:lnTo>
                  <a:lnTo>
                    <a:pt x="853161" y="3407"/>
                  </a:lnTo>
                  <a:lnTo>
                    <a:pt x="869587" y="3214"/>
                  </a:lnTo>
                  <a:lnTo>
                    <a:pt x="885536" y="3028"/>
                  </a:lnTo>
                  <a:lnTo>
                    <a:pt x="901036" y="2846"/>
                  </a:lnTo>
                  <a:lnTo>
                    <a:pt x="916111" y="2670"/>
                  </a:lnTo>
                  <a:lnTo>
                    <a:pt x="930785" y="2498"/>
                  </a:lnTo>
                  <a:lnTo>
                    <a:pt x="945077" y="2330"/>
                  </a:lnTo>
                  <a:lnTo>
                    <a:pt x="959007" y="2167"/>
                  </a:lnTo>
                  <a:lnTo>
                    <a:pt x="972593" y="2008"/>
                  </a:lnTo>
                  <a:lnTo>
                    <a:pt x="985852" y="1853"/>
                  </a:lnTo>
                  <a:lnTo>
                    <a:pt x="998799" y="1701"/>
                  </a:lnTo>
                  <a:lnTo>
                    <a:pt x="1011448" y="1553"/>
                  </a:lnTo>
                  <a:lnTo>
                    <a:pt x="1023813" y="1408"/>
                  </a:lnTo>
                  <a:lnTo>
                    <a:pt x="1035906" y="1267"/>
                  </a:lnTo>
                  <a:lnTo>
                    <a:pt x="1047739" y="1128"/>
                  </a:lnTo>
                  <a:lnTo>
                    <a:pt x="1059323" y="993"/>
                  </a:lnTo>
                  <a:lnTo>
                    <a:pt x="1070668" y="860"/>
                  </a:lnTo>
                  <a:lnTo>
                    <a:pt x="1081784" y="730"/>
                  </a:lnTo>
                  <a:lnTo>
                    <a:pt x="1092680" y="602"/>
                  </a:lnTo>
                  <a:lnTo>
                    <a:pt x="1103364" y="477"/>
                  </a:lnTo>
                  <a:lnTo>
                    <a:pt x="1113844" y="354"/>
                  </a:lnTo>
                  <a:lnTo>
                    <a:pt x="1124129" y="234"/>
                  </a:lnTo>
                  <a:lnTo>
                    <a:pt x="1134225" y="116"/>
                  </a:lnTo>
                  <a:lnTo>
                    <a:pt x="114413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388003" y="4634799"/>
              <a:ext cx="1144139" cy="97916"/>
            </a:xfrm>
            <a:custGeom>
              <a:avLst/>
              <a:pathLst>
                <a:path w="1144139" h="97916">
                  <a:moveTo>
                    <a:pt x="0" y="97916"/>
                  </a:moveTo>
                  <a:lnTo>
                    <a:pt x="73470" y="91628"/>
                  </a:lnTo>
                  <a:lnTo>
                    <a:pt x="138276" y="86082"/>
                  </a:lnTo>
                  <a:lnTo>
                    <a:pt x="196247" y="81121"/>
                  </a:lnTo>
                  <a:lnTo>
                    <a:pt x="248688" y="76633"/>
                  </a:lnTo>
                  <a:lnTo>
                    <a:pt x="296563" y="72535"/>
                  </a:lnTo>
                  <a:lnTo>
                    <a:pt x="340604" y="68766"/>
                  </a:lnTo>
                  <a:lnTo>
                    <a:pt x="381379" y="65277"/>
                  </a:lnTo>
                  <a:lnTo>
                    <a:pt x="419340" y="62028"/>
                  </a:lnTo>
                  <a:lnTo>
                    <a:pt x="454850" y="58989"/>
                  </a:lnTo>
                  <a:lnTo>
                    <a:pt x="488207" y="56134"/>
                  </a:lnTo>
                  <a:lnTo>
                    <a:pt x="519656" y="53443"/>
                  </a:lnTo>
                  <a:lnTo>
                    <a:pt x="549405" y="50897"/>
                  </a:lnTo>
                  <a:lnTo>
                    <a:pt x="577627" y="48482"/>
                  </a:lnTo>
                  <a:lnTo>
                    <a:pt x="604472" y="46184"/>
                  </a:lnTo>
                  <a:lnTo>
                    <a:pt x="630068" y="43994"/>
                  </a:lnTo>
                  <a:lnTo>
                    <a:pt x="654526" y="41901"/>
                  </a:lnTo>
                  <a:lnTo>
                    <a:pt x="677943" y="39897"/>
                  </a:lnTo>
                  <a:lnTo>
                    <a:pt x="700404" y="37975"/>
                  </a:lnTo>
                  <a:lnTo>
                    <a:pt x="721984" y="36128"/>
                  </a:lnTo>
                  <a:lnTo>
                    <a:pt x="742749" y="34351"/>
                  </a:lnTo>
                  <a:lnTo>
                    <a:pt x="762759" y="32638"/>
                  </a:lnTo>
                  <a:lnTo>
                    <a:pt x="782067" y="30986"/>
                  </a:lnTo>
                  <a:lnTo>
                    <a:pt x="800720" y="29389"/>
                  </a:lnTo>
                  <a:lnTo>
                    <a:pt x="818762" y="27845"/>
                  </a:lnTo>
                  <a:lnTo>
                    <a:pt x="836230" y="26350"/>
                  </a:lnTo>
                  <a:lnTo>
                    <a:pt x="853161" y="24902"/>
                  </a:lnTo>
                  <a:lnTo>
                    <a:pt x="869587" y="23496"/>
                  </a:lnTo>
                  <a:lnTo>
                    <a:pt x="885536" y="22131"/>
                  </a:lnTo>
                  <a:lnTo>
                    <a:pt x="901036" y="20804"/>
                  </a:lnTo>
                  <a:lnTo>
                    <a:pt x="916111" y="19514"/>
                  </a:lnTo>
                  <a:lnTo>
                    <a:pt x="930785" y="18258"/>
                  </a:lnTo>
                  <a:lnTo>
                    <a:pt x="945077" y="17035"/>
                  </a:lnTo>
                  <a:lnTo>
                    <a:pt x="959007" y="15843"/>
                  </a:lnTo>
                  <a:lnTo>
                    <a:pt x="972593" y="14680"/>
                  </a:lnTo>
                  <a:lnTo>
                    <a:pt x="985852" y="13546"/>
                  </a:lnTo>
                  <a:lnTo>
                    <a:pt x="998799" y="12438"/>
                  </a:lnTo>
                  <a:lnTo>
                    <a:pt x="1011448" y="11355"/>
                  </a:lnTo>
                  <a:lnTo>
                    <a:pt x="1023813" y="10297"/>
                  </a:lnTo>
                  <a:lnTo>
                    <a:pt x="1035906" y="9262"/>
                  </a:lnTo>
                  <a:lnTo>
                    <a:pt x="1047739" y="8249"/>
                  </a:lnTo>
                  <a:lnTo>
                    <a:pt x="1059323" y="7258"/>
                  </a:lnTo>
                  <a:lnTo>
                    <a:pt x="1070668" y="6287"/>
                  </a:lnTo>
                  <a:lnTo>
                    <a:pt x="1081784" y="5336"/>
                  </a:lnTo>
                  <a:lnTo>
                    <a:pt x="1092680" y="4403"/>
                  </a:lnTo>
                  <a:lnTo>
                    <a:pt x="1103364" y="3489"/>
                  </a:lnTo>
                  <a:lnTo>
                    <a:pt x="1113844" y="2592"/>
                  </a:lnTo>
                  <a:lnTo>
                    <a:pt x="1124129" y="1712"/>
                  </a:lnTo>
                  <a:lnTo>
                    <a:pt x="1134225" y="848"/>
                  </a:lnTo>
                  <a:lnTo>
                    <a:pt x="114413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388003" y="4517739"/>
              <a:ext cx="1144139" cy="114441"/>
            </a:xfrm>
            <a:custGeom>
              <a:avLst/>
              <a:pathLst>
                <a:path w="1144139" h="114441">
                  <a:moveTo>
                    <a:pt x="0" y="114441"/>
                  </a:moveTo>
                  <a:lnTo>
                    <a:pt x="73470" y="107092"/>
                  </a:lnTo>
                  <a:lnTo>
                    <a:pt x="138276" y="100610"/>
                  </a:lnTo>
                  <a:lnTo>
                    <a:pt x="196247" y="94811"/>
                  </a:lnTo>
                  <a:lnTo>
                    <a:pt x="248688" y="89566"/>
                  </a:lnTo>
                  <a:lnTo>
                    <a:pt x="296563" y="84777"/>
                  </a:lnTo>
                  <a:lnTo>
                    <a:pt x="340604" y="80372"/>
                  </a:lnTo>
                  <a:lnTo>
                    <a:pt x="381379" y="76294"/>
                  </a:lnTo>
                  <a:lnTo>
                    <a:pt x="419340" y="72497"/>
                  </a:lnTo>
                  <a:lnTo>
                    <a:pt x="454850" y="68945"/>
                  </a:lnTo>
                  <a:lnTo>
                    <a:pt x="488207" y="65608"/>
                  </a:lnTo>
                  <a:lnTo>
                    <a:pt x="519656" y="62463"/>
                  </a:lnTo>
                  <a:lnTo>
                    <a:pt x="549405" y="59487"/>
                  </a:lnTo>
                  <a:lnTo>
                    <a:pt x="577627" y="56664"/>
                  </a:lnTo>
                  <a:lnTo>
                    <a:pt x="604472" y="53979"/>
                  </a:lnTo>
                  <a:lnTo>
                    <a:pt x="630068" y="51419"/>
                  </a:lnTo>
                  <a:lnTo>
                    <a:pt x="654526" y="48972"/>
                  </a:lnTo>
                  <a:lnTo>
                    <a:pt x="677943" y="46630"/>
                  </a:lnTo>
                  <a:lnTo>
                    <a:pt x="700404" y="44384"/>
                  </a:lnTo>
                  <a:lnTo>
                    <a:pt x="721984" y="42225"/>
                  </a:lnTo>
                  <a:lnTo>
                    <a:pt x="742749" y="40148"/>
                  </a:lnTo>
                  <a:lnTo>
                    <a:pt x="762759" y="38147"/>
                  </a:lnTo>
                  <a:lnTo>
                    <a:pt x="782067" y="36215"/>
                  </a:lnTo>
                  <a:lnTo>
                    <a:pt x="800720" y="34350"/>
                  </a:lnTo>
                  <a:lnTo>
                    <a:pt x="818762" y="32545"/>
                  </a:lnTo>
                  <a:lnTo>
                    <a:pt x="836230" y="30798"/>
                  </a:lnTo>
                  <a:lnTo>
                    <a:pt x="853161" y="29104"/>
                  </a:lnTo>
                  <a:lnTo>
                    <a:pt x="869587" y="27461"/>
                  </a:lnTo>
                  <a:lnTo>
                    <a:pt x="885536" y="25866"/>
                  </a:lnTo>
                  <a:lnTo>
                    <a:pt x="901036" y="24316"/>
                  </a:lnTo>
                  <a:lnTo>
                    <a:pt x="916111" y="22808"/>
                  </a:lnTo>
                  <a:lnTo>
                    <a:pt x="930785" y="21340"/>
                  </a:lnTo>
                  <a:lnTo>
                    <a:pt x="945077" y="19910"/>
                  </a:lnTo>
                  <a:lnTo>
                    <a:pt x="959007" y="18517"/>
                  </a:lnTo>
                  <a:lnTo>
                    <a:pt x="972593" y="17158"/>
                  </a:lnTo>
                  <a:lnTo>
                    <a:pt x="985852" y="15832"/>
                  </a:lnTo>
                  <a:lnTo>
                    <a:pt x="998799" y="14537"/>
                  </a:lnTo>
                  <a:lnTo>
                    <a:pt x="1011448" y="13272"/>
                  </a:lnTo>
                  <a:lnTo>
                    <a:pt x="1023813" y="12035"/>
                  </a:lnTo>
                  <a:lnTo>
                    <a:pt x="1035906" y="10825"/>
                  </a:lnTo>
                  <a:lnTo>
                    <a:pt x="1047739" y="9642"/>
                  </a:lnTo>
                  <a:lnTo>
                    <a:pt x="1059323" y="8483"/>
                  </a:lnTo>
                  <a:lnTo>
                    <a:pt x="1070668" y="7348"/>
                  </a:lnTo>
                  <a:lnTo>
                    <a:pt x="1081784" y="6237"/>
                  </a:lnTo>
                  <a:lnTo>
                    <a:pt x="1092680" y="5147"/>
                  </a:lnTo>
                  <a:lnTo>
                    <a:pt x="1103364" y="4078"/>
                  </a:lnTo>
                  <a:lnTo>
                    <a:pt x="1113844" y="3030"/>
                  </a:lnTo>
                  <a:lnTo>
                    <a:pt x="1124129" y="2001"/>
                  </a:lnTo>
                  <a:lnTo>
                    <a:pt x="1134225" y="991"/>
                  </a:lnTo>
                  <a:lnTo>
                    <a:pt x="114413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388003" y="4557585"/>
              <a:ext cx="1144139" cy="86044"/>
            </a:xfrm>
            <a:custGeom>
              <a:avLst/>
              <a:pathLst>
                <a:path w="1144139" h="86044">
                  <a:moveTo>
                    <a:pt x="0" y="0"/>
                  </a:moveTo>
                  <a:lnTo>
                    <a:pt x="73470" y="5525"/>
                  </a:lnTo>
                  <a:lnTo>
                    <a:pt x="138276" y="10399"/>
                  </a:lnTo>
                  <a:lnTo>
                    <a:pt x="196247" y="14758"/>
                  </a:lnTo>
                  <a:lnTo>
                    <a:pt x="248688" y="18702"/>
                  </a:lnTo>
                  <a:lnTo>
                    <a:pt x="296563" y="22302"/>
                  </a:lnTo>
                  <a:lnTo>
                    <a:pt x="340604" y="25615"/>
                  </a:lnTo>
                  <a:lnTo>
                    <a:pt x="381379" y="28681"/>
                  </a:lnTo>
                  <a:lnTo>
                    <a:pt x="419340" y="31536"/>
                  </a:lnTo>
                  <a:lnTo>
                    <a:pt x="454850" y="34206"/>
                  </a:lnTo>
                  <a:lnTo>
                    <a:pt x="488207" y="36715"/>
                  </a:lnTo>
                  <a:lnTo>
                    <a:pt x="519656" y="39080"/>
                  </a:lnTo>
                  <a:lnTo>
                    <a:pt x="549405" y="41317"/>
                  </a:lnTo>
                  <a:lnTo>
                    <a:pt x="577627" y="43440"/>
                  </a:lnTo>
                  <a:lnTo>
                    <a:pt x="604472" y="45459"/>
                  </a:lnTo>
                  <a:lnTo>
                    <a:pt x="630068" y="47384"/>
                  </a:lnTo>
                  <a:lnTo>
                    <a:pt x="654526" y="49223"/>
                  </a:lnTo>
                  <a:lnTo>
                    <a:pt x="677943" y="50984"/>
                  </a:lnTo>
                  <a:lnTo>
                    <a:pt x="700404" y="52673"/>
                  </a:lnTo>
                  <a:lnTo>
                    <a:pt x="721984" y="54296"/>
                  </a:lnTo>
                  <a:lnTo>
                    <a:pt x="742749" y="55858"/>
                  </a:lnTo>
                  <a:lnTo>
                    <a:pt x="762759" y="57362"/>
                  </a:lnTo>
                  <a:lnTo>
                    <a:pt x="782067" y="58815"/>
                  </a:lnTo>
                  <a:lnTo>
                    <a:pt x="800720" y="60217"/>
                  </a:lnTo>
                  <a:lnTo>
                    <a:pt x="818762" y="61574"/>
                  </a:lnTo>
                  <a:lnTo>
                    <a:pt x="836230" y="62888"/>
                  </a:lnTo>
                  <a:lnTo>
                    <a:pt x="853161" y="64161"/>
                  </a:lnTo>
                  <a:lnTo>
                    <a:pt x="869587" y="65396"/>
                  </a:lnTo>
                  <a:lnTo>
                    <a:pt x="885536" y="66596"/>
                  </a:lnTo>
                  <a:lnTo>
                    <a:pt x="901036" y="67762"/>
                  </a:lnTo>
                  <a:lnTo>
                    <a:pt x="916111" y="68895"/>
                  </a:lnTo>
                  <a:lnTo>
                    <a:pt x="930785" y="69999"/>
                  </a:lnTo>
                  <a:lnTo>
                    <a:pt x="945077" y="71074"/>
                  </a:lnTo>
                  <a:lnTo>
                    <a:pt x="959007" y="72121"/>
                  </a:lnTo>
                  <a:lnTo>
                    <a:pt x="972593" y="73143"/>
                  </a:lnTo>
                  <a:lnTo>
                    <a:pt x="985852" y="74140"/>
                  </a:lnTo>
                  <a:lnTo>
                    <a:pt x="998799" y="75114"/>
                  </a:lnTo>
                  <a:lnTo>
                    <a:pt x="1011448" y="76065"/>
                  </a:lnTo>
                  <a:lnTo>
                    <a:pt x="1023813" y="76995"/>
                  </a:lnTo>
                  <a:lnTo>
                    <a:pt x="1035906" y="77904"/>
                  </a:lnTo>
                  <a:lnTo>
                    <a:pt x="1047739" y="78794"/>
                  </a:lnTo>
                  <a:lnTo>
                    <a:pt x="1059323" y="79665"/>
                  </a:lnTo>
                  <a:lnTo>
                    <a:pt x="1070668" y="80519"/>
                  </a:lnTo>
                  <a:lnTo>
                    <a:pt x="1081784" y="81355"/>
                  </a:lnTo>
                  <a:lnTo>
                    <a:pt x="1092680" y="82174"/>
                  </a:lnTo>
                  <a:lnTo>
                    <a:pt x="1103364" y="82977"/>
                  </a:lnTo>
                  <a:lnTo>
                    <a:pt x="1113844" y="83766"/>
                  </a:lnTo>
                  <a:lnTo>
                    <a:pt x="1124129" y="84539"/>
                  </a:lnTo>
                  <a:lnTo>
                    <a:pt x="1134225" y="85298"/>
                  </a:lnTo>
                  <a:lnTo>
                    <a:pt x="1144139" y="8604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388003" y="4668261"/>
              <a:ext cx="1144139" cy="169644"/>
            </a:xfrm>
            <a:custGeom>
              <a:avLst/>
              <a:pathLst>
                <a:path w="1144139" h="169644">
                  <a:moveTo>
                    <a:pt x="0" y="0"/>
                  </a:moveTo>
                  <a:lnTo>
                    <a:pt x="73470" y="10893"/>
                  </a:lnTo>
                  <a:lnTo>
                    <a:pt x="138276" y="20502"/>
                  </a:lnTo>
                  <a:lnTo>
                    <a:pt x="196247" y="29098"/>
                  </a:lnTo>
                  <a:lnTo>
                    <a:pt x="248688" y="36873"/>
                  </a:lnTo>
                  <a:lnTo>
                    <a:pt x="296563" y="43972"/>
                  </a:lnTo>
                  <a:lnTo>
                    <a:pt x="340604" y="50502"/>
                  </a:lnTo>
                  <a:lnTo>
                    <a:pt x="381379" y="56548"/>
                  </a:lnTo>
                  <a:lnTo>
                    <a:pt x="419340" y="62176"/>
                  </a:lnTo>
                  <a:lnTo>
                    <a:pt x="454850" y="67442"/>
                  </a:lnTo>
                  <a:lnTo>
                    <a:pt x="488207" y="72387"/>
                  </a:lnTo>
                  <a:lnTo>
                    <a:pt x="519656" y="77050"/>
                  </a:lnTo>
                  <a:lnTo>
                    <a:pt x="549405" y="81461"/>
                  </a:lnTo>
                  <a:lnTo>
                    <a:pt x="577627" y="85646"/>
                  </a:lnTo>
                  <a:lnTo>
                    <a:pt x="604472" y="89626"/>
                  </a:lnTo>
                  <a:lnTo>
                    <a:pt x="630068" y="93422"/>
                  </a:lnTo>
                  <a:lnTo>
                    <a:pt x="654526" y="97048"/>
                  </a:lnTo>
                  <a:lnTo>
                    <a:pt x="677943" y="100520"/>
                  </a:lnTo>
                  <a:lnTo>
                    <a:pt x="700404" y="103850"/>
                  </a:lnTo>
                  <a:lnTo>
                    <a:pt x="721984" y="107050"/>
                  </a:lnTo>
                  <a:lnTo>
                    <a:pt x="742749" y="110129"/>
                  </a:lnTo>
                  <a:lnTo>
                    <a:pt x="762759" y="113096"/>
                  </a:lnTo>
                  <a:lnTo>
                    <a:pt x="782067" y="115959"/>
                  </a:lnTo>
                  <a:lnTo>
                    <a:pt x="800720" y="118725"/>
                  </a:lnTo>
                  <a:lnTo>
                    <a:pt x="818762" y="121400"/>
                  </a:lnTo>
                  <a:lnTo>
                    <a:pt x="836230" y="123990"/>
                  </a:lnTo>
                  <a:lnTo>
                    <a:pt x="853161" y="126500"/>
                  </a:lnTo>
                  <a:lnTo>
                    <a:pt x="869587" y="128936"/>
                  </a:lnTo>
                  <a:lnTo>
                    <a:pt x="885536" y="131300"/>
                  </a:lnTo>
                  <a:lnTo>
                    <a:pt x="901036" y="133599"/>
                  </a:lnTo>
                  <a:lnTo>
                    <a:pt x="916111" y="135834"/>
                  </a:lnTo>
                  <a:lnTo>
                    <a:pt x="930785" y="138010"/>
                  </a:lnTo>
                  <a:lnTo>
                    <a:pt x="945077" y="140129"/>
                  </a:lnTo>
                  <a:lnTo>
                    <a:pt x="959007" y="142194"/>
                  </a:lnTo>
                  <a:lnTo>
                    <a:pt x="972593" y="144209"/>
                  </a:lnTo>
                  <a:lnTo>
                    <a:pt x="985852" y="146175"/>
                  </a:lnTo>
                  <a:lnTo>
                    <a:pt x="998799" y="148094"/>
                  </a:lnTo>
                  <a:lnTo>
                    <a:pt x="1011448" y="149970"/>
                  </a:lnTo>
                  <a:lnTo>
                    <a:pt x="1023813" y="151803"/>
                  </a:lnTo>
                  <a:lnTo>
                    <a:pt x="1035906" y="153596"/>
                  </a:lnTo>
                  <a:lnTo>
                    <a:pt x="1047739" y="155351"/>
                  </a:lnTo>
                  <a:lnTo>
                    <a:pt x="1059323" y="157068"/>
                  </a:lnTo>
                  <a:lnTo>
                    <a:pt x="1070668" y="158751"/>
                  </a:lnTo>
                  <a:lnTo>
                    <a:pt x="1081784" y="160399"/>
                  </a:lnTo>
                  <a:lnTo>
                    <a:pt x="1092680" y="162014"/>
                  </a:lnTo>
                  <a:lnTo>
                    <a:pt x="1103364" y="163598"/>
                  </a:lnTo>
                  <a:lnTo>
                    <a:pt x="1113844" y="165152"/>
                  </a:lnTo>
                  <a:lnTo>
                    <a:pt x="1124129" y="166677"/>
                  </a:lnTo>
                  <a:lnTo>
                    <a:pt x="1134225" y="168174"/>
                  </a:lnTo>
                  <a:lnTo>
                    <a:pt x="1144139" y="16964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388003" y="4629933"/>
              <a:ext cx="1144139" cy="6720"/>
            </a:xfrm>
            <a:custGeom>
              <a:avLst/>
              <a:pathLst>
                <a:path w="1144139" h="6720">
                  <a:moveTo>
                    <a:pt x="0" y="6720"/>
                  </a:moveTo>
                  <a:lnTo>
                    <a:pt x="73470" y="6289"/>
                  </a:lnTo>
                  <a:lnTo>
                    <a:pt x="138276" y="5908"/>
                  </a:lnTo>
                  <a:lnTo>
                    <a:pt x="196247" y="5567"/>
                  </a:lnTo>
                  <a:lnTo>
                    <a:pt x="248688" y="5259"/>
                  </a:lnTo>
                  <a:lnTo>
                    <a:pt x="296563" y="4978"/>
                  </a:lnTo>
                  <a:lnTo>
                    <a:pt x="340604" y="4719"/>
                  </a:lnTo>
                  <a:lnTo>
                    <a:pt x="381379" y="4480"/>
                  </a:lnTo>
                  <a:lnTo>
                    <a:pt x="419340" y="4257"/>
                  </a:lnTo>
                  <a:lnTo>
                    <a:pt x="454850" y="4048"/>
                  </a:lnTo>
                  <a:lnTo>
                    <a:pt x="488207" y="3852"/>
                  </a:lnTo>
                  <a:lnTo>
                    <a:pt x="519656" y="3668"/>
                  </a:lnTo>
                  <a:lnTo>
                    <a:pt x="549405" y="3493"/>
                  </a:lnTo>
                  <a:lnTo>
                    <a:pt x="577627" y="3327"/>
                  </a:lnTo>
                  <a:lnTo>
                    <a:pt x="604472" y="3169"/>
                  </a:lnTo>
                  <a:lnTo>
                    <a:pt x="630068" y="3019"/>
                  </a:lnTo>
                  <a:lnTo>
                    <a:pt x="654526" y="2875"/>
                  </a:lnTo>
                  <a:lnTo>
                    <a:pt x="677943" y="2738"/>
                  </a:lnTo>
                  <a:lnTo>
                    <a:pt x="700404" y="2606"/>
                  </a:lnTo>
                  <a:lnTo>
                    <a:pt x="721984" y="2479"/>
                  </a:lnTo>
                  <a:lnTo>
                    <a:pt x="742749" y="2357"/>
                  </a:lnTo>
                  <a:lnTo>
                    <a:pt x="762759" y="2240"/>
                  </a:lnTo>
                  <a:lnTo>
                    <a:pt x="782067" y="2126"/>
                  </a:lnTo>
                  <a:lnTo>
                    <a:pt x="800720" y="2017"/>
                  </a:lnTo>
                  <a:lnTo>
                    <a:pt x="818762" y="1911"/>
                  </a:lnTo>
                  <a:lnTo>
                    <a:pt x="836230" y="1808"/>
                  </a:lnTo>
                  <a:lnTo>
                    <a:pt x="853161" y="1709"/>
                  </a:lnTo>
                  <a:lnTo>
                    <a:pt x="869587" y="1612"/>
                  </a:lnTo>
                  <a:lnTo>
                    <a:pt x="885536" y="1519"/>
                  </a:lnTo>
                  <a:lnTo>
                    <a:pt x="901036" y="1427"/>
                  </a:lnTo>
                  <a:lnTo>
                    <a:pt x="916111" y="1339"/>
                  </a:lnTo>
                  <a:lnTo>
                    <a:pt x="930785" y="1253"/>
                  </a:lnTo>
                  <a:lnTo>
                    <a:pt x="945077" y="1169"/>
                  </a:lnTo>
                  <a:lnTo>
                    <a:pt x="959007" y="1087"/>
                  </a:lnTo>
                  <a:lnTo>
                    <a:pt x="972593" y="1007"/>
                  </a:lnTo>
                  <a:lnTo>
                    <a:pt x="985852" y="929"/>
                  </a:lnTo>
                  <a:lnTo>
                    <a:pt x="998799" y="853"/>
                  </a:lnTo>
                  <a:lnTo>
                    <a:pt x="1011448" y="779"/>
                  </a:lnTo>
                  <a:lnTo>
                    <a:pt x="1023813" y="706"/>
                  </a:lnTo>
                  <a:lnTo>
                    <a:pt x="1035906" y="635"/>
                  </a:lnTo>
                  <a:lnTo>
                    <a:pt x="1047739" y="566"/>
                  </a:lnTo>
                  <a:lnTo>
                    <a:pt x="1059323" y="498"/>
                  </a:lnTo>
                  <a:lnTo>
                    <a:pt x="1070668" y="431"/>
                  </a:lnTo>
                  <a:lnTo>
                    <a:pt x="1081784" y="366"/>
                  </a:lnTo>
                  <a:lnTo>
                    <a:pt x="1092680" y="302"/>
                  </a:lnTo>
                  <a:lnTo>
                    <a:pt x="1103364" y="239"/>
                  </a:lnTo>
                  <a:lnTo>
                    <a:pt x="1113844" y="177"/>
                  </a:lnTo>
                  <a:lnTo>
                    <a:pt x="1124129" y="117"/>
                  </a:lnTo>
                  <a:lnTo>
                    <a:pt x="1134225" y="58"/>
                  </a:lnTo>
                  <a:lnTo>
                    <a:pt x="114413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388003" y="4663035"/>
              <a:ext cx="1144139" cy="60388"/>
            </a:xfrm>
            <a:custGeom>
              <a:avLst/>
              <a:pathLst>
                <a:path w="1144139" h="60388">
                  <a:moveTo>
                    <a:pt x="0" y="0"/>
                  </a:moveTo>
                  <a:lnTo>
                    <a:pt x="73470" y="3877"/>
                  </a:lnTo>
                  <a:lnTo>
                    <a:pt x="138276" y="7298"/>
                  </a:lnTo>
                  <a:lnTo>
                    <a:pt x="196247" y="10358"/>
                  </a:lnTo>
                  <a:lnTo>
                    <a:pt x="248688" y="13126"/>
                  </a:lnTo>
                  <a:lnTo>
                    <a:pt x="296563" y="15652"/>
                  </a:lnTo>
                  <a:lnTo>
                    <a:pt x="340604" y="17977"/>
                  </a:lnTo>
                  <a:lnTo>
                    <a:pt x="381379" y="20129"/>
                  </a:lnTo>
                  <a:lnTo>
                    <a:pt x="419340" y="22133"/>
                  </a:lnTo>
                  <a:lnTo>
                    <a:pt x="454850" y="24007"/>
                  </a:lnTo>
                  <a:lnTo>
                    <a:pt x="488207" y="25768"/>
                  </a:lnTo>
                  <a:lnTo>
                    <a:pt x="519656" y="27427"/>
                  </a:lnTo>
                  <a:lnTo>
                    <a:pt x="549405" y="28998"/>
                  </a:lnTo>
                  <a:lnTo>
                    <a:pt x="577627" y="30487"/>
                  </a:lnTo>
                  <a:lnTo>
                    <a:pt x="604472" y="31904"/>
                  </a:lnTo>
                  <a:lnTo>
                    <a:pt x="630068" y="33255"/>
                  </a:lnTo>
                  <a:lnTo>
                    <a:pt x="654526" y="34546"/>
                  </a:lnTo>
                  <a:lnTo>
                    <a:pt x="677943" y="35782"/>
                  </a:lnTo>
                  <a:lnTo>
                    <a:pt x="700404" y="36967"/>
                  </a:lnTo>
                  <a:lnTo>
                    <a:pt x="721984" y="38106"/>
                  </a:lnTo>
                  <a:lnTo>
                    <a:pt x="742749" y="39202"/>
                  </a:lnTo>
                  <a:lnTo>
                    <a:pt x="762759" y="40259"/>
                  </a:lnTo>
                  <a:lnTo>
                    <a:pt x="782067" y="41278"/>
                  </a:lnTo>
                  <a:lnTo>
                    <a:pt x="800720" y="42262"/>
                  </a:lnTo>
                  <a:lnTo>
                    <a:pt x="818762" y="43214"/>
                  </a:lnTo>
                  <a:lnTo>
                    <a:pt x="836230" y="44136"/>
                  </a:lnTo>
                  <a:lnTo>
                    <a:pt x="853161" y="45030"/>
                  </a:lnTo>
                  <a:lnTo>
                    <a:pt x="869587" y="45897"/>
                  </a:lnTo>
                  <a:lnTo>
                    <a:pt x="885536" y="46739"/>
                  </a:lnTo>
                  <a:lnTo>
                    <a:pt x="901036" y="47557"/>
                  </a:lnTo>
                  <a:lnTo>
                    <a:pt x="916111" y="48353"/>
                  </a:lnTo>
                  <a:lnTo>
                    <a:pt x="930785" y="49127"/>
                  </a:lnTo>
                  <a:lnTo>
                    <a:pt x="945077" y="49882"/>
                  </a:lnTo>
                  <a:lnTo>
                    <a:pt x="959007" y="50617"/>
                  </a:lnTo>
                  <a:lnTo>
                    <a:pt x="972593" y="51334"/>
                  </a:lnTo>
                  <a:lnTo>
                    <a:pt x="985852" y="52034"/>
                  </a:lnTo>
                  <a:lnTo>
                    <a:pt x="998799" y="52717"/>
                  </a:lnTo>
                  <a:lnTo>
                    <a:pt x="1011448" y="53385"/>
                  </a:lnTo>
                  <a:lnTo>
                    <a:pt x="1023813" y="54037"/>
                  </a:lnTo>
                  <a:lnTo>
                    <a:pt x="1035906" y="54676"/>
                  </a:lnTo>
                  <a:lnTo>
                    <a:pt x="1047739" y="55300"/>
                  </a:lnTo>
                  <a:lnTo>
                    <a:pt x="1059323" y="55912"/>
                  </a:lnTo>
                  <a:lnTo>
                    <a:pt x="1070668" y="56510"/>
                  </a:lnTo>
                  <a:lnTo>
                    <a:pt x="1081784" y="57097"/>
                  </a:lnTo>
                  <a:lnTo>
                    <a:pt x="1092680" y="57672"/>
                  </a:lnTo>
                  <a:lnTo>
                    <a:pt x="1103364" y="58236"/>
                  </a:lnTo>
                  <a:lnTo>
                    <a:pt x="1113844" y="58789"/>
                  </a:lnTo>
                  <a:lnTo>
                    <a:pt x="1124129" y="59332"/>
                  </a:lnTo>
                  <a:lnTo>
                    <a:pt x="1134225" y="59865"/>
                  </a:lnTo>
                  <a:lnTo>
                    <a:pt x="1144139" y="6038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310032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140466" y="48258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40466" y="447536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140466" y="41248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281564" y="48623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281564" y="45118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281564" y="41612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310032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38800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76938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5076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53214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35974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4112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2250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50388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703231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934284" y="436379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310032" y="36815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796105" y="43616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792938" y="41134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13868" y="440724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07951" y="43734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794537" y="398039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783803" y="43420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09681" y="468154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03315" y="45696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779646" y="43744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05022" y="39302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64692" y="4882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61197" y="43150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01151" y="44060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7473" y="47772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173606" y="44146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06181" y="45559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195440" y="46334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89567" y="47016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189841" y="45000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203201" y="42191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85935" y="41702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64275" y="46279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12171" y="44819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04792" y="45235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87924" y="44166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73119" y="41215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161710" y="45786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185179" y="39815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67864" y="40819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85112" y="44689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63663" y="438497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69009" y="45674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45697" y="45421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63679" y="46433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73862" y="43226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80909" y="42156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66169" y="42278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90769" y="42769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78189" y="44180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62359" y="40176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66321" y="46576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64210" y="47630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52684" y="43612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70810" y="41638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61861" y="44319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88891" y="47649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53737" y="38801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55811" y="42971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50326" y="45765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27378" y="44227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21333" y="45674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27700" y="45465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57767" y="46302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35199" y="43665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64887" y="45222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25951" y="48445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20776" y="44268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52094" y="46177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27593" y="46395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33830" y="4486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35837" y="43955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68196" y="47094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57584" y="46420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61144" y="466547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69210" y="41770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29993" y="43145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49432" y="46693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38006" y="44751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63556" y="43415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25898" y="43678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958473" y="43173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942896" y="45660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34223" y="4415857"/>
              <a:ext cx="1141728" cy="16455"/>
            </a:xfrm>
            <a:custGeom>
              <a:avLst/>
              <a:pathLst>
                <a:path w="1141728" h="16455">
                  <a:moveTo>
                    <a:pt x="0" y="0"/>
                  </a:moveTo>
                  <a:lnTo>
                    <a:pt x="73316" y="1056"/>
                  </a:lnTo>
                  <a:lnTo>
                    <a:pt x="137985" y="1988"/>
                  </a:lnTo>
                  <a:lnTo>
                    <a:pt x="195834" y="2822"/>
                  </a:lnTo>
                  <a:lnTo>
                    <a:pt x="248164" y="3576"/>
                  </a:lnTo>
                  <a:lnTo>
                    <a:pt x="295938" y="4265"/>
                  </a:lnTo>
                  <a:lnTo>
                    <a:pt x="339886" y="4898"/>
                  </a:lnTo>
                  <a:lnTo>
                    <a:pt x="380576" y="5485"/>
                  </a:lnTo>
                  <a:lnTo>
                    <a:pt x="418457" y="6031"/>
                  </a:lnTo>
                  <a:lnTo>
                    <a:pt x="453892" y="6542"/>
                  </a:lnTo>
                  <a:lnTo>
                    <a:pt x="487178" y="7021"/>
                  </a:lnTo>
                  <a:lnTo>
                    <a:pt x="518561" y="7474"/>
                  </a:lnTo>
                  <a:lnTo>
                    <a:pt x="548247" y="7901"/>
                  </a:lnTo>
                  <a:lnTo>
                    <a:pt x="576410" y="8307"/>
                  </a:lnTo>
                  <a:lnTo>
                    <a:pt x="603199" y="8693"/>
                  </a:lnTo>
                  <a:lnTo>
                    <a:pt x="628741" y="9062"/>
                  </a:lnTo>
                  <a:lnTo>
                    <a:pt x="653147" y="9413"/>
                  </a:lnTo>
                  <a:lnTo>
                    <a:pt x="676515" y="9750"/>
                  </a:lnTo>
                  <a:lnTo>
                    <a:pt x="698928" y="10073"/>
                  </a:lnTo>
                  <a:lnTo>
                    <a:pt x="720463" y="10384"/>
                  </a:lnTo>
                  <a:lnTo>
                    <a:pt x="741184" y="10682"/>
                  </a:lnTo>
                  <a:lnTo>
                    <a:pt x="761152" y="10970"/>
                  </a:lnTo>
                  <a:lnTo>
                    <a:pt x="780419" y="11248"/>
                  </a:lnTo>
                  <a:lnTo>
                    <a:pt x="799033" y="11516"/>
                  </a:lnTo>
                  <a:lnTo>
                    <a:pt x="817036" y="11776"/>
                  </a:lnTo>
                  <a:lnTo>
                    <a:pt x="834468" y="12027"/>
                  </a:lnTo>
                  <a:lnTo>
                    <a:pt x="851363" y="12270"/>
                  </a:lnTo>
                  <a:lnTo>
                    <a:pt x="867754" y="12507"/>
                  </a:lnTo>
                  <a:lnTo>
                    <a:pt x="883670" y="12736"/>
                  </a:lnTo>
                  <a:lnTo>
                    <a:pt x="899138" y="12959"/>
                  </a:lnTo>
                  <a:lnTo>
                    <a:pt x="914181" y="13176"/>
                  </a:lnTo>
                  <a:lnTo>
                    <a:pt x="928823" y="13387"/>
                  </a:lnTo>
                  <a:lnTo>
                    <a:pt x="943085" y="13592"/>
                  </a:lnTo>
                  <a:lnTo>
                    <a:pt x="956986" y="13793"/>
                  </a:lnTo>
                  <a:lnTo>
                    <a:pt x="970544" y="13988"/>
                  </a:lnTo>
                  <a:lnTo>
                    <a:pt x="983775" y="14179"/>
                  </a:lnTo>
                  <a:lnTo>
                    <a:pt x="996694" y="14365"/>
                  </a:lnTo>
                  <a:lnTo>
                    <a:pt x="1009317" y="14547"/>
                  </a:lnTo>
                  <a:lnTo>
                    <a:pt x="1021656" y="14725"/>
                  </a:lnTo>
                  <a:lnTo>
                    <a:pt x="1033723" y="14899"/>
                  </a:lnTo>
                  <a:lnTo>
                    <a:pt x="1045531" y="15069"/>
                  </a:lnTo>
                  <a:lnTo>
                    <a:pt x="1057091" y="15235"/>
                  </a:lnTo>
                  <a:lnTo>
                    <a:pt x="1068412" y="15399"/>
                  </a:lnTo>
                  <a:lnTo>
                    <a:pt x="1079504" y="15559"/>
                  </a:lnTo>
                  <a:lnTo>
                    <a:pt x="1090377" y="15715"/>
                  </a:lnTo>
                  <a:lnTo>
                    <a:pt x="1101039" y="15869"/>
                  </a:lnTo>
                  <a:lnTo>
                    <a:pt x="1111497" y="16020"/>
                  </a:lnTo>
                  <a:lnTo>
                    <a:pt x="1121760" y="16168"/>
                  </a:lnTo>
                  <a:lnTo>
                    <a:pt x="1131835" y="16313"/>
                  </a:lnTo>
                  <a:lnTo>
                    <a:pt x="1141728" y="1645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34223" y="4403050"/>
              <a:ext cx="1141728" cy="11865"/>
            </a:xfrm>
            <a:custGeom>
              <a:avLst/>
              <a:pathLst>
                <a:path w="1141728" h="11865">
                  <a:moveTo>
                    <a:pt x="0" y="11865"/>
                  </a:moveTo>
                  <a:lnTo>
                    <a:pt x="73316" y="11103"/>
                  </a:lnTo>
                  <a:lnTo>
                    <a:pt x="137985" y="10431"/>
                  </a:lnTo>
                  <a:lnTo>
                    <a:pt x="195834" y="9830"/>
                  </a:lnTo>
                  <a:lnTo>
                    <a:pt x="248164" y="9286"/>
                  </a:lnTo>
                  <a:lnTo>
                    <a:pt x="295938" y="8790"/>
                  </a:lnTo>
                  <a:lnTo>
                    <a:pt x="339886" y="8333"/>
                  </a:lnTo>
                  <a:lnTo>
                    <a:pt x="380576" y="7910"/>
                  </a:lnTo>
                  <a:lnTo>
                    <a:pt x="418457" y="7516"/>
                  </a:lnTo>
                  <a:lnTo>
                    <a:pt x="453892" y="7148"/>
                  </a:lnTo>
                  <a:lnTo>
                    <a:pt x="487178" y="6802"/>
                  </a:lnTo>
                  <a:lnTo>
                    <a:pt x="518561" y="6476"/>
                  </a:lnTo>
                  <a:lnTo>
                    <a:pt x="548247" y="6167"/>
                  </a:lnTo>
                  <a:lnTo>
                    <a:pt x="576410" y="5875"/>
                  </a:lnTo>
                  <a:lnTo>
                    <a:pt x="603199" y="5596"/>
                  </a:lnTo>
                  <a:lnTo>
                    <a:pt x="628741" y="5331"/>
                  </a:lnTo>
                  <a:lnTo>
                    <a:pt x="653147" y="5077"/>
                  </a:lnTo>
                  <a:lnTo>
                    <a:pt x="676515" y="4834"/>
                  </a:lnTo>
                  <a:lnTo>
                    <a:pt x="698928" y="4601"/>
                  </a:lnTo>
                  <a:lnTo>
                    <a:pt x="720463" y="4378"/>
                  </a:lnTo>
                  <a:lnTo>
                    <a:pt x="741184" y="4162"/>
                  </a:lnTo>
                  <a:lnTo>
                    <a:pt x="761152" y="3955"/>
                  </a:lnTo>
                  <a:lnTo>
                    <a:pt x="780419" y="3754"/>
                  </a:lnTo>
                  <a:lnTo>
                    <a:pt x="799033" y="3561"/>
                  </a:lnTo>
                  <a:lnTo>
                    <a:pt x="817036" y="3374"/>
                  </a:lnTo>
                  <a:lnTo>
                    <a:pt x="834468" y="3193"/>
                  </a:lnTo>
                  <a:lnTo>
                    <a:pt x="851363" y="3017"/>
                  </a:lnTo>
                  <a:lnTo>
                    <a:pt x="867754" y="2847"/>
                  </a:lnTo>
                  <a:lnTo>
                    <a:pt x="883670" y="2681"/>
                  </a:lnTo>
                  <a:lnTo>
                    <a:pt x="899138" y="2521"/>
                  </a:lnTo>
                  <a:lnTo>
                    <a:pt x="914181" y="2364"/>
                  </a:lnTo>
                  <a:lnTo>
                    <a:pt x="928823" y="2212"/>
                  </a:lnTo>
                  <a:lnTo>
                    <a:pt x="943085" y="2064"/>
                  </a:lnTo>
                  <a:lnTo>
                    <a:pt x="956986" y="1919"/>
                  </a:lnTo>
                  <a:lnTo>
                    <a:pt x="970544" y="1779"/>
                  </a:lnTo>
                  <a:lnTo>
                    <a:pt x="983775" y="1641"/>
                  </a:lnTo>
                  <a:lnTo>
                    <a:pt x="996694" y="1507"/>
                  </a:lnTo>
                  <a:lnTo>
                    <a:pt x="1009317" y="1376"/>
                  </a:lnTo>
                  <a:lnTo>
                    <a:pt x="1021656" y="1247"/>
                  </a:lnTo>
                  <a:lnTo>
                    <a:pt x="1033723" y="1122"/>
                  </a:lnTo>
                  <a:lnTo>
                    <a:pt x="1045531" y="999"/>
                  </a:lnTo>
                  <a:lnTo>
                    <a:pt x="1057091" y="879"/>
                  </a:lnTo>
                  <a:lnTo>
                    <a:pt x="1068412" y="761"/>
                  </a:lnTo>
                  <a:lnTo>
                    <a:pt x="1079504" y="646"/>
                  </a:lnTo>
                  <a:lnTo>
                    <a:pt x="1090377" y="533"/>
                  </a:lnTo>
                  <a:lnTo>
                    <a:pt x="1101039" y="422"/>
                  </a:lnTo>
                  <a:lnTo>
                    <a:pt x="1111497" y="314"/>
                  </a:lnTo>
                  <a:lnTo>
                    <a:pt x="1121760" y="207"/>
                  </a:lnTo>
                  <a:lnTo>
                    <a:pt x="1131835" y="102"/>
                  </a:lnTo>
                  <a:lnTo>
                    <a:pt x="114172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34223" y="4368082"/>
              <a:ext cx="1141728" cy="370016"/>
            </a:xfrm>
            <a:custGeom>
              <a:avLst/>
              <a:pathLst>
                <a:path w="1141728" h="370016">
                  <a:moveTo>
                    <a:pt x="0" y="0"/>
                  </a:moveTo>
                  <a:lnTo>
                    <a:pt x="73316" y="23760"/>
                  </a:lnTo>
                  <a:lnTo>
                    <a:pt x="137985" y="44719"/>
                  </a:lnTo>
                  <a:lnTo>
                    <a:pt x="195834" y="63466"/>
                  </a:lnTo>
                  <a:lnTo>
                    <a:pt x="248164" y="80426"/>
                  </a:lnTo>
                  <a:lnTo>
                    <a:pt x="295938" y="95909"/>
                  </a:lnTo>
                  <a:lnTo>
                    <a:pt x="339886" y="110152"/>
                  </a:lnTo>
                  <a:lnTo>
                    <a:pt x="380576" y="123338"/>
                  </a:lnTo>
                  <a:lnTo>
                    <a:pt x="418457" y="135615"/>
                  </a:lnTo>
                  <a:lnTo>
                    <a:pt x="453892" y="147099"/>
                  </a:lnTo>
                  <a:lnTo>
                    <a:pt x="487178" y="157887"/>
                  </a:lnTo>
                  <a:lnTo>
                    <a:pt x="518561" y="168058"/>
                  </a:lnTo>
                  <a:lnTo>
                    <a:pt x="548247" y="177678"/>
                  </a:lnTo>
                  <a:lnTo>
                    <a:pt x="576410" y="186805"/>
                  </a:lnTo>
                  <a:lnTo>
                    <a:pt x="603199" y="195487"/>
                  </a:lnTo>
                  <a:lnTo>
                    <a:pt x="628741" y="203765"/>
                  </a:lnTo>
                  <a:lnTo>
                    <a:pt x="653147" y="211675"/>
                  </a:lnTo>
                  <a:lnTo>
                    <a:pt x="676515" y="219248"/>
                  </a:lnTo>
                  <a:lnTo>
                    <a:pt x="698928" y="226512"/>
                  </a:lnTo>
                  <a:lnTo>
                    <a:pt x="720463" y="233491"/>
                  </a:lnTo>
                  <a:lnTo>
                    <a:pt x="741184" y="240206"/>
                  </a:lnTo>
                  <a:lnTo>
                    <a:pt x="761152" y="246677"/>
                  </a:lnTo>
                  <a:lnTo>
                    <a:pt x="780419" y="252922"/>
                  </a:lnTo>
                  <a:lnTo>
                    <a:pt x="799033" y="258954"/>
                  </a:lnTo>
                  <a:lnTo>
                    <a:pt x="817036" y="264789"/>
                  </a:lnTo>
                  <a:lnTo>
                    <a:pt x="834468" y="270438"/>
                  </a:lnTo>
                  <a:lnTo>
                    <a:pt x="851363" y="275914"/>
                  </a:lnTo>
                  <a:lnTo>
                    <a:pt x="867754" y="281226"/>
                  </a:lnTo>
                  <a:lnTo>
                    <a:pt x="883670" y="286384"/>
                  </a:lnTo>
                  <a:lnTo>
                    <a:pt x="899138" y="291397"/>
                  </a:lnTo>
                  <a:lnTo>
                    <a:pt x="914181" y="296272"/>
                  </a:lnTo>
                  <a:lnTo>
                    <a:pt x="928823" y="301017"/>
                  </a:lnTo>
                  <a:lnTo>
                    <a:pt x="943085" y="305639"/>
                  </a:lnTo>
                  <a:lnTo>
                    <a:pt x="956986" y="310144"/>
                  </a:lnTo>
                  <a:lnTo>
                    <a:pt x="970544" y="314538"/>
                  </a:lnTo>
                  <a:lnTo>
                    <a:pt x="983775" y="318826"/>
                  </a:lnTo>
                  <a:lnTo>
                    <a:pt x="996694" y="323013"/>
                  </a:lnTo>
                  <a:lnTo>
                    <a:pt x="1009317" y="327104"/>
                  </a:lnTo>
                  <a:lnTo>
                    <a:pt x="1021656" y="331103"/>
                  </a:lnTo>
                  <a:lnTo>
                    <a:pt x="1033723" y="335014"/>
                  </a:lnTo>
                  <a:lnTo>
                    <a:pt x="1045531" y="338841"/>
                  </a:lnTo>
                  <a:lnTo>
                    <a:pt x="1057091" y="342587"/>
                  </a:lnTo>
                  <a:lnTo>
                    <a:pt x="1068412" y="346256"/>
                  </a:lnTo>
                  <a:lnTo>
                    <a:pt x="1079504" y="349851"/>
                  </a:lnTo>
                  <a:lnTo>
                    <a:pt x="1090377" y="353374"/>
                  </a:lnTo>
                  <a:lnTo>
                    <a:pt x="1101039" y="356830"/>
                  </a:lnTo>
                  <a:lnTo>
                    <a:pt x="1111497" y="360219"/>
                  </a:lnTo>
                  <a:lnTo>
                    <a:pt x="1121760" y="363545"/>
                  </a:lnTo>
                  <a:lnTo>
                    <a:pt x="1131835" y="366810"/>
                  </a:lnTo>
                  <a:lnTo>
                    <a:pt x="1141728" y="37001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34223" y="4001267"/>
              <a:ext cx="1141728" cy="271651"/>
            </a:xfrm>
            <a:custGeom>
              <a:avLst/>
              <a:pathLst>
                <a:path w="1141728" h="271651">
                  <a:moveTo>
                    <a:pt x="0" y="0"/>
                  </a:moveTo>
                  <a:lnTo>
                    <a:pt x="73316" y="17444"/>
                  </a:lnTo>
                  <a:lnTo>
                    <a:pt x="137985" y="32830"/>
                  </a:lnTo>
                  <a:lnTo>
                    <a:pt x="195834" y="46594"/>
                  </a:lnTo>
                  <a:lnTo>
                    <a:pt x="248164" y="59045"/>
                  </a:lnTo>
                  <a:lnTo>
                    <a:pt x="295938" y="70412"/>
                  </a:lnTo>
                  <a:lnTo>
                    <a:pt x="339886" y="80869"/>
                  </a:lnTo>
                  <a:lnTo>
                    <a:pt x="380576" y="90550"/>
                  </a:lnTo>
                  <a:lnTo>
                    <a:pt x="418457" y="99563"/>
                  </a:lnTo>
                  <a:lnTo>
                    <a:pt x="453892" y="107994"/>
                  </a:lnTo>
                  <a:lnTo>
                    <a:pt x="487178" y="115914"/>
                  </a:lnTo>
                  <a:lnTo>
                    <a:pt x="518561" y="123381"/>
                  </a:lnTo>
                  <a:lnTo>
                    <a:pt x="548247" y="130444"/>
                  </a:lnTo>
                  <a:lnTo>
                    <a:pt x="576410" y="137145"/>
                  </a:lnTo>
                  <a:lnTo>
                    <a:pt x="603199" y="143519"/>
                  </a:lnTo>
                  <a:lnTo>
                    <a:pt x="628741" y="149596"/>
                  </a:lnTo>
                  <a:lnTo>
                    <a:pt x="653147" y="155403"/>
                  </a:lnTo>
                  <a:lnTo>
                    <a:pt x="676515" y="160963"/>
                  </a:lnTo>
                  <a:lnTo>
                    <a:pt x="698928" y="166296"/>
                  </a:lnTo>
                  <a:lnTo>
                    <a:pt x="720463" y="171419"/>
                  </a:lnTo>
                  <a:lnTo>
                    <a:pt x="741184" y="176349"/>
                  </a:lnTo>
                  <a:lnTo>
                    <a:pt x="761152" y="181100"/>
                  </a:lnTo>
                  <a:lnTo>
                    <a:pt x="780419" y="185685"/>
                  </a:lnTo>
                  <a:lnTo>
                    <a:pt x="799033" y="190113"/>
                  </a:lnTo>
                  <a:lnTo>
                    <a:pt x="817036" y="194397"/>
                  </a:lnTo>
                  <a:lnTo>
                    <a:pt x="834468" y="198545"/>
                  </a:lnTo>
                  <a:lnTo>
                    <a:pt x="851363" y="202564"/>
                  </a:lnTo>
                  <a:lnTo>
                    <a:pt x="867754" y="206464"/>
                  </a:lnTo>
                  <a:lnTo>
                    <a:pt x="883670" y="210251"/>
                  </a:lnTo>
                  <a:lnTo>
                    <a:pt x="899138" y="213931"/>
                  </a:lnTo>
                  <a:lnTo>
                    <a:pt x="914181" y="217511"/>
                  </a:lnTo>
                  <a:lnTo>
                    <a:pt x="928823" y="220994"/>
                  </a:lnTo>
                  <a:lnTo>
                    <a:pt x="943085" y="224388"/>
                  </a:lnTo>
                  <a:lnTo>
                    <a:pt x="956986" y="227695"/>
                  </a:lnTo>
                  <a:lnTo>
                    <a:pt x="970544" y="230921"/>
                  </a:lnTo>
                  <a:lnTo>
                    <a:pt x="983775" y="234069"/>
                  </a:lnTo>
                  <a:lnTo>
                    <a:pt x="996694" y="237143"/>
                  </a:lnTo>
                  <a:lnTo>
                    <a:pt x="1009317" y="240146"/>
                  </a:lnTo>
                  <a:lnTo>
                    <a:pt x="1021656" y="243082"/>
                  </a:lnTo>
                  <a:lnTo>
                    <a:pt x="1033723" y="245953"/>
                  </a:lnTo>
                  <a:lnTo>
                    <a:pt x="1045531" y="248763"/>
                  </a:lnTo>
                  <a:lnTo>
                    <a:pt x="1057091" y="251513"/>
                  </a:lnTo>
                  <a:lnTo>
                    <a:pt x="1068412" y="254207"/>
                  </a:lnTo>
                  <a:lnTo>
                    <a:pt x="1079504" y="256846"/>
                  </a:lnTo>
                  <a:lnTo>
                    <a:pt x="1090377" y="259433"/>
                  </a:lnTo>
                  <a:lnTo>
                    <a:pt x="1101039" y="261970"/>
                  </a:lnTo>
                  <a:lnTo>
                    <a:pt x="1111497" y="264458"/>
                  </a:lnTo>
                  <a:lnTo>
                    <a:pt x="1121760" y="266900"/>
                  </a:lnTo>
                  <a:lnTo>
                    <a:pt x="1131835" y="269297"/>
                  </a:lnTo>
                  <a:lnTo>
                    <a:pt x="1141728" y="271651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34223" y="4469139"/>
              <a:ext cx="1141728" cy="36324"/>
            </a:xfrm>
            <a:custGeom>
              <a:avLst/>
              <a:pathLst>
                <a:path w="1141728" h="36324">
                  <a:moveTo>
                    <a:pt x="0" y="0"/>
                  </a:moveTo>
                  <a:lnTo>
                    <a:pt x="73316" y="2332"/>
                  </a:lnTo>
                  <a:lnTo>
                    <a:pt x="137985" y="4390"/>
                  </a:lnTo>
                  <a:lnTo>
                    <a:pt x="195834" y="6230"/>
                  </a:lnTo>
                  <a:lnTo>
                    <a:pt x="248164" y="7895"/>
                  </a:lnTo>
                  <a:lnTo>
                    <a:pt x="295938" y="9415"/>
                  </a:lnTo>
                  <a:lnTo>
                    <a:pt x="339886" y="10813"/>
                  </a:lnTo>
                  <a:lnTo>
                    <a:pt x="380576" y="12108"/>
                  </a:lnTo>
                  <a:lnTo>
                    <a:pt x="418457" y="13313"/>
                  </a:lnTo>
                  <a:lnTo>
                    <a:pt x="453892" y="14440"/>
                  </a:lnTo>
                  <a:lnTo>
                    <a:pt x="487178" y="15499"/>
                  </a:lnTo>
                  <a:lnTo>
                    <a:pt x="518561" y="16498"/>
                  </a:lnTo>
                  <a:lnTo>
                    <a:pt x="548247" y="17442"/>
                  </a:lnTo>
                  <a:lnTo>
                    <a:pt x="576410" y="18338"/>
                  </a:lnTo>
                  <a:lnTo>
                    <a:pt x="603199" y="19190"/>
                  </a:lnTo>
                  <a:lnTo>
                    <a:pt x="628741" y="20003"/>
                  </a:lnTo>
                  <a:lnTo>
                    <a:pt x="653147" y="20779"/>
                  </a:lnTo>
                  <a:lnTo>
                    <a:pt x="676515" y="21523"/>
                  </a:lnTo>
                  <a:lnTo>
                    <a:pt x="698928" y="22236"/>
                  </a:lnTo>
                  <a:lnTo>
                    <a:pt x="720463" y="22921"/>
                  </a:lnTo>
                  <a:lnTo>
                    <a:pt x="741184" y="23580"/>
                  </a:lnTo>
                  <a:lnTo>
                    <a:pt x="761152" y="24216"/>
                  </a:lnTo>
                  <a:lnTo>
                    <a:pt x="780419" y="24829"/>
                  </a:lnTo>
                  <a:lnTo>
                    <a:pt x="799033" y="25421"/>
                  </a:lnTo>
                  <a:lnTo>
                    <a:pt x="817036" y="25994"/>
                  </a:lnTo>
                  <a:lnTo>
                    <a:pt x="834468" y="26548"/>
                  </a:lnTo>
                  <a:lnTo>
                    <a:pt x="851363" y="27086"/>
                  </a:lnTo>
                  <a:lnTo>
                    <a:pt x="867754" y="27607"/>
                  </a:lnTo>
                  <a:lnTo>
                    <a:pt x="883670" y="28114"/>
                  </a:lnTo>
                  <a:lnTo>
                    <a:pt x="899138" y="28606"/>
                  </a:lnTo>
                  <a:lnTo>
                    <a:pt x="914181" y="29084"/>
                  </a:lnTo>
                  <a:lnTo>
                    <a:pt x="928823" y="29550"/>
                  </a:lnTo>
                  <a:lnTo>
                    <a:pt x="943085" y="30004"/>
                  </a:lnTo>
                  <a:lnTo>
                    <a:pt x="956986" y="30446"/>
                  </a:lnTo>
                  <a:lnTo>
                    <a:pt x="970544" y="30877"/>
                  </a:lnTo>
                  <a:lnTo>
                    <a:pt x="983775" y="31298"/>
                  </a:lnTo>
                  <a:lnTo>
                    <a:pt x="996694" y="31709"/>
                  </a:lnTo>
                  <a:lnTo>
                    <a:pt x="1009317" y="32111"/>
                  </a:lnTo>
                  <a:lnTo>
                    <a:pt x="1021656" y="32504"/>
                  </a:lnTo>
                  <a:lnTo>
                    <a:pt x="1033723" y="32888"/>
                  </a:lnTo>
                  <a:lnTo>
                    <a:pt x="1045531" y="33263"/>
                  </a:lnTo>
                  <a:lnTo>
                    <a:pt x="1057091" y="33631"/>
                  </a:lnTo>
                  <a:lnTo>
                    <a:pt x="1068412" y="33991"/>
                  </a:lnTo>
                  <a:lnTo>
                    <a:pt x="1079504" y="34344"/>
                  </a:lnTo>
                  <a:lnTo>
                    <a:pt x="1090377" y="34690"/>
                  </a:lnTo>
                  <a:lnTo>
                    <a:pt x="1101039" y="35029"/>
                  </a:lnTo>
                  <a:lnTo>
                    <a:pt x="1111497" y="35362"/>
                  </a:lnTo>
                  <a:lnTo>
                    <a:pt x="1121760" y="35688"/>
                  </a:lnTo>
                  <a:lnTo>
                    <a:pt x="1131835" y="36009"/>
                  </a:lnTo>
                  <a:lnTo>
                    <a:pt x="1141728" y="3632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34223" y="4244613"/>
              <a:ext cx="1141728" cy="226760"/>
            </a:xfrm>
            <a:custGeom>
              <a:avLst/>
              <a:pathLst>
                <a:path w="1141728" h="226760">
                  <a:moveTo>
                    <a:pt x="0" y="0"/>
                  </a:moveTo>
                  <a:lnTo>
                    <a:pt x="73316" y="14561"/>
                  </a:lnTo>
                  <a:lnTo>
                    <a:pt x="137985" y="27405"/>
                  </a:lnTo>
                  <a:lnTo>
                    <a:pt x="195834" y="38894"/>
                  </a:lnTo>
                  <a:lnTo>
                    <a:pt x="248164" y="49288"/>
                  </a:lnTo>
                  <a:lnTo>
                    <a:pt x="295938" y="58776"/>
                  </a:lnTo>
                  <a:lnTo>
                    <a:pt x="339886" y="67505"/>
                  </a:lnTo>
                  <a:lnTo>
                    <a:pt x="380576" y="75586"/>
                  </a:lnTo>
                  <a:lnTo>
                    <a:pt x="418457" y="83110"/>
                  </a:lnTo>
                  <a:lnTo>
                    <a:pt x="453892" y="90148"/>
                  </a:lnTo>
                  <a:lnTo>
                    <a:pt x="487178" y="96759"/>
                  </a:lnTo>
                  <a:lnTo>
                    <a:pt x="518561" y="102992"/>
                  </a:lnTo>
                  <a:lnTo>
                    <a:pt x="548247" y="108888"/>
                  </a:lnTo>
                  <a:lnTo>
                    <a:pt x="576410" y="114481"/>
                  </a:lnTo>
                  <a:lnTo>
                    <a:pt x="603199" y="119802"/>
                  </a:lnTo>
                  <a:lnTo>
                    <a:pt x="628741" y="124875"/>
                  </a:lnTo>
                  <a:lnTo>
                    <a:pt x="653147" y="129722"/>
                  </a:lnTo>
                  <a:lnTo>
                    <a:pt x="676515" y="134363"/>
                  </a:lnTo>
                  <a:lnTo>
                    <a:pt x="698928" y="138815"/>
                  </a:lnTo>
                  <a:lnTo>
                    <a:pt x="720463" y="143092"/>
                  </a:lnTo>
                  <a:lnTo>
                    <a:pt x="741184" y="147207"/>
                  </a:lnTo>
                  <a:lnTo>
                    <a:pt x="761152" y="151173"/>
                  </a:lnTo>
                  <a:lnTo>
                    <a:pt x="780419" y="155000"/>
                  </a:lnTo>
                  <a:lnTo>
                    <a:pt x="799033" y="158697"/>
                  </a:lnTo>
                  <a:lnTo>
                    <a:pt x="817036" y="162273"/>
                  </a:lnTo>
                  <a:lnTo>
                    <a:pt x="834468" y="165735"/>
                  </a:lnTo>
                  <a:lnTo>
                    <a:pt x="851363" y="169090"/>
                  </a:lnTo>
                  <a:lnTo>
                    <a:pt x="867754" y="172346"/>
                  </a:lnTo>
                  <a:lnTo>
                    <a:pt x="883670" y="175507"/>
                  </a:lnTo>
                  <a:lnTo>
                    <a:pt x="899138" y="178579"/>
                  </a:lnTo>
                  <a:lnTo>
                    <a:pt x="914181" y="181567"/>
                  </a:lnTo>
                  <a:lnTo>
                    <a:pt x="928823" y="184475"/>
                  </a:lnTo>
                  <a:lnTo>
                    <a:pt x="943085" y="187307"/>
                  </a:lnTo>
                  <a:lnTo>
                    <a:pt x="956986" y="190068"/>
                  </a:lnTo>
                  <a:lnTo>
                    <a:pt x="970544" y="192761"/>
                  </a:lnTo>
                  <a:lnTo>
                    <a:pt x="983775" y="195389"/>
                  </a:lnTo>
                  <a:lnTo>
                    <a:pt x="996694" y="197955"/>
                  </a:lnTo>
                  <a:lnTo>
                    <a:pt x="1009317" y="200462"/>
                  </a:lnTo>
                  <a:lnTo>
                    <a:pt x="1021656" y="202912"/>
                  </a:lnTo>
                  <a:lnTo>
                    <a:pt x="1033723" y="205309"/>
                  </a:lnTo>
                  <a:lnTo>
                    <a:pt x="1045531" y="207654"/>
                  </a:lnTo>
                  <a:lnTo>
                    <a:pt x="1057091" y="209950"/>
                  </a:lnTo>
                  <a:lnTo>
                    <a:pt x="1068412" y="212199"/>
                  </a:lnTo>
                  <a:lnTo>
                    <a:pt x="1079504" y="214402"/>
                  </a:lnTo>
                  <a:lnTo>
                    <a:pt x="1090377" y="216561"/>
                  </a:lnTo>
                  <a:lnTo>
                    <a:pt x="1101039" y="218679"/>
                  </a:lnTo>
                  <a:lnTo>
                    <a:pt x="1111497" y="220756"/>
                  </a:lnTo>
                  <a:lnTo>
                    <a:pt x="1121760" y="222794"/>
                  </a:lnTo>
                  <a:lnTo>
                    <a:pt x="1131835" y="224795"/>
                  </a:lnTo>
                  <a:lnTo>
                    <a:pt x="1141728" y="22676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34223" y="4215536"/>
              <a:ext cx="1141728" cy="462699"/>
            </a:xfrm>
            <a:custGeom>
              <a:avLst/>
              <a:pathLst>
                <a:path w="1141728" h="462699">
                  <a:moveTo>
                    <a:pt x="0" y="0"/>
                  </a:moveTo>
                  <a:lnTo>
                    <a:pt x="73316" y="29712"/>
                  </a:lnTo>
                  <a:lnTo>
                    <a:pt x="137985" y="55920"/>
                  </a:lnTo>
                  <a:lnTo>
                    <a:pt x="195834" y="79364"/>
                  </a:lnTo>
                  <a:lnTo>
                    <a:pt x="248164" y="100571"/>
                  </a:lnTo>
                  <a:lnTo>
                    <a:pt x="295938" y="119932"/>
                  </a:lnTo>
                  <a:lnTo>
                    <a:pt x="339886" y="137743"/>
                  </a:lnTo>
                  <a:lnTo>
                    <a:pt x="380576" y="154233"/>
                  </a:lnTo>
                  <a:lnTo>
                    <a:pt x="418457" y="169584"/>
                  </a:lnTo>
                  <a:lnTo>
                    <a:pt x="453892" y="183945"/>
                  </a:lnTo>
                  <a:lnTo>
                    <a:pt x="487178" y="197435"/>
                  </a:lnTo>
                  <a:lnTo>
                    <a:pt x="518561" y="210153"/>
                  </a:lnTo>
                  <a:lnTo>
                    <a:pt x="548247" y="222184"/>
                  </a:lnTo>
                  <a:lnTo>
                    <a:pt x="576410" y="233597"/>
                  </a:lnTo>
                  <a:lnTo>
                    <a:pt x="603199" y="244453"/>
                  </a:lnTo>
                  <a:lnTo>
                    <a:pt x="628741" y="254805"/>
                  </a:lnTo>
                  <a:lnTo>
                    <a:pt x="653147" y="264696"/>
                  </a:lnTo>
                  <a:lnTo>
                    <a:pt x="676515" y="274166"/>
                  </a:lnTo>
                  <a:lnTo>
                    <a:pt x="698928" y="283249"/>
                  </a:lnTo>
                  <a:lnTo>
                    <a:pt x="720463" y="291976"/>
                  </a:lnTo>
                  <a:lnTo>
                    <a:pt x="741184" y="300374"/>
                  </a:lnTo>
                  <a:lnTo>
                    <a:pt x="761152" y="308466"/>
                  </a:lnTo>
                  <a:lnTo>
                    <a:pt x="780419" y="316274"/>
                  </a:lnTo>
                  <a:lnTo>
                    <a:pt x="799033" y="323818"/>
                  </a:lnTo>
                  <a:lnTo>
                    <a:pt x="817036" y="331114"/>
                  </a:lnTo>
                  <a:lnTo>
                    <a:pt x="834468" y="338178"/>
                  </a:lnTo>
                  <a:lnTo>
                    <a:pt x="851363" y="345025"/>
                  </a:lnTo>
                  <a:lnTo>
                    <a:pt x="867754" y="351668"/>
                  </a:lnTo>
                  <a:lnTo>
                    <a:pt x="883670" y="358118"/>
                  </a:lnTo>
                  <a:lnTo>
                    <a:pt x="899138" y="364386"/>
                  </a:lnTo>
                  <a:lnTo>
                    <a:pt x="914181" y="370483"/>
                  </a:lnTo>
                  <a:lnTo>
                    <a:pt x="928823" y="376417"/>
                  </a:lnTo>
                  <a:lnTo>
                    <a:pt x="943085" y="382197"/>
                  </a:lnTo>
                  <a:lnTo>
                    <a:pt x="956986" y="387830"/>
                  </a:lnTo>
                  <a:lnTo>
                    <a:pt x="970544" y="393325"/>
                  </a:lnTo>
                  <a:lnTo>
                    <a:pt x="983775" y="398687"/>
                  </a:lnTo>
                  <a:lnTo>
                    <a:pt x="996694" y="403922"/>
                  </a:lnTo>
                  <a:lnTo>
                    <a:pt x="1009317" y="409038"/>
                  </a:lnTo>
                  <a:lnTo>
                    <a:pt x="1021656" y="414038"/>
                  </a:lnTo>
                  <a:lnTo>
                    <a:pt x="1033723" y="418929"/>
                  </a:lnTo>
                  <a:lnTo>
                    <a:pt x="1045531" y="423714"/>
                  </a:lnTo>
                  <a:lnTo>
                    <a:pt x="1057091" y="428399"/>
                  </a:lnTo>
                  <a:lnTo>
                    <a:pt x="1068412" y="432987"/>
                  </a:lnTo>
                  <a:lnTo>
                    <a:pt x="1079504" y="437482"/>
                  </a:lnTo>
                  <a:lnTo>
                    <a:pt x="1090377" y="441888"/>
                  </a:lnTo>
                  <a:lnTo>
                    <a:pt x="1101039" y="446209"/>
                  </a:lnTo>
                  <a:lnTo>
                    <a:pt x="1111497" y="450448"/>
                  </a:lnTo>
                  <a:lnTo>
                    <a:pt x="1121760" y="454607"/>
                  </a:lnTo>
                  <a:lnTo>
                    <a:pt x="1131835" y="458690"/>
                  </a:lnTo>
                  <a:lnTo>
                    <a:pt x="1141728" y="46269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34223" y="4635740"/>
              <a:ext cx="1141728" cy="10850"/>
            </a:xfrm>
            <a:custGeom>
              <a:avLst/>
              <a:pathLst>
                <a:path w="1141728" h="10850">
                  <a:moveTo>
                    <a:pt x="0" y="0"/>
                  </a:moveTo>
                  <a:lnTo>
                    <a:pt x="73316" y="696"/>
                  </a:lnTo>
                  <a:lnTo>
                    <a:pt x="137985" y="1311"/>
                  </a:lnTo>
                  <a:lnTo>
                    <a:pt x="195834" y="1861"/>
                  </a:lnTo>
                  <a:lnTo>
                    <a:pt x="248164" y="2358"/>
                  </a:lnTo>
                  <a:lnTo>
                    <a:pt x="295938" y="2812"/>
                  </a:lnTo>
                  <a:lnTo>
                    <a:pt x="339886" y="3229"/>
                  </a:lnTo>
                  <a:lnTo>
                    <a:pt x="380576" y="3616"/>
                  </a:lnTo>
                  <a:lnTo>
                    <a:pt x="418457" y="3976"/>
                  </a:lnTo>
                  <a:lnTo>
                    <a:pt x="453892" y="4313"/>
                  </a:lnTo>
                  <a:lnTo>
                    <a:pt x="487178" y="4629"/>
                  </a:lnTo>
                  <a:lnTo>
                    <a:pt x="518561" y="4927"/>
                  </a:lnTo>
                  <a:lnTo>
                    <a:pt x="548247" y="5210"/>
                  </a:lnTo>
                  <a:lnTo>
                    <a:pt x="576410" y="5477"/>
                  </a:lnTo>
                  <a:lnTo>
                    <a:pt x="603199" y="5732"/>
                  </a:lnTo>
                  <a:lnTo>
                    <a:pt x="628741" y="5975"/>
                  </a:lnTo>
                  <a:lnTo>
                    <a:pt x="653147" y="6206"/>
                  </a:lnTo>
                  <a:lnTo>
                    <a:pt x="676515" y="6429"/>
                  </a:lnTo>
                  <a:lnTo>
                    <a:pt x="698928" y="6642"/>
                  </a:lnTo>
                  <a:lnTo>
                    <a:pt x="720463" y="6846"/>
                  </a:lnTo>
                  <a:lnTo>
                    <a:pt x="741184" y="7043"/>
                  </a:lnTo>
                  <a:lnTo>
                    <a:pt x="761152" y="7233"/>
                  </a:lnTo>
                  <a:lnTo>
                    <a:pt x="780419" y="7416"/>
                  </a:lnTo>
                  <a:lnTo>
                    <a:pt x="799033" y="7593"/>
                  </a:lnTo>
                  <a:lnTo>
                    <a:pt x="817036" y="7764"/>
                  </a:lnTo>
                  <a:lnTo>
                    <a:pt x="834468" y="7930"/>
                  </a:lnTo>
                  <a:lnTo>
                    <a:pt x="851363" y="8090"/>
                  </a:lnTo>
                  <a:lnTo>
                    <a:pt x="867754" y="8246"/>
                  </a:lnTo>
                  <a:lnTo>
                    <a:pt x="883670" y="8397"/>
                  </a:lnTo>
                  <a:lnTo>
                    <a:pt x="899138" y="8544"/>
                  </a:lnTo>
                  <a:lnTo>
                    <a:pt x="914181" y="8687"/>
                  </a:lnTo>
                  <a:lnTo>
                    <a:pt x="928823" y="8826"/>
                  </a:lnTo>
                  <a:lnTo>
                    <a:pt x="943085" y="8962"/>
                  </a:lnTo>
                  <a:lnTo>
                    <a:pt x="956986" y="9094"/>
                  </a:lnTo>
                  <a:lnTo>
                    <a:pt x="970544" y="9223"/>
                  </a:lnTo>
                  <a:lnTo>
                    <a:pt x="983775" y="9348"/>
                  </a:lnTo>
                  <a:lnTo>
                    <a:pt x="996694" y="9471"/>
                  </a:lnTo>
                  <a:lnTo>
                    <a:pt x="1009317" y="9591"/>
                  </a:lnTo>
                  <a:lnTo>
                    <a:pt x="1021656" y="9708"/>
                  </a:lnTo>
                  <a:lnTo>
                    <a:pt x="1033723" y="9823"/>
                  </a:lnTo>
                  <a:lnTo>
                    <a:pt x="1045531" y="9935"/>
                  </a:lnTo>
                  <a:lnTo>
                    <a:pt x="1057091" y="10045"/>
                  </a:lnTo>
                  <a:lnTo>
                    <a:pt x="1068412" y="10153"/>
                  </a:lnTo>
                  <a:lnTo>
                    <a:pt x="1079504" y="10258"/>
                  </a:lnTo>
                  <a:lnTo>
                    <a:pt x="1090377" y="10362"/>
                  </a:lnTo>
                  <a:lnTo>
                    <a:pt x="1101039" y="10463"/>
                  </a:lnTo>
                  <a:lnTo>
                    <a:pt x="1111497" y="10562"/>
                  </a:lnTo>
                  <a:lnTo>
                    <a:pt x="1121760" y="10660"/>
                  </a:lnTo>
                  <a:lnTo>
                    <a:pt x="1131835" y="10756"/>
                  </a:lnTo>
                  <a:lnTo>
                    <a:pt x="1141728" y="1085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834223" y="4433809"/>
              <a:ext cx="1141728" cy="69066"/>
            </a:xfrm>
            <a:custGeom>
              <a:avLst/>
              <a:pathLst>
                <a:path w="1141728" h="69066">
                  <a:moveTo>
                    <a:pt x="0" y="69066"/>
                  </a:moveTo>
                  <a:lnTo>
                    <a:pt x="73316" y="64631"/>
                  </a:lnTo>
                  <a:lnTo>
                    <a:pt x="137985" y="60719"/>
                  </a:lnTo>
                  <a:lnTo>
                    <a:pt x="195834" y="57219"/>
                  </a:lnTo>
                  <a:lnTo>
                    <a:pt x="248164" y="54054"/>
                  </a:lnTo>
                  <a:lnTo>
                    <a:pt x="295938" y="51164"/>
                  </a:lnTo>
                  <a:lnTo>
                    <a:pt x="339886" y="48505"/>
                  </a:lnTo>
                  <a:lnTo>
                    <a:pt x="380576" y="46044"/>
                  </a:lnTo>
                  <a:lnTo>
                    <a:pt x="418457" y="43752"/>
                  </a:lnTo>
                  <a:lnTo>
                    <a:pt x="453892" y="41609"/>
                  </a:lnTo>
                  <a:lnTo>
                    <a:pt x="487178" y="39595"/>
                  </a:lnTo>
                  <a:lnTo>
                    <a:pt x="518561" y="37697"/>
                  </a:lnTo>
                  <a:lnTo>
                    <a:pt x="548247" y="35901"/>
                  </a:lnTo>
                  <a:lnTo>
                    <a:pt x="576410" y="34197"/>
                  </a:lnTo>
                  <a:lnTo>
                    <a:pt x="603199" y="32577"/>
                  </a:lnTo>
                  <a:lnTo>
                    <a:pt x="628741" y="31032"/>
                  </a:lnTo>
                  <a:lnTo>
                    <a:pt x="653147" y="29555"/>
                  </a:lnTo>
                  <a:lnTo>
                    <a:pt x="676515" y="28142"/>
                  </a:lnTo>
                  <a:lnTo>
                    <a:pt x="698928" y="26786"/>
                  </a:lnTo>
                  <a:lnTo>
                    <a:pt x="720463" y="25483"/>
                  </a:lnTo>
                  <a:lnTo>
                    <a:pt x="741184" y="24230"/>
                  </a:lnTo>
                  <a:lnTo>
                    <a:pt x="761152" y="23022"/>
                  </a:lnTo>
                  <a:lnTo>
                    <a:pt x="780419" y="21856"/>
                  </a:lnTo>
                  <a:lnTo>
                    <a:pt x="799033" y="20730"/>
                  </a:lnTo>
                  <a:lnTo>
                    <a:pt x="817036" y="19641"/>
                  </a:lnTo>
                  <a:lnTo>
                    <a:pt x="834468" y="18587"/>
                  </a:lnTo>
                  <a:lnTo>
                    <a:pt x="851363" y="17564"/>
                  </a:lnTo>
                  <a:lnTo>
                    <a:pt x="867754" y="16573"/>
                  </a:lnTo>
                  <a:lnTo>
                    <a:pt x="883670" y="15610"/>
                  </a:lnTo>
                  <a:lnTo>
                    <a:pt x="899138" y="14675"/>
                  </a:lnTo>
                  <a:lnTo>
                    <a:pt x="914181" y="13764"/>
                  </a:lnTo>
                  <a:lnTo>
                    <a:pt x="928823" y="12879"/>
                  </a:lnTo>
                  <a:lnTo>
                    <a:pt x="943085" y="12016"/>
                  </a:lnTo>
                  <a:lnTo>
                    <a:pt x="956986" y="11175"/>
                  </a:lnTo>
                  <a:lnTo>
                    <a:pt x="970544" y="10355"/>
                  </a:lnTo>
                  <a:lnTo>
                    <a:pt x="983775" y="9555"/>
                  </a:lnTo>
                  <a:lnTo>
                    <a:pt x="996694" y="8773"/>
                  </a:lnTo>
                  <a:lnTo>
                    <a:pt x="1009317" y="8009"/>
                  </a:lnTo>
                  <a:lnTo>
                    <a:pt x="1021656" y="7263"/>
                  </a:lnTo>
                  <a:lnTo>
                    <a:pt x="1033723" y="6533"/>
                  </a:lnTo>
                  <a:lnTo>
                    <a:pt x="1045531" y="5819"/>
                  </a:lnTo>
                  <a:lnTo>
                    <a:pt x="1057091" y="5119"/>
                  </a:lnTo>
                  <a:lnTo>
                    <a:pt x="1068412" y="4435"/>
                  </a:lnTo>
                  <a:lnTo>
                    <a:pt x="1079504" y="3764"/>
                  </a:lnTo>
                  <a:lnTo>
                    <a:pt x="1090377" y="3106"/>
                  </a:lnTo>
                  <a:lnTo>
                    <a:pt x="1101039" y="2461"/>
                  </a:lnTo>
                  <a:lnTo>
                    <a:pt x="1111497" y="1828"/>
                  </a:lnTo>
                  <a:lnTo>
                    <a:pt x="1121760" y="1207"/>
                  </a:lnTo>
                  <a:lnTo>
                    <a:pt x="1131835" y="598"/>
                  </a:lnTo>
                  <a:lnTo>
                    <a:pt x="114172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834223" y="4156648"/>
              <a:ext cx="1141728" cy="296146"/>
            </a:xfrm>
            <a:custGeom>
              <a:avLst/>
              <a:pathLst>
                <a:path w="1141728" h="296146">
                  <a:moveTo>
                    <a:pt x="0" y="0"/>
                  </a:moveTo>
                  <a:lnTo>
                    <a:pt x="73316" y="19017"/>
                  </a:lnTo>
                  <a:lnTo>
                    <a:pt x="137985" y="35791"/>
                  </a:lnTo>
                  <a:lnTo>
                    <a:pt x="195834" y="50796"/>
                  </a:lnTo>
                  <a:lnTo>
                    <a:pt x="248164" y="64369"/>
                  </a:lnTo>
                  <a:lnTo>
                    <a:pt x="295938" y="76761"/>
                  </a:lnTo>
                  <a:lnTo>
                    <a:pt x="339886" y="88161"/>
                  </a:lnTo>
                  <a:lnTo>
                    <a:pt x="380576" y="98715"/>
                  </a:lnTo>
                  <a:lnTo>
                    <a:pt x="418457" y="108541"/>
                  </a:lnTo>
                  <a:lnTo>
                    <a:pt x="453892" y="117732"/>
                  </a:lnTo>
                  <a:lnTo>
                    <a:pt x="487178" y="126366"/>
                  </a:lnTo>
                  <a:lnTo>
                    <a:pt x="518561" y="134506"/>
                  </a:lnTo>
                  <a:lnTo>
                    <a:pt x="548247" y="142206"/>
                  </a:lnTo>
                  <a:lnTo>
                    <a:pt x="576410" y="149511"/>
                  </a:lnTo>
                  <a:lnTo>
                    <a:pt x="603199" y="156460"/>
                  </a:lnTo>
                  <a:lnTo>
                    <a:pt x="628741" y="163085"/>
                  </a:lnTo>
                  <a:lnTo>
                    <a:pt x="653147" y="169415"/>
                  </a:lnTo>
                  <a:lnTo>
                    <a:pt x="676515" y="175477"/>
                  </a:lnTo>
                  <a:lnTo>
                    <a:pt x="698928" y="181290"/>
                  </a:lnTo>
                  <a:lnTo>
                    <a:pt x="720463" y="186876"/>
                  </a:lnTo>
                  <a:lnTo>
                    <a:pt x="741184" y="192251"/>
                  </a:lnTo>
                  <a:lnTo>
                    <a:pt x="761152" y="197430"/>
                  </a:lnTo>
                  <a:lnTo>
                    <a:pt x="780419" y="202428"/>
                  </a:lnTo>
                  <a:lnTo>
                    <a:pt x="799033" y="207256"/>
                  </a:lnTo>
                  <a:lnTo>
                    <a:pt x="817036" y="211926"/>
                  </a:lnTo>
                  <a:lnTo>
                    <a:pt x="834468" y="216447"/>
                  </a:lnTo>
                  <a:lnTo>
                    <a:pt x="851363" y="220830"/>
                  </a:lnTo>
                  <a:lnTo>
                    <a:pt x="867754" y="225081"/>
                  </a:lnTo>
                  <a:lnTo>
                    <a:pt x="883670" y="229209"/>
                  </a:lnTo>
                  <a:lnTo>
                    <a:pt x="899138" y="233221"/>
                  </a:lnTo>
                  <a:lnTo>
                    <a:pt x="914181" y="237123"/>
                  </a:lnTo>
                  <a:lnTo>
                    <a:pt x="928823" y="240921"/>
                  </a:lnTo>
                  <a:lnTo>
                    <a:pt x="943085" y="244621"/>
                  </a:lnTo>
                  <a:lnTo>
                    <a:pt x="956986" y="248226"/>
                  </a:lnTo>
                  <a:lnTo>
                    <a:pt x="970544" y="251743"/>
                  </a:lnTo>
                  <a:lnTo>
                    <a:pt x="983775" y="255175"/>
                  </a:lnTo>
                  <a:lnTo>
                    <a:pt x="996694" y="258526"/>
                  </a:lnTo>
                  <a:lnTo>
                    <a:pt x="1009317" y="261800"/>
                  </a:lnTo>
                  <a:lnTo>
                    <a:pt x="1021656" y="265001"/>
                  </a:lnTo>
                  <a:lnTo>
                    <a:pt x="1033723" y="268131"/>
                  </a:lnTo>
                  <a:lnTo>
                    <a:pt x="1045531" y="271194"/>
                  </a:lnTo>
                  <a:lnTo>
                    <a:pt x="1057091" y="274192"/>
                  </a:lnTo>
                  <a:lnTo>
                    <a:pt x="1068412" y="277129"/>
                  </a:lnTo>
                  <a:lnTo>
                    <a:pt x="1079504" y="280006"/>
                  </a:lnTo>
                  <a:lnTo>
                    <a:pt x="1090377" y="282826"/>
                  </a:lnTo>
                  <a:lnTo>
                    <a:pt x="1101039" y="285591"/>
                  </a:lnTo>
                  <a:lnTo>
                    <a:pt x="1111497" y="288304"/>
                  </a:lnTo>
                  <a:lnTo>
                    <a:pt x="1121760" y="290966"/>
                  </a:lnTo>
                  <a:lnTo>
                    <a:pt x="1131835" y="293579"/>
                  </a:lnTo>
                  <a:lnTo>
                    <a:pt x="1141728" y="29614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48241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19773" y="48718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19773" y="45253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719773" y="41789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748241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83422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14799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9537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7595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0596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18654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67120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94769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41440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748241" y="36815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40407" y="47333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42217" y="46085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40554" y="47507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70176" y="40301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51970" y="45158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38159" y="43375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17855" y="48825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45901" y="46064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242656" y="44979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234490" y="41961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07178" y="44780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14900" y="42567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50738" y="47356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46142" y="47920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25721" y="3880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48822" y="40454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35464" y="48441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14722" y="47650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03691" y="48031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16282" y="47226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39373" y="46856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09210" y="48201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18270" y="45917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50670" y="46225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52076" y="44093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20930" y="45075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09373" y="48235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599618" y="47063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14942" y="473497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82330" y="46905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024356" y="46915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94379" y="46595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80905" y="46712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002091" y="47392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81508" y="47161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017877" y="44473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83668" y="47799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99126" y="45457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99658" y="47620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97076" y="45867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28441" y="47498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88922" y="47866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05682" y="43589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001703" y="470889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017536" y="44917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89784" y="46321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97756" y="45320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89659" y="454253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65469" y="48192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86332" y="46485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405427" y="44929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76676" y="46390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71098" y="45242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85203" y="47048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66270" y="46129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94935" y="47195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81996" y="44597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65126" y="44803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99672" y="46561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76468" y="47503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88644" y="46048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84777" y="47600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59520" y="45936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93323" y="48038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91456" y="43808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93289" y="47490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78223" y="47104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407419" y="46133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57481" y="45396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88589" y="46227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89168" y="46684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358655" y="47339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73221" y="4511797"/>
              <a:ext cx="1139439" cy="200652"/>
            </a:xfrm>
            <a:custGeom>
              <a:avLst/>
              <a:pathLst>
                <a:path w="1139439" h="200652">
                  <a:moveTo>
                    <a:pt x="0" y="0"/>
                  </a:moveTo>
                  <a:lnTo>
                    <a:pt x="73169" y="12884"/>
                  </a:lnTo>
                  <a:lnTo>
                    <a:pt x="137708" y="24250"/>
                  </a:lnTo>
                  <a:lnTo>
                    <a:pt x="195441" y="34416"/>
                  </a:lnTo>
                  <a:lnTo>
                    <a:pt x="247667" y="43613"/>
                  </a:lnTo>
                  <a:lnTo>
                    <a:pt x="295345" y="52009"/>
                  </a:lnTo>
                  <a:lnTo>
                    <a:pt x="339205" y="59733"/>
                  </a:lnTo>
                  <a:lnTo>
                    <a:pt x="379813" y="66884"/>
                  </a:lnTo>
                  <a:lnTo>
                    <a:pt x="417618" y="73541"/>
                  </a:lnTo>
                  <a:lnTo>
                    <a:pt x="452982" y="79768"/>
                  </a:lnTo>
                  <a:lnTo>
                    <a:pt x="486201" y="85618"/>
                  </a:lnTo>
                  <a:lnTo>
                    <a:pt x="517522" y="91134"/>
                  </a:lnTo>
                  <a:lnTo>
                    <a:pt x="547148" y="96351"/>
                  </a:lnTo>
                  <a:lnTo>
                    <a:pt x="575254" y="101300"/>
                  </a:lnTo>
                  <a:lnTo>
                    <a:pt x="601989" y="106008"/>
                  </a:lnTo>
                  <a:lnTo>
                    <a:pt x="627480" y="110497"/>
                  </a:lnTo>
                  <a:lnTo>
                    <a:pt x="651837" y="114786"/>
                  </a:lnTo>
                  <a:lnTo>
                    <a:pt x="675158" y="118893"/>
                  </a:lnTo>
                  <a:lnTo>
                    <a:pt x="697527" y="122832"/>
                  </a:lnTo>
                  <a:lnTo>
                    <a:pt x="719018" y="126617"/>
                  </a:lnTo>
                  <a:lnTo>
                    <a:pt x="739698" y="130258"/>
                  </a:lnTo>
                  <a:lnTo>
                    <a:pt x="759626" y="133768"/>
                  </a:lnTo>
                  <a:lnTo>
                    <a:pt x="778854" y="137154"/>
                  </a:lnTo>
                  <a:lnTo>
                    <a:pt x="797431" y="140425"/>
                  </a:lnTo>
                  <a:lnTo>
                    <a:pt x="815398" y="143589"/>
                  </a:lnTo>
                  <a:lnTo>
                    <a:pt x="832795" y="146652"/>
                  </a:lnTo>
                  <a:lnTo>
                    <a:pt x="849656" y="149622"/>
                  </a:lnTo>
                  <a:lnTo>
                    <a:pt x="866014" y="152502"/>
                  </a:lnTo>
                  <a:lnTo>
                    <a:pt x="881898" y="155299"/>
                  </a:lnTo>
                  <a:lnTo>
                    <a:pt x="897335" y="158018"/>
                  </a:lnTo>
                  <a:lnTo>
                    <a:pt x="912348" y="160662"/>
                  </a:lnTo>
                  <a:lnTo>
                    <a:pt x="926961" y="163235"/>
                  </a:lnTo>
                  <a:lnTo>
                    <a:pt x="941194" y="165741"/>
                  </a:lnTo>
                  <a:lnTo>
                    <a:pt x="955067" y="168184"/>
                  </a:lnTo>
                  <a:lnTo>
                    <a:pt x="968598" y="170567"/>
                  </a:lnTo>
                  <a:lnTo>
                    <a:pt x="981802" y="172892"/>
                  </a:lnTo>
                  <a:lnTo>
                    <a:pt x="994696" y="175163"/>
                  </a:lnTo>
                  <a:lnTo>
                    <a:pt x="1007293" y="177381"/>
                  </a:lnTo>
                  <a:lnTo>
                    <a:pt x="1019607" y="179550"/>
                  </a:lnTo>
                  <a:lnTo>
                    <a:pt x="1031651" y="181670"/>
                  </a:lnTo>
                  <a:lnTo>
                    <a:pt x="1043435" y="183746"/>
                  </a:lnTo>
                  <a:lnTo>
                    <a:pt x="1054971" y="185777"/>
                  </a:lnTo>
                  <a:lnTo>
                    <a:pt x="1066270" y="187767"/>
                  </a:lnTo>
                  <a:lnTo>
                    <a:pt x="1077340" y="189716"/>
                  </a:lnTo>
                  <a:lnTo>
                    <a:pt x="1088191" y="191627"/>
                  </a:lnTo>
                  <a:lnTo>
                    <a:pt x="1098831" y="193501"/>
                  </a:lnTo>
                  <a:lnTo>
                    <a:pt x="1109269" y="195339"/>
                  </a:lnTo>
                  <a:lnTo>
                    <a:pt x="1119511" y="197142"/>
                  </a:lnTo>
                  <a:lnTo>
                    <a:pt x="1129566" y="198913"/>
                  </a:lnTo>
                  <a:lnTo>
                    <a:pt x="1139439" y="20065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73221" y="4117977"/>
              <a:ext cx="1139439" cy="661468"/>
            </a:xfrm>
            <a:custGeom>
              <a:avLst/>
              <a:pathLst>
                <a:path w="1139439" h="661468">
                  <a:moveTo>
                    <a:pt x="0" y="0"/>
                  </a:moveTo>
                  <a:lnTo>
                    <a:pt x="73169" y="42476"/>
                  </a:lnTo>
                  <a:lnTo>
                    <a:pt x="137708" y="79942"/>
                  </a:lnTo>
                  <a:lnTo>
                    <a:pt x="195441" y="113458"/>
                  </a:lnTo>
                  <a:lnTo>
                    <a:pt x="247667" y="143776"/>
                  </a:lnTo>
                  <a:lnTo>
                    <a:pt x="295345" y="171454"/>
                  </a:lnTo>
                  <a:lnTo>
                    <a:pt x="339205" y="196915"/>
                  </a:lnTo>
                  <a:lnTo>
                    <a:pt x="379813" y="220489"/>
                  </a:lnTo>
                  <a:lnTo>
                    <a:pt x="417618" y="242436"/>
                  </a:lnTo>
                  <a:lnTo>
                    <a:pt x="452982" y="262965"/>
                  </a:lnTo>
                  <a:lnTo>
                    <a:pt x="486201" y="282250"/>
                  </a:lnTo>
                  <a:lnTo>
                    <a:pt x="517522" y="300432"/>
                  </a:lnTo>
                  <a:lnTo>
                    <a:pt x="547148" y="317631"/>
                  </a:lnTo>
                  <a:lnTo>
                    <a:pt x="575254" y="333947"/>
                  </a:lnTo>
                  <a:lnTo>
                    <a:pt x="601989" y="349467"/>
                  </a:lnTo>
                  <a:lnTo>
                    <a:pt x="627480" y="364265"/>
                  </a:lnTo>
                  <a:lnTo>
                    <a:pt x="651837" y="378405"/>
                  </a:lnTo>
                  <a:lnTo>
                    <a:pt x="675158" y="391944"/>
                  </a:lnTo>
                  <a:lnTo>
                    <a:pt x="697527" y="404929"/>
                  </a:lnTo>
                  <a:lnTo>
                    <a:pt x="719018" y="417405"/>
                  </a:lnTo>
                  <a:lnTo>
                    <a:pt x="739698" y="429410"/>
                  </a:lnTo>
                  <a:lnTo>
                    <a:pt x="759626" y="440979"/>
                  </a:lnTo>
                  <a:lnTo>
                    <a:pt x="778854" y="452141"/>
                  </a:lnTo>
                  <a:lnTo>
                    <a:pt x="797431" y="462925"/>
                  </a:lnTo>
                  <a:lnTo>
                    <a:pt x="815398" y="473356"/>
                  </a:lnTo>
                  <a:lnTo>
                    <a:pt x="832795" y="483455"/>
                  </a:lnTo>
                  <a:lnTo>
                    <a:pt x="849656" y="493243"/>
                  </a:lnTo>
                  <a:lnTo>
                    <a:pt x="866014" y="502740"/>
                  </a:lnTo>
                  <a:lnTo>
                    <a:pt x="881898" y="511961"/>
                  </a:lnTo>
                  <a:lnTo>
                    <a:pt x="897335" y="520922"/>
                  </a:lnTo>
                  <a:lnTo>
                    <a:pt x="912348" y="529637"/>
                  </a:lnTo>
                  <a:lnTo>
                    <a:pt x="926961" y="538120"/>
                  </a:lnTo>
                  <a:lnTo>
                    <a:pt x="941194" y="546383"/>
                  </a:lnTo>
                  <a:lnTo>
                    <a:pt x="955067" y="554437"/>
                  </a:lnTo>
                  <a:lnTo>
                    <a:pt x="968598" y="562292"/>
                  </a:lnTo>
                  <a:lnTo>
                    <a:pt x="981802" y="569957"/>
                  </a:lnTo>
                  <a:lnTo>
                    <a:pt x="994696" y="577442"/>
                  </a:lnTo>
                  <a:lnTo>
                    <a:pt x="1007293" y="584755"/>
                  </a:lnTo>
                  <a:lnTo>
                    <a:pt x="1019607" y="591904"/>
                  </a:lnTo>
                  <a:lnTo>
                    <a:pt x="1031651" y="598895"/>
                  </a:lnTo>
                  <a:lnTo>
                    <a:pt x="1043435" y="605736"/>
                  </a:lnTo>
                  <a:lnTo>
                    <a:pt x="1054971" y="612433"/>
                  </a:lnTo>
                  <a:lnTo>
                    <a:pt x="1066270" y="618992"/>
                  </a:lnTo>
                  <a:lnTo>
                    <a:pt x="1077340" y="625419"/>
                  </a:lnTo>
                  <a:lnTo>
                    <a:pt x="1088191" y="631718"/>
                  </a:lnTo>
                  <a:lnTo>
                    <a:pt x="1098831" y="637895"/>
                  </a:lnTo>
                  <a:lnTo>
                    <a:pt x="1109269" y="643954"/>
                  </a:lnTo>
                  <a:lnTo>
                    <a:pt x="1119511" y="649900"/>
                  </a:lnTo>
                  <a:lnTo>
                    <a:pt x="1129566" y="655737"/>
                  </a:lnTo>
                  <a:lnTo>
                    <a:pt x="1139439" y="66146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73221" y="4731074"/>
              <a:ext cx="1139439" cy="39594"/>
            </a:xfrm>
            <a:custGeom>
              <a:avLst/>
              <a:pathLst>
                <a:path w="1139439" h="39594">
                  <a:moveTo>
                    <a:pt x="0" y="39594"/>
                  </a:moveTo>
                  <a:lnTo>
                    <a:pt x="73169" y="37051"/>
                  </a:lnTo>
                  <a:lnTo>
                    <a:pt x="137708" y="34809"/>
                  </a:lnTo>
                  <a:lnTo>
                    <a:pt x="195441" y="32802"/>
                  </a:lnTo>
                  <a:lnTo>
                    <a:pt x="247667" y="30988"/>
                  </a:lnTo>
                  <a:lnTo>
                    <a:pt x="295345" y="29331"/>
                  </a:lnTo>
                  <a:lnTo>
                    <a:pt x="339205" y="27807"/>
                  </a:lnTo>
                  <a:lnTo>
                    <a:pt x="379813" y="26396"/>
                  </a:lnTo>
                  <a:lnTo>
                    <a:pt x="417618" y="25082"/>
                  </a:lnTo>
                  <a:lnTo>
                    <a:pt x="452982" y="23853"/>
                  </a:lnTo>
                  <a:lnTo>
                    <a:pt x="486201" y="22699"/>
                  </a:lnTo>
                  <a:lnTo>
                    <a:pt x="517522" y="21610"/>
                  </a:lnTo>
                  <a:lnTo>
                    <a:pt x="547148" y="20581"/>
                  </a:lnTo>
                  <a:lnTo>
                    <a:pt x="575254" y="19604"/>
                  </a:lnTo>
                  <a:lnTo>
                    <a:pt x="601989" y="18675"/>
                  </a:lnTo>
                  <a:lnTo>
                    <a:pt x="627480" y="17790"/>
                  </a:lnTo>
                  <a:lnTo>
                    <a:pt x="651837" y="16943"/>
                  </a:lnTo>
                  <a:lnTo>
                    <a:pt x="675158" y="16133"/>
                  </a:lnTo>
                  <a:lnTo>
                    <a:pt x="697527" y="15355"/>
                  </a:lnTo>
                  <a:lnTo>
                    <a:pt x="719018" y="14609"/>
                  </a:lnTo>
                  <a:lnTo>
                    <a:pt x="739698" y="13890"/>
                  </a:lnTo>
                  <a:lnTo>
                    <a:pt x="759626" y="13198"/>
                  </a:lnTo>
                  <a:lnTo>
                    <a:pt x="778854" y="12529"/>
                  </a:lnTo>
                  <a:lnTo>
                    <a:pt x="797431" y="11884"/>
                  </a:lnTo>
                  <a:lnTo>
                    <a:pt x="815398" y="11260"/>
                  </a:lnTo>
                  <a:lnTo>
                    <a:pt x="832795" y="10655"/>
                  </a:lnTo>
                  <a:lnTo>
                    <a:pt x="849656" y="10069"/>
                  </a:lnTo>
                  <a:lnTo>
                    <a:pt x="866014" y="9501"/>
                  </a:lnTo>
                  <a:lnTo>
                    <a:pt x="881898" y="8949"/>
                  </a:lnTo>
                  <a:lnTo>
                    <a:pt x="897335" y="8412"/>
                  </a:lnTo>
                  <a:lnTo>
                    <a:pt x="912348" y="7891"/>
                  </a:lnTo>
                  <a:lnTo>
                    <a:pt x="926961" y="7383"/>
                  </a:lnTo>
                  <a:lnTo>
                    <a:pt x="941194" y="6888"/>
                  </a:lnTo>
                  <a:lnTo>
                    <a:pt x="955067" y="6406"/>
                  </a:lnTo>
                  <a:lnTo>
                    <a:pt x="968598" y="5936"/>
                  </a:lnTo>
                  <a:lnTo>
                    <a:pt x="981802" y="5477"/>
                  </a:lnTo>
                  <a:lnTo>
                    <a:pt x="994696" y="5029"/>
                  </a:lnTo>
                  <a:lnTo>
                    <a:pt x="1007293" y="4591"/>
                  </a:lnTo>
                  <a:lnTo>
                    <a:pt x="1019607" y="4164"/>
                  </a:lnTo>
                  <a:lnTo>
                    <a:pt x="1031651" y="3745"/>
                  </a:lnTo>
                  <a:lnTo>
                    <a:pt x="1043435" y="3336"/>
                  </a:lnTo>
                  <a:lnTo>
                    <a:pt x="1054971" y="2935"/>
                  </a:lnTo>
                  <a:lnTo>
                    <a:pt x="1066270" y="2542"/>
                  </a:lnTo>
                  <a:lnTo>
                    <a:pt x="1077340" y="2157"/>
                  </a:lnTo>
                  <a:lnTo>
                    <a:pt x="1088191" y="1780"/>
                  </a:lnTo>
                  <a:lnTo>
                    <a:pt x="1098831" y="1411"/>
                  </a:lnTo>
                  <a:lnTo>
                    <a:pt x="1109269" y="1048"/>
                  </a:lnTo>
                  <a:lnTo>
                    <a:pt x="1119511" y="692"/>
                  </a:lnTo>
                  <a:lnTo>
                    <a:pt x="1129566" y="343"/>
                  </a:lnTo>
                  <a:lnTo>
                    <a:pt x="113943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73221" y="4479116"/>
              <a:ext cx="1139439" cy="170716"/>
            </a:xfrm>
            <a:custGeom>
              <a:avLst/>
              <a:pathLst>
                <a:path w="1139439" h="170716">
                  <a:moveTo>
                    <a:pt x="0" y="170716"/>
                  </a:moveTo>
                  <a:lnTo>
                    <a:pt x="73169" y="159753"/>
                  </a:lnTo>
                  <a:lnTo>
                    <a:pt x="137708" y="150083"/>
                  </a:lnTo>
                  <a:lnTo>
                    <a:pt x="195441" y="141434"/>
                  </a:lnTo>
                  <a:lnTo>
                    <a:pt x="247667" y="133609"/>
                  </a:lnTo>
                  <a:lnTo>
                    <a:pt x="295345" y="126466"/>
                  </a:lnTo>
                  <a:lnTo>
                    <a:pt x="339205" y="119894"/>
                  </a:lnTo>
                  <a:lnTo>
                    <a:pt x="379813" y="113810"/>
                  </a:lnTo>
                  <a:lnTo>
                    <a:pt x="417618" y="108146"/>
                  </a:lnTo>
                  <a:lnTo>
                    <a:pt x="452982" y="102848"/>
                  </a:lnTo>
                  <a:lnTo>
                    <a:pt x="486201" y="97871"/>
                  </a:lnTo>
                  <a:lnTo>
                    <a:pt x="517522" y="93178"/>
                  </a:lnTo>
                  <a:lnTo>
                    <a:pt x="547148" y="88739"/>
                  </a:lnTo>
                  <a:lnTo>
                    <a:pt x="575254" y="84528"/>
                  </a:lnTo>
                  <a:lnTo>
                    <a:pt x="601989" y="80523"/>
                  </a:lnTo>
                  <a:lnTo>
                    <a:pt x="627480" y="76704"/>
                  </a:lnTo>
                  <a:lnTo>
                    <a:pt x="651837" y="73054"/>
                  </a:lnTo>
                  <a:lnTo>
                    <a:pt x="675158" y="69560"/>
                  </a:lnTo>
                  <a:lnTo>
                    <a:pt x="697527" y="66209"/>
                  </a:lnTo>
                  <a:lnTo>
                    <a:pt x="719018" y="62989"/>
                  </a:lnTo>
                  <a:lnTo>
                    <a:pt x="739698" y="59891"/>
                  </a:lnTo>
                  <a:lnTo>
                    <a:pt x="759626" y="56905"/>
                  </a:lnTo>
                  <a:lnTo>
                    <a:pt x="778854" y="54024"/>
                  </a:lnTo>
                  <a:lnTo>
                    <a:pt x="797431" y="51241"/>
                  </a:lnTo>
                  <a:lnTo>
                    <a:pt x="815398" y="48549"/>
                  </a:lnTo>
                  <a:lnTo>
                    <a:pt x="832795" y="45942"/>
                  </a:lnTo>
                  <a:lnTo>
                    <a:pt x="849656" y="43416"/>
                  </a:lnTo>
                  <a:lnTo>
                    <a:pt x="866014" y="40965"/>
                  </a:lnTo>
                  <a:lnTo>
                    <a:pt x="881898" y="38585"/>
                  </a:lnTo>
                  <a:lnTo>
                    <a:pt x="897335" y="36273"/>
                  </a:lnTo>
                  <a:lnTo>
                    <a:pt x="912348" y="34023"/>
                  </a:lnTo>
                  <a:lnTo>
                    <a:pt x="926961" y="31834"/>
                  </a:lnTo>
                  <a:lnTo>
                    <a:pt x="941194" y="29701"/>
                  </a:lnTo>
                  <a:lnTo>
                    <a:pt x="955067" y="27623"/>
                  </a:lnTo>
                  <a:lnTo>
                    <a:pt x="968598" y="25596"/>
                  </a:lnTo>
                  <a:lnTo>
                    <a:pt x="981802" y="23617"/>
                  </a:lnTo>
                  <a:lnTo>
                    <a:pt x="994696" y="21686"/>
                  </a:lnTo>
                  <a:lnTo>
                    <a:pt x="1007293" y="19798"/>
                  </a:lnTo>
                  <a:lnTo>
                    <a:pt x="1019607" y="17953"/>
                  </a:lnTo>
                  <a:lnTo>
                    <a:pt x="1031651" y="16149"/>
                  </a:lnTo>
                  <a:lnTo>
                    <a:pt x="1043435" y="14383"/>
                  </a:lnTo>
                  <a:lnTo>
                    <a:pt x="1054971" y="12655"/>
                  </a:lnTo>
                  <a:lnTo>
                    <a:pt x="1066270" y="10962"/>
                  </a:lnTo>
                  <a:lnTo>
                    <a:pt x="1077340" y="9303"/>
                  </a:lnTo>
                  <a:lnTo>
                    <a:pt x="1088191" y="7678"/>
                  </a:lnTo>
                  <a:lnTo>
                    <a:pt x="1098831" y="6084"/>
                  </a:lnTo>
                  <a:lnTo>
                    <a:pt x="1109269" y="4520"/>
                  </a:lnTo>
                  <a:lnTo>
                    <a:pt x="1119511" y="2985"/>
                  </a:lnTo>
                  <a:lnTo>
                    <a:pt x="1129566" y="1479"/>
                  </a:lnTo>
                  <a:lnTo>
                    <a:pt x="113943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73221" y="4522939"/>
              <a:ext cx="1139439" cy="96546"/>
            </a:xfrm>
            <a:custGeom>
              <a:avLst/>
              <a:pathLst>
                <a:path w="1139439" h="96546">
                  <a:moveTo>
                    <a:pt x="0" y="96546"/>
                  </a:moveTo>
                  <a:lnTo>
                    <a:pt x="73169" y="90347"/>
                  </a:lnTo>
                  <a:lnTo>
                    <a:pt x="137708" y="84878"/>
                  </a:lnTo>
                  <a:lnTo>
                    <a:pt x="195441" y="79986"/>
                  </a:lnTo>
                  <a:lnTo>
                    <a:pt x="247667" y="75561"/>
                  </a:lnTo>
                  <a:lnTo>
                    <a:pt x="295345" y="71521"/>
                  </a:lnTo>
                  <a:lnTo>
                    <a:pt x="339205" y="67805"/>
                  </a:lnTo>
                  <a:lnTo>
                    <a:pt x="379813" y="64364"/>
                  </a:lnTo>
                  <a:lnTo>
                    <a:pt x="417618" y="61161"/>
                  </a:lnTo>
                  <a:lnTo>
                    <a:pt x="452982" y="58164"/>
                  </a:lnTo>
                  <a:lnTo>
                    <a:pt x="486201" y="55350"/>
                  </a:lnTo>
                  <a:lnTo>
                    <a:pt x="517522" y="52696"/>
                  </a:lnTo>
                  <a:lnTo>
                    <a:pt x="547148" y="50185"/>
                  </a:lnTo>
                  <a:lnTo>
                    <a:pt x="575254" y="47804"/>
                  </a:lnTo>
                  <a:lnTo>
                    <a:pt x="601989" y="45539"/>
                  </a:lnTo>
                  <a:lnTo>
                    <a:pt x="627480" y="43379"/>
                  </a:lnTo>
                  <a:lnTo>
                    <a:pt x="651837" y="41315"/>
                  </a:lnTo>
                  <a:lnTo>
                    <a:pt x="675158" y="39339"/>
                  </a:lnTo>
                  <a:lnTo>
                    <a:pt x="697527" y="37444"/>
                  </a:lnTo>
                  <a:lnTo>
                    <a:pt x="719018" y="35623"/>
                  </a:lnTo>
                  <a:lnTo>
                    <a:pt x="739698" y="33870"/>
                  </a:lnTo>
                  <a:lnTo>
                    <a:pt x="759626" y="32182"/>
                  </a:lnTo>
                  <a:lnTo>
                    <a:pt x="778854" y="30553"/>
                  </a:lnTo>
                  <a:lnTo>
                    <a:pt x="797431" y="28978"/>
                  </a:lnTo>
                  <a:lnTo>
                    <a:pt x="815398" y="27456"/>
                  </a:lnTo>
                  <a:lnTo>
                    <a:pt x="832795" y="25982"/>
                  </a:lnTo>
                  <a:lnTo>
                    <a:pt x="849656" y="24553"/>
                  </a:lnTo>
                  <a:lnTo>
                    <a:pt x="866014" y="23167"/>
                  </a:lnTo>
                  <a:lnTo>
                    <a:pt x="881898" y="21821"/>
                  </a:lnTo>
                  <a:lnTo>
                    <a:pt x="897335" y="20513"/>
                  </a:lnTo>
                  <a:lnTo>
                    <a:pt x="912348" y="19241"/>
                  </a:lnTo>
                  <a:lnTo>
                    <a:pt x="926961" y="18003"/>
                  </a:lnTo>
                  <a:lnTo>
                    <a:pt x="941194" y="16797"/>
                  </a:lnTo>
                  <a:lnTo>
                    <a:pt x="955067" y="15622"/>
                  </a:lnTo>
                  <a:lnTo>
                    <a:pt x="968598" y="14475"/>
                  </a:lnTo>
                  <a:lnTo>
                    <a:pt x="981802" y="13356"/>
                  </a:lnTo>
                  <a:lnTo>
                    <a:pt x="994696" y="12264"/>
                  </a:lnTo>
                  <a:lnTo>
                    <a:pt x="1007293" y="11196"/>
                  </a:lnTo>
                  <a:lnTo>
                    <a:pt x="1019607" y="10153"/>
                  </a:lnTo>
                  <a:lnTo>
                    <a:pt x="1031651" y="9133"/>
                  </a:lnTo>
                  <a:lnTo>
                    <a:pt x="1043435" y="8134"/>
                  </a:lnTo>
                  <a:lnTo>
                    <a:pt x="1054971" y="7157"/>
                  </a:lnTo>
                  <a:lnTo>
                    <a:pt x="1066270" y="6199"/>
                  </a:lnTo>
                  <a:lnTo>
                    <a:pt x="1077340" y="5261"/>
                  </a:lnTo>
                  <a:lnTo>
                    <a:pt x="1088191" y="4342"/>
                  </a:lnTo>
                  <a:lnTo>
                    <a:pt x="1098831" y="3440"/>
                  </a:lnTo>
                  <a:lnTo>
                    <a:pt x="1109269" y="2556"/>
                  </a:lnTo>
                  <a:lnTo>
                    <a:pt x="1119511" y="1688"/>
                  </a:lnTo>
                  <a:lnTo>
                    <a:pt x="1129566" y="836"/>
                  </a:lnTo>
                  <a:lnTo>
                    <a:pt x="113943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73221" y="4513837"/>
              <a:ext cx="1139439" cy="119337"/>
            </a:xfrm>
            <a:custGeom>
              <a:avLst/>
              <a:pathLst>
                <a:path w="1139439" h="119337">
                  <a:moveTo>
                    <a:pt x="0" y="0"/>
                  </a:moveTo>
                  <a:lnTo>
                    <a:pt x="73169" y="7663"/>
                  </a:lnTo>
                  <a:lnTo>
                    <a:pt x="137708" y="14422"/>
                  </a:lnTo>
                  <a:lnTo>
                    <a:pt x="195441" y="20469"/>
                  </a:lnTo>
                  <a:lnTo>
                    <a:pt x="247667" y="25939"/>
                  </a:lnTo>
                  <a:lnTo>
                    <a:pt x="295345" y="30932"/>
                  </a:lnTo>
                  <a:lnTo>
                    <a:pt x="339205" y="35526"/>
                  </a:lnTo>
                  <a:lnTo>
                    <a:pt x="379813" y="39779"/>
                  </a:lnTo>
                  <a:lnTo>
                    <a:pt x="417618" y="43738"/>
                  </a:lnTo>
                  <a:lnTo>
                    <a:pt x="452982" y="47442"/>
                  </a:lnTo>
                  <a:lnTo>
                    <a:pt x="486201" y="50921"/>
                  </a:lnTo>
                  <a:lnTo>
                    <a:pt x="517522" y="54201"/>
                  </a:lnTo>
                  <a:lnTo>
                    <a:pt x="547148" y="57304"/>
                  </a:lnTo>
                  <a:lnTo>
                    <a:pt x="575254" y="60248"/>
                  </a:lnTo>
                  <a:lnTo>
                    <a:pt x="601989" y="63048"/>
                  </a:lnTo>
                  <a:lnTo>
                    <a:pt x="627480" y="65718"/>
                  </a:lnTo>
                  <a:lnTo>
                    <a:pt x="651837" y="68269"/>
                  </a:lnTo>
                  <a:lnTo>
                    <a:pt x="675158" y="70711"/>
                  </a:lnTo>
                  <a:lnTo>
                    <a:pt x="697527" y="73054"/>
                  </a:lnTo>
                  <a:lnTo>
                    <a:pt x="719018" y="75305"/>
                  </a:lnTo>
                  <a:lnTo>
                    <a:pt x="739698" y="77471"/>
                  </a:lnTo>
                  <a:lnTo>
                    <a:pt x="759626" y="79558"/>
                  </a:lnTo>
                  <a:lnTo>
                    <a:pt x="778854" y="81572"/>
                  </a:lnTo>
                  <a:lnTo>
                    <a:pt x="797431" y="83517"/>
                  </a:lnTo>
                  <a:lnTo>
                    <a:pt x="815398" y="85399"/>
                  </a:lnTo>
                  <a:lnTo>
                    <a:pt x="832795" y="87221"/>
                  </a:lnTo>
                  <a:lnTo>
                    <a:pt x="849656" y="88987"/>
                  </a:lnTo>
                  <a:lnTo>
                    <a:pt x="866014" y="90700"/>
                  </a:lnTo>
                  <a:lnTo>
                    <a:pt x="881898" y="92364"/>
                  </a:lnTo>
                  <a:lnTo>
                    <a:pt x="897335" y="93981"/>
                  </a:lnTo>
                  <a:lnTo>
                    <a:pt x="912348" y="95553"/>
                  </a:lnTo>
                  <a:lnTo>
                    <a:pt x="926961" y="97084"/>
                  </a:lnTo>
                  <a:lnTo>
                    <a:pt x="941194" y="98574"/>
                  </a:lnTo>
                  <a:lnTo>
                    <a:pt x="955067" y="100027"/>
                  </a:lnTo>
                  <a:lnTo>
                    <a:pt x="968598" y="101444"/>
                  </a:lnTo>
                  <a:lnTo>
                    <a:pt x="981802" y="102827"/>
                  </a:lnTo>
                  <a:lnTo>
                    <a:pt x="994696" y="104178"/>
                  </a:lnTo>
                  <a:lnTo>
                    <a:pt x="1007293" y="105497"/>
                  </a:lnTo>
                  <a:lnTo>
                    <a:pt x="1019607" y="106787"/>
                  </a:lnTo>
                  <a:lnTo>
                    <a:pt x="1031651" y="108048"/>
                  </a:lnTo>
                  <a:lnTo>
                    <a:pt x="1043435" y="109282"/>
                  </a:lnTo>
                  <a:lnTo>
                    <a:pt x="1054971" y="110491"/>
                  </a:lnTo>
                  <a:lnTo>
                    <a:pt x="1066270" y="111674"/>
                  </a:lnTo>
                  <a:lnTo>
                    <a:pt x="1077340" y="112833"/>
                  </a:lnTo>
                  <a:lnTo>
                    <a:pt x="1088191" y="113970"/>
                  </a:lnTo>
                  <a:lnTo>
                    <a:pt x="1098831" y="115084"/>
                  </a:lnTo>
                  <a:lnTo>
                    <a:pt x="1109269" y="116177"/>
                  </a:lnTo>
                  <a:lnTo>
                    <a:pt x="1119511" y="117250"/>
                  </a:lnTo>
                  <a:lnTo>
                    <a:pt x="1129566" y="118303"/>
                  </a:lnTo>
                  <a:lnTo>
                    <a:pt x="1139439" y="11933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73221" y="4497781"/>
              <a:ext cx="1139439" cy="206473"/>
            </a:xfrm>
            <a:custGeom>
              <a:avLst/>
              <a:pathLst>
                <a:path w="1139439" h="206473">
                  <a:moveTo>
                    <a:pt x="0" y="0"/>
                  </a:moveTo>
                  <a:lnTo>
                    <a:pt x="73169" y="13258"/>
                  </a:lnTo>
                  <a:lnTo>
                    <a:pt x="137708" y="24953"/>
                  </a:lnTo>
                  <a:lnTo>
                    <a:pt x="195441" y="35415"/>
                  </a:lnTo>
                  <a:lnTo>
                    <a:pt x="247667" y="44878"/>
                  </a:lnTo>
                  <a:lnTo>
                    <a:pt x="295345" y="53518"/>
                  </a:lnTo>
                  <a:lnTo>
                    <a:pt x="339205" y="61466"/>
                  </a:lnTo>
                  <a:lnTo>
                    <a:pt x="379813" y="68824"/>
                  </a:lnTo>
                  <a:lnTo>
                    <a:pt x="417618" y="75675"/>
                  </a:lnTo>
                  <a:lnTo>
                    <a:pt x="452982" y="82083"/>
                  </a:lnTo>
                  <a:lnTo>
                    <a:pt x="486201" y="88102"/>
                  </a:lnTo>
                  <a:lnTo>
                    <a:pt x="517522" y="93778"/>
                  </a:lnTo>
                  <a:lnTo>
                    <a:pt x="547148" y="99146"/>
                  </a:lnTo>
                  <a:lnTo>
                    <a:pt x="575254" y="104239"/>
                  </a:lnTo>
                  <a:lnTo>
                    <a:pt x="601989" y="109084"/>
                  </a:lnTo>
                  <a:lnTo>
                    <a:pt x="627480" y="113703"/>
                  </a:lnTo>
                  <a:lnTo>
                    <a:pt x="651837" y="118117"/>
                  </a:lnTo>
                  <a:lnTo>
                    <a:pt x="675158" y="122343"/>
                  </a:lnTo>
                  <a:lnTo>
                    <a:pt x="697527" y="126396"/>
                  </a:lnTo>
                  <a:lnTo>
                    <a:pt x="719018" y="130290"/>
                  </a:lnTo>
                  <a:lnTo>
                    <a:pt x="739698" y="134038"/>
                  </a:lnTo>
                  <a:lnTo>
                    <a:pt x="759626" y="137649"/>
                  </a:lnTo>
                  <a:lnTo>
                    <a:pt x="778854" y="141133"/>
                  </a:lnTo>
                  <a:lnTo>
                    <a:pt x="797431" y="144499"/>
                  </a:lnTo>
                  <a:lnTo>
                    <a:pt x="815398" y="147755"/>
                  </a:lnTo>
                  <a:lnTo>
                    <a:pt x="832795" y="150907"/>
                  </a:lnTo>
                  <a:lnTo>
                    <a:pt x="849656" y="153963"/>
                  </a:lnTo>
                  <a:lnTo>
                    <a:pt x="866014" y="156927"/>
                  </a:lnTo>
                  <a:lnTo>
                    <a:pt x="881898" y="159805"/>
                  </a:lnTo>
                  <a:lnTo>
                    <a:pt x="897335" y="162602"/>
                  </a:lnTo>
                  <a:lnTo>
                    <a:pt x="912348" y="165323"/>
                  </a:lnTo>
                  <a:lnTo>
                    <a:pt x="926961" y="167971"/>
                  </a:lnTo>
                  <a:lnTo>
                    <a:pt x="941194" y="170550"/>
                  </a:lnTo>
                  <a:lnTo>
                    <a:pt x="955067" y="173064"/>
                  </a:lnTo>
                  <a:lnTo>
                    <a:pt x="968598" y="175516"/>
                  </a:lnTo>
                  <a:lnTo>
                    <a:pt x="981802" y="177908"/>
                  </a:lnTo>
                  <a:lnTo>
                    <a:pt x="994696" y="180245"/>
                  </a:lnTo>
                  <a:lnTo>
                    <a:pt x="1007293" y="182527"/>
                  </a:lnTo>
                  <a:lnTo>
                    <a:pt x="1019607" y="184759"/>
                  </a:lnTo>
                  <a:lnTo>
                    <a:pt x="1031651" y="186941"/>
                  </a:lnTo>
                  <a:lnTo>
                    <a:pt x="1043435" y="189077"/>
                  </a:lnTo>
                  <a:lnTo>
                    <a:pt x="1054971" y="191167"/>
                  </a:lnTo>
                  <a:lnTo>
                    <a:pt x="1066270" y="193214"/>
                  </a:lnTo>
                  <a:lnTo>
                    <a:pt x="1077340" y="195220"/>
                  </a:lnTo>
                  <a:lnTo>
                    <a:pt x="1088191" y="197187"/>
                  </a:lnTo>
                  <a:lnTo>
                    <a:pt x="1098831" y="199115"/>
                  </a:lnTo>
                  <a:lnTo>
                    <a:pt x="1109269" y="201006"/>
                  </a:lnTo>
                  <a:lnTo>
                    <a:pt x="1119511" y="202862"/>
                  </a:lnTo>
                  <a:lnTo>
                    <a:pt x="1129566" y="204684"/>
                  </a:lnTo>
                  <a:lnTo>
                    <a:pt x="1139439" y="20647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73221" y="4689120"/>
              <a:ext cx="1139439" cy="91952"/>
            </a:xfrm>
            <a:custGeom>
              <a:avLst/>
              <a:pathLst>
                <a:path w="1139439" h="91952">
                  <a:moveTo>
                    <a:pt x="0" y="0"/>
                  </a:moveTo>
                  <a:lnTo>
                    <a:pt x="73169" y="5904"/>
                  </a:lnTo>
                  <a:lnTo>
                    <a:pt x="137708" y="11113"/>
                  </a:lnTo>
                  <a:lnTo>
                    <a:pt x="195441" y="15772"/>
                  </a:lnTo>
                  <a:lnTo>
                    <a:pt x="247667" y="19986"/>
                  </a:lnTo>
                  <a:lnTo>
                    <a:pt x="295345" y="23834"/>
                  </a:lnTo>
                  <a:lnTo>
                    <a:pt x="339205" y="27373"/>
                  </a:lnTo>
                  <a:lnTo>
                    <a:pt x="379813" y="30650"/>
                  </a:lnTo>
                  <a:lnTo>
                    <a:pt x="417618" y="33701"/>
                  </a:lnTo>
                  <a:lnTo>
                    <a:pt x="452982" y="36555"/>
                  </a:lnTo>
                  <a:lnTo>
                    <a:pt x="486201" y="39236"/>
                  </a:lnTo>
                  <a:lnTo>
                    <a:pt x="517522" y="41763"/>
                  </a:lnTo>
                  <a:lnTo>
                    <a:pt x="547148" y="44154"/>
                  </a:lnTo>
                  <a:lnTo>
                    <a:pt x="575254" y="46423"/>
                  </a:lnTo>
                  <a:lnTo>
                    <a:pt x="601989" y="48580"/>
                  </a:lnTo>
                  <a:lnTo>
                    <a:pt x="627480" y="50637"/>
                  </a:lnTo>
                  <a:lnTo>
                    <a:pt x="651837" y="52603"/>
                  </a:lnTo>
                  <a:lnTo>
                    <a:pt x="675158" y="54485"/>
                  </a:lnTo>
                  <a:lnTo>
                    <a:pt x="697527" y="56290"/>
                  </a:lnTo>
                  <a:lnTo>
                    <a:pt x="719018" y="58024"/>
                  </a:lnTo>
                  <a:lnTo>
                    <a:pt x="739698" y="59693"/>
                  </a:lnTo>
                  <a:lnTo>
                    <a:pt x="759626" y="61301"/>
                  </a:lnTo>
                  <a:lnTo>
                    <a:pt x="778854" y="62853"/>
                  </a:lnTo>
                  <a:lnTo>
                    <a:pt x="797431" y="64352"/>
                  </a:lnTo>
                  <a:lnTo>
                    <a:pt x="815398" y="65802"/>
                  </a:lnTo>
                  <a:lnTo>
                    <a:pt x="832795" y="67206"/>
                  </a:lnTo>
                  <a:lnTo>
                    <a:pt x="849656" y="68567"/>
                  </a:lnTo>
                  <a:lnTo>
                    <a:pt x="866014" y="69887"/>
                  </a:lnTo>
                  <a:lnTo>
                    <a:pt x="881898" y="71169"/>
                  </a:lnTo>
                  <a:lnTo>
                    <a:pt x="897335" y="72414"/>
                  </a:lnTo>
                  <a:lnTo>
                    <a:pt x="912348" y="73626"/>
                  </a:lnTo>
                  <a:lnTo>
                    <a:pt x="926961" y="74805"/>
                  </a:lnTo>
                  <a:lnTo>
                    <a:pt x="941194" y="75954"/>
                  </a:lnTo>
                  <a:lnTo>
                    <a:pt x="955067" y="77073"/>
                  </a:lnTo>
                  <a:lnTo>
                    <a:pt x="968598" y="78165"/>
                  </a:lnTo>
                  <a:lnTo>
                    <a:pt x="981802" y="79231"/>
                  </a:lnTo>
                  <a:lnTo>
                    <a:pt x="994696" y="80271"/>
                  </a:lnTo>
                  <a:lnTo>
                    <a:pt x="1007293" y="81288"/>
                  </a:lnTo>
                  <a:lnTo>
                    <a:pt x="1019607" y="82282"/>
                  </a:lnTo>
                  <a:lnTo>
                    <a:pt x="1031651" y="83254"/>
                  </a:lnTo>
                  <a:lnTo>
                    <a:pt x="1043435" y="84205"/>
                  </a:lnTo>
                  <a:lnTo>
                    <a:pt x="1054971" y="85136"/>
                  </a:lnTo>
                  <a:lnTo>
                    <a:pt x="1066270" y="86047"/>
                  </a:lnTo>
                  <a:lnTo>
                    <a:pt x="1077340" y="86941"/>
                  </a:lnTo>
                  <a:lnTo>
                    <a:pt x="1088191" y="87816"/>
                  </a:lnTo>
                  <a:lnTo>
                    <a:pt x="1098831" y="88675"/>
                  </a:lnTo>
                  <a:lnTo>
                    <a:pt x="1109269" y="89517"/>
                  </a:lnTo>
                  <a:lnTo>
                    <a:pt x="1119511" y="90344"/>
                  </a:lnTo>
                  <a:lnTo>
                    <a:pt x="1129566" y="91155"/>
                  </a:lnTo>
                  <a:lnTo>
                    <a:pt x="1139439" y="9195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273221" y="4667976"/>
              <a:ext cx="1139439" cy="42329"/>
            </a:xfrm>
            <a:custGeom>
              <a:avLst/>
              <a:pathLst>
                <a:path w="1139439" h="42329">
                  <a:moveTo>
                    <a:pt x="0" y="0"/>
                  </a:moveTo>
                  <a:lnTo>
                    <a:pt x="73169" y="2718"/>
                  </a:lnTo>
                  <a:lnTo>
                    <a:pt x="137708" y="5115"/>
                  </a:lnTo>
                  <a:lnTo>
                    <a:pt x="195441" y="7260"/>
                  </a:lnTo>
                  <a:lnTo>
                    <a:pt x="247667" y="9200"/>
                  </a:lnTo>
                  <a:lnTo>
                    <a:pt x="295345" y="10971"/>
                  </a:lnTo>
                  <a:lnTo>
                    <a:pt x="339205" y="12601"/>
                  </a:lnTo>
                  <a:lnTo>
                    <a:pt x="379813" y="14109"/>
                  </a:lnTo>
                  <a:lnTo>
                    <a:pt x="417618" y="15514"/>
                  </a:lnTo>
                  <a:lnTo>
                    <a:pt x="452982" y="16828"/>
                  </a:lnTo>
                  <a:lnTo>
                    <a:pt x="486201" y="18062"/>
                  </a:lnTo>
                  <a:lnTo>
                    <a:pt x="517522" y="19225"/>
                  </a:lnTo>
                  <a:lnTo>
                    <a:pt x="547148" y="20326"/>
                  </a:lnTo>
                  <a:lnTo>
                    <a:pt x="575254" y="21370"/>
                  </a:lnTo>
                  <a:lnTo>
                    <a:pt x="601989" y="22363"/>
                  </a:lnTo>
                  <a:lnTo>
                    <a:pt x="627480" y="23310"/>
                  </a:lnTo>
                  <a:lnTo>
                    <a:pt x="651837" y="24215"/>
                  </a:lnTo>
                  <a:lnTo>
                    <a:pt x="675158" y="25081"/>
                  </a:lnTo>
                  <a:lnTo>
                    <a:pt x="697527" y="25912"/>
                  </a:lnTo>
                  <a:lnTo>
                    <a:pt x="719018" y="26711"/>
                  </a:lnTo>
                  <a:lnTo>
                    <a:pt x="739698" y="27479"/>
                  </a:lnTo>
                  <a:lnTo>
                    <a:pt x="759626" y="28219"/>
                  </a:lnTo>
                  <a:lnTo>
                    <a:pt x="778854" y="28934"/>
                  </a:lnTo>
                  <a:lnTo>
                    <a:pt x="797431" y="29624"/>
                  </a:lnTo>
                  <a:lnTo>
                    <a:pt x="815398" y="30291"/>
                  </a:lnTo>
                  <a:lnTo>
                    <a:pt x="832795" y="30938"/>
                  </a:lnTo>
                  <a:lnTo>
                    <a:pt x="849656" y="31564"/>
                  </a:lnTo>
                  <a:lnTo>
                    <a:pt x="866014" y="32172"/>
                  </a:lnTo>
                  <a:lnTo>
                    <a:pt x="881898" y="32762"/>
                  </a:lnTo>
                  <a:lnTo>
                    <a:pt x="897335" y="33335"/>
                  </a:lnTo>
                  <a:lnTo>
                    <a:pt x="912348" y="33893"/>
                  </a:lnTo>
                  <a:lnTo>
                    <a:pt x="926961" y="34436"/>
                  </a:lnTo>
                  <a:lnTo>
                    <a:pt x="941194" y="34965"/>
                  </a:lnTo>
                  <a:lnTo>
                    <a:pt x="955067" y="35480"/>
                  </a:lnTo>
                  <a:lnTo>
                    <a:pt x="968598" y="35983"/>
                  </a:lnTo>
                  <a:lnTo>
                    <a:pt x="981802" y="36473"/>
                  </a:lnTo>
                  <a:lnTo>
                    <a:pt x="994696" y="36952"/>
                  </a:lnTo>
                  <a:lnTo>
                    <a:pt x="1007293" y="37420"/>
                  </a:lnTo>
                  <a:lnTo>
                    <a:pt x="1019607" y="37878"/>
                  </a:lnTo>
                  <a:lnTo>
                    <a:pt x="1031651" y="38325"/>
                  </a:lnTo>
                  <a:lnTo>
                    <a:pt x="1043435" y="38763"/>
                  </a:lnTo>
                  <a:lnTo>
                    <a:pt x="1054971" y="39191"/>
                  </a:lnTo>
                  <a:lnTo>
                    <a:pt x="1066270" y="39611"/>
                  </a:lnTo>
                  <a:lnTo>
                    <a:pt x="1077340" y="40022"/>
                  </a:lnTo>
                  <a:lnTo>
                    <a:pt x="1088191" y="40425"/>
                  </a:lnTo>
                  <a:lnTo>
                    <a:pt x="1098831" y="40821"/>
                  </a:lnTo>
                  <a:lnTo>
                    <a:pt x="1109269" y="41209"/>
                  </a:lnTo>
                  <a:lnTo>
                    <a:pt x="1119511" y="41589"/>
                  </a:lnTo>
                  <a:lnTo>
                    <a:pt x="1129566" y="41963"/>
                  </a:lnTo>
                  <a:lnTo>
                    <a:pt x="1139439" y="4232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273221" y="4652567"/>
              <a:ext cx="1139439" cy="12043"/>
            </a:xfrm>
            <a:custGeom>
              <a:avLst/>
              <a:pathLst>
                <a:path w="1139439" h="12043">
                  <a:moveTo>
                    <a:pt x="0" y="0"/>
                  </a:moveTo>
                  <a:lnTo>
                    <a:pt x="73169" y="773"/>
                  </a:lnTo>
                  <a:lnTo>
                    <a:pt x="137708" y="1455"/>
                  </a:lnTo>
                  <a:lnTo>
                    <a:pt x="195441" y="2065"/>
                  </a:lnTo>
                  <a:lnTo>
                    <a:pt x="247667" y="2617"/>
                  </a:lnTo>
                  <a:lnTo>
                    <a:pt x="295345" y="3121"/>
                  </a:lnTo>
                  <a:lnTo>
                    <a:pt x="339205" y="3585"/>
                  </a:lnTo>
                  <a:lnTo>
                    <a:pt x="379813" y="4014"/>
                  </a:lnTo>
                  <a:lnTo>
                    <a:pt x="417618" y="4414"/>
                  </a:lnTo>
                  <a:lnTo>
                    <a:pt x="452982" y="4787"/>
                  </a:lnTo>
                  <a:lnTo>
                    <a:pt x="486201" y="5138"/>
                  </a:lnTo>
                  <a:lnTo>
                    <a:pt x="517522" y="5469"/>
                  </a:lnTo>
                  <a:lnTo>
                    <a:pt x="547148" y="5783"/>
                  </a:lnTo>
                  <a:lnTo>
                    <a:pt x="575254" y="6080"/>
                  </a:lnTo>
                  <a:lnTo>
                    <a:pt x="601989" y="6362"/>
                  </a:lnTo>
                  <a:lnTo>
                    <a:pt x="627480" y="6632"/>
                  </a:lnTo>
                  <a:lnTo>
                    <a:pt x="651837" y="6889"/>
                  </a:lnTo>
                  <a:lnTo>
                    <a:pt x="675158" y="7136"/>
                  </a:lnTo>
                  <a:lnTo>
                    <a:pt x="697527" y="7372"/>
                  </a:lnTo>
                  <a:lnTo>
                    <a:pt x="719018" y="7599"/>
                  </a:lnTo>
                  <a:lnTo>
                    <a:pt x="739698" y="7818"/>
                  </a:lnTo>
                  <a:lnTo>
                    <a:pt x="759626" y="8028"/>
                  </a:lnTo>
                  <a:lnTo>
                    <a:pt x="778854" y="8232"/>
                  </a:lnTo>
                  <a:lnTo>
                    <a:pt x="797431" y="8428"/>
                  </a:lnTo>
                  <a:lnTo>
                    <a:pt x="815398" y="8618"/>
                  </a:lnTo>
                  <a:lnTo>
                    <a:pt x="832795" y="8802"/>
                  </a:lnTo>
                  <a:lnTo>
                    <a:pt x="849656" y="8980"/>
                  </a:lnTo>
                  <a:lnTo>
                    <a:pt x="866014" y="9153"/>
                  </a:lnTo>
                  <a:lnTo>
                    <a:pt x="881898" y="9321"/>
                  </a:lnTo>
                  <a:lnTo>
                    <a:pt x="897335" y="9484"/>
                  </a:lnTo>
                  <a:lnTo>
                    <a:pt x="912348" y="9643"/>
                  </a:lnTo>
                  <a:lnTo>
                    <a:pt x="926961" y="9797"/>
                  </a:lnTo>
                  <a:lnTo>
                    <a:pt x="941194" y="9947"/>
                  </a:lnTo>
                  <a:lnTo>
                    <a:pt x="955067" y="10094"/>
                  </a:lnTo>
                  <a:lnTo>
                    <a:pt x="968598" y="10237"/>
                  </a:lnTo>
                  <a:lnTo>
                    <a:pt x="981802" y="10377"/>
                  </a:lnTo>
                  <a:lnTo>
                    <a:pt x="994696" y="10513"/>
                  </a:lnTo>
                  <a:lnTo>
                    <a:pt x="1007293" y="10646"/>
                  </a:lnTo>
                  <a:lnTo>
                    <a:pt x="1019607" y="10776"/>
                  </a:lnTo>
                  <a:lnTo>
                    <a:pt x="1031651" y="10904"/>
                  </a:lnTo>
                  <a:lnTo>
                    <a:pt x="1043435" y="11028"/>
                  </a:lnTo>
                  <a:lnTo>
                    <a:pt x="1054971" y="11150"/>
                  </a:lnTo>
                  <a:lnTo>
                    <a:pt x="1066270" y="11269"/>
                  </a:lnTo>
                  <a:lnTo>
                    <a:pt x="1077340" y="11386"/>
                  </a:lnTo>
                  <a:lnTo>
                    <a:pt x="1088191" y="11501"/>
                  </a:lnTo>
                  <a:lnTo>
                    <a:pt x="1098831" y="11614"/>
                  </a:lnTo>
                  <a:lnTo>
                    <a:pt x="1109269" y="11724"/>
                  </a:lnTo>
                  <a:lnTo>
                    <a:pt x="1119511" y="11832"/>
                  </a:lnTo>
                  <a:lnTo>
                    <a:pt x="1129566" y="11938"/>
                  </a:lnTo>
                  <a:lnTo>
                    <a:pt x="1139439" y="1204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86450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57982" y="48557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57982" y="46157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57982" y="43756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157982" y="41356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157982" y="38955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186450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27322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53034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503284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41266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24496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24779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5004593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8440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79649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186450" y="36815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67055" y="46087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75234" y="46788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663703" y="47272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683479" y="43546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673250" y="46438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73376" y="43851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07939" y="48646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56064" y="47237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670710" y="43986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00155" y="43078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71381" y="45542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62447" y="43567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59914" y="46978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47878" y="48536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43087" y="3880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67284" y="39635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50536" y="47973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42071" y="4881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51977" y="48704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87847" y="47610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86580" y="48074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62091" y="48434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40924" y="48140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80487" y="48078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78985" y="47602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40642" y="46738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46934" y="48690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39498" y="471027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50985" y="46982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64342" y="4882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23944" y="480194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57001" y="48313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14637" y="46095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50771" y="47480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18310" y="45664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45436" y="46982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58138" y="47538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65808" y="46524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47360" y="48405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61254" y="44036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37828" y="47952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58051" y="48511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49496" y="43339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45990" y="46351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32452" y="455264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65205" y="47869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458613" y="47031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435572" y="45668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26769" y="47634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16614" y="472709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99533" y="46439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96127" y="47582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811275" y="46067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04380" y="47090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20352" y="46498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45628" y="467993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09189" y="47243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39431" y="44708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27761" y="48238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93491" y="47387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41511" y="47367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22396" y="48566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97581" y="46893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36349" y="48548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41419" y="459730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98067" y="47258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30409" y="47409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97888" y="46643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25220" y="47089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20170" y="46877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835206" y="47180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92946" y="48345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10497" y="4366121"/>
              <a:ext cx="1137408" cy="353674"/>
            </a:xfrm>
            <a:custGeom>
              <a:avLst/>
              <a:pathLst>
                <a:path w="1137408" h="353674">
                  <a:moveTo>
                    <a:pt x="0" y="0"/>
                  </a:moveTo>
                  <a:lnTo>
                    <a:pt x="73038" y="22711"/>
                  </a:lnTo>
                  <a:lnTo>
                    <a:pt x="137463" y="42743"/>
                  </a:lnTo>
                  <a:lnTo>
                    <a:pt x="195093" y="60663"/>
                  </a:lnTo>
                  <a:lnTo>
                    <a:pt x="247225" y="76874"/>
                  </a:lnTo>
                  <a:lnTo>
                    <a:pt x="294819" y="91673"/>
                  </a:lnTo>
                  <a:lnTo>
                    <a:pt x="338600" y="105287"/>
                  </a:lnTo>
                  <a:lnTo>
                    <a:pt x="379136" y="117891"/>
                  </a:lnTo>
                  <a:lnTo>
                    <a:pt x="416873" y="129625"/>
                  </a:lnTo>
                  <a:lnTo>
                    <a:pt x="452174" y="140602"/>
                  </a:lnTo>
                  <a:lnTo>
                    <a:pt x="485335" y="150913"/>
                  </a:lnTo>
                  <a:lnTo>
                    <a:pt x="516599" y="160635"/>
                  </a:lnTo>
                  <a:lnTo>
                    <a:pt x="546173" y="169831"/>
                  </a:lnTo>
                  <a:lnTo>
                    <a:pt x="574229" y="178555"/>
                  </a:lnTo>
                  <a:lnTo>
                    <a:pt x="600916" y="186853"/>
                  </a:lnTo>
                  <a:lnTo>
                    <a:pt x="626362" y="194765"/>
                  </a:lnTo>
                  <a:lnTo>
                    <a:pt x="650676" y="202326"/>
                  </a:lnTo>
                  <a:lnTo>
                    <a:pt x="673955" y="209564"/>
                  </a:lnTo>
                  <a:lnTo>
                    <a:pt x="696284" y="216507"/>
                  </a:lnTo>
                  <a:lnTo>
                    <a:pt x="717737" y="223178"/>
                  </a:lnTo>
                  <a:lnTo>
                    <a:pt x="738380" y="229597"/>
                  </a:lnTo>
                  <a:lnTo>
                    <a:pt x="758272" y="235783"/>
                  </a:lnTo>
                  <a:lnTo>
                    <a:pt x="777466" y="241751"/>
                  </a:lnTo>
                  <a:lnTo>
                    <a:pt x="796010" y="247517"/>
                  </a:lnTo>
                  <a:lnTo>
                    <a:pt x="813945" y="253094"/>
                  </a:lnTo>
                  <a:lnTo>
                    <a:pt x="831311" y="258494"/>
                  </a:lnTo>
                  <a:lnTo>
                    <a:pt x="848142" y="263727"/>
                  </a:lnTo>
                  <a:lnTo>
                    <a:pt x="864471" y="268805"/>
                  </a:lnTo>
                  <a:lnTo>
                    <a:pt x="880327" y="273735"/>
                  </a:lnTo>
                  <a:lnTo>
                    <a:pt x="895735" y="278526"/>
                  </a:lnTo>
                  <a:lnTo>
                    <a:pt x="910722" y="283187"/>
                  </a:lnTo>
                  <a:lnTo>
                    <a:pt x="925309" y="287722"/>
                  </a:lnTo>
                  <a:lnTo>
                    <a:pt x="939517" y="292140"/>
                  </a:lnTo>
                  <a:lnTo>
                    <a:pt x="953365" y="296446"/>
                  </a:lnTo>
                  <a:lnTo>
                    <a:pt x="966872" y="300646"/>
                  </a:lnTo>
                  <a:lnTo>
                    <a:pt x="980052" y="304745"/>
                  </a:lnTo>
                  <a:lnTo>
                    <a:pt x="992923" y="308747"/>
                  </a:lnTo>
                  <a:lnTo>
                    <a:pt x="1005498" y="312657"/>
                  </a:lnTo>
                  <a:lnTo>
                    <a:pt x="1017790" y="316479"/>
                  </a:lnTo>
                  <a:lnTo>
                    <a:pt x="1029812" y="320217"/>
                  </a:lnTo>
                  <a:lnTo>
                    <a:pt x="1041575" y="323875"/>
                  </a:lnTo>
                  <a:lnTo>
                    <a:pt x="1053091" y="327456"/>
                  </a:lnTo>
                  <a:lnTo>
                    <a:pt x="1064369" y="330963"/>
                  </a:lnTo>
                  <a:lnTo>
                    <a:pt x="1075420" y="334399"/>
                  </a:lnTo>
                  <a:lnTo>
                    <a:pt x="1086251" y="337767"/>
                  </a:lnTo>
                  <a:lnTo>
                    <a:pt x="1096873" y="341070"/>
                  </a:lnTo>
                  <a:lnTo>
                    <a:pt x="1107292" y="344309"/>
                  </a:lnTo>
                  <a:lnTo>
                    <a:pt x="1117516" y="347489"/>
                  </a:lnTo>
                  <a:lnTo>
                    <a:pt x="1127552" y="350609"/>
                  </a:lnTo>
                  <a:lnTo>
                    <a:pt x="1137408" y="35367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10497" y="4281259"/>
              <a:ext cx="1137408" cy="465744"/>
            </a:xfrm>
            <a:custGeom>
              <a:avLst/>
              <a:pathLst>
                <a:path w="1137408" h="465744">
                  <a:moveTo>
                    <a:pt x="0" y="0"/>
                  </a:moveTo>
                  <a:lnTo>
                    <a:pt x="73038" y="29907"/>
                  </a:lnTo>
                  <a:lnTo>
                    <a:pt x="137463" y="56288"/>
                  </a:lnTo>
                  <a:lnTo>
                    <a:pt x="195093" y="79886"/>
                  </a:lnTo>
                  <a:lnTo>
                    <a:pt x="247225" y="101233"/>
                  </a:lnTo>
                  <a:lnTo>
                    <a:pt x="294819" y="120722"/>
                  </a:lnTo>
                  <a:lnTo>
                    <a:pt x="338600" y="138649"/>
                  </a:lnTo>
                  <a:lnTo>
                    <a:pt x="379136" y="155248"/>
                  </a:lnTo>
                  <a:lnTo>
                    <a:pt x="416873" y="170700"/>
                  </a:lnTo>
                  <a:lnTo>
                    <a:pt x="452174" y="185155"/>
                  </a:lnTo>
                  <a:lnTo>
                    <a:pt x="485335" y="198734"/>
                  </a:lnTo>
                  <a:lnTo>
                    <a:pt x="516599" y="211536"/>
                  </a:lnTo>
                  <a:lnTo>
                    <a:pt x="546173" y="223646"/>
                  </a:lnTo>
                  <a:lnTo>
                    <a:pt x="574229" y="235134"/>
                  </a:lnTo>
                  <a:lnTo>
                    <a:pt x="600916" y="246062"/>
                  </a:lnTo>
                  <a:lnTo>
                    <a:pt x="626362" y="256481"/>
                  </a:lnTo>
                  <a:lnTo>
                    <a:pt x="650676" y="266437"/>
                  </a:lnTo>
                  <a:lnTo>
                    <a:pt x="673955" y="275970"/>
                  </a:lnTo>
                  <a:lnTo>
                    <a:pt x="696284" y="285113"/>
                  </a:lnTo>
                  <a:lnTo>
                    <a:pt x="717737" y="293897"/>
                  </a:lnTo>
                  <a:lnTo>
                    <a:pt x="738380" y="302350"/>
                  </a:lnTo>
                  <a:lnTo>
                    <a:pt x="758272" y="310496"/>
                  </a:lnTo>
                  <a:lnTo>
                    <a:pt x="777466" y="318355"/>
                  </a:lnTo>
                  <a:lnTo>
                    <a:pt x="796010" y="325948"/>
                  </a:lnTo>
                  <a:lnTo>
                    <a:pt x="813945" y="333293"/>
                  </a:lnTo>
                  <a:lnTo>
                    <a:pt x="831311" y="340404"/>
                  </a:lnTo>
                  <a:lnTo>
                    <a:pt x="848142" y="347296"/>
                  </a:lnTo>
                  <a:lnTo>
                    <a:pt x="864471" y="353982"/>
                  </a:lnTo>
                  <a:lnTo>
                    <a:pt x="880327" y="360474"/>
                  </a:lnTo>
                  <a:lnTo>
                    <a:pt x="895735" y="366784"/>
                  </a:lnTo>
                  <a:lnTo>
                    <a:pt x="910722" y="372921"/>
                  </a:lnTo>
                  <a:lnTo>
                    <a:pt x="925309" y="378894"/>
                  </a:lnTo>
                  <a:lnTo>
                    <a:pt x="939517" y="384712"/>
                  </a:lnTo>
                  <a:lnTo>
                    <a:pt x="953365" y="390382"/>
                  </a:lnTo>
                  <a:lnTo>
                    <a:pt x="966872" y="395913"/>
                  </a:lnTo>
                  <a:lnTo>
                    <a:pt x="980052" y="401310"/>
                  </a:lnTo>
                  <a:lnTo>
                    <a:pt x="992923" y="406580"/>
                  </a:lnTo>
                  <a:lnTo>
                    <a:pt x="1005498" y="411729"/>
                  </a:lnTo>
                  <a:lnTo>
                    <a:pt x="1017790" y="416763"/>
                  </a:lnTo>
                  <a:lnTo>
                    <a:pt x="1029812" y="421686"/>
                  </a:lnTo>
                  <a:lnTo>
                    <a:pt x="1041575" y="426502"/>
                  </a:lnTo>
                  <a:lnTo>
                    <a:pt x="1053091" y="431218"/>
                  </a:lnTo>
                  <a:lnTo>
                    <a:pt x="1064369" y="435836"/>
                  </a:lnTo>
                  <a:lnTo>
                    <a:pt x="1075420" y="440361"/>
                  </a:lnTo>
                  <a:lnTo>
                    <a:pt x="1086251" y="444796"/>
                  </a:lnTo>
                  <a:lnTo>
                    <a:pt x="1096873" y="449145"/>
                  </a:lnTo>
                  <a:lnTo>
                    <a:pt x="1107292" y="453412"/>
                  </a:lnTo>
                  <a:lnTo>
                    <a:pt x="1117516" y="457598"/>
                  </a:lnTo>
                  <a:lnTo>
                    <a:pt x="1127552" y="461708"/>
                  </a:lnTo>
                  <a:lnTo>
                    <a:pt x="1137408" y="46574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10497" y="4753545"/>
              <a:ext cx="1137408" cy="24508"/>
            </a:xfrm>
            <a:custGeom>
              <a:avLst/>
              <a:pathLst>
                <a:path w="1137408" h="24508">
                  <a:moveTo>
                    <a:pt x="0" y="24508"/>
                  </a:moveTo>
                  <a:lnTo>
                    <a:pt x="73038" y="22934"/>
                  </a:lnTo>
                  <a:lnTo>
                    <a:pt x="137463" y="21546"/>
                  </a:lnTo>
                  <a:lnTo>
                    <a:pt x="195093" y="20304"/>
                  </a:lnTo>
                  <a:lnTo>
                    <a:pt x="247225" y="19181"/>
                  </a:lnTo>
                  <a:lnTo>
                    <a:pt x="294819" y="18155"/>
                  </a:lnTo>
                  <a:lnTo>
                    <a:pt x="338600" y="17212"/>
                  </a:lnTo>
                  <a:lnTo>
                    <a:pt x="379136" y="16339"/>
                  </a:lnTo>
                  <a:lnTo>
                    <a:pt x="416873" y="15525"/>
                  </a:lnTo>
                  <a:lnTo>
                    <a:pt x="452174" y="14765"/>
                  </a:lnTo>
                  <a:lnTo>
                    <a:pt x="485335" y="14050"/>
                  </a:lnTo>
                  <a:lnTo>
                    <a:pt x="516599" y="13377"/>
                  </a:lnTo>
                  <a:lnTo>
                    <a:pt x="546173" y="12739"/>
                  </a:lnTo>
                  <a:lnTo>
                    <a:pt x="574229" y="12135"/>
                  </a:lnTo>
                  <a:lnTo>
                    <a:pt x="600916" y="11560"/>
                  </a:lnTo>
                  <a:lnTo>
                    <a:pt x="626362" y="11011"/>
                  </a:lnTo>
                  <a:lnTo>
                    <a:pt x="650676" y="10488"/>
                  </a:lnTo>
                  <a:lnTo>
                    <a:pt x="673955" y="9986"/>
                  </a:lnTo>
                  <a:lnTo>
                    <a:pt x="696284" y="9505"/>
                  </a:lnTo>
                  <a:lnTo>
                    <a:pt x="717737" y="9042"/>
                  </a:lnTo>
                  <a:lnTo>
                    <a:pt x="738380" y="8598"/>
                  </a:lnTo>
                  <a:lnTo>
                    <a:pt x="758272" y="8169"/>
                  </a:lnTo>
                  <a:lnTo>
                    <a:pt x="777466" y="7755"/>
                  </a:lnTo>
                  <a:lnTo>
                    <a:pt x="796010" y="7356"/>
                  </a:lnTo>
                  <a:lnTo>
                    <a:pt x="813945" y="6969"/>
                  </a:lnTo>
                  <a:lnTo>
                    <a:pt x="831311" y="6595"/>
                  </a:lnTo>
                  <a:lnTo>
                    <a:pt x="848142" y="6233"/>
                  </a:lnTo>
                  <a:lnTo>
                    <a:pt x="864471" y="5881"/>
                  </a:lnTo>
                  <a:lnTo>
                    <a:pt x="880327" y="5539"/>
                  </a:lnTo>
                  <a:lnTo>
                    <a:pt x="895735" y="5207"/>
                  </a:lnTo>
                  <a:lnTo>
                    <a:pt x="910722" y="4884"/>
                  </a:lnTo>
                  <a:lnTo>
                    <a:pt x="925309" y="4570"/>
                  </a:lnTo>
                  <a:lnTo>
                    <a:pt x="939517" y="4264"/>
                  </a:lnTo>
                  <a:lnTo>
                    <a:pt x="953365" y="3965"/>
                  </a:lnTo>
                  <a:lnTo>
                    <a:pt x="966872" y="3674"/>
                  </a:lnTo>
                  <a:lnTo>
                    <a:pt x="980052" y="3390"/>
                  </a:lnTo>
                  <a:lnTo>
                    <a:pt x="992923" y="3113"/>
                  </a:lnTo>
                  <a:lnTo>
                    <a:pt x="1005498" y="2842"/>
                  </a:lnTo>
                  <a:lnTo>
                    <a:pt x="1017790" y="2577"/>
                  </a:lnTo>
                  <a:lnTo>
                    <a:pt x="1029812" y="2318"/>
                  </a:lnTo>
                  <a:lnTo>
                    <a:pt x="1041575" y="2064"/>
                  </a:lnTo>
                  <a:lnTo>
                    <a:pt x="1053091" y="1816"/>
                  </a:lnTo>
                  <a:lnTo>
                    <a:pt x="1064369" y="1573"/>
                  </a:lnTo>
                  <a:lnTo>
                    <a:pt x="1075420" y="1335"/>
                  </a:lnTo>
                  <a:lnTo>
                    <a:pt x="1086251" y="1102"/>
                  </a:lnTo>
                  <a:lnTo>
                    <a:pt x="1096873" y="873"/>
                  </a:lnTo>
                  <a:lnTo>
                    <a:pt x="1107292" y="648"/>
                  </a:lnTo>
                  <a:lnTo>
                    <a:pt x="1117516" y="428"/>
                  </a:lnTo>
                  <a:lnTo>
                    <a:pt x="1127552" y="212"/>
                  </a:lnTo>
                  <a:lnTo>
                    <a:pt x="113740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10497" y="4615211"/>
              <a:ext cx="1137408" cy="84878"/>
            </a:xfrm>
            <a:custGeom>
              <a:avLst/>
              <a:pathLst>
                <a:path w="1137408" h="84878">
                  <a:moveTo>
                    <a:pt x="0" y="84878"/>
                  </a:moveTo>
                  <a:lnTo>
                    <a:pt x="73038" y="79428"/>
                  </a:lnTo>
                  <a:lnTo>
                    <a:pt x="137463" y="74620"/>
                  </a:lnTo>
                  <a:lnTo>
                    <a:pt x="195093" y="70320"/>
                  </a:lnTo>
                  <a:lnTo>
                    <a:pt x="247225" y="66429"/>
                  </a:lnTo>
                  <a:lnTo>
                    <a:pt x="294819" y="62877"/>
                  </a:lnTo>
                  <a:lnTo>
                    <a:pt x="338600" y="59610"/>
                  </a:lnTo>
                  <a:lnTo>
                    <a:pt x="379136" y="56585"/>
                  </a:lnTo>
                  <a:lnTo>
                    <a:pt x="416873" y="53769"/>
                  </a:lnTo>
                  <a:lnTo>
                    <a:pt x="452174" y="51135"/>
                  </a:lnTo>
                  <a:lnTo>
                    <a:pt x="485335" y="48660"/>
                  </a:lnTo>
                  <a:lnTo>
                    <a:pt x="516599" y="46327"/>
                  </a:lnTo>
                  <a:lnTo>
                    <a:pt x="546173" y="44120"/>
                  </a:lnTo>
                  <a:lnTo>
                    <a:pt x="574229" y="42027"/>
                  </a:lnTo>
                  <a:lnTo>
                    <a:pt x="600916" y="40035"/>
                  </a:lnTo>
                  <a:lnTo>
                    <a:pt x="626362" y="38136"/>
                  </a:lnTo>
                  <a:lnTo>
                    <a:pt x="650676" y="36322"/>
                  </a:lnTo>
                  <a:lnTo>
                    <a:pt x="673955" y="34585"/>
                  </a:lnTo>
                  <a:lnTo>
                    <a:pt x="696284" y="32918"/>
                  </a:lnTo>
                  <a:lnTo>
                    <a:pt x="717737" y="31317"/>
                  </a:lnTo>
                  <a:lnTo>
                    <a:pt x="738380" y="29777"/>
                  </a:lnTo>
                  <a:lnTo>
                    <a:pt x="758272" y="28292"/>
                  </a:lnTo>
                  <a:lnTo>
                    <a:pt x="777466" y="26860"/>
                  </a:lnTo>
                  <a:lnTo>
                    <a:pt x="796010" y="25476"/>
                  </a:lnTo>
                  <a:lnTo>
                    <a:pt x="813945" y="24138"/>
                  </a:lnTo>
                  <a:lnTo>
                    <a:pt x="831311" y="22842"/>
                  </a:lnTo>
                  <a:lnTo>
                    <a:pt x="848142" y="21586"/>
                  </a:lnTo>
                  <a:lnTo>
                    <a:pt x="864471" y="20367"/>
                  </a:lnTo>
                  <a:lnTo>
                    <a:pt x="880327" y="19184"/>
                  </a:lnTo>
                  <a:lnTo>
                    <a:pt x="895735" y="18034"/>
                  </a:lnTo>
                  <a:lnTo>
                    <a:pt x="910722" y="16916"/>
                  </a:lnTo>
                  <a:lnTo>
                    <a:pt x="925309" y="15827"/>
                  </a:lnTo>
                  <a:lnTo>
                    <a:pt x="939517" y="14767"/>
                  </a:lnTo>
                  <a:lnTo>
                    <a:pt x="953365" y="13734"/>
                  </a:lnTo>
                  <a:lnTo>
                    <a:pt x="966872" y="12726"/>
                  </a:lnTo>
                  <a:lnTo>
                    <a:pt x="980052" y="11742"/>
                  </a:lnTo>
                  <a:lnTo>
                    <a:pt x="992923" y="10782"/>
                  </a:lnTo>
                  <a:lnTo>
                    <a:pt x="1005498" y="9843"/>
                  </a:lnTo>
                  <a:lnTo>
                    <a:pt x="1017790" y="8926"/>
                  </a:lnTo>
                  <a:lnTo>
                    <a:pt x="1029812" y="8029"/>
                  </a:lnTo>
                  <a:lnTo>
                    <a:pt x="1041575" y="7151"/>
                  </a:lnTo>
                  <a:lnTo>
                    <a:pt x="1053091" y="6292"/>
                  </a:lnTo>
                  <a:lnTo>
                    <a:pt x="1064369" y="5450"/>
                  </a:lnTo>
                  <a:lnTo>
                    <a:pt x="1075420" y="4625"/>
                  </a:lnTo>
                  <a:lnTo>
                    <a:pt x="1086251" y="3817"/>
                  </a:lnTo>
                  <a:lnTo>
                    <a:pt x="1096873" y="3024"/>
                  </a:lnTo>
                  <a:lnTo>
                    <a:pt x="1107292" y="2247"/>
                  </a:lnTo>
                  <a:lnTo>
                    <a:pt x="1117516" y="1484"/>
                  </a:lnTo>
                  <a:lnTo>
                    <a:pt x="1127552" y="735"/>
                  </a:lnTo>
                  <a:lnTo>
                    <a:pt x="113740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10497" y="4673600"/>
              <a:ext cx="1137408" cy="124534"/>
            </a:xfrm>
            <a:custGeom>
              <a:avLst/>
              <a:pathLst>
                <a:path w="1137408" h="124534">
                  <a:moveTo>
                    <a:pt x="0" y="124534"/>
                  </a:moveTo>
                  <a:lnTo>
                    <a:pt x="73038" y="116537"/>
                  </a:lnTo>
                  <a:lnTo>
                    <a:pt x="137463" y="109484"/>
                  </a:lnTo>
                  <a:lnTo>
                    <a:pt x="195093" y="103174"/>
                  </a:lnTo>
                  <a:lnTo>
                    <a:pt x="247225" y="97466"/>
                  </a:lnTo>
                  <a:lnTo>
                    <a:pt x="294819" y="92255"/>
                  </a:lnTo>
                  <a:lnTo>
                    <a:pt x="338600" y="87461"/>
                  </a:lnTo>
                  <a:lnTo>
                    <a:pt x="379136" y="83023"/>
                  </a:lnTo>
                  <a:lnTo>
                    <a:pt x="416873" y="78891"/>
                  </a:lnTo>
                  <a:lnTo>
                    <a:pt x="452174" y="75026"/>
                  </a:lnTo>
                  <a:lnTo>
                    <a:pt x="485335" y="71395"/>
                  </a:lnTo>
                  <a:lnTo>
                    <a:pt x="516599" y="67972"/>
                  </a:lnTo>
                  <a:lnTo>
                    <a:pt x="546173" y="64734"/>
                  </a:lnTo>
                  <a:lnTo>
                    <a:pt x="574229" y="61662"/>
                  </a:lnTo>
                  <a:lnTo>
                    <a:pt x="600916" y="58740"/>
                  </a:lnTo>
                  <a:lnTo>
                    <a:pt x="626362" y="55954"/>
                  </a:lnTo>
                  <a:lnTo>
                    <a:pt x="650676" y="53292"/>
                  </a:lnTo>
                  <a:lnTo>
                    <a:pt x="673955" y="50743"/>
                  </a:lnTo>
                  <a:lnTo>
                    <a:pt x="696284" y="48298"/>
                  </a:lnTo>
                  <a:lnTo>
                    <a:pt x="717737" y="45949"/>
                  </a:lnTo>
                  <a:lnTo>
                    <a:pt x="738380" y="43689"/>
                  </a:lnTo>
                  <a:lnTo>
                    <a:pt x="758272" y="41511"/>
                  </a:lnTo>
                  <a:lnTo>
                    <a:pt x="777466" y="39410"/>
                  </a:lnTo>
                  <a:lnTo>
                    <a:pt x="796010" y="37379"/>
                  </a:lnTo>
                  <a:lnTo>
                    <a:pt x="813945" y="35416"/>
                  </a:lnTo>
                  <a:lnTo>
                    <a:pt x="831311" y="33514"/>
                  </a:lnTo>
                  <a:lnTo>
                    <a:pt x="848142" y="31671"/>
                  </a:lnTo>
                  <a:lnTo>
                    <a:pt x="864471" y="29883"/>
                  </a:lnTo>
                  <a:lnTo>
                    <a:pt x="880327" y="28147"/>
                  </a:lnTo>
                  <a:lnTo>
                    <a:pt x="895735" y="26460"/>
                  </a:lnTo>
                  <a:lnTo>
                    <a:pt x="910722" y="24819"/>
                  </a:lnTo>
                  <a:lnTo>
                    <a:pt x="925309" y="23222"/>
                  </a:lnTo>
                  <a:lnTo>
                    <a:pt x="939517" y="21667"/>
                  </a:lnTo>
                  <a:lnTo>
                    <a:pt x="953365" y="20150"/>
                  </a:lnTo>
                  <a:lnTo>
                    <a:pt x="966872" y="18672"/>
                  </a:lnTo>
                  <a:lnTo>
                    <a:pt x="980052" y="17228"/>
                  </a:lnTo>
                  <a:lnTo>
                    <a:pt x="992923" y="15819"/>
                  </a:lnTo>
                  <a:lnTo>
                    <a:pt x="1005498" y="14442"/>
                  </a:lnTo>
                  <a:lnTo>
                    <a:pt x="1017790" y="13097"/>
                  </a:lnTo>
                  <a:lnTo>
                    <a:pt x="1029812" y="11780"/>
                  </a:lnTo>
                  <a:lnTo>
                    <a:pt x="1041575" y="10492"/>
                  </a:lnTo>
                  <a:lnTo>
                    <a:pt x="1053091" y="9231"/>
                  </a:lnTo>
                  <a:lnTo>
                    <a:pt x="1064369" y="7997"/>
                  </a:lnTo>
                  <a:lnTo>
                    <a:pt x="1075420" y="6787"/>
                  </a:lnTo>
                  <a:lnTo>
                    <a:pt x="1086251" y="5601"/>
                  </a:lnTo>
                  <a:lnTo>
                    <a:pt x="1096873" y="4438"/>
                  </a:lnTo>
                  <a:lnTo>
                    <a:pt x="1107292" y="3297"/>
                  </a:lnTo>
                  <a:lnTo>
                    <a:pt x="1117516" y="2178"/>
                  </a:lnTo>
                  <a:lnTo>
                    <a:pt x="1127552" y="1079"/>
                  </a:lnTo>
                  <a:lnTo>
                    <a:pt x="113740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10497" y="4558125"/>
              <a:ext cx="1137408" cy="103944"/>
            </a:xfrm>
            <a:custGeom>
              <a:avLst/>
              <a:pathLst>
                <a:path w="1137408" h="103944">
                  <a:moveTo>
                    <a:pt x="0" y="0"/>
                  </a:moveTo>
                  <a:lnTo>
                    <a:pt x="73038" y="6674"/>
                  </a:lnTo>
                  <a:lnTo>
                    <a:pt x="137463" y="12562"/>
                  </a:lnTo>
                  <a:lnTo>
                    <a:pt x="195093" y="17829"/>
                  </a:lnTo>
                  <a:lnTo>
                    <a:pt x="247225" y="22593"/>
                  </a:lnTo>
                  <a:lnTo>
                    <a:pt x="294819" y="26942"/>
                  </a:lnTo>
                  <a:lnTo>
                    <a:pt x="338600" y="30943"/>
                  </a:lnTo>
                  <a:lnTo>
                    <a:pt x="379136" y="34648"/>
                  </a:lnTo>
                  <a:lnTo>
                    <a:pt x="416873" y="38096"/>
                  </a:lnTo>
                  <a:lnTo>
                    <a:pt x="452174" y="41323"/>
                  </a:lnTo>
                  <a:lnTo>
                    <a:pt x="485335" y="44353"/>
                  </a:lnTo>
                  <a:lnTo>
                    <a:pt x="516599" y="47210"/>
                  </a:lnTo>
                  <a:lnTo>
                    <a:pt x="546173" y="49913"/>
                  </a:lnTo>
                  <a:lnTo>
                    <a:pt x="574229" y="52477"/>
                  </a:lnTo>
                  <a:lnTo>
                    <a:pt x="600916" y="54916"/>
                  </a:lnTo>
                  <a:lnTo>
                    <a:pt x="626362" y="57241"/>
                  </a:lnTo>
                  <a:lnTo>
                    <a:pt x="650676" y="59463"/>
                  </a:lnTo>
                  <a:lnTo>
                    <a:pt x="673955" y="61590"/>
                  </a:lnTo>
                  <a:lnTo>
                    <a:pt x="696284" y="63631"/>
                  </a:lnTo>
                  <a:lnTo>
                    <a:pt x="717737" y="65592"/>
                  </a:lnTo>
                  <a:lnTo>
                    <a:pt x="738380" y="67478"/>
                  </a:lnTo>
                  <a:lnTo>
                    <a:pt x="758272" y="69296"/>
                  </a:lnTo>
                  <a:lnTo>
                    <a:pt x="777466" y="71050"/>
                  </a:lnTo>
                  <a:lnTo>
                    <a:pt x="796010" y="72745"/>
                  </a:lnTo>
                  <a:lnTo>
                    <a:pt x="813945" y="74384"/>
                  </a:lnTo>
                  <a:lnTo>
                    <a:pt x="831311" y="75971"/>
                  </a:lnTo>
                  <a:lnTo>
                    <a:pt x="848142" y="77509"/>
                  </a:lnTo>
                  <a:lnTo>
                    <a:pt x="864471" y="79001"/>
                  </a:lnTo>
                  <a:lnTo>
                    <a:pt x="880327" y="80450"/>
                  </a:lnTo>
                  <a:lnTo>
                    <a:pt x="895735" y="81858"/>
                  </a:lnTo>
                  <a:lnTo>
                    <a:pt x="910722" y="83228"/>
                  </a:lnTo>
                  <a:lnTo>
                    <a:pt x="925309" y="84561"/>
                  </a:lnTo>
                  <a:lnTo>
                    <a:pt x="939517" y="85859"/>
                  </a:lnTo>
                  <a:lnTo>
                    <a:pt x="953365" y="87125"/>
                  </a:lnTo>
                  <a:lnTo>
                    <a:pt x="966872" y="88359"/>
                  </a:lnTo>
                  <a:lnTo>
                    <a:pt x="980052" y="89564"/>
                  </a:lnTo>
                  <a:lnTo>
                    <a:pt x="992923" y="90740"/>
                  </a:lnTo>
                  <a:lnTo>
                    <a:pt x="1005498" y="91889"/>
                  </a:lnTo>
                  <a:lnTo>
                    <a:pt x="1017790" y="93013"/>
                  </a:lnTo>
                  <a:lnTo>
                    <a:pt x="1029812" y="94111"/>
                  </a:lnTo>
                  <a:lnTo>
                    <a:pt x="1041575" y="95186"/>
                  </a:lnTo>
                  <a:lnTo>
                    <a:pt x="1053091" y="96239"/>
                  </a:lnTo>
                  <a:lnTo>
                    <a:pt x="1064369" y="97269"/>
                  </a:lnTo>
                  <a:lnTo>
                    <a:pt x="1075420" y="98279"/>
                  </a:lnTo>
                  <a:lnTo>
                    <a:pt x="1086251" y="99269"/>
                  </a:lnTo>
                  <a:lnTo>
                    <a:pt x="1096873" y="100240"/>
                  </a:lnTo>
                  <a:lnTo>
                    <a:pt x="1107292" y="101192"/>
                  </a:lnTo>
                  <a:lnTo>
                    <a:pt x="1117516" y="102126"/>
                  </a:lnTo>
                  <a:lnTo>
                    <a:pt x="1127552" y="103043"/>
                  </a:lnTo>
                  <a:lnTo>
                    <a:pt x="1137408" y="10394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10497" y="4566707"/>
              <a:ext cx="1137408" cy="235431"/>
            </a:xfrm>
            <a:custGeom>
              <a:avLst/>
              <a:pathLst>
                <a:path w="1137408" h="235431">
                  <a:moveTo>
                    <a:pt x="0" y="0"/>
                  </a:moveTo>
                  <a:lnTo>
                    <a:pt x="73038" y="15118"/>
                  </a:lnTo>
                  <a:lnTo>
                    <a:pt x="137463" y="28453"/>
                  </a:lnTo>
                  <a:lnTo>
                    <a:pt x="195093" y="40382"/>
                  </a:lnTo>
                  <a:lnTo>
                    <a:pt x="247225" y="51173"/>
                  </a:lnTo>
                  <a:lnTo>
                    <a:pt x="294819" y="61024"/>
                  </a:lnTo>
                  <a:lnTo>
                    <a:pt x="338600" y="70086"/>
                  </a:lnTo>
                  <a:lnTo>
                    <a:pt x="379136" y="78477"/>
                  </a:lnTo>
                  <a:lnTo>
                    <a:pt x="416873" y="86288"/>
                  </a:lnTo>
                  <a:lnTo>
                    <a:pt x="452174" y="93595"/>
                  </a:lnTo>
                  <a:lnTo>
                    <a:pt x="485335" y="100459"/>
                  </a:lnTo>
                  <a:lnTo>
                    <a:pt x="516599" y="106930"/>
                  </a:lnTo>
                  <a:lnTo>
                    <a:pt x="546173" y="113051"/>
                  </a:lnTo>
                  <a:lnTo>
                    <a:pt x="574229" y="118859"/>
                  </a:lnTo>
                  <a:lnTo>
                    <a:pt x="600916" y="124383"/>
                  </a:lnTo>
                  <a:lnTo>
                    <a:pt x="626362" y="129650"/>
                  </a:lnTo>
                  <a:lnTo>
                    <a:pt x="650676" y="134682"/>
                  </a:lnTo>
                  <a:lnTo>
                    <a:pt x="673955" y="139501"/>
                  </a:lnTo>
                  <a:lnTo>
                    <a:pt x="696284" y="144123"/>
                  </a:lnTo>
                  <a:lnTo>
                    <a:pt x="717737" y="148563"/>
                  </a:lnTo>
                  <a:lnTo>
                    <a:pt x="738380" y="152836"/>
                  </a:lnTo>
                  <a:lnTo>
                    <a:pt x="758272" y="156954"/>
                  </a:lnTo>
                  <a:lnTo>
                    <a:pt x="777466" y="160927"/>
                  </a:lnTo>
                  <a:lnTo>
                    <a:pt x="796010" y="164765"/>
                  </a:lnTo>
                  <a:lnTo>
                    <a:pt x="813945" y="168477"/>
                  </a:lnTo>
                  <a:lnTo>
                    <a:pt x="831311" y="172072"/>
                  </a:lnTo>
                  <a:lnTo>
                    <a:pt x="848142" y="175556"/>
                  </a:lnTo>
                  <a:lnTo>
                    <a:pt x="864471" y="178936"/>
                  </a:lnTo>
                  <a:lnTo>
                    <a:pt x="880327" y="182217"/>
                  </a:lnTo>
                  <a:lnTo>
                    <a:pt x="895735" y="185407"/>
                  </a:lnTo>
                  <a:lnTo>
                    <a:pt x="910722" y="188509"/>
                  </a:lnTo>
                  <a:lnTo>
                    <a:pt x="925309" y="191528"/>
                  </a:lnTo>
                  <a:lnTo>
                    <a:pt x="939517" y="194469"/>
                  </a:lnTo>
                  <a:lnTo>
                    <a:pt x="953365" y="197336"/>
                  </a:lnTo>
                  <a:lnTo>
                    <a:pt x="966872" y="200131"/>
                  </a:lnTo>
                  <a:lnTo>
                    <a:pt x="980052" y="202860"/>
                  </a:lnTo>
                  <a:lnTo>
                    <a:pt x="992923" y="205524"/>
                  </a:lnTo>
                  <a:lnTo>
                    <a:pt x="1005498" y="208127"/>
                  </a:lnTo>
                  <a:lnTo>
                    <a:pt x="1017790" y="210671"/>
                  </a:lnTo>
                  <a:lnTo>
                    <a:pt x="1029812" y="213159"/>
                  </a:lnTo>
                  <a:lnTo>
                    <a:pt x="1041575" y="215594"/>
                  </a:lnTo>
                  <a:lnTo>
                    <a:pt x="1053091" y="217978"/>
                  </a:lnTo>
                  <a:lnTo>
                    <a:pt x="1064369" y="220312"/>
                  </a:lnTo>
                  <a:lnTo>
                    <a:pt x="1075420" y="222600"/>
                  </a:lnTo>
                  <a:lnTo>
                    <a:pt x="1086251" y="224842"/>
                  </a:lnTo>
                  <a:lnTo>
                    <a:pt x="1096873" y="227040"/>
                  </a:lnTo>
                  <a:lnTo>
                    <a:pt x="1107292" y="229197"/>
                  </a:lnTo>
                  <a:lnTo>
                    <a:pt x="1117516" y="231313"/>
                  </a:lnTo>
                  <a:lnTo>
                    <a:pt x="1127552" y="233391"/>
                  </a:lnTo>
                  <a:lnTo>
                    <a:pt x="1137408" y="23543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10497" y="4688172"/>
              <a:ext cx="1137408" cy="217101"/>
            </a:xfrm>
            <a:custGeom>
              <a:avLst/>
              <a:pathLst>
                <a:path w="1137408" h="217101">
                  <a:moveTo>
                    <a:pt x="0" y="0"/>
                  </a:moveTo>
                  <a:lnTo>
                    <a:pt x="73038" y="13941"/>
                  </a:lnTo>
                  <a:lnTo>
                    <a:pt x="137463" y="26238"/>
                  </a:lnTo>
                  <a:lnTo>
                    <a:pt x="195093" y="37238"/>
                  </a:lnTo>
                  <a:lnTo>
                    <a:pt x="247225" y="47188"/>
                  </a:lnTo>
                  <a:lnTo>
                    <a:pt x="294819" y="56273"/>
                  </a:lnTo>
                  <a:lnTo>
                    <a:pt x="338600" y="64630"/>
                  </a:lnTo>
                  <a:lnTo>
                    <a:pt x="379136" y="72367"/>
                  </a:lnTo>
                  <a:lnTo>
                    <a:pt x="416873" y="79570"/>
                  </a:lnTo>
                  <a:lnTo>
                    <a:pt x="452174" y="86308"/>
                  </a:lnTo>
                  <a:lnTo>
                    <a:pt x="485335" y="92637"/>
                  </a:lnTo>
                  <a:lnTo>
                    <a:pt x="516599" y="98605"/>
                  </a:lnTo>
                  <a:lnTo>
                    <a:pt x="546173" y="104250"/>
                  </a:lnTo>
                  <a:lnTo>
                    <a:pt x="574229" y="109605"/>
                  </a:lnTo>
                  <a:lnTo>
                    <a:pt x="600916" y="114699"/>
                  </a:lnTo>
                  <a:lnTo>
                    <a:pt x="626362" y="119556"/>
                  </a:lnTo>
                  <a:lnTo>
                    <a:pt x="650676" y="124197"/>
                  </a:lnTo>
                  <a:lnTo>
                    <a:pt x="673955" y="128640"/>
                  </a:lnTo>
                  <a:lnTo>
                    <a:pt x="696284" y="132902"/>
                  </a:lnTo>
                  <a:lnTo>
                    <a:pt x="717737" y="136997"/>
                  </a:lnTo>
                  <a:lnTo>
                    <a:pt x="738380" y="140937"/>
                  </a:lnTo>
                  <a:lnTo>
                    <a:pt x="758272" y="144734"/>
                  </a:lnTo>
                  <a:lnTo>
                    <a:pt x="777466" y="148398"/>
                  </a:lnTo>
                  <a:lnTo>
                    <a:pt x="796010" y="151937"/>
                  </a:lnTo>
                  <a:lnTo>
                    <a:pt x="813945" y="155360"/>
                  </a:lnTo>
                  <a:lnTo>
                    <a:pt x="831311" y="158675"/>
                  </a:lnTo>
                  <a:lnTo>
                    <a:pt x="848142" y="161888"/>
                  </a:lnTo>
                  <a:lnTo>
                    <a:pt x="864471" y="165005"/>
                  </a:lnTo>
                  <a:lnTo>
                    <a:pt x="880327" y="168031"/>
                  </a:lnTo>
                  <a:lnTo>
                    <a:pt x="895735" y="170972"/>
                  </a:lnTo>
                  <a:lnTo>
                    <a:pt x="910722" y="173833"/>
                  </a:lnTo>
                  <a:lnTo>
                    <a:pt x="925309" y="176617"/>
                  </a:lnTo>
                  <a:lnTo>
                    <a:pt x="939517" y="179329"/>
                  </a:lnTo>
                  <a:lnTo>
                    <a:pt x="953365" y="181972"/>
                  </a:lnTo>
                  <a:lnTo>
                    <a:pt x="966872" y="184550"/>
                  </a:lnTo>
                  <a:lnTo>
                    <a:pt x="980052" y="187066"/>
                  </a:lnTo>
                  <a:lnTo>
                    <a:pt x="992923" y="189523"/>
                  </a:lnTo>
                  <a:lnTo>
                    <a:pt x="1005498" y="191923"/>
                  </a:lnTo>
                  <a:lnTo>
                    <a:pt x="1017790" y="194269"/>
                  </a:lnTo>
                  <a:lnTo>
                    <a:pt x="1029812" y="196564"/>
                  </a:lnTo>
                  <a:lnTo>
                    <a:pt x="1041575" y="198809"/>
                  </a:lnTo>
                  <a:lnTo>
                    <a:pt x="1053091" y="201007"/>
                  </a:lnTo>
                  <a:lnTo>
                    <a:pt x="1064369" y="203160"/>
                  </a:lnTo>
                  <a:lnTo>
                    <a:pt x="1075420" y="205269"/>
                  </a:lnTo>
                  <a:lnTo>
                    <a:pt x="1086251" y="207337"/>
                  </a:lnTo>
                  <a:lnTo>
                    <a:pt x="1096873" y="209364"/>
                  </a:lnTo>
                  <a:lnTo>
                    <a:pt x="1107292" y="211353"/>
                  </a:lnTo>
                  <a:lnTo>
                    <a:pt x="1117516" y="213304"/>
                  </a:lnTo>
                  <a:lnTo>
                    <a:pt x="1127552" y="215220"/>
                  </a:lnTo>
                  <a:lnTo>
                    <a:pt x="1137408" y="21710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10497" y="4676439"/>
              <a:ext cx="1137408" cy="86591"/>
            </a:xfrm>
            <a:custGeom>
              <a:avLst/>
              <a:pathLst>
                <a:path w="1137408" h="86591">
                  <a:moveTo>
                    <a:pt x="0" y="0"/>
                  </a:moveTo>
                  <a:lnTo>
                    <a:pt x="73038" y="5560"/>
                  </a:lnTo>
                  <a:lnTo>
                    <a:pt x="137463" y="10465"/>
                  </a:lnTo>
                  <a:lnTo>
                    <a:pt x="195093" y="14852"/>
                  </a:lnTo>
                  <a:lnTo>
                    <a:pt x="247225" y="18821"/>
                  </a:lnTo>
                  <a:lnTo>
                    <a:pt x="294819" y="22444"/>
                  </a:lnTo>
                  <a:lnTo>
                    <a:pt x="338600" y="25777"/>
                  </a:lnTo>
                  <a:lnTo>
                    <a:pt x="379136" y="28863"/>
                  </a:lnTo>
                  <a:lnTo>
                    <a:pt x="416873" y="31736"/>
                  </a:lnTo>
                  <a:lnTo>
                    <a:pt x="452174" y="34424"/>
                  </a:lnTo>
                  <a:lnTo>
                    <a:pt x="485335" y="36949"/>
                  </a:lnTo>
                  <a:lnTo>
                    <a:pt x="516599" y="39329"/>
                  </a:lnTo>
                  <a:lnTo>
                    <a:pt x="546173" y="41580"/>
                  </a:lnTo>
                  <a:lnTo>
                    <a:pt x="574229" y="43716"/>
                  </a:lnTo>
                  <a:lnTo>
                    <a:pt x="600916" y="45748"/>
                  </a:lnTo>
                  <a:lnTo>
                    <a:pt x="626362" y="47685"/>
                  </a:lnTo>
                  <a:lnTo>
                    <a:pt x="650676" y="49536"/>
                  </a:lnTo>
                  <a:lnTo>
                    <a:pt x="673955" y="51308"/>
                  </a:lnTo>
                  <a:lnTo>
                    <a:pt x="696284" y="53008"/>
                  </a:lnTo>
                  <a:lnTo>
                    <a:pt x="717737" y="54641"/>
                  </a:lnTo>
                  <a:lnTo>
                    <a:pt x="738380" y="56213"/>
                  </a:lnTo>
                  <a:lnTo>
                    <a:pt x="758272" y="57727"/>
                  </a:lnTo>
                  <a:lnTo>
                    <a:pt x="777466" y="59189"/>
                  </a:lnTo>
                  <a:lnTo>
                    <a:pt x="796010" y="60600"/>
                  </a:lnTo>
                  <a:lnTo>
                    <a:pt x="813945" y="61966"/>
                  </a:lnTo>
                  <a:lnTo>
                    <a:pt x="831311" y="63288"/>
                  </a:lnTo>
                  <a:lnTo>
                    <a:pt x="848142" y="64569"/>
                  </a:lnTo>
                  <a:lnTo>
                    <a:pt x="864471" y="65812"/>
                  </a:lnTo>
                  <a:lnTo>
                    <a:pt x="880327" y="67020"/>
                  </a:lnTo>
                  <a:lnTo>
                    <a:pt x="895735" y="68193"/>
                  </a:lnTo>
                  <a:lnTo>
                    <a:pt x="910722" y="69334"/>
                  </a:lnTo>
                  <a:lnTo>
                    <a:pt x="925309" y="70444"/>
                  </a:lnTo>
                  <a:lnTo>
                    <a:pt x="939517" y="71526"/>
                  </a:lnTo>
                  <a:lnTo>
                    <a:pt x="953365" y="72580"/>
                  </a:lnTo>
                  <a:lnTo>
                    <a:pt x="966872" y="73608"/>
                  </a:lnTo>
                  <a:lnTo>
                    <a:pt x="980052" y="74612"/>
                  </a:lnTo>
                  <a:lnTo>
                    <a:pt x="992923" y="75592"/>
                  </a:lnTo>
                  <a:lnTo>
                    <a:pt x="1005498" y="76549"/>
                  </a:lnTo>
                  <a:lnTo>
                    <a:pt x="1017790" y="77485"/>
                  </a:lnTo>
                  <a:lnTo>
                    <a:pt x="1029812" y="78400"/>
                  </a:lnTo>
                  <a:lnTo>
                    <a:pt x="1041575" y="79296"/>
                  </a:lnTo>
                  <a:lnTo>
                    <a:pt x="1053091" y="80172"/>
                  </a:lnTo>
                  <a:lnTo>
                    <a:pt x="1064369" y="81031"/>
                  </a:lnTo>
                  <a:lnTo>
                    <a:pt x="1075420" y="81872"/>
                  </a:lnTo>
                  <a:lnTo>
                    <a:pt x="1086251" y="82697"/>
                  </a:lnTo>
                  <a:lnTo>
                    <a:pt x="1096873" y="83505"/>
                  </a:lnTo>
                  <a:lnTo>
                    <a:pt x="1107292" y="84299"/>
                  </a:lnTo>
                  <a:lnTo>
                    <a:pt x="1117516" y="85077"/>
                  </a:lnTo>
                  <a:lnTo>
                    <a:pt x="1127552" y="85841"/>
                  </a:lnTo>
                  <a:lnTo>
                    <a:pt x="1137408" y="8659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10497" y="4751685"/>
              <a:ext cx="1137408" cy="18263"/>
            </a:xfrm>
            <a:custGeom>
              <a:avLst/>
              <a:pathLst>
                <a:path w="1137408" h="18263">
                  <a:moveTo>
                    <a:pt x="0" y="0"/>
                  </a:moveTo>
                  <a:lnTo>
                    <a:pt x="73038" y="1172"/>
                  </a:lnTo>
                  <a:lnTo>
                    <a:pt x="137463" y="2207"/>
                  </a:lnTo>
                  <a:lnTo>
                    <a:pt x="195093" y="3132"/>
                  </a:lnTo>
                  <a:lnTo>
                    <a:pt x="247225" y="3969"/>
                  </a:lnTo>
                  <a:lnTo>
                    <a:pt x="294819" y="4733"/>
                  </a:lnTo>
                  <a:lnTo>
                    <a:pt x="338600" y="5436"/>
                  </a:lnTo>
                  <a:lnTo>
                    <a:pt x="379136" y="6087"/>
                  </a:lnTo>
                  <a:lnTo>
                    <a:pt x="416873" y="6693"/>
                  </a:lnTo>
                  <a:lnTo>
                    <a:pt x="452174" y="7260"/>
                  </a:lnTo>
                  <a:lnTo>
                    <a:pt x="485335" y="7793"/>
                  </a:lnTo>
                  <a:lnTo>
                    <a:pt x="516599" y="8295"/>
                  </a:lnTo>
                  <a:lnTo>
                    <a:pt x="546173" y="8770"/>
                  </a:lnTo>
                  <a:lnTo>
                    <a:pt x="574229" y="9220"/>
                  </a:lnTo>
                  <a:lnTo>
                    <a:pt x="600916" y="9649"/>
                  </a:lnTo>
                  <a:lnTo>
                    <a:pt x="626362" y="10057"/>
                  </a:lnTo>
                  <a:lnTo>
                    <a:pt x="650676" y="10448"/>
                  </a:lnTo>
                  <a:lnTo>
                    <a:pt x="673955" y="10821"/>
                  </a:lnTo>
                  <a:lnTo>
                    <a:pt x="696284" y="11180"/>
                  </a:lnTo>
                  <a:lnTo>
                    <a:pt x="717737" y="11524"/>
                  </a:lnTo>
                  <a:lnTo>
                    <a:pt x="738380" y="11856"/>
                  </a:lnTo>
                  <a:lnTo>
                    <a:pt x="758272" y="12175"/>
                  </a:lnTo>
                  <a:lnTo>
                    <a:pt x="777466" y="12483"/>
                  </a:lnTo>
                  <a:lnTo>
                    <a:pt x="796010" y="12781"/>
                  </a:lnTo>
                  <a:lnTo>
                    <a:pt x="813945" y="13069"/>
                  </a:lnTo>
                  <a:lnTo>
                    <a:pt x="831311" y="13348"/>
                  </a:lnTo>
                  <a:lnTo>
                    <a:pt x="848142" y="13618"/>
                  </a:lnTo>
                  <a:lnTo>
                    <a:pt x="864471" y="13880"/>
                  </a:lnTo>
                  <a:lnTo>
                    <a:pt x="880327" y="14135"/>
                  </a:lnTo>
                  <a:lnTo>
                    <a:pt x="895735" y="14383"/>
                  </a:lnTo>
                  <a:lnTo>
                    <a:pt x="910722" y="14623"/>
                  </a:lnTo>
                  <a:lnTo>
                    <a:pt x="925309" y="14857"/>
                  </a:lnTo>
                  <a:lnTo>
                    <a:pt x="939517" y="15086"/>
                  </a:lnTo>
                  <a:lnTo>
                    <a:pt x="953365" y="15308"/>
                  </a:lnTo>
                  <a:lnTo>
                    <a:pt x="966872" y="15525"/>
                  </a:lnTo>
                  <a:lnTo>
                    <a:pt x="980052" y="15736"/>
                  </a:lnTo>
                  <a:lnTo>
                    <a:pt x="992923" y="15943"/>
                  </a:lnTo>
                  <a:lnTo>
                    <a:pt x="1005498" y="16145"/>
                  </a:lnTo>
                  <a:lnTo>
                    <a:pt x="1017790" y="16342"/>
                  </a:lnTo>
                  <a:lnTo>
                    <a:pt x="1029812" y="16535"/>
                  </a:lnTo>
                  <a:lnTo>
                    <a:pt x="1041575" y="16724"/>
                  </a:lnTo>
                  <a:lnTo>
                    <a:pt x="1053091" y="16909"/>
                  </a:lnTo>
                  <a:lnTo>
                    <a:pt x="1064369" y="17090"/>
                  </a:lnTo>
                  <a:lnTo>
                    <a:pt x="1075420" y="17268"/>
                  </a:lnTo>
                  <a:lnTo>
                    <a:pt x="1086251" y="17442"/>
                  </a:lnTo>
                  <a:lnTo>
                    <a:pt x="1096873" y="17612"/>
                  </a:lnTo>
                  <a:lnTo>
                    <a:pt x="1107292" y="17780"/>
                  </a:lnTo>
                  <a:lnTo>
                    <a:pt x="1117516" y="17944"/>
                  </a:lnTo>
                  <a:lnTo>
                    <a:pt x="1127552" y="18105"/>
                  </a:lnTo>
                  <a:lnTo>
                    <a:pt x="1137408" y="1826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24659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596191" y="47384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596191" y="43633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596191" y="39881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24659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10497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89634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6877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84790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682242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61379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44051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81965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6017858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24659" y="36815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122" y="5394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579" y="5406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122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049" y="56207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122" y="5648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122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049" y="58577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122" y="5885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003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3930" y="56207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003" y="5648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003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3930" y="58577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003" y="5885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215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142" y="56207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215" y="5648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215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142" y="5857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215" y="5885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180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107" y="56207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180" y="5648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180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107" y="5857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180" y="5885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392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319" y="56207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392" y="5648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392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319" y="58577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392" y="5885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058" y="5612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058" y="5849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8939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8939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151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151" y="5849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116" y="5612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116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328" y="5612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328" y="5849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2026-07-20T12:24:42Z</dcterms:modified>
  <cp:category/>
</cp:coreProperties>
</file>