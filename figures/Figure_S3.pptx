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05621" y="279468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10513" y="247674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39112" y="262250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79827" y="215914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35089" y="331400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45250" y="26004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588453" y="298932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583275" y="275638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50636" y="23834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23875" y="263728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57365" y="2442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1120" y="224816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76098" y="222396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66507" y="26911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38412" y="25958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13506" y="236180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03616" y="25411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31111" y="289327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49923" y="275771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46023" y="21690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93686" y="22185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88445" y="26669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45465" y="276408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331426" y="29932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259841" y="274853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24162" y="248133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70920" y="273440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43069" y="249924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43628" y="245501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23108" y="25103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25700" y="279452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22195" y="229094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11069" y="249904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29200" y="25330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37136" y="260512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31249" y="250127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60571" y="271359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26768" y="195670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10856" y="21106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17806" y="20598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10560" y="19856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69031" y="246080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76371" y="23885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63663" y="221887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948283" y="277363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979738" y="255013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933462" y="245367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024864" y="232197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666961" y="22147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72073" y="230623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87852" y="268431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658173" y="23492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69252" y="262318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34324" y="279311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679292" y="24786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686700" y="244732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694262" y="233983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696822" y="261421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655319" y="23765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673337" y="157210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676589" y="264141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686006" y="17401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674496" y="248104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695207" y="203591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682521" y="197739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618367" y="201131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82633" y="259290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620385" y="230692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685207" y="254402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53556" y="241517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660337" y="180365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614449" y="14191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48055" y="2483310"/>
              <a:ext cx="2038696" cy="249663"/>
            </a:xfrm>
            <a:custGeom>
              <a:avLst/>
              <a:pathLst>
                <a:path w="2038696" h="249663">
                  <a:moveTo>
                    <a:pt x="0" y="249663"/>
                  </a:moveTo>
                  <a:lnTo>
                    <a:pt x="130914" y="233631"/>
                  </a:lnTo>
                  <a:lnTo>
                    <a:pt x="246390" y="219490"/>
                  </a:lnTo>
                  <a:lnTo>
                    <a:pt x="349686" y="206840"/>
                  </a:lnTo>
                  <a:lnTo>
                    <a:pt x="443128" y="195396"/>
                  </a:lnTo>
                  <a:lnTo>
                    <a:pt x="528435" y="184950"/>
                  </a:lnTo>
                  <a:lnTo>
                    <a:pt x="606909" y="175339"/>
                  </a:lnTo>
                  <a:lnTo>
                    <a:pt x="679565" y="166442"/>
                  </a:lnTo>
                  <a:lnTo>
                    <a:pt x="747206" y="158158"/>
                  </a:lnTo>
                  <a:lnTo>
                    <a:pt x="810480" y="150410"/>
                  </a:lnTo>
                  <a:lnTo>
                    <a:pt x="869917" y="143131"/>
                  </a:lnTo>
                  <a:lnTo>
                    <a:pt x="925955" y="136268"/>
                  </a:lnTo>
                  <a:lnTo>
                    <a:pt x="978963" y="129777"/>
                  </a:lnTo>
                  <a:lnTo>
                    <a:pt x="1029251" y="123618"/>
                  </a:lnTo>
                  <a:lnTo>
                    <a:pt x="1077086" y="117761"/>
                  </a:lnTo>
                  <a:lnTo>
                    <a:pt x="1122694" y="112175"/>
                  </a:lnTo>
                  <a:lnTo>
                    <a:pt x="1166275" y="106838"/>
                  </a:lnTo>
                  <a:lnTo>
                    <a:pt x="1208000" y="101728"/>
                  </a:lnTo>
                  <a:lnTo>
                    <a:pt x="1248023" y="96827"/>
                  </a:lnTo>
                  <a:lnTo>
                    <a:pt x="1286475" y="92118"/>
                  </a:lnTo>
                  <a:lnTo>
                    <a:pt x="1323476" y="87587"/>
                  </a:lnTo>
                  <a:lnTo>
                    <a:pt x="1359131" y="83221"/>
                  </a:lnTo>
                  <a:lnTo>
                    <a:pt x="1393534" y="79008"/>
                  </a:lnTo>
                  <a:lnTo>
                    <a:pt x="1426772" y="74937"/>
                  </a:lnTo>
                  <a:lnTo>
                    <a:pt x="1458919" y="71000"/>
                  </a:lnTo>
                  <a:lnTo>
                    <a:pt x="1490046" y="67189"/>
                  </a:lnTo>
                  <a:lnTo>
                    <a:pt x="1520214" y="63494"/>
                  </a:lnTo>
                  <a:lnTo>
                    <a:pt x="1549482" y="59910"/>
                  </a:lnTo>
                  <a:lnTo>
                    <a:pt x="1577902" y="56429"/>
                  </a:lnTo>
                  <a:lnTo>
                    <a:pt x="1605521" y="53047"/>
                  </a:lnTo>
                  <a:lnTo>
                    <a:pt x="1632383" y="49758"/>
                  </a:lnTo>
                  <a:lnTo>
                    <a:pt x="1658529" y="46556"/>
                  </a:lnTo>
                  <a:lnTo>
                    <a:pt x="1683995" y="43437"/>
                  </a:lnTo>
                  <a:lnTo>
                    <a:pt x="1708817" y="40397"/>
                  </a:lnTo>
                  <a:lnTo>
                    <a:pt x="1733026" y="37433"/>
                  </a:lnTo>
                  <a:lnTo>
                    <a:pt x="1756651" y="34539"/>
                  </a:lnTo>
                  <a:lnTo>
                    <a:pt x="1779721" y="31714"/>
                  </a:lnTo>
                  <a:lnTo>
                    <a:pt x="1802260" y="28954"/>
                  </a:lnTo>
                  <a:lnTo>
                    <a:pt x="1824292" y="26256"/>
                  </a:lnTo>
                  <a:lnTo>
                    <a:pt x="1845840" y="23617"/>
                  </a:lnTo>
                  <a:lnTo>
                    <a:pt x="1866925" y="21035"/>
                  </a:lnTo>
                  <a:lnTo>
                    <a:pt x="1887566" y="18507"/>
                  </a:lnTo>
                  <a:lnTo>
                    <a:pt x="1907781" y="16032"/>
                  </a:lnTo>
                  <a:lnTo>
                    <a:pt x="1927588" y="13606"/>
                  </a:lnTo>
                  <a:lnTo>
                    <a:pt x="1947003" y="11228"/>
                  </a:lnTo>
                  <a:lnTo>
                    <a:pt x="1966040" y="8897"/>
                  </a:lnTo>
                  <a:lnTo>
                    <a:pt x="1984715" y="6610"/>
                  </a:lnTo>
                  <a:lnTo>
                    <a:pt x="2003041" y="4366"/>
                  </a:lnTo>
                  <a:lnTo>
                    <a:pt x="2021031" y="2163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48055" y="1996839"/>
              <a:ext cx="2038696" cy="569149"/>
            </a:xfrm>
            <a:custGeom>
              <a:avLst/>
              <a:pathLst>
                <a:path w="2038696" h="569149">
                  <a:moveTo>
                    <a:pt x="0" y="569149"/>
                  </a:moveTo>
                  <a:lnTo>
                    <a:pt x="130914" y="532601"/>
                  </a:lnTo>
                  <a:lnTo>
                    <a:pt x="246390" y="500364"/>
                  </a:lnTo>
                  <a:lnTo>
                    <a:pt x="349686" y="471526"/>
                  </a:lnTo>
                  <a:lnTo>
                    <a:pt x="443128" y="445440"/>
                  </a:lnTo>
                  <a:lnTo>
                    <a:pt x="528435" y="421624"/>
                  </a:lnTo>
                  <a:lnTo>
                    <a:pt x="606909" y="399716"/>
                  </a:lnTo>
                  <a:lnTo>
                    <a:pt x="679565" y="379433"/>
                  </a:lnTo>
                  <a:lnTo>
                    <a:pt x="747206" y="360549"/>
                  </a:lnTo>
                  <a:lnTo>
                    <a:pt x="810480" y="342885"/>
                  </a:lnTo>
                  <a:lnTo>
                    <a:pt x="869917" y="326292"/>
                  </a:lnTo>
                  <a:lnTo>
                    <a:pt x="925955" y="310647"/>
                  </a:lnTo>
                  <a:lnTo>
                    <a:pt x="978963" y="295849"/>
                  </a:lnTo>
                  <a:lnTo>
                    <a:pt x="1029251" y="281810"/>
                  </a:lnTo>
                  <a:lnTo>
                    <a:pt x="1077086" y="268456"/>
                  </a:lnTo>
                  <a:lnTo>
                    <a:pt x="1122694" y="255723"/>
                  </a:lnTo>
                  <a:lnTo>
                    <a:pt x="1166275" y="243556"/>
                  </a:lnTo>
                  <a:lnTo>
                    <a:pt x="1208000" y="231908"/>
                  </a:lnTo>
                  <a:lnTo>
                    <a:pt x="1248023" y="220735"/>
                  </a:lnTo>
                  <a:lnTo>
                    <a:pt x="1286475" y="210000"/>
                  </a:lnTo>
                  <a:lnTo>
                    <a:pt x="1323476" y="199670"/>
                  </a:lnTo>
                  <a:lnTo>
                    <a:pt x="1359131" y="189716"/>
                  </a:lnTo>
                  <a:lnTo>
                    <a:pt x="1393534" y="180112"/>
                  </a:lnTo>
                  <a:lnTo>
                    <a:pt x="1426772" y="170833"/>
                  </a:lnTo>
                  <a:lnTo>
                    <a:pt x="1458919" y="161858"/>
                  </a:lnTo>
                  <a:lnTo>
                    <a:pt x="1490046" y="153168"/>
                  </a:lnTo>
                  <a:lnTo>
                    <a:pt x="1520214" y="144746"/>
                  </a:lnTo>
                  <a:lnTo>
                    <a:pt x="1549482" y="136575"/>
                  </a:lnTo>
                  <a:lnTo>
                    <a:pt x="1577902" y="128641"/>
                  </a:lnTo>
                  <a:lnTo>
                    <a:pt x="1605521" y="120931"/>
                  </a:lnTo>
                  <a:lnTo>
                    <a:pt x="1632383" y="113431"/>
                  </a:lnTo>
                  <a:lnTo>
                    <a:pt x="1658529" y="106132"/>
                  </a:lnTo>
                  <a:lnTo>
                    <a:pt x="1683995" y="99023"/>
                  </a:lnTo>
                  <a:lnTo>
                    <a:pt x="1708817" y="92093"/>
                  </a:lnTo>
                  <a:lnTo>
                    <a:pt x="1733026" y="85335"/>
                  </a:lnTo>
                  <a:lnTo>
                    <a:pt x="1756651" y="78739"/>
                  </a:lnTo>
                  <a:lnTo>
                    <a:pt x="1779721" y="72299"/>
                  </a:lnTo>
                  <a:lnTo>
                    <a:pt x="1802260" y="66006"/>
                  </a:lnTo>
                  <a:lnTo>
                    <a:pt x="1824292" y="59855"/>
                  </a:lnTo>
                  <a:lnTo>
                    <a:pt x="1845840" y="53840"/>
                  </a:lnTo>
                  <a:lnTo>
                    <a:pt x="1866925" y="47953"/>
                  </a:lnTo>
                  <a:lnTo>
                    <a:pt x="1887566" y="42191"/>
                  </a:lnTo>
                  <a:lnTo>
                    <a:pt x="1907781" y="36547"/>
                  </a:lnTo>
                  <a:lnTo>
                    <a:pt x="1927588" y="31018"/>
                  </a:lnTo>
                  <a:lnTo>
                    <a:pt x="1947003" y="25598"/>
                  </a:lnTo>
                  <a:lnTo>
                    <a:pt x="1966040" y="20283"/>
                  </a:lnTo>
                  <a:lnTo>
                    <a:pt x="1984715" y="15070"/>
                  </a:lnTo>
                  <a:lnTo>
                    <a:pt x="2003041" y="9953"/>
                  </a:lnTo>
                  <a:lnTo>
                    <a:pt x="2021031" y="4931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48055" y="2600379"/>
              <a:ext cx="2038696" cy="113270"/>
            </a:xfrm>
            <a:custGeom>
              <a:avLst/>
              <a:pathLst>
                <a:path w="2038696" h="113270">
                  <a:moveTo>
                    <a:pt x="0" y="113270"/>
                  </a:moveTo>
                  <a:lnTo>
                    <a:pt x="130914" y="105996"/>
                  </a:lnTo>
                  <a:lnTo>
                    <a:pt x="246390" y="99580"/>
                  </a:lnTo>
                  <a:lnTo>
                    <a:pt x="349686" y="93841"/>
                  </a:lnTo>
                  <a:lnTo>
                    <a:pt x="443128" y="88649"/>
                  </a:lnTo>
                  <a:lnTo>
                    <a:pt x="528435" y="83910"/>
                  </a:lnTo>
                  <a:lnTo>
                    <a:pt x="606909" y="79550"/>
                  </a:lnTo>
                  <a:lnTo>
                    <a:pt x="679565" y="75513"/>
                  </a:lnTo>
                  <a:lnTo>
                    <a:pt x="747206" y="71755"/>
                  </a:lnTo>
                  <a:lnTo>
                    <a:pt x="810480" y="68239"/>
                  </a:lnTo>
                  <a:lnTo>
                    <a:pt x="869917" y="64937"/>
                  </a:lnTo>
                  <a:lnTo>
                    <a:pt x="925955" y="61824"/>
                  </a:lnTo>
                  <a:lnTo>
                    <a:pt x="978963" y="58878"/>
                  </a:lnTo>
                  <a:lnTo>
                    <a:pt x="1029251" y="56084"/>
                  </a:lnTo>
                  <a:lnTo>
                    <a:pt x="1077086" y="53427"/>
                  </a:lnTo>
                  <a:lnTo>
                    <a:pt x="1122694" y="50893"/>
                  </a:lnTo>
                  <a:lnTo>
                    <a:pt x="1166275" y="48471"/>
                  </a:lnTo>
                  <a:lnTo>
                    <a:pt x="1208000" y="46153"/>
                  </a:lnTo>
                  <a:lnTo>
                    <a:pt x="1248023" y="43929"/>
                  </a:lnTo>
                  <a:lnTo>
                    <a:pt x="1286475" y="41793"/>
                  </a:lnTo>
                  <a:lnTo>
                    <a:pt x="1323476" y="39737"/>
                  </a:lnTo>
                  <a:lnTo>
                    <a:pt x="1359131" y="37756"/>
                  </a:lnTo>
                  <a:lnTo>
                    <a:pt x="1393534" y="35845"/>
                  </a:lnTo>
                  <a:lnTo>
                    <a:pt x="1426772" y="33998"/>
                  </a:lnTo>
                  <a:lnTo>
                    <a:pt x="1458919" y="32212"/>
                  </a:lnTo>
                  <a:lnTo>
                    <a:pt x="1490046" y="30483"/>
                  </a:lnTo>
                  <a:lnTo>
                    <a:pt x="1520214" y="28806"/>
                  </a:lnTo>
                  <a:lnTo>
                    <a:pt x="1549482" y="27180"/>
                  </a:lnTo>
                  <a:lnTo>
                    <a:pt x="1577902" y="25601"/>
                  </a:lnTo>
                  <a:lnTo>
                    <a:pt x="1605521" y="24067"/>
                  </a:lnTo>
                  <a:lnTo>
                    <a:pt x="1632383" y="22574"/>
                  </a:lnTo>
                  <a:lnTo>
                    <a:pt x="1658529" y="21122"/>
                  </a:lnTo>
                  <a:lnTo>
                    <a:pt x="1683995" y="19707"/>
                  </a:lnTo>
                  <a:lnTo>
                    <a:pt x="1708817" y="18328"/>
                  </a:lnTo>
                  <a:lnTo>
                    <a:pt x="1733026" y="16983"/>
                  </a:lnTo>
                  <a:lnTo>
                    <a:pt x="1756651" y="15670"/>
                  </a:lnTo>
                  <a:lnTo>
                    <a:pt x="1779721" y="14388"/>
                  </a:lnTo>
                  <a:lnTo>
                    <a:pt x="1802260" y="13136"/>
                  </a:lnTo>
                  <a:lnTo>
                    <a:pt x="1824292" y="11912"/>
                  </a:lnTo>
                  <a:lnTo>
                    <a:pt x="1845840" y="10715"/>
                  </a:lnTo>
                  <a:lnTo>
                    <a:pt x="1866925" y="9543"/>
                  </a:lnTo>
                  <a:lnTo>
                    <a:pt x="1887566" y="8396"/>
                  </a:lnTo>
                  <a:lnTo>
                    <a:pt x="1907781" y="7273"/>
                  </a:lnTo>
                  <a:lnTo>
                    <a:pt x="1927588" y="6173"/>
                  </a:lnTo>
                  <a:lnTo>
                    <a:pt x="1947003" y="5094"/>
                  </a:lnTo>
                  <a:lnTo>
                    <a:pt x="1966040" y="4036"/>
                  </a:lnTo>
                  <a:lnTo>
                    <a:pt x="1984715" y="2999"/>
                  </a:lnTo>
                  <a:lnTo>
                    <a:pt x="2003041" y="1981"/>
                  </a:lnTo>
                  <a:lnTo>
                    <a:pt x="2021031" y="981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48055" y="1929325"/>
              <a:ext cx="2038696" cy="1256215"/>
            </a:xfrm>
            <a:custGeom>
              <a:avLst/>
              <a:pathLst>
                <a:path w="2038696" h="1256215">
                  <a:moveTo>
                    <a:pt x="0" y="1256215"/>
                  </a:moveTo>
                  <a:lnTo>
                    <a:pt x="130914" y="1175547"/>
                  </a:lnTo>
                  <a:lnTo>
                    <a:pt x="246390" y="1104393"/>
                  </a:lnTo>
                  <a:lnTo>
                    <a:pt x="349686" y="1040744"/>
                  </a:lnTo>
                  <a:lnTo>
                    <a:pt x="443128" y="983166"/>
                  </a:lnTo>
                  <a:lnTo>
                    <a:pt x="528435" y="930601"/>
                  </a:lnTo>
                  <a:lnTo>
                    <a:pt x="606909" y="882246"/>
                  </a:lnTo>
                  <a:lnTo>
                    <a:pt x="679565" y="837477"/>
                  </a:lnTo>
                  <a:lnTo>
                    <a:pt x="747206" y="795797"/>
                  </a:lnTo>
                  <a:lnTo>
                    <a:pt x="810480" y="756809"/>
                  </a:lnTo>
                  <a:lnTo>
                    <a:pt x="869917" y="720185"/>
                  </a:lnTo>
                  <a:lnTo>
                    <a:pt x="925955" y="685655"/>
                  </a:lnTo>
                  <a:lnTo>
                    <a:pt x="978963" y="652992"/>
                  </a:lnTo>
                  <a:lnTo>
                    <a:pt x="1029251" y="622005"/>
                  </a:lnTo>
                  <a:lnTo>
                    <a:pt x="1077086" y="592530"/>
                  </a:lnTo>
                  <a:lnTo>
                    <a:pt x="1122694" y="564427"/>
                  </a:lnTo>
                  <a:lnTo>
                    <a:pt x="1166275" y="537573"/>
                  </a:lnTo>
                  <a:lnTo>
                    <a:pt x="1208000" y="511862"/>
                  </a:lnTo>
                  <a:lnTo>
                    <a:pt x="1248023" y="487201"/>
                  </a:lnTo>
                  <a:lnTo>
                    <a:pt x="1286475" y="463508"/>
                  </a:lnTo>
                  <a:lnTo>
                    <a:pt x="1323476" y="440708"/>
                  </a:lnTo>
                  <a:lnTo>
                    <a:pt x="1359131" y="418738"/>
                  </a:lnTo>
                  <a:lnTo>
                    <a:pt x="1393534" y="397539"/>
                  </a:lnTo>
                  <a:lnTo>
                    <a:pt x="1426772" y="377059"/>
                  </a:lnTo>
                  <a:lnTo>
                    <a:pt x="1458919" y="357250"/>
                  </a:lnTo>
                  <a:lnTo>
                    <a:pt x="1490046" y="338070"/>
                  </a:lnTo>
                  <a:lnTo>
                    <a:pt x="1520214" y="319481"/>
                  </a:lnTo>
                  <a:lnTo>
                    <a:pt x="1549482" y="301446"/>
                  </a:lnTo>
                  <a:lnTo>
                    <a:pt x="1577902" y="283934"/>
                  </a:lnTo>
                  <a:lnTo>
                    <a:pt x="1605521" y="266916"/>
                  </a:lnTo>
                  <a:lnTo>
                    <a:pt x="1632383" y="250364"/>
                  </a:lnTo>
                  <a:lnTo>
                    <a:pt x="1658529" y="234253"/>
                  </a:lnTo>
                  <a:lnTo>
                    <a:pt x="1683995" y="218561"/>
                  </a:lnTo>
                  <a:lnTo>
                    <a:pt x="1708817" y="203266"/>
                  </a:lnTo>
                  <a:lnTo>
                    <a:pt x="1733026" y="188349"/>
                  </a:lnTo>
                  <a:lnTo>
                    <a:pt x="1756651" y="173792"/>
                  </a:lnTo>
                  <a:lnTo>
                    <a:pt x="1779721" y="159577"/>
                  </a:lnTo>
                  <a:lnTo>
                    <a:pt x="1802260" y="145688"/>
                  </a:lnTo>
                  <a:lnTo>
                    <a:pt x="1824292" y="132112"/>
                  </a:lnTo>
                  <a:lnTo>
                    <a:pt x="1845840" y="118835"/>
                  </a:lnTo>
                  <a:lnTo>
                    <a:pt x="1866925" y="105842"/>
                  </a:lnTo>
                  <a:lnTo>
                    <a:pt x="1887566" y="93124"/>
                  </a:lnTo>
                  <a:lnTo>
                    <a:pt x="1907781" y="80667"/>
                  </a:lnTo>
                  <a:lnTo>
                    <a:pt x="1927588" y="68463"/>
                  </a:lnTo>
                  <a:lnTo>
                    <a:pt x="1947003" y="56500"/>
                  </a:lnTo>
                  <a:lnTo>
                    <a:pt x="1966040" y="44769"/>
                  </a:lnTo>
                  <a:lnTo>
                    <a:pt x="1984715" y="33262"/>
                  </a:lnTo>
                  <a:lnTo>
                    <a:pt x="2003041" y="21970"/>
                  </a:lnTo>
                  <a:lnTo>
                    <a:pt x="2021031" y="10885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48055" y="2495480"/>
              <a:ext cx="2038696" cy="201148"/>
            </a:xfrm>
            <a:custGeom>
              <a:avLst/>
              <a:pathLst>
                <a:path w="2038696" h="201148">
                  <a:moveTo>
                    <a:pt x="0" y="201148"/>
                  </a:moveTo>
                  <a:lnTo>
                    <a:pt x="130914" y="188231"/>
                  </a:lnTo>
                  <a:lnTo>
                    <a:pt x="246390" y="176838"/>
                  </a:lnTo>
                  <a:lnTo>
                    <a:pt x="349686" y="166646"/>
                  </a:lnTo>
                  <a:lnTo>
                    <a:pt x="443128" y="157427"/>
                  </a:lnTo>
                  <a:lnTo>
                    <a:pt x="528435" y="149010"/>
                  </a:lnTo>
                  <a:lnTo>
                    <a:pt x="606909" y="141267"/>
                  </a:lnTo>
                  <a:lnTo>
                    <a:pt x="679565" y="134098"/>
                  </a:lnTo>
                  <a:lnTo>
                    <a:pt x="747206" y="127425"/>
                  </a:lnTo>
                  <a:lnTo>
                    <a:pt x="810480" y="121182"/>
                  </a:lnTo>
                  <a:lnTo>
                    <a:pt x="869917" y="115317"/>
                  </a:lnTo>
                  <a:lnTo>
                    <a:pt x="925955" y="109788"/>
                  </a:lnTo>
                  <a:lnTo>
                    <a:pt x="978963" y="104558"/>
                  </a:lnTo>
                  <a:lnTo>
                    <a:pt x="1029251" y="99597"/>
                  </a:lnTo>
                  <a:lnTo>
                    <a:pt x="1077086" y="94877"/>
                  </a:lnTo>
                  <a:lnTo>
                    <a:pt x="1122694" y="90377"/>
                  </a:lnTo>
                  <a:lnTo>
                    <a:pt x="1166275" y="86077"/>
                  </a:lnTo>
                  <a:lnTo>
                    <a:pt x="1208000" y="81960"/>
                  </a:lnTo>
                  <a:lnTo>
                    <a:pt x="1248023" y="78011"/>
                  </a:lnTo>
                  <a:lnTo>
                    <a:pt x="1286475" y="74218"/>
                  </a:lnTo>
                  <a:lnTo>
                    <a:pt x="1323476" y="70567"/>
                  </a:lnTo>
                  <a:lnTo>
                    <a:pt x="1359131" y="67049"/>
                  </a:lnTo>
                  <a:lnTo>
                    <a:pt x="1393534" y="63655"/>
                  </a:lnTo>
                  <a:lnTo>
                    <a:pt x="1426772" y="60375"/>
                  </a:lnTo>
                  <a:lnTo>
                    <a:pt x="1458919" y="57203"/>
                  </a:lnTo>
                  <a:lnTo>
                    <a:pt x="1490046" y="54132"/>
                  </a:lnTo>
                  <a:lnTo>
                    <a:pt x="1520214" y="51156"/>
                  </a:lnTo>
                  <a:lnTo>
                    <a:pt x="1549482" y="48268"/>
                  </a:lnTo>
                  <a:lnTo>
                    <a:pt x="1577902" y="45464"/>
                  </a:lnTo>
                  <a:lnTo>
                    <a:pt x="1605521" y="42739"/>
                  </a:lnTo>
                  <a:lnTo>
                    <a:pt x="1632383" y="40088"/>
                  </a:lnTo>
                  <a:lnTo>
                    <a:pt x="1658529" y="37509"/>
                  </a:lnTo>
                  <a:lnTo>
                    <a:pt x="1683995" y="34996"/>
                  </a:lnTo>
                  <a:lnTo>
                    <a:pt x="1708817" y="32547"/>
                  </a:lnTo>
                  <a:lnTo>
                    <a:pt x="1733026" y="30159"/>
                  </a:lnTo>
                  <a:lnTo>
                    <a:pt x="1756651" y="27828"/>
                  </a:lnTo>
                  <a:lnTo>
                    <a:pt x="1779721" y="25551"/>
                  </a:lnTo>
                  <a:lnTo>
                    <a:pt x="1802260" y="23328"/>
                  </a:lnTo>
                  <a:lnTo>
                    <a:pt x="1824292" y="21154"/>
                  </a:lnTo>
                  <a:lnTo>
                    <a:pt x="1845840" y="19028"/>
                  </a:lnTo>
                  <a:lnTo>
                    <a:pt x="1866925" y="16947"/>
                  </a:lnTo>
                  <a:lnTo>
                    <a:pt x="1887566" y="14911"/>
                  </a:lnTo>
                  <a:lnTo>
                    <a:pt x="1907781" y="12916"/>
                  </a:lnTo>
                  <a:lnTo>
                    <a:pt x="1927588" y="10962"/>
                  </a:lnTo>
                  <a:lnTo>
                    <a:pt x="1947003" y="9046"/>
                  </a:lnTo>
                  <a:lnTo>
                    <a:pt x="1966040" y="7168"/>
                  </a:lnTo>
                  <a:lnTo>
                    <a:pt x="1984715" y="5326"/>
                  </a:lnTo>
                  <a:lnTo>
                    <a:pt x="2003041" y="3517"/>
                  </a:lnTo>
                  <a:lnTo>
                    <a:pt x="2021031" y="1742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48055" y="2398196"/>
              <a:ext cx="2038696" cy="51719"/>
            </a:xfrm>
            <a:custGeom>
              <a:avLst/>
              <a:pathLst>
                <a:path w="2038696" h="51719">
                  <a:moveTo>
                    <a:pt x="0" y="0"/>
                  </a:moveTo>
                  <a:lnTo>
                    <a:pt x="130914" y="3321"/>
                  </a:lnTo>
                  <a:lnTo>
                    <a:pt x="246390" y="6250"/>
                  </a:lnTo>
                  <a:lnTo>
                    <a:pt x="349686" y="8871"/>
                  </a:lnTo>
                  <a:lnTo>
                    <a:pt x="443128" y="11241"/>
                  </a:lnTo>
                  <a:lnTo>
                    <a:pt x="528435" y="13405"/>
                  </a:lnTo>
                  <a:lnTo>
                    <a:pt x="606909" y="15396"/>
                  </a:lnTo>
                  <a:lnTo>
                    <a:pt x="679565" y="17239"/>
                  </a:lnTo>
                  <a:lnTo>
                    <a:pt x="747206" y="18955"/>
                  </a:lnTo>
                  <a:lnTo>
                    <a:pt x="810480" y="20561"/>
                  </a:lnTo>
                  <a:lnTo>
                    <a:pt x="869917" y="22069"/>
                  </a:lnTo>
                  <a:lnTo>
                    <a:pt x="925955" y="23490"/>
                  </a:lnTo>
                  <a:lnTo>
                    <a:pt x="978963" y="24835"/>
                  </a:lnTo>
                  <a:lnTo>
                    <a:pt x="1029251" y="26111"/>
                  </a:lnTo>
                  <a:lnTo>
                    <a:pt x="1077086" y="27324"/>
                  </a:lnTo>
                  <a:lnTo>
                    <a:pt x="1122694" y="28481"/>
                  </a:lnTo>
                  <a:lnTo>
                    <a:pt x="1166275" y="29587"/>
                  </a:lnTo>
                  <a:lnTo>
                    <a:pt x="1208000" y="30645"/>
                  </a:lnTo>
                  <a:lnTo>
                    <a:pt x="1248023" y="31661"/>
                  </a:lnTo>
                  <a:lnTo>
                    <a:pt x="1286475" y="32636"/>
                  </a:lnTo>
                  <a:lnTo>
                    <a:pt x="1323476" y="33575"/>
                  </a:lnTo>
                  <a:lnTo>
                    <a:pt x="1359131" y="34479"/>
                  </a:lnTo>
                  <a:lnTo>
                    <a:pt x="1393534" y="35352"/>
                  </a:lnTo>
                  <a:lnTo>
                    <a:pt x="1426772" y="36195"/>
                  </a:lnTo>
                  <a:lnTo>
                    <a:pt x="1458919" y="37011"/>
                  </a:lnTo>
                  <a:lnTo>
                    <a:pt x="1490046" y="37801"/>
                  </a:lnTo>
                  <a:lnTo>
                    <a:pt x="1520214" y="38566"/>
                  </a:lnTo>
                  <a:lnTo>
                    <a:pt x="1549482" y="39308"/>
                  </a:lnTo>
                  <a:lnTo>
                    <a:pt x="1577902" y="40029"/>
                  </a:lnTo>
                  <a:lnTo>
                    <a:pt x="1605521" y="40730"/>
                  </a:lnTo>
                  <a:lnTo>
                    <a:pt x="1632383" y="41412"/>
                  </a:lnTo>
                  <a:lnTo>
                    <a:pt x="1658529" y="42075"/>
                  </a:lnTo>
                  <a:lnTo>
                    <a:pt x="1683995" y="42721"/>
                  </a:lnTo>
                  <a:lnTo>
                    <a:pt x="1708817" y="43351"/>
                  </a:lnTo>
                  <a:lnTo>
                    <a:pt x="1733026" y="43965"/>
                  </a:lnTo>
                  <a:lnTo>
                    <a:pt x="1756651" y="44564"/>
                  </a:lnTo>
                  <a:lnTo>
                    <a:pt x="1779721" y="45149"/>
                  </a:lnTo>
                  <a:lnTo>
                    <a:pt x="1802260" y="45721"/>
                  </a:lnTo>
                  <a:lnTo>
                    <a:pt x="1824292" y="46280"/>
                  </a:lnTo>
                  <a:lnTo>
                    <a:pt x="1845840" y="46827"/>
                  </a:lnTo>
                  <a:lnTo>
                    <a:pt x="1866925" y="47362"/>
                  </a:lnTo>
                  <a:lnTo>
                    <a:pt x="1887566" y="47885"/>
                  </a:lnTo>
                  <a:lnTo>
                    <a:pt x="1907781" y="48398"/>
                  </a:lnTo>
                  <a:lnTo>
                    <a:pt x="1927588" y="48901"/>
                  </a:lnTo>
                  <a:lnTo>
                    <a:pt x="1947003" y="49393"/>
                  </a:lnTo>
                  <a:lnTo>
                    <a:pt x="1966040" y="49876"/>
                  </a:lnTo>
                  <a:lnTo>
                    <a:pt x="1984715" y="50350"/>
                  </a:lnTo>
                  <a:lnTo>
                    <a:pt x="2003041" y="50815"/>
                  </a:lnTo>
                  <a:lnTo>
                    <a:pt x="2021031" y="51271"/>
                  </a:lnTo>
                  <a:lnTo>
                    <a:pt x="2038696" y="5171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48055" y="2388537"/>
              <a:ext cx="2038696" cy="229413"/>
            </a:xfrm>
            <a:custGeom>
              <a:avLst/>
              <a:pathLst>
                <a:path w="2038696" h="229413">
                  <a:moveTo>
                    <a:pt x="0" y="229413"/>
                  </a:moveTo>
                  <a:lnTo>
                    <a:pt x="130914" y="214681"/>
                  </a:lnTo>
                  <a:lnTo>
                    <a:pt x="246390" y="201687"/>
                  </a:lnTo>
                  <a:lnTo>
                    <a:pt x="349686" y="190063"/>
                  </a:lnTo>
                  <a:lnTo>
                    <a:pt x="443128" y="179548"/>
                  </a:lnTo>
                  <a:lnTo>
                    <a:pt x="528435" y="169948"/>
                  </a:lnTo>
                  <a:lnTo>
                    <a:pt x="606909" y="161118"/>
                  </a:lnTo>
                  <a:lnTo>
                    <a:pt x="679565" y="152942"/>
                  </a:lnTo>
                  <a:lnTo>
                    <a:pt x="747206" y="145330"/>
                  </a:lnTo>
                  <a:lnTo>
                    <a:pt x="810480" y="138210"/>
                  </a:lnTo>
                  <a:lnTo>
                    <a:pt x="869917" y="131522"/>
                  </a:lnTo>
                  <a:lnTo>
                    <a:pt x="925955" y="125216"/>
                  </a:lnTo>
                  <a:lnTo>
                    <a:pt x="978963" y="119251"/>
                  </a:lnTo>
                  <a:lnTo>
                    <a:pt x="1029251" y="113592"/>
                  </a:lnTo>
                  <a:lnTo>
                    <a:pt x="1077086" y="108209"/>
                  </a:lnTo>
                  <a:lnTo>
                    <a:pt x="1122694" y="103077"/>
                  </a:lnTo>
                  <a:lnTo>
                    <a:pt x="1166275" y="98173"/>
                  </a:lnTo>
                  <a:lnTo>
                    <a:pt x="1208000" y="93477"/>
                  </a:lnTo>
                  <a:lnTo>
                    <a:pt x="1248023" y="88974"/>
                  </a:lnTo>
                  <a:lnTo>
                    <a:pt x="1286475" y="84647"/>
                  </a:lnTo>
                  <a:lnTo>
                    <a:pt x="1323476" y="80483"/>
                  </a:lnTo>
                  <a:lnTo>
                    <a:pt x="1359131" y="76471"/>
                  </a:lnTo>
                  <a:lnTo>
                    <a:pt x="1393534" y="72599"/>
                  </a:lnTo>
                  <a:lnTo>
                    <a:pt x="1426772" y="68859"/>
                  </a:lnTo>
                  <a:lnTo>
                    <a:pt x="1458919" y="65241"/>
                  </a:lnTo>
                  <a:lnTo>
                    <a:pt x="1490046" y="61739"/>
                  </a:lnTo>
                  <a:lnTo>
                    <a:pt x="1520214" y="58344"/>
                  </a:lnTo>
                  <a:lnTo>
                    <a:pt x="1549482" y="55050"/>
                  </a:lnTo>
                  <a:lnTo>
                    <a:pt x="1577902" y="51852"/>
                  </a:lnTo>
                  <a:lnTo>
                    <a:pt x="1605521" y="48744"/>
                  </a:lnTo>
                  <a:lnTo>
                    <a:pt x="1632383" y="45722"/>
                  </a:lnTo>
                  <a:lnTo>
                    <a:pt x="1658529" y="42780"/>
                  </a:lnTo>
                  <a:lnTo>
                    <a:pt x="1683995" y="39914"/>
                  </a:lnTo>
                  <a:lnTo>
                    <a:pt x="1708817" y="37121"/>
                  </a:lnTo>
                  <a:lnTo>
                    <a:pt x="1733026" y="34396"/>
                  </a:lnTo>
                  <a:lnTo>
                    <a:pt x="1756651" y="31738"/>
                  </a:lnTo>
                  <a:lnTo>
                    <a:pt x="1779721" y="29142"/>
                  </a:lnTo>
                  <a:lnTo>
                    <a:pt x="1802260" y="26606"/>
                  </a:lnTo>
                  <a:lnTo>
                    <a:pt x="1824292" y="24126"/>
                  </a:lnTo>
                  <a:lnTo>
                    <a:pt x="1845840" y="21701"/>
                  </a:lnTo>
                  <a:lnTo>
                    <a:pt x="1866925" y="19329"/>
                  </a:lnTo>
                  <a:lnTo>
                    <a:pt x="1887566" y="17006"/>
                  </a:lnTo>
                  <a:lnTo>
                    <a:pt x="1907781" y="14731"/>
                  </a:lnTo>
                  <a:lnTo>
                    <a:pt x="1927588" y="12502"/>
                  </a:lnTo>
                  <a:lnTo>
                    <a:pt x="1947003" y="10318"/>
                  </a:lnTo>
                  <a:lnTo>
                    <a:pt x="1966040" y="8175"/>
                  </a:lnTo>
                  <a:lnTo>
                    <a:pt x="1984715" y="6074"/>
                  </a:lnTo>
                  <a:lnTo>
                    <a:pt x="2003041" y="4012"/>
                  </a:lnTo>
                  <a:lnTo>
                    <a:pt x="2021031" y="1987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48055" y="2024070"/>
              <a:ext cx="2038696" cy="887016"/>
            </a:xfrm>
            <a:custGeom>
              <a:avLst/>
              <a:pathLst>
                <a:path w="2038696" h="887016">
                  <a:moveTo>
                    <a:pt x="0" y="887016"/>
                  </a:moveTo>
                  <a:lnTo>
                    <a:pt x="130914" y="830056"/>
                  </a:lnTo>
                  <a:lnTo>
                    <a:pt x="246390" y="779814"/>
                  </a:lnTo>
                  <a:lnTo>
                    <a:pt x="349686" y="734871"/>
                  </a:lnTo>
                  <a:lnTo>
                    <a:pt x="443128" y="694215"/>
                  </a:lnTo>
                  <a:lnTo>
                    <a:pt x="528435" y="657099"/>
                  </a:lnTo>
                  <a:lnTo>
                    <a:pt x="606909" y="622956"/>
                  </a:lnTo>
                  <a:lnTo>
                    <a:pt x="679565" y="591344"/>
                  </a:lnTo>
                  <a:lnTo>
                    <a:pt x="747206" y="561914"/>
                  </a:lnTo>
                  <a:lnTo>
                    <a:pt x="810480" y="534384"/>
                  </a:lnTo>
                  <a:lnTo>
                    <a:pt x="869917" y="508524"/>
                  </a:lnTo>
                  <a:lnTo>
                    <a:pt x="925955" y="484142"/>
                  </a:lnTo>
                  <a:lnTo>
                    <a:pt x="978963" y="461079"/>
                  </a:lnTo>
                  <a:lnTo>
                    <a:pt x="1029251" y="439199"/>
                  </a:lnTo>
                  <a:lnTo>
                    <a:pt x="1077086" y="418387"/>
                  </a:lnTo>
                  <a:lnTo>
                    <a:pt x="1122694" y="398543"/>
                  </a:lnTo>
                  <a:lnTo>
                    <a:pt x="1166275" y="379581"/>
                  </a:lnTo>
                  <a:lnTo>
                    <a:pt x="1208000" y="361427"/>
                  </a:lnTo>
                  <a:lnTo>
                    <a:pt x="1248023" y="344014"/>
                  </a:lnTo>
                  <a:lnTo>
                    <a:pt x="1286475" y="327283"/>
                  </a:lnTo>
                  <a:lnTo>
                    <a:pt x="1323476" y="311185"/>
                  </a:lnTo>
                  <a:lnTo>
                    <a:pt x="1359131" y="295672"/>
                  </a:lnTo>
                  <a:lnTo>
                    <a:pt x="1393534" y="280703"/>
                  </a:lnTo>
                  <a:lnTo>
                    <a:pt x="1426772" y="266242"/>
                  </a:lnTo>
                  <a:lnTo>
                    <a:pt x="1458919" y="252255"/>
                  </a:lnTo>
                  <a:lnTo>
                    <a:pt x="1490046" y="238712"/>
                  </a:lnTo>
                  <a:lnTo>
                    <a:pt x="1520214" y="225586"/>
                  </a:lnTo>
                  <a:lnTo>
                    <a:pt x="1549482" y="212852"/>
                  </a:lnTo>
                  <a:lnTo>
                    <a:pt x="1577902" y="200486"/>
                  </a:lnTo>
                  <a:lnTo>
                    <a:pt x="1605521" y="188470"/>
                  </a:lnTo>
                  <a:lnTo>
                    <a:pt x="1632383" y="176782"/>
                  </a:lnTo>
                  <a:lnTo>
                    <a:pt x="1658529" y="165407"/>
                  </a:lnTo>
                  <a:lnTo>
                    <a:pt x="1683995" y="154326"/>
                  </a:lnTo>
                  <a:lnTo>
                    <a:pt x="1708817" y="143527"/>
                  </a:lnTo>
                  <a:lnTo>
                    <a:pt x="1733026" y="132994"/>
                  </a:lnTo>
                  <a:lnTo>
                    <a:pt x="1756651" y="122715"/>
                  </a:lnTo>
                  <a:lnTo>
                    <a:pt x="1779721" y="112677"/>
                  </a:lnTo>
                  <a:lnTo>
                    <a:pt x="1802260" y="102871"/>
                  </a:lnTo>
                  <a:lnTo>
                    <a:pt x="1824292" y="93285"/>
                  </a:lnTo>
                  <a:lnTo>
                    <a:pt x="1845840" y="83909"/>
                  </a:lnTo>
                  <a:lnTo>
                    <a:pt x="1866925" y="74735"/>
                  </a:lnTo>
                  <a:lnTo>
                    <a:pt x="1887566" y="65755"/>
                  </a:lnTo>
                  <a:lnTo>
                    <a:pt x="1907781" y="56959"/>
                  </a:lnTo>
                  <a:lnTo>
                    <a:pt x="1927588" y="48342"/>
                  </a:lnTo>
                  <a:lnTo>
                    <a:pt x="1947003" y="39894"/>
                  </a:lnTo>
                  <a:lnTo>
                    <a:pt x="1966040" y="31611"/>
                  </a:lnTo>
                  <a:lnTo>
                    <a:pt x="1984715" y="23486"/>
                  </a:lnTo>
                  <a:lnTo>
                    <a:pt x="2003041" y="15513"/>
                  </a:lnTo>
                  <a:lnTo>
                    <a:pt x="2021031" y="7686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48055" y="2175428"/>
              <a:ext cx="2038696" cy="651993"/>
            </a:xfrm>
            <a:custGeom>
              <a:avLst/>
              <a:pathLst>
                <a:path w="2038696" h="651993">
                  <a:moveTo>
                    <a:pt x="0" y="651993"/>
                  </a:moveTo>
                  <a:lnTo>
                    <a:pt x="130914" y="610125"/>
                  </a:lnTo>
                  <a:lnTo>
                    <a:pt x="246390" y="573195"/>
                  </a:lnTo>
                  <a:lnTo>
                    <a:pt x="349686" y="540160"/>
                  </a:lnTo>
                  <a:lnTo>
                    <a:pt x="443128" y="510277"/>
                  </a:lnTo>
                  <a:lnTo>
                    <a:pt x="528435" y="482995"/>
                  </a:lnTo>
                  <a:lnTo>
                    <a:pt x="606909" y="457898"/>
                  </a:lnTo>
                  <a:lnTo>
                    <a:pt x="679565" y="434662"/>
                  </a:lnTo>
                  <a:lnTo>
                    <a:pt x="747206" y="413030"/>
                  </a:lnTo>
                  <a:lnTo>
                    <a:pt x="810480" y="392794"/>
                  </a:lnTo>
                  <a:lnTo>
                    <a:pt x="869917" y="373786"/>
                  </a:lnTo>
                  <a:lnTo>
                    <a:pt x="925955" y="355864"/>
                  </a:lnTo>
                  <a:lnTo>
                    <a:pt x="978963" y="338912"/>
                  </a:lnTo>
                  <a:lnTo>
                    <a:pt x="1029251" y="322829"/>
                  </a:lnTo>
                  <a:lnTo>
                    <a:pt x="1077086" y="307531"/>
                  </a:lnTo>
                  <a:lnTo>
                    <a:pt x="1122694" y="292945"/>
                  </a:lnTo>
                  <a:lnTo>
                    <a:pt x="1166275" y="279008"/>
                  </a:lnTo>
                  <a:lnTo>
                    <a:pt x="1208000" y="265664"/>
                  </a:lnTo>
                  <a:lnTo>
                    <a:pt x="1248023" y="252864"/>
                  </a:lnTo>
                  <a:lnTo>
                    <a:pt x="1286475" y="240567"/>
                  </a:lnTo>
                  <a:lnTo>
                    <a:pt x="1323476" y="228734"/>
                  </a:lnTo>
                  <a:lnTo>
                    <a:pt x="1359131" y="217331"/>
                  </a:lnTo>
                  <a:lnTo>
                    <a:pt x="1393534" y="206328"/>
                  </a:lnTo>
                  <a:lnTo>
                    <a:pt x="1426772" y="195699"/>
                  </a:lnTo>
                  <a:lnTo>
                    <a:pt x="1458919" y="185418"/>
                  </a:lnTo>
                  <a:lnTo>
                    <a:pt x="1490046" y="175463"/>
                  </a:lnTo>
                  <a:lnTo>
                    <a:pt x="1520214" y="165815"/>
                  </a:lnTo>
                  <a:lnTo>
                    <a:pt x="1549482" y="156455"/>
                  </a:lnTo>
                  <a:lnTo>
                    <a:pt x="1577902" y="147366"/>
                  </a:lnTo>
                  <a:lnTo>
                    <a:pt x="1605521" y="138533"/>
                  </a:lnTo>
                  <a:lnTo>
                    <a:pt x="1632383" y="129942"/>
                  </a:lnTo>
                  <a:lnTo>
                    <a:pt x="1658529" y="121581"/>
                  </a:lnTo>
                  <a:lnTo>
                    <a:pt x="1683995" y="113436"/>
                  </a:lnTo>
                  <a:lnTo>
                    <a:pt x="1708817" y="105498"/>
                  </a:lnTo>
                  <a:lnTo>
                    <a:pt x="1733026" y="97756"/>
                  </a:lnTo>
                  <a:lnTo>
                    <a:pt x="1756651" y="90200"/>
                  </a:lnTo>
                  <a:lnTo>
                    <a:pt x="1779721" y="82822"/>
                  </a:lnTo>
                  <a:lnTo>
                    <a:pt x="1802260" y="75614"/>
                  </a:lnTo>
                  <a:lnTo>
                    <a:pt x="1824292" y="68568"/>
                  </a:lnTo>
                  <a:lnTo>
                    <a:pt x="1845840" y="61677"/>
                  </a:lnTo>
                  <a:lnTo>
                    <a:pt x="1866925" y="54933"/>
                  </a:lnTo>
                  <a:lnTo>
                    <a:pt x="1887566" y="48332"/>
                  </a:lnTo>
                  <a:lnTo>
                    <a:pt x="1907781" y="41867"/>
                  </a:lnTo>
                  <a:lnTo>
                    <a:pt x="1927588" y="35533"/>
                  </a:lnTo>
                  <a:lnTo>
                    <a:pt x="1947003" y="29324"/>
                  </a:lnTo>
                  <a:lnTo>
                    <a:pt x="1966040" y="23236"/>
                  </a:lnTo>
                  <a:lnTo>
                    <a:pt x="1984715" y="17263"/>
                  </a:lnTo>
                  <a:lnTo>
                    <a:pt x="2003041" y="11402"/>
                  </a:lnTo>
                  <a:lnTo>
                    <a:pt x="2021031" y="5649"/>
                  </a:lnTo>
                  <a:lnTo>
                    <a:pt x="203869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48055" y="2549072"/>
              <a:ext cx="2038696" cy="78528"/>
            </a:xfrm>
            <a:custGeom>
              <a:avLst/>
              <a:pathLst>
                <a:path w="2038696" h="78528">
                  <a:moveTo>
                    <a:pt x="0" y="0"/>
                  </a:moveTo>
                  <a:lnTo>
                    <a:pt x="130914" y="5042"/>
                  </a:lnTo>
                  <a:lnTo>
                    <a:pt x="246390" y="9490"/>
                  </a:lnTo>
                  <a:lnTo>
                    <a:pt x="349686" y="13469"/>
                  </a:lnTo>
                  <a:lnTo>
                    <a:pt x="443128" y="17068"/>
                  </a:lnTo>
                  <a:lnTo>
                    <a:pt x="528435" y="20354"/>
                  </a:lnTo>
                  <a:lnTo>
                    <a:pt x="606909" y="23377"/>
                  </a:lnTo>
                  <a:lnTo>
                    <a:pt x="679565" y="26176"/>
                  </a:lnTo>
                  <a:lnTo>
                    <a:pt x="747206" y="28781"/>
                  </a:lnTo>
                  <a:lnTo>
                    <a:pt x="810480" y="31219"/>
                  </a:lnTo>
                  <a:lnTo>
                    <a:pt x="869917" y="33508"/>
                  </a:lnTo>
                  <a:lnTo>
                    <a:pt x="925955" y="35667"/>
                  </a:lnTo>
                  <a:lnTo>
                    <a:pt x="978963" y="37708"/>
                  </a:lnTo>
                  <a:lnTo>
                    <a:pt x="1029251" y="39645"/>
                  </a:lnTo>
                  <a:lnTo>
                    <a:pt x="1077086" y="41488"/>
                  </a:lnTo>
                  <a:lnTo>
                    <a:pt x="1122694" y="43245"/>
                  </a:lnTo>
                  <a:lnTo>
                    <a:pt x="1166275" y="44923"/>
                  </a:lnTo>
                  <a:lnTo>
                    <a:pt x="1208000" y="46531"/>
                  </a:lnTo>
                  <a:lnTo>
                    <a:pt x="1248023" y="48072"/>
                  </a:lnTo>
                  <a:lnTo>
                    <a:pt x="1286475" y="49553"/>
                  </a:lnTo>
                  <a:lnTo>
                    <a:pt x="1323476" y="50979"/>
                  </a:lnTo>
                  <a:lnTo>
                    <a:pt x="1359131" y="52352"/>
                  </a:lnTo>
                  <a:lnTo>
                    <a:pt x="1393534" y="53677"/>
                  </a:lnTo>
                  <a:lnTo>
                    <a:pt x="1426772" y="54958"/>
                  </a:lnTo>
                  <a:lnTo>
                    <a:pt x="1458919" y="56196"/>
                  </a:lnTo>
                  <a:lnTo>
                    <a:pt x="1490046" y="57395"/>
                  </a:lnTo>
                  <a:lnTo>
                    <a:pt x="1520214" y="58557"/>
                  </a:lnTo>
                  <a:lnTo>
                    <a:pt x="1549482" y="59684"/>
                  </a:lnTo>
                  <a:lnTo>
                    <a:pt x="1577902" y="60779"/>
                  </a:lnTo>
                  <a:lnTo>
                    <a:pt x="1605521" y="61843"/>
                  </a:lnTo>
                  <a:lnTo>
                    <a:pt x="1632383" y="62878"/>
                  </a:lnTo>
                  <a:lnTo>
                    <a:pt x="1658529" y="63885"/>
                  </a:lnTo>
                  <a:lnTo>
                    <a:pt x="1683995" y="64866"/>
                  </a:lnTo>
                  <a:lnTo>
                    <a:pt x="1708817" y="65822"/>
                  </a:lnTo>
                  <a:lnTo>
                    <a:pt x="1733026" y="66754"/>
                  </a:lnTo>
                  <a:lnTo>
                    <a:pt x="1756651" y="67664"/>
                  </a:lnTo>
                  <a:lnTo>
                    <a:pt x="1779721" y="68553"/>
                  </a:lnTo>
                  <a:lnTo>
                    <a:pt x="1802260" y="69421"/>
                  </a:lnTo>
                  <a:lnTo>
                    <a:pt x="1824292" y="70270"/>
                  </a:lnTo>
                  <a:lnTo>
                    <a:pt x="1845840" y="71100"/>
                  </a:lnTo>
                  <a:lnTo>
                    <a:pt x="1866925" y="71912"/>
                  </a:lnTo>
                  <a:lnTo>
                    <a:pt x="1887566" y="72707"/>
                  </a:lnTo>
                  <a:lnTo>
                    <a:pt x="1907781" y="73486"/>
                  </a:lnTo>
                  <a:lnTo>
                    <a:pt x="1927588" y="74249"/>
                  </a:lnTo>
                  <a:lnTo>
                    <a:pt x="1947003" y="74996"/>
                  </a:lnTo>
                  <a:lnTo>
                    <a:pt x="1966040" y="75730"/>
                  </a:lnTo>
                  <a:lnTo>
                    <a:pt x="1984715" y="76449"/>
                  </a:lnTo>
                  <a:lnTo>
                    <a:pt x="2003041" y="77155"/>
                  </a:lnTo>
                  <a:lnTo>
                    <a:pt x="2021031" y="77848"/>
                  </a:lnTo>
                  <a:lnTo>
                    <a:pt x="2038696" y="7852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72281" y="331185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72281" y="282076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72281" y="232967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72281" y="183858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72281" y="134749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465319" y="33619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65319" y="28708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65319" y="23797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465319" y="18886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465319" y="13976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64805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232762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300718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68675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78405" y="27179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84069" y="268405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266111" y="251989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199531" y="23933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236453" y="317044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259565" y="32924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225554" y="25238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285509" y="319318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210512" y="250918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38561" y="22354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968189" y="25495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874081" y="262014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876450" y="16321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889915" y="25107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940683" y="17744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949062" y="235056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935604" y="224528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931878" y="26999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966016" y="25442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891271" y="298920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947376" y="30136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902965" y="287896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916291" y="33037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911244" y="30800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5920" y="31659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6382" y="285539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4886315" y="302463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4907373" y="258055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627401" y="187686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554032" y="271008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610029" y="221667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625063" y="267744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614979" y="236104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568798" y="26778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566352" y="178029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580592" y="23474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616539" y="249355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627261" y="291586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598445" y="250787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617331" y="15846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626104" y="224056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629280" y="26739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615916" y="26869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5553616" y="290206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560221" y="326098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638927" y="302053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5560096" y="295667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5643679" y="231287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260111" y="221942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273113" y="205204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283202" y="246827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277948" y="26195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258750" y="33140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231035" y="26297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222664" y="331131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302228" y="249180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316527" y="263727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282838" y="312407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269938" y="239274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284844" y="14191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255252" y="273322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286893" y="22206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272550" y="229410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32842" y="205273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96006" y="240800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299033" y="209087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227110" y="276951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6280099" y="233127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6266407" y="26839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6285330" y="31073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6299850" y="171666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6280739" y="22068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277049" y="2269556"/>
              <a:ext cx="2021463" cy="289394"/>
            </a:xfrm>
            <a:custGeom>
              <a:avLst/>
              <a:pathLst>
                <a:path w="2021463" h="289394">
                  <a:moveTo>
                    <a:pt x="0" y="289394"/>
                  </a:moveTo>
                  <a:lnTo>
                    <a:pt x="129808" y="270811"/>
                  </a:lnTo>
                  <a:lnTo>
                    <a:pt x="244307" y="254419"/>
                  </a:lnTo>
                  <a:lnTo>
                    <a:pt x="346730" y="239756"/>
                  </a:lnTo>
                  <a:lnTo>
                    <a:pt x="439383" y="226492"/>
                  </a:lnTo>
                  <a:lnTo>
                    <a:pt x="523968" y="214382"/>
                  </a:lnTo>
                  <a:lnTo>
                    <a:pt x="601779" y="203243"/>
                  </a:lnTo>
                  <a:lnTo>
                    <a:pt x="673821" y="192929"/>
                  </a:lnTo>
                  <a:lnTo>
                    <a:pt x="740890" y="183328"/>
                  </a:lnTo>
                  <a:lnTo>
                    <a:pt x="803629" y="174346"/>
                  </a:lnTo>
                  <a:lnTo>
                    <a:pt x="862563" y="165909"/>
                  </a:lnTo>
                  <a:lnTo>
                    <a:pt x="918128" y="157954"/>
                  </a:lnTo>
                  <a:lnTo>
                    <a:pt x="970688" y="150429"/>
                  </a:lnTo>
                  <a:lnTo>
                    <a:pt x="1020551" y="143291"/>
                  </a:lnTo>
                  <a:lnTo>
                    <a:pt x="1067981" y="136501"/>
                  </a:lnTo>
                  <a:lnTo>
                    <a:pt x="1113204" y="130027"/>
                  </a:lnTo>
                  <a:lnTo>
                    <a:pt x="1156416" y="123840"/>
                  </a:lnTo>
                  <a:lnTo>
                    <a:pt x="1197789" y="117917"/>
                  </a:lnTo>
                  <a:lnTo>
                    <a:pt x="1237473" y="112236"/>
                  </a:lnTo>
                  <a:lnTo>
                    <a:pt x="1275600" y="106778"/>
                  </a:lnTo>
                  <a:lnTo>
                    <a:pt x="1312288" y="101526"/>
                  </a:lnTo>
                  <a:lnTo>
                    <a:pt x="1347642" y="96464"/>
                  </a:lnTo>
                  <a:lnTo>
                    <a:pt x="1381755" y="91581"/>
                  </a:lnTo>
                  <a:lnTo>
                    <a:pt x="1414711" y="86863"/>
                  </a:lnTo>
                  <a:lnTo>
                    <a:pt x="1446587" y="82299"/>
                  </a:lnTo>
                  <a:lnTo>
                    <a:pt x="1477450" y="77881"/>
                  </a:lnTo>
                  <a:lnTo>
                    <a:pt x="1507364" y="73598"/>
                  </a:lnTo>
                  <a:lnTo>
                    <a:pt x="1536385" y="69444"/>
                  </a:lnTo>
                  <a:lnTo>
                    <a:pt x="1564564" y="65410"/>
                  </a:lnTo>
                  <a:lnTo>
                    <a:pt x="1591950" y="61489"/>
                  </a:lnTo>
                  <a:lnTo>
                    <a:pt x="1618585" y="57676"/>
                  </a:lnTo>
                  <a:lnTo>
                    <a:pt x="1644509" y="53965"/>
                  </a:lnTo>
                  <a:lnTo>
                    <a:pt x="1669761" y="50350"/>
                  </a:lnTo>
                  <a:lnTo>
                    <a:pt x="1694372" y="46826"/>
                  </a:lnTo>
                  <a:lnTo>
                    <a:pt x="1718377" y="43390"/>
                  </a:lnTo>
                  <a:lnTo>
                    <a:pt x="1741802" y="40036"/>
                  </a:lnTo>
                  <a:lnTo>
                    <a:pt x="1764677" y="36761"/>
                  </a:lnTo>
                  <a:lnTo>
                    <a:pt x="1787025" y="33562"/>
                  </a:lnTo>
                  <a:lnTo>
                    <a:pt x="1808872" y="30434"/>
                  </a:lnTo>
                  <a:lnTo>
                    <a:pt x="1830238" y="27376"/>
                  </a:lnTo>
                  <a:lnTo>
                    <a:pt x="1851144" y="24383"/>
                  </a:lnTo>
                  <a:lnTo>
                    <a:pt x="1871611" y="21453"/>
                  </a:lnTo>
                  <a:lnTo>
                    <a:pt x="1891655" y="18583"/>
                  </a:lnTo>
                  <a:lnTo>
                    <a:pt x="1911294" y="15771"/>
                  </a:lnTo>
                  <a:lnTo>
                    <a:pt x="1930545" y="13015"/>
                  </a:lnTo>
                  <a:lnTo>
                    <a:pt x="1949422" y="10313"/>
                  </a:lnTo>
                  <a:lnTo>
                    <a:pt x="1967939" y="7662"/>
                  </a:lnTo>
                  <a:lnTo>
                    <a:pt x="1986110" y="5061"/>
                  </a:lnTo>
                  <a:lnTo>
                    <a:pt x="2003947" y="2507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277049" y="1803182"/>
              <a:ext cx="2021463" cy="503187"/>
            </a:xfrm>
            <a:custGeom>
              <a:avLst/>
              <a:pathLst>
                <a:path w="2021463" h="503187">
                  <a:moveTo>
                    <a:pt x="0" y="503187"/>
                  </a:moveTo>
                  <a:lnTo>
                    <a:pt x="129808" y="470875"/>
                  </a:lnTo>
                  <a:lnTo>
                    <a:pt x="244307" y="442373"/>
                  </a:lnTo>
                  <a:lnTo>
                    <a:pt x="346730" y="416878"/>
                  </a:lnTo>
                  <a:lnTo>
                    <a:pt x="439383" y="393815"/>
                  </a:lnTo>
                  <a:lnTo>
                    <a:pt x="523968" y="372759"/>
                  </a:lnTo>
                  <a:lnTo>
                    <a:pt x="601779" y="353391"/>
                  </a:lnTo>
                  <a:lnTo>
                    <a:pt x="673821" y="335458"/>
                  </a:lnTo>
                  <a:lnTo>
                    <a:pt x="740890" y="318763"/>
                  </a:lnTo>
                  <a:lnTo>
                    <a:pt x="803629" y="303146"/>
                  </a:lnTo>
                  <a:lnTo>
                    <a:pt x="862563" y="288476"/>
                  </a:lnTo>
                  <a:lnTo>
                    <a:pt x="918128" y="274644"/>
                  </a:lnTo>
                  <a:lnTo>
                    <a:pt x="970688" y="261561"/>
                  </a:lnTo>
                  <a:lnTo>
                    <a:pt x="1020551" y="249149"/>
                  </a:lnTo>
                  <a:lnTo>
                    <a:pt x="1067981" y="237343"/>
                  </a:lnTo>
                  <a:lnTo>
                    <a:pt x="1113204" y="226086"/>
                  </a:lnTo>
                  <a:lnTo>
                    <a:pt x="1156416" y="215329"/>
                  </a:lnTo>
                  <a:lnTo>
                    <a:pt x="1197789" y="205030"/>
                  </a:lnTo>
                  <a:lnTo>
                    <a:pt x="1237473" y="195152"/>
                  </a:lnTo>
                  <a:lnTo>
                    <a:pt x="1275600" y="185661"/>
                  </a:lnTo>
                  <a:lnTo>
                    <a:pt x="1312288" y="176529"/>
                  </a:lnTo>
                  <a:lnTo>
                    <a:pt x="1347642" y="167729"/>
                  </a:lnTo>
                  <a:lnTo>
                    <a:pt x="1381755" y="159237"/>
                  </a:lnTo>
                  <a:lnTo>
                    <a:pt x="1414711" y="151034"/>
                  </a:lnTo>
                  <a:lnTo>
                    <a:pt x="1446587" y="143099"/>
                  </a:lnTo>
                  <a:lnTo>
                    <a:pt x="1477450" y="135416"/>
                  </a:lnTo>
                  <a:lnTo>
                    <a:pt x="1507364" y="127970"/>
                  </a:lnTo>
                  <a:lnTo>
                    <a:pt x="1536385" y="120746"/>
                  </a:lnTo>
                  <a:lnTo>
                    <a:pt x="1564564" y="113732"/>
                  </a:lnTo>
                  <a:lnTo>
                    <a:pt x="1591950" y="106915"/>
                  </a:lnTo>
                  <a:lnTo>
                    <a:pt x="1618585" y="100285"/>
                  </a:lnTo>
                  <a:lnTo>
                    <a:pt x="1644509" y="93832"/>
                  </a:lnTo>
                  <a:lnTo>
                    <a:pt x="1669761" y="87546"/>
                  </a:lnTo>
                  <a:lnTo>
                    <a:pt x="1694372" y="81420"/>
                  </a:lnTo>
                  <a:lnTo>
                    <a:pt x="1718377" y="75445"/>
                  </a:lnTo>
                  <a:lnTo>
                    <a:pt x="1741802" y="69613"/>
                  </a:lnTo>
                  <a:lnTo>
                    <a:pt x="1764677" y="63919"/>
                  </a:lnTo>
                  <a:lnTo>
                    <a:pt x="1787025" y="58356"/>
                  </a:lnTo>
                  <a:lnTo>
                    <a:pt x="1808872" y="52918"/>
                  </a:lnTo>
                  <a:lnTo>
                    <a:pt x="1830238" y="47600"/>
                  </a:lnTo>
                  <a:lnTo>
                    <a:pt x="1851144" y="42396"/>
                  </a:lnTo>
                  <a:lnTo>
                    <a:pt x="1871611" y="37301"/>
                  </a:lnTo>
                  <a:lnTo>
                    <a:pt x="1891655" y="32312"/>
                  </a:lnTo>
                  <a:lnTo>
                    <a:pt x="1911294" y="27423"/>
                  </a:lnTo>
                  <a:lnTo>
                    <a:pt x="1930545" y="22631"/>
                  </a:lnTo>
                  <a:lnTo>
                    <a:pt x="1949422" y="17932"/>
                  </a:lnTo>
                  <a:lnTo>
                    <a:pt x="1967939" y="13323"/>
                  </a:lnTo>
                  <a:lnTo>
                    <a:pt x="1986110" y="8800"/>
                  </a:lnTo>
                  <a:lnTo>
                    <a:pt x="2003947" y="4360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277049" y="2399187"/>
              <a:ext cx="2021463" cy="89097"/>
            </a:xfrm>
            <a:custGeom>
              <a:avLst/>
              <a:pathLst>
                <a:path w="2021463" h="89097">
                  <a:moveTo>
                    <a:pt x="0" y="89097"/>
                  </a:moveTo>
                  <a:lnTo>
                    <a:pt x="129808" y="83376"/>
                  </a:lnTo>
                  <a:lnTo>
                    <a:pt x="244307" y="78329"/>
                  </a:lnTo>
                  <a:lnTo>
                    <a:pt x="346730" y="73815"/>
                  </a:lnTo>
                  <a:lnTo>
                    <a:pt x="439383" y="69731"/>
                  </a:lnTo>
                  <a:lnTo>
                    <a:pt x="523968" y="66003"/>
                  </a:lnTo>
                  <a:lnTo>
                    <a:pt x="601779" y="62573"/>
                  </a:lnTo>
                  <a:lnTo>
                    <a:pt x="673821" y="59398"/>
                  </a:lnTo>
                  <a:lnTo>
                    <a:pt x="740890" y="56442"/>
                  </a:lnTo>
                  <a:lnTo>
                    <a:pt x="803629" y="53677"/>
                  </a:lnTo>
                  <a:lnTo>
                    <a:pt x="862563" y="51079"/>
                  </a:lnTo>
                  <a:lnTo>
                    <a:pt x="918128" y="48630"/>
                  </a:lnTo>
                  <a:lnTo>
                    <a:pt x="970688" y="46313"/>
                  </a:lnTo>
                  <a:lnTo>
                    <a:pt x="1020551" y="44116"/>
                  </a:lnTo>
                  <a:lnTo>
                    <a:pt x="1067981" y="42025"/>
                  </a:lnTo>
                  <a:lnTo>
                    <a:pt x="1113204" y="40032"/>
                  </a:lnTo>
                  <a:lnTo>
                    <a:pt x="1156416" y="38127"/>
                  </a:lnTo>
                  <a:lnTo>
                    <a:pt x="1197789" y="36304"/>
                  </a:lnTo>
                  <a:lnTo>
                    <a:pt x="1237473" y="34555"/>
                  </a:lnTo>
                  <a:lnTo>
                    <a:pt x="1275600" y="32874"/>
                  </a:lnTo>
                  <a:lnTo>
                    <a:pt x="1312288" y="31257"/>
                  </a:lnTo>
                  <a:lnTo>
                    <a:pt x="1347642" y="29699"/>
                  </a:lnTo>
                  <a:lnTo>
                    <a:pt x="1381755" y="28195"/>
                  </a:lnTo>
                  <a:lnTo>
                    <a:pt x="1414711" y="26743"/>
                  </a:lnTo>
                  <a:lnTo>
                    <a:pt x="1446587" y="25338"/>
                  </a:lnTo>
                  <a:lnTo>
                    <a:pt x="1477450" y="23977"/>
                  </a:lnTo>
                  <a:lnTo>
                    <a:pt x="1507364" y="22659"/>
                  </a:lnTo>
                  <a:lnTo>
                    <a:pt x="1536385" y="21380"/>
                  </a:lnTo>
                  <a:lnTo>
                    <a:pt x="1564564" y="20138"/>
                  </a:lnTo>
                  <a:lnTo>
                    <a:pt x="1591950" y="18931"/>
                  </a:lnTo>
                  <a:lnTo>
                    <a:pt x="1618585" y="17757"/>
                  </a:lnTo>
                  <a:lnTo>
                    <a:pt x="1644509" y="16614"/>
                  </a:lnTo>
                  <a:lnTo>
                    <a:pt x="1669761" y="15501"/>
                  </a:lnTo>
                  <a:lnTo>
                    <a:pt x="1694372" y="14416"/>
                  </a:lnTo>
                  <a:lnTo>
                    <a:pt x="1718377" y="13358"/>
                  </a:lnTo>
                  <a:lnTo>
                    <a:pt x="1741802" y="12326"/>
                  </a:lnTo>
                  <a:lnTo>
                    <a:pt x="1764677" y="11318"/>
                  </a:lnTo>
                  <a:lnTo>
                    <a:pt x="1787025" y="10333"/>
                  </a:lnTo>
                  <a:lnTo>
                    <a:pt x="1808872" y="9370"/>
                  </a:lnTo>
                  <a:lnTo>
                    <a:pt x="1830238" y="8428"/>
                  </a:lnTo>
                  <a:lnTo>
                    <a:pt x="1851144" y="7506"/>
                  </a:lnTo>
                  <a:lnTo>
                    <a:pt x="1871611" y="6604"/>
                  </a:lnTo>
                  <a:lnTo>
                    <a:pt x="1891655" y="5721"/>
                  </a:lnTo>
                  <a:lnTo>
                    <a:pt x="1911294" y="4855"/>
                  </a:lnTo>
                  <a:lnTo>
                    <a:pt x="1930545" y="4007"/>
                  </a:lnTo>
                  <a:lnTo>
                    <a:pt x="1949422" y="3175"/>
                  </a:lnTo>
                  <a:lnTo>
                    <a:pt x="1967939" y="2359"/>
                  </a:lnTo>
                  <a:lnTo>
                    <a:pt x="1986110" y="1558"/>
                  </a:lnTo>
                  <a:lnTo>
                    <a:pt x="2003947" y="772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77049" y="2264002"/>
              <a:ext cx="2021463" cy="766452"/>
            </a:xfrm>
            <a:custGeom>
              <a:avLst/>
              <a:pathLst>
                <a:path w="2021463" h="766452">
                  <a:moveTo>
                    <a:pt x="0" y="766452"/>
                  </a:moveTo>
                  <a:lnTo>
                    <a:pt x="129808" y="717234"/>
                  </a:lnTo>
                  <a:lnTo>
                    <a:pt x="244307" y="673821"/>
                  </a:lnTo>
                  <a:lnTo>
                    <a:pt x="346730" y="634987"/>
                  </a:lnTo>
                  <a:lnTo>
                    <a:pt x="439383" y="599857"/>
                  </a:lnTo>
                  <a:lnTo>
                    <a:pt x="523968" y="567786"/>
                  </a:lnTo>
                  <a:lnTo>
                    <a:pt x="601779" y="538283"/>
                  </a:lnTo>
                  <a:lnTo>
                    <a:pt x="673821" y="510968"/>
                  </a:lnTo>
                  <a:lnTo>
                    <a:pt x="740890" y="485538"/>
                  </a:lnTo>
                  <a:lnTo>
                    <a:pt x="803629" y="461750"/>
                  </a:lnTo>
                  <a:lnTo>
                    <a:pt x="862563" y="439405"/>
                  </a:lnTo>
                  <a:lnTo>
                    <a:pt x="918128" y="418337"/>
                  </a:lnTo>
                  <a:lnTo>
                    <a:pt x="970688" y="398409"/>
                  </a:lnTo>
                  <a:lnTo>
                    <a:pt x="1020551" y="379503"/>
                  </a:lnTo>
                  <a:lnTo>
                    <a:pt x="1067981" y="361519"/>
                  </a:lnTo>
                  <a:lnTo>
                    <a:pt x="1113204" y="344373"/>
                  </a:lnTo>
                  <a:lnTo>
                    <a:pt x="1156416" y="327988"/>
                  </a:lnTo>
                  <a:lnTo>
                    <a:pt x="1197789" y="312301"/>
                  </a:lnTo>
                  <a:lnTo>
                    <a:pt x="1237473" y="297255"/>
                  </a:lnTo>
                  <a:lnTo>
                    <a:pt x="1275600" y="282799"/>
                  </a:lnTo>
                  <a:lnTo>
                    <a:pt x="1312288" y="268888"/>
                  </a:lnTo>
                  <a:lnTo>
                    <a:pt x="1347642" y="255484"/>
                  </a:lnTo>
                  <a:lnTo>
                    <a:pt x="1381755" y="242550"/>
                  </a:lnTo>
                  <a:lnTo>
                    <a:pt x="1414711" y="230054"/>
                  </a:lnTo>
                  <a:lnTo>
                    <a:pt x="1446587" y="217968"/>
                  </a:lnTo>
                  <a:lnTo>
                    <a:pt x="1477450" y="206266"/>
                  </a:lnTo>
                  <a:lnTo>
                    <a:pt x="1507364" y="194924"/>
                  </a:lnTo>
                  <a:lnTo>
                    <a:pt x="1536385" y="183921"/>
                  </a:lnTo>
                  <a:lnTo>
                    <a:pt x="1564564" y="173236"/>
                  </a:lnTo>
                  <a:lnTo>
                    <a:pt x="1591950" y="162853"/>
                  </a:lnTo>
                  <a:lnTo>
                    <a:pt x="1618585" y="152754"/>
                  </a:lnTo>
                  <a:lnTo>
                    <a:pt x="1644509" y="142924"/>
                  </a:lnTo>
                  <a:lnTo>
                    <a:pt x="1669761" y="133350"/>
                  </a:lnTo>
                  <a:lnTo>
                    <a:pt x="1694372" y="124018"/>
                  </a:lnTo>
                  <a:lnTo>
                    <a:pt x="1718377" y="114917"/>
                  </a:lnTo>
                  <a:lnTo>
                    <a:pt x="1741802" y="106035"/>
                  </a:lnTo>
                  <a:lnTo>
                    <a:pt x="1764677" y="97362"/>
                  </a:lnTo>
                  <a:lnTo>
                    <a:pt x="1787025" y="88888"/>
                  </a:lnTo>
                  <a:lnTo>
                    <a:pt x="1808872" y="80605"/>
                  </a:lnTo>
                  <a:lnTo>
                    <a:pt x="1830238" y="72504"/>
                  </a:lnTo>
                  <a:lnTo>
                    <a:pt x="1851144" y="64577"/>
                  </a:lnTo>
                  <a:lnTo>
                    <a:pt x="1871611" y="56817"/>
                  </a:lnTo>
                  <a:lnTo>
                    <a:pt x="1891655" y="49217"/>
                  </a:lnTo>
                  <a:lnTo>
                    <a:pt x="1911294" y="41771"/>
                  </a:lnTo>
                  <a:lnTo>
                    <a:pt x="1930545" y="34472"/>
                  </a:lnTo>
                  <a:lnTo>
                    <a:pt x="1949422" y="27315"/>
                  </a:lnTo>
                  <a:lnTo>
                    <a:pt x="1967939" y="20294"/>
                  </a:lnTo>
                  <a:lnTo>
                    <a:pt x="1986110" y="13404"/>
                  </a:lnTo>
                  <a:lnTo>
                    <a:pt x="2003947" y="6641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77049" y="2874122"/>
              <a:ext cx="2021463" cy="386191"/>
            </a:xfrm>
            <a:custGeom>
              <a:avLst/>
              <a:pathLst>
                <a:path w="2021463" h="386191">
                  <a:moveTo>
                    <a:pt x="0" y="386191"/>
                  </a:moveTo>
                  <a:lnTo>
                    <a:pt x="129808" y="361391"/>
                  </a:lnTo>
                  <a:lnTo>
                    <a:pt x="244307" y="339517"/>
                  </a:lnTo>
                  <a:lnTo>
                    <a:pt x="346730" y="319949"/>
                  </a:lnTo>
                  <a:lnTo>
                    <a:pt x="439383" y="302249"/>
                  </a:lnTo>
                  <a:lnTo>
                    <a:pt x="523968" y="286089"/>
                  </a:lnTo>
                  <a:lnTo>
                    <a:pt x="601779" y="271223"/>
                  </a:lnTo>
                  <a:lnTo>
                    <a:pt x="673821" y="257460"/>
                  </a:lnTo>
                  <a:lnTo>
                    <a:pt x="740890" y="244647"/>
                  </a:lnTo>
                  <a:lnTo>
                    <a:pt x="803629" y="232661"/>
                  </a:lnTo>
                  <a:lnTo>
                    <a:pt x="862563" y="221402"/>
                  </a:lnTo>
                  <a:lnTo>
                    <a:pt x="918128" y="210786"/>
                  </a:lnTo>
                  <a:lnTo>
                    <a:pt x="970688" y="200745"/>
                  </a:lnTo>
                  <a:lnTo>
                    <a:pt x="1020551" y="191219"/>
                  </a:lnTo>
                  <a:lnTo>
                    <a:pt x="1067981" y="182158"/>
                  </a:lnTo>
                  <a:lnTo>
                    <a:pt x="1113204" y="173518"/>
                  </a:lnTo>
                  <a:lnTo>
                    <a:pt x="1156416" y="165263"/>
                  </a:lnTo>
                  <a:lnTo>
                    <a:pt x="1197789" y="157359"/>
                  </a:lnTo>
                  <a:lnTo>
                    <a:pt x="1237473" y="149777"/>
                  </a:lnTo>
                  <a:lnTo>
                    <a:pt x="1275600" y="142493"/>
                  </a:lnTo>
                  <a:lnTo>
                    <a:pt x="1312288" y="135484"/>
                  </a:lnTo>
                  <a:lnTo>
                    <a:pt x="1347642" y="128730"/>
                  </a:lnTo>
                  <a:lnTo>
                    <a:pt x="1381755" y="122213"/>
                  </a:lnTo>
                  <a:lnTo>
                    <a:pt x="1414711" y="115917"/>
                  </a:lnTo>
                  <a:lnTo>
                    <a:pt x="1446587" y="109827"/>
                  </a:lnTo>
                  <a:lnTo>
                    <a:pt x="1477450" y="103931"/>
                  </a:lnTo>
                  <a:lnTo>
                    <a:pt x="1507364" y="98216"/>
                  </a:lnTo>
                  <a:lnTo>
                    <a:pt x="1536385" y="92671"/>
                  </a:lnTo>
                  <a:lnTo>
                    <a:pt x="1564564" y="87288"/>
                  </a:lnTo>
                  <a:lnTo>
                    <a:pt x="1591950" y="82056"/>
                  </a:lnTo>
                  <a:lnTo>
                    <a:pt x="1618585" y="76968"/>
                  </a:lnTo>
                  <a:lnTo>
                    <a:pt x="1644509" y="72015"/>
                  </a:lnTo>
                  <a:lnTo>
                    <a:pt x="1669761" y="67191"/>
                  </a:lnTo>
                  <a:lnTo>
                    <a:pt x="1694372" y="62489"/>
                  </a:lnTo>
                  <a:lnTo>
                    <a:pt x="1718377" y="57903"/>
                  </a:lnTo>
                  <a:lnTo>
                    <a:pt x="1741802" y="53427"/>
                  </a:lnTo>
                  <a:lnTo>
                    <a:pt x="1764677" y="49057"/>
                  </a:lnTo>
                  <a:lnTo>
                    <a:pt x="1787025" y="44788"/>
                  </a:lnTo>
                  <a:lnTo>
                    <a:pt x="1808872" y="40614"/>
                  </a:lnTo>
                  <a:lnTo>
                    <a:pt x="1830238" y="36532"/>
                  </a:lnTo>
                  <a:lnTo>
                    <a:pt x="1851144" y="32538"/>
                  </a:lnTo>
                  <a:lnTo>
                    <a:pt x="1871611" y="28628"/>
                  </a:lnTo>
                  <a:lnTo>
                    <a:pt x="1891655" y="24799"/>
                  </a:lnTo>
                  <a:lnTo>
                    <a:pt x="1911294" y="21047"/>
                  </a:lnTo>
                  <a:lnTo>
                    <a:pt x="1930545" y="17369"/>
                  </a:lnTo>
                  <a:lnTo>
                    <a:pt x="1949422" y="13763"/>
                  </a:lnTo>
                  <a:lnTo>
                    <a:pt x="1967939" y="10225"/>
                  </a:lnTo>
                  <a:lnTo>
                    <a:pt x="1986110" y="6754"/>
                  </a:lnTo>
                  <a:lnTo>
                    <a:pt x="2003947" y="3346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77049" y="3138314"/>
              <a:ext cx="2021463" cy="11680"/>
            </a:xfrm>
            <a:custGeom>
              <a:avLst/>
              <a:pathLst>
                <a:path w="2021463" h="11680">
                  <a:moveTo>
                    <a:pt x="0" y="11680"/>
                  </a:moveTo>
                  <a:lnTo>
                    <a:pt x="129808" y="10930"/>
                  </a:lnTo>
                  <a:lnTo>
                    <a:pt x="244307" y="10268"/>
                  </a:lnTo>
                  <a:lnTo>
                    <a:pt x="346730" y="9677"/>
                  </a:lnTo>
                  <a:lnTo>
                    <a:pt x="439383" y="9141"/>
                  </a:lnTo>
                  <a:lnTo>
                    <a:pt x="523968" y="8652"/>
                  </a:lnTo>
                  <a:lnTo>
                    <a:pt x="601779" y="8203"/>
                  </a:lnTo>
                  <a:lnTo>
                    <a:pt x="673821" y="7787"/>
                  </a:lnTo>
                  <a:lnTo>
                    <a:pt x="740890" y="7399"/>
                  </a:lnTo>
                  <a:lnTo>
                    <a:pt x="803629" y="7036"/>
                  </a:lnTo>
                  <a:lnTo>
                    <a:pt x="862563" y="6696"/>
                  </a:lnTo>
                  <a:lnTo>
                    <a:pt x="918128" y="6375"/>
                  </a:lnTo>
                  <a:lnTo>
                    <a:pt x="970688" y="6071"/>
                  </a:lnTo>
                  <a:lnTo>
                    <a:pt x="1020551" y="5783"/>
                  </a:lnTo>
                  <a:lnTo>
                    <a:pt x="1067981" y="5509"/>
                  </a:lnTo>
                  <a:lnTo>
                    <a:pt x="1113204" y="5248"/>
                  </a:lnTo>
                  <a:lnTo>
                    <a:pt x="1156416" y="4998"/>
                  </a:lnTo>
                  <a:lnTo>
                    <a:pt x="1197789" y="4759"/>
                  </a:lnTo>
                  <a:lnTo>
                    <a:pt x="1237473" y="4530"/>
                  </a:lnTo>
                  <a:lnTo>
                    <a:pt x="1275600" y="4309"/>
                  </a:lnTo>
                  <a:lnTo>
                    <a:pt x="1312288" y="4097"/>
                  </a:lnTo>
                  <a:lnTo>
                    <a:pt x="1347642" y="3893"/>
                  </a:lnTo>
                  <a:lnTo>
                    <a:pt x="1381755" y="3696"/>
                  </a:lnTo>
                  <a:lnTo>
                    <a:pt x="1414711" y="3505"/>
                  </a:lnTo>
                  <a:lnTo>
                    <a:pt x="1446587" y="3321"/>
                  </a:lnTo>
                  <a:lnTo>
                    <a:pt x="1477450" y="3143"/>
                  </a:lnTo>
                  <a:lnTo>
                    <a:pt x="1507364" y="2970"/>
                  </a:lnTo>
                  <a:lnTo>
                    <a:pt x="1536385" y="2802"/>
                  </a:lnTo>
                  <a:lnTo>
                    <a:pt x="1564564" y="2640"/>
                  </a:lnTo>
                  <a:lnTo>
                    <a:pt x="1591950" y="2481"/>
                  </a:lnTo>
                  <a:lnTo>
                    <a:pt x="1618585" y="2327"/>
                  </a:lnTo>
                  <a:lnTo>
                    <a:pt x="1644509" y="2178"/>
                  </a:lnTo>
                  <a:lnTo>
                    <a:pt x="1669761" y="2032"/>
                  </a:lnTo>
                  <a:lnTo>
                    <a:pt x="1694372" y="1890"/>
                  </a:lnTo>
                  <a:lnTo>
                    <a:pt x="1718377" y="1751"/>
                  </a:lnTo>
                  <a:lnTo>
                    <a:pt x="1741802" y="1615"/>
                  </a:lnTo>
                  <a:lnTo>
                    <a:pt x="1764677" y="1483"/>
                  </a:lnTo>
                  <a:lnTo>
                    <a:pt x="1787025" y="1354"/>
                  </a:lnTo>
                  <a:lnTo>
                    <a:pt x="1808872" y="1228"/>
                  </a:lnTo>
                  <a:lnTo>
                    <a:pt x="1830238" y="1104"/>
                  </a:lnTo>
                  <a:lnTo>
                    <a:pt x="1851144" y="984"/>
                  </a:lnTo>
                  <a:lnTo>
                    <a:pt x="1871611" y="865"/>
                  </a:lnTo>
                  <a:lnTo>
                    <a:pt x="1891655" y="750"/>
                  </a:lnTo>
                  <a:lnTo>
                    <a:pt x="1911294" y="636"/>
                  </a:lnTo>
                  <a:lnTo>
                    <a:pt x="1930545" y="525"/>
                  </a:lnTo>
                  <a:lnTo>
                    <a:pt x="1949422" y="416"/>
                  </a:lnTo>
                  <a:lnTo>
                    <a:pt x="1967939" y="309"/>
                  </a:lnTo>
                  <a:lnTo>
                    <a:pt x="1986110" y="204"/>
                  </a:lnTo>
                  <a:lnTo>
                    <a:pt x="2003947" y="101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77049" y="2326520"/>
              <a:ext cx="2021463" cy="131275"/>
            </a:xfrm>
            <a:custGeom>
              <a:avLst/>
              <a:pathLst>
                <a:path w="2021463" h="131275">
                  <a:moveTo>
                    <a:pt x="0" y="0"/>
                  </a:moveTo>
                  <a:lnTo>
                    <a:pt x="129808" y="8429"/>
                  </a:lnTo>
                  <a:lnTo>
                    <a:pt x="244307" y="15865"/>
                  </a:lnTo>
                  <a:lnTo>
                    <a:pt x="346730" y="22517"/>
                  </a:lnTo>
                  <a:lnTo>
                    <a:pt x="439383" y="28533"/>
                  </a:lnTo>
                  <a:lnTo>
                    <a:pt x="523968" y="34027"/>
                  </a:lnTo>
                  <a:lnTo>
                    <a:pt x="601779" y="39080"/>
                  </a:lnTo>
                  <a:lnTo>
                    <a:pt x="673821" y="43758"/>
                  </a:lnTo>
                  <a:lnTo>
                    <a:pt x="740890" y="48114"/>
                  </a:lnTo>
                  <a:lnTo>
                    <a:pt x="803629" y="52188"/>
                  </a:lnTo>
                  <a:lnTo>
                    <a:pt x="862563" y="56015"/>
                  </a:lnTo>
                  <a:lnTo>
                    <a:pt x="918128" y="59624"/>
                  </a:lnTo>
                  <a:lnTo>
                    <a:pt x="970688" y="63037"/>
                  </a:lnTo>
                  <a:lnTo>
                    <a:pt x="1020551" y="66275"/>
                  </a:lnTo>
                  <a:lnTo>
                    <a:pt x="1067981" y="69355"/>
                  </a:lnTo>
                  <a:lnTo>
                    <a:pt x="1113204" y="72292"/>
                  </a:lnTo>
                  <a:lnTo>
                    <a:pt x="1156416" y="75098"/>
                  </a:lnTo>
                  <a:lnTo>
                    <a:pt x="1197789" y="77785"/>
                  </a:lnTo>
                  <a:lnTo>
                    <a:pt x="1237473" y="80362"/>
                  </a:lnTo>
                  <a:lnTo>
                    <a:pt x="1275600" y="82838"/>
                  </a:lnTo>
                  <a:lnTo>
                    <a:pt x="1312288" y="85221"/>
                  </a:lnTo>
                  <a:lnTo>
                    <a:pt x="1347642" y="87517"/>
                  </a:lnTo>
                  <a:lnTo>
                    <a:pt x="1381755" y="89732"/>
                  </a:lnTo>
                  <a:lnTo>
                    <a:pt x="1414711" y="91872"/>
                  </a:lnTo>
                  <a:lnTo>
                    <a:pt x="1446587" y="93942"/>
                  </a:lnTo>
                  <a:lnTo>
                    <a:pt x="1477450" y="95947"/>
                  </a:lnTo>
                  <a:lnTo>
                    <a:pt x="1507364" y="97889"/>
                  </a:lnTo>
                  <a:lnTo>
                    <a:pt x="1536385" y="99774"/>
                  </a:lnTo>
                  <a:lnTo>
                    <a:pt x="1564564" y="101604"/>
                  </a:lnTo>
                  <a:lnTo>
                    <a:pt x="1591950" y="103382"/>
                  </a:lnTo>
                  <a:lnTo>
                    <a:pt x="1618585" y="105112"/>
                  </a:lnTo>
                  <a:lnTo>
                    <a:pt x="1644509" y="106796"/>
                  </a:lnTo>
                  <a:lnTo>
                    <a:pt x="1669761" y="108435"/>
                  </a:lnTo>
                  <a:lnTo>
                    <a:pt x="1694372" y="110034"/>
                  </a:lnTo>
                  <a:lnTo>
                    <a:pt x="1718377" y="111593"/>
                  </a:lnTo>
                  <a:lnTo>
                    <a:pt x="1741802" y="113114"/>
                  </a:lnTo>
                  <a:lnTo>
                    <a:pt x="1764677" y="114599"/>
                  </a:lnTo>
                  <a:lnTo>
                    <a:pt x="1787025" y="116051"/>
                  </a:lnTo>
                  <a:lnTo>
                    <a:pt x="1808872" y="117469"/>
                  </a:lnTo>
                  <a:lnTo>
                    <a:pt x="1830238" y="118857"/>
                  </a:lnTo>
                  <a:lnTo>
                    <a:pt x="1851144" y="120215"/>
                  </a:lnTo>
                  <a:lnTo>
                    <a:pt x="1871611" y="121544"/>
                  </a:lnTo>
                  <a:lnTo>
                    <a:pt x="1891655" y="122846"/>
                  </a:lnTo>
                  <a:lnTo>
                    <a:pt x="1911294" y="124121"/>
                  </a:lnTo>
                  <a:lnTo>
                    <a:pt x="1930545" y="125371"/>
                  </a:lnTo>
                  <a:lnTo>
                    <a:pt x="1949422" y="126597"/>
                  </a:lnTo>
                  <a:lnTo>
                    <a:pt x="1967939" y="127799"/>
                  </a:lnTo>
                  <a:lnTo>
                    <a:pt x="1986110" y="128980"/>
                  </a:lnTo>
                  <a:lnTo>
                    <a:pt x="2003947" y="130138"/>
                  </a:lnTo>
                  <a:lnTo>
                    <a:pt x="2021463" y="13127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77049" y="2481554"/>
              <a:ext cx="2021463" cy="252360"/>
            </a:xfrm>
            <a:custGeom>
              <a:avLst/>
              <a:pathLst>
                <a:path w="2021463" h="252360">
                  <a:moveTo>
                    <a:pt x="0" y="252360"/>
                  </a:moveTo>
                  <a:lnTo>
                    <a:pt x="129808" y="236155"/>
                  </a:lnTo>
                  <a:lnTo>
                    <a:pt x="244307" y="221861"/>
                  </a:lnTo>
                  <a:lnTo>
                    <a:pt x="346730" y="209074"/>
                  </a:lnTo>
                  <a:lnTo>
                    <a:pt x="439383" y="197507"/>
                  </a:lnTo>
                  <a:lnTo>
                    <a:pt x="523968" y="186948"/>
                  </a:lnTo>
                  <a:lnTo>
                    <a:pt x="601779" y="177234"/>
                  </a:lnTo>
                  <a:lnTo>
                    <a:pt x="673821" y="168240"/>
                  </a:lnTo>
                  <a:lnTo>
                    <a:pt x="740890" y="159867"/>
                  </a:lnTo>
                  <a:lnTo>
                    <a:pt x="803629" y="152035"/>
                  </a:lnTo>
                  <a:lnTo>
                    <a:pt x="862563" y="144677"/>
                  </a:lnTo>
                  <a:lnTo>
                    <a:pt x="918128" y="137740"/>
                  </a:lnTo>
                  <a:lnTo>
                    <a:pt x="970688" y="131179"/>
                  </a:lnTo>
                  <a:lnTo>
                    <a:pt x="1020551" y="124954"/>
                  </a:lnTo>
                  <a:lnTo>
                    <a:pt x="1067981" y="119033"/>
                  </a:lnTo>
                  <a:lnTo>
                    <a:pt x="1113204" y="113387"/>
                  </a:lnTo>
                  <a:lnTo>
                    <a:pt x="1156416" y="107992"/>
                  </a:lnTo>
                  <a:lnTo>
                    <a:pt x="1197789" y="102827"/>
                  </a:lnTo>
                  <a:lnTo>
                    <a:pt x="1237473" y="97873"/>
                  </a:lnTo>
                  <a:lnTo>
                    <a:pt x="1275600" y="93113"/>
                  </a:lnTo>
                  <a:lnTo>
                    <a:pt x="1312288" y="88533"/>
                  </a:lnTo>
                  <a:lnTo>
                    <a:pt x="1347642" y="84120"/>
                  </a:lnTo>
                  <a:lnTo>
                    <a:pt x="1381755" y="79861"/>
                  </a:lnTo>
                  <a:lnTo>
                    <a:pt x="1414711" y="75747"/>
                  </a:lnTo>
                  <a:lnTo>
                    <a:pt x="1446587" y="71767"/>
                  </a:lnTo>
                  <a:lnTo>
                    <a:pt x="1477450" y="67914"/>
                  </a:lnTo>
                  <a:lnTo>
                    <a:pt x="1507364" y="64180"/>
                  </a:lnTo>
                  <a:lnTo>
                    <a:pt x="1536385" y="60557"/>
                  </a:lnTo>
                  <a:lnTo>
                    <a:pt x="1564564" y="57039"/>
                  </a:lnTo>
                  <a:lnTo>
                    <a:pt x="1591950" y="53620"/>
                  </a:lnTo>
                  <a:lnTo>
                    <a:pt x="1618585" y="50295"/>
                  </a:lnTo>
                  <a:lnTo>
                    <a:pt x="1644509" y="47059"/>
                  </a:lnTo>
                  <a:lnTo>
                    <a:pt x="1669761" y="43906"/>
                  </a:lnTo>
                  <a:lnTo>
                    <a:pt x="1694372" y="40834"/>
                  </a:lnTo>
                  <a:lnTo>
                    <a:pt x="1718377" y="37837"/>
                  </a:lnTo>
                  <a:lnTo>
                    <a:pt x="1741802" y="34913"/>
                  </a:lnTo>
                  <a:lnTo>
                    <a:pt x="1764677" y="32057"/>
                  </a:lnTo>
                  <a:lnTo>
                    <a:pt x="1787025" y="29267"/>
                  </a:lnTo>
                  <a:lnTo>
                    <a:pt x="1808872" y="26540"/>
                  </a:lnTo>
                  <a:lnTo>
                    <a:pt x="1830238" y="23872"/>
                  </a:lnTo>
                  <a:lnTo>
                    <a:pt x="1851144" y="21262"/>
                  </a:lnTo>
                  <a:lnTo>
                    <a:pt x="1871611" y="18707"/>
                  </a:lnTo>
                  <a:lnTo>
                    <a:pt x="1891655" y="16205"/>
                  </a:lnTo>
                  <a:lnTo>
                    <a:pt x="1911294" y="13753"/>
                  </a:lnTo>
                  <a:lnTo>
                    <a:pt x="1930545" y="11350"/>
                  </a:lnTo>
                  <a:lnTo>
                    <a:pt x="1949422" y="8993"/>
                  </a:lnTo>
                  <a:lnTo>
                    <a:pt x="1967939" y="6682"/>
                  </a:lnTo>
                  <a:lnTo>
                    <a:pt x="1986110" y="4413"/>
                  </a:lnTo>
                  <a:lnTo>
                    <a:pt x="2003947" y="2186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77049" y="2018285"/>
              <a:ext cx="2021463" cy="590298"/>
            </a:xfrm>
            <a:custGeom>
              <a:avLst/>
              <a:pathLst>
                <a:path w="2021463" h="590298">
                  <a:moveTo>
                    <a:pt x="0" y="590298"/>
                  </a:moveTo>
                  <a:lnTo>
                    <a:pt x="129808" y="552392"/>
                  </a:lnTo>
                  <a:lnTo>
                    <a:pt x="244307" y="518956"/>
                  </a:lnTo>
                  <a:lnTo>
                    <a:pt x="346730" y="489047"/>
                  </a:lnTo>
                  <a:lnTo>
                    <a:pt x="439383" y="461991"/>
                  </a:lnTo>
                  <a:lnTo>
                    <a:pt x="523968" y="437291"/>
                  </a:lnTo>
                  <a:lnTo>
                    <a:pt x="601779" y="414569"/>
                  </a:lnTo>
                  <a:lnTo>
                    <a:pt x="673821" y="393532"/>
                  </a:lnTo>
                  <a:lnTo>
                    <a:pt x="740890" y="373946"/>
                  </a:lnTo>
                  <a:lnTo>
                    <a:pt x="803629" y="355626"/>
                  </a:lnTo>
                  <a:lnTo>
                    <a:pt x="862563" y="338416"/>
                  </a:lnTo>
                  <a:lnTo>
                    <a:pt x="918128" y="322190"/>
                  </a:lnTo>
                  <a:lnTo>
                    <a:pt x="970688" y="306842"/>
                  </a:lnTo>
                  <a:lnTo>
                    <a:pt x="1020551" y="292281"/>
                  </a:lnTo>
                  <a:lnTo>
                    <a:pt x="1067981" y="278431"/>
                  </a:lnTo>
                  <a:lnTo>
                    <a:pt x="1113204" y="265225"/>
                  </a:lnTo>
                  <a:lnTo>
                    <a:pt x="1156416" y="252606"/>
                  </a:lnTo>
                  <a:lnTo>
                    <a:pt x="1197789" y="240525"/>
                  </a:lnTo>
                  <a:lnTo>
                    <a:pt x="1237473" y="228937"/>
                  </a:lnTo>
                  <a:lnTo>
                    <a:pt x="1275600" y="217803"/>
                  </a:lnTo>
                  <a:lnTo>
                    <a:pt x="1312288" y="207089"/>
                  </a:lnTo>
                  <a:lnTo>
                    <a:pt x="1347642" y="196766"/>
                  </a:lnTo>
                  <a:lnTo>
                    <a:pt x="1381755" y="186804"/>
                  </a:lnTo>
                  <a:lnTo>
                    <a:pt x="1414711" y="177180"/>
                  </a:lnTo>
                  <a:lnTo>
                    <a:pt x="1446587" y="167872"/>
                  </a:lnTo>
                  <a:lnTo>
                    <a:pt x="1477450" y="158860"/>
                  </a:lnTo>
                  <a:lnTo>
                    <a:pt x="1507364" y="150124"/>
                  </a:lnTo>
                  <a:lnTo>
                    <a:pt x="1536385" y="141650"/>
                  </a:lnTo>
                  <a:lnTo>
                    <a:pt x="1564564" y="133421"/>
                  </a:lnTo>
                  <a:lnTo>
                    <a:pt x="1591950" y="125424"/>
                  </a:lnTo>
                  <a:lnTo>
                    <a:pt x="1618585" y="117646"/>
                  </a:lnTo>
                  <a:lnTo>
                    <a:pt x="1644509" y="110076"/>
                  </a:lnTo>
                  <a:lnTo>
                    <a:pt x="1669761" y="102702"/>
                  </a:lnTo>
                  <a:lnTo>
                    <a:pt x="1694372" y="95515"/>
                  </a:lnTo>
                  <a:lnTo>
                    <a:pt x="1718377" y="88505"/>
                  </a:lnTo>
                  <a:lnTo>
                    <a:pt x="1741802" y="81665"/>
                  </a:lnTo>
                  <a:lnTo>
                    <a:pt x="1764677" y="74985"/>
                  </a:lnTo>
                  <a:lnTo>
                    <a:pt x="1787025" y="68459"/>
                  </a:lnTo>
                  <a:lnTo>
                    <a:pt x="1808872" y="62080"/>
                  </a:lnTo>
                  <a:lnTo>
                    <a:pt x="1830238" y="55840"/>
                  </a:lnTo>
                  <a:lnTo>
                    <a:pt x="1851144" y="49735"/>
                  </a:lnTo>
                  <a:lnTo>
                    <a:pt x="1871611" y="43759"/>
                  </a:lnTo>
                  <a:lnTo>
                    <a:pt x="1891655" y="37906"/>
                  </a:lnTo>
                  <a:lnTo>
                    <a:pt x="1911294" y="32171"/>
                  </a:lnTo>
                  <a:lnTo>
                    <a:pt x="1930545" y="26549"/>
                  </a:lnTo>
                  <a:lnTo>
                    <a:pt x="1949422" y="21037"/>
                  </a:lnTo>
                  <a:lnTo>
                    <a:pt x="1967939" y="15630"/>
                  </a:lnTo>
                  <a:lnTo>
                    <a:pt x="1986110" y="10323"/>
                  </a:lnTo>
                  <a:lnTo>
                    <a:pt x="2003947" y="5114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77049" y="2853684"/>
              <a:ext cx="2021463" cy="28981"/>
            </a:xfrm>
            <a:custGeom>
              <a:avLst/>
              <a:pathLst>
                <a:path w="2021463" h="28981">
                  <a:moveTo>
                    <a:pt x="0" y="28981"/>
                  </a:moveTo>
                  <a:lnTo>
                    <a:pt x="129808" y="27120"/>
                  </a:lnTo>
                  <a:lnTo>
                    <a:pt x="244307" y="25479"/>
                  </a:lnTo>
                  <a:lnTo>
                    <a:pt x="346730" y="24010"/>
                  </a:lnTo>
                  <a:lnTo>
                    <a:pt x="439383" y="22682"/>
                  </a:lnTo>
                  <a:lnTo>
                    <a:pt x="523968" y="21469"/>
                  </a:lnTo>
                  <a:lnTo>
                    <a:pt x="601779" y="20354"/>
                  </a:lnTo>
                  <a:lnTo>
                    <a:pt x="673821" y="19321"/>
                  </a:lnTo>
                  <a:lnTo>
                    <a:pt x="740890" y="18359"/>
                  </a:lnTo>
                  <a:lnTo>
                    <a:pt x="803629" y="17460"/>
                  </a:lnTo>
                  <a:lnTo>
                    <a:pt x="862563" y="16615"/>
                  </a:lnTo>
                  <a:lnTo>
                    <a:pt x="918128" y="15818"/>
                  </a:lnTo>
                  <a:lnTo>
                    <a:pt x="970688" y="15064"/>
                  </a:lnTo>
                  <a:lnTo>
                    <a:pt x="1020551" y="14350"/>
                  </a:lnTo>
                  <a:lnTo>
                    <a:pt x="1067981" y="13670"/>
                  </a:lnTo>
                  <a:lnTo>
                    <a:pt x="1113204" y="13021"/>
                  </a:lnTo>
                  <a:lnTo>
                    <a:pt x="1156416" y="12402"/>
                  </a:lnTo>
                  <a:lnTo>
                    <a:pt x="1197789" y="11809"/>
                  </a:lnTo>
                  <a:lnTo>
                    <a:pt x="1237473" y="11240"/>
                  </a:lnTo>
                  <a:lnTo>
                    <a:pt x="1275600" y="10693"/>
                  </a:lnTo>
                  <a:lnTo>
                    <a:pt x="1312288" y="10167"/>
                  </a:lnTo>
                  <a:lnTo>
                    <a:pt x="1347642" y="9660"/>
                  </a:lnTo>
                  <a:lnTo>
                    <a:pt x="1381755" y="9171"/>
                  </a:lnTo>
                  <a:lnTo>
                    <a:pt x="1414711" y="8699"/>
                  </a:lnTo>
                  <a:lnTo>
                    <a:pt x="1446587" y="8242"/>
                  </a:lnTo>
                  <a:lnTo>
                    <a:pt x="1477450" y="7799"/>
                  </a:lnTo>
                  <a:lnTo>
                    <a:pt x="1507364" y="7370"/>
                  </a:lnTo>
                  <a:lnTo>
                    <a:pt x="1536385" y="6954"/>
                  </a:lnTo>
                  <a:lnTo>
                    <a:pt x="1564564" y="6550"/>
                  </a:lnTo>
                  <a:lnTo>
                    <a:pt x="1591950" y="6157"/>
                  </a:lnTo>
                  <a:lnTo>
                    <a:pt x="1618585" y="5776"/>
                  </a:lnTo>
                  <a:lnTo>
                    <a:pt x="1644509" y="5404"/>
                  </a:lnTo>
                  <a:lnTo>
                    <a:pt x="1669761" y="5042"/>
                  </a:lnTo>
                  <a:lnTo>
                    <a:pt x="1694372" y="4689"/>
                  </a:lnTo>
                  <a:lnTo>
                    <a:pt x="1718377" y="4345"/>
                  </a:lnTo>
                  <a:lnTo>
                    <a:pt x="1741802" y="4009"/>
                  </a:lnTo>
                  <a:lnTo>
                    <a:pt x="1764677" y="3681"/>
                  </a:lnTo>
                  <a:lnTo>
                    <a:pt x="1787025" y="3361"/>
                  </a:lnTo>
                  <a:lnTo>
                    <a:pt x="1808872" y="3047"/>
                  </a:lnTo>
                  <a:lnTo>
                    <a:pt x="1830238" y="2741"/>
                  </a:lnTo>
                  <a:lnTo>
                    <a:pt x="1851144" y="2441"/>
                  </a:lnTo>
                  <a:lnTo>
                    <a:pt x="1871611" y="2148"/>
                  </a:lnTo>
                  <a:lnTo>
                    <a:pt x="1891655" y="1861"/>
                  </a:lnTo>
                  <a:lnTo>
                    <a:pt x="1911294" y="1579"/>
                  </a:lnTo>
                  <a:lnTo>
                    <a:pt x="1930545" y="1303"/>
                  </a:lnTo>
                  <a:lnTo>
                    <a:pt x="1949422" y="1032"/>
                  </a:lnTo>
                  <a:lnTo>
                    <a:pt x="1967939" y="767"/>
                  </a:lnTo>
                  <a:lnTo>
                    <a:pt x="1986110" y="506"/>
                  </a:lnTo>
                  <a:lnTo>
                    <a:pt x="2003947" y="251"/>
                  </a:lnTo>
                  <a:lnTo>
                    <a:pt x="202146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085024" y="29388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085024" y="227767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4085024" y="161644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427704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495087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562469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629851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6819235" y="295007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6864859" y="298932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6863585" y="317211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6856421" y="26320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6908090" y="269362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6883402" y="26147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6888889" y="312050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6892839" y="289528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6894192" y="30378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6884761" y="23009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513037" y="323634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563019" y="290185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536068" y="22029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495839" y="292278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534463" y="33115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549617" y="330403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568973" y="301342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539737" y="32558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7587738" y="218432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7510084" y="141911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7580247" y="283562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7565719" y="304343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7492032" y="300167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7501812" y="308918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7527975" y="287305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7581437" y="264421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7549149" y="276634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7571049" y="291204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216772" y="320177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233580" y="32260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230486" y="303704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258850" y="29904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258226" y="15368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213894" y="30372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212149" y="222405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230402" y="23861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234791" y="322189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230765" y="149297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255411" y="32271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205928" y="314497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195515" y="234180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218399" y="28779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194524" y="29561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235513" y="16521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174840" y="302899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221698" y="304847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228718" y="259268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231581" y="265655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885543" y="310766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854455" y="315689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853078" y="321891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919985" y="31103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914648" y="216701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882970" y="313840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920515" y="242697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934260" y="322962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861094" y="160287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881356" y="169215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923314" y="29552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891000" y="297252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871803" y="27285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934527" y="29529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8856094" y="280315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8903431" y="318426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8921465" y="316211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8889492" y="283281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8936231" y="291711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8887100" y="25988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8855204" y="149679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8874791" y="252578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8924906" y="304835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8841242" y="244832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895812" y="2900500"/>
              <a:ext cx="2021636" cy="161166"/>
            </a:xfrm>
            <a:custGeom>
              <a:avLst/>
              <a:pathLst>
                <a:path w="2021636" h="161166">
                  <a:moveTo>
                    <a:pt x="0" y="161166"/>
                  </a:moveTo>
                  <a:lnTo>
                    <a:pt x="129819" y="150817"/>
                  </a:lnTo>
                  <a:lnTo>
                    <a:pt x="244328" y="141688"/>
                  </a:lnTo>
                  <a:lnTo>
                    <a:pt x="346759" y="133522"/>
                  </a:lnTo>
                  <a:lnTo>
                    <a:pt x="439420" y="126135"/>
                  </a:lnTo>
                  <a:lnTo>
                    <a:pt x="524013" y="119391"/>
                  </a:lnTo>
                  <a:lnTo>
                    <a:pt x="601830" y="113187"/>
                  </a:lnTo>
                  <a:lnTo>
                    <a:pt x="673878" y="107444"/>
                  </a:lnTo>
                  <a:lnTo>
                    <a:pt x="740953" y="102096"/>
                  </a:lnTo>
                  <a:lnTo>
                    <a:pt x="803698" y="97094"/>
                  </a:lnTo>
                  <a:lnTo>
                    <a:pt x="862637" y="92396"/>
                  </a:lnTo>
                  <a:lnTo>
                    <a:pt x="918206" y="87966"/>
                  </a:lnTo>
                  <a:lnTo>
                    <a:pt x="970771" y="83775"/>
                  </a:lnTo>
                  <a:lnTo>
                    <a:pt x="1020638" y="79800"/>
                  </a:lnTo>
                  <a:lnTo>
                    <a:pt x="1068072" y="76018"/>
                  </a:lnTo>
                  <a:lnTo>
                    <a:pt x="1113299" y="72413"/>
                  </a:lnTo>
                  <a:lnTo>
                    <a:pt x="1156515" y="68968"/>
                  </a:lnTo>
                  <a:lnTo>
                    <a:pt x="1197891" y="65669"/>
                  </a:lnTo>
                  <a:lnTo>
                    <a:pt x="1237579" y="62505"/>
                  </a:lnTo>
                  <a:lnTo>
                    <a:pt x="1275709" y="59465"/>
                  </a:lnTo>
                  <a:lnTo>
                    <a:pt x="1312400" y="56540"/>
                  </a:lnTo>
                  <a:lnTo>
                    <a:pt x="1347757" y="53722"/>
                  </a:lnTo>
                  <a:lnTo>
                    <a:pt x="1381873" y="51002"/>
                  </a:lnTo>
                  <a:lnTo>
                    <a:pt x="1414832" y="48374"/>
                  </a:lnTo>
                  <a:lnTo>
                    <a:pt x="1446710" y="45833"/>
                  </a:lnTo>
                  <a:lnTo>
                    <a:pt x="1477576" y="43372"/>
                  </a:lnTo>
                  <a:lnTo>
                    <a:pt x="1507493" y="40987"/>
                  </a:lnTo>
                  <a:lnTo>
                    <a:pt x="1536516" y="38674"/>
                  </a:lnTo>
                  <a:lnTo>
                    <a:pt x="1564697" y="36427"/>
                  </a:lnTo>
                  <a:lnTo>
                    <a:pt x="1592085" y="34244"/>
                  </a:lnTo>
                  <a:lnTo>
                    <a:pt x="1618723" y="32120"/>
                  </a:lnTo>
                  <a:lnTo>
                    <a:pt x="1644649" y="30053"/>
                  </a:lnTo>
                  <a:lnTo>
                    <a:pt x="1669903" y="28040"/>
                  </a:lnTo>
                  <a:lnTo>
                    <a:pt x="1694517" y="26078"/>
                  </a:lnTo>
                  <a:lnTo>
                    <a:pt x="1718523" y="24164"/>
                  </a:lnTo>
                  <a:lnTo>
                    <a:pt x="1741951" y="22296"/>
                  </a:lnTo>
                  <a:lnTo>
                    <a:pt x="1764827" y="20472"/>
                  </a:lnTo>
                  <a:lnTo>
                    <a:pt x="1787178" y="18691"/>
                  </a:lnTo>
                  <a:lnTo>
                    <a:pt x="1809026" y="16949"/>
                  </a:lnTo>
                  <a:lnTo>
                    <a:pt x="1830394" y="15245"/>
                  </a:lnTo>
                  <a:lnTo>
                    <a:pt x="1851302" y="13579"/>
                  </a:lnTo>
                  <a:lnTo>
                    <a:pt x="1871770" y="11947"/>
                  </a:lnTo>
                  <a:lnTo>
                    <a:pt x="1891816" y="10349"/>
                  </a:lnTo>
                  <a:lnTo>
                    <a:pt x="1911457" y="8783"/>
                  </a:lnTo>
                  <a:lnTo>
                    <a:pt x="1930710" y="7248"/>
                  </a:lnTo>
                  <a:lnTo>
                    <a:pt x="1949588" y="5743"/>
                  </a:lnTo>
                  <a:lnTo>
                    <a:pt x="1968106" y="4267"/>
                  </a:lnTo>
                  <a:lnTo>
                    <a:pt x="1986279" y="2818"/>
                  </a:lnTo>
                  <a:lnTo>
                    <a:pt x="2004118" y="1396"/>
                  </a:lnTo>
                  <a:lnTo>
                    <a:pt x="202163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895812" y="2877552"/>
              <a:ext cx="2021636" cy="166131"/>
            </a:xfrm>
            <a:custGeom>
              <a:avLst/>
              <a:pathLst>
                <a:path w="2021636" h="166131">
                  <a:moveTo>
                    <a:pt x="0" y="0"/>
                  </a:moveTo>
                  <a:lnTo>
                    <a:pt x="129819" y="10668"/>
                  </a:lnTo>
                  <a:lnTo>
                    <a:pt x="244328" y="20078"/>
                  </a:lnTo>
                  <a:lnTo>
                    <a:pt x="346759" y="28495"/>
                  </a:lnTo>
                  <a:lnTo>
                    <a:pt x="439420" y="36110"/>
                  </a:lnTo>
                  <a:lnTo>
                    <a:pt x="524013" y="43061"/>
                  </a:lnTo>
                  <a:lnTo>
                    <a:pt x="601830" y="49456"/>
                  </a:lnTo>
                  <a:lnTo>
                    <a:pt x="673878" y="55377"/>
                  </a:lnTo>
                  <a:lnTo>
                    <a:pt x="740953" y="60889"/>
                  </a:lnTo>
                  <a:lnTo>
                    <a:pt x="803698" y="66045"/>
                  </a:lnTo>
                  <a:lnTo>
                    <a:pt x="862637" y="70888"/>
                  </a:lnTo>
                  <a:lnTo>
                    <a:pt x="918206" y="75455"/>
                  </a:lnTo>
                  <a:lnTo>
                    <a:pt x="970771" y="79774"/>
                  </a:lnTo>
                  <a:lnTo>
                    <a:pt x="1020638" y="83872"/>
                  </a:lnTo>
                  <a:lnTo>
                    <a:pt x="1068072" y="87770"/>
                  </a:lnTo>
                  <a:lnTo>
                    <a:pt x="1113299" y="91487"/>
                  </a:lnTo>
                  <a:lnTo>
                    <a:pt x="1156515" y="95038"/>
                  </a:lnTo>
                  <a:lnTo>
                    <a:pt x="1197891" y="98438"/>
                  </a:lnTo>
                  <a:lnTo>
                    <a:pt x="1237579" y="101699"/>
                  </a:lnTo>
                  <a:lnTo>
                    <a:pt x="1275709" y="104833"/>
                  </a:lnTo>
                  <a:lnTo>
                    <a:pt x="1312400" y="107848"/>
                  </a:lnTo>
                  <a:lnTo>
                    <a:pt x="1347757" y="110754"/>
                  </a:lnTo>
                  <a:lnTo>
                    <a:pt x="1381873" y="113557"/>
                  </a:lnTo>
                  <a:lnTo>
                    <a:pt x="1414832" y="116266"/>
                  </a:lnTo>
                  <a:lnTo>
                    <a:pt x="1446710" y="118885"/>
                  </a:lnTo>
                  <a:lnTo>
                    <a:pt x="1477576" y="121422"/>
                  </a:lnTo>
                  <a:lnTo>
                    <a:pt x="1507493" y="123880"/>
                  </a:lnTo>
                  <a:lnTo>
                    <a:pt x="1536516" y="126265"/>
                  </a:lnTo>
                  <a:lnTo>
                    <a:pt x="1564697" y="128581"/>
                  </a:lnTo>
                  <a:lnTo>
                    <a:pt x="1592085" y="130832"/>
                  </a:lnTo>
                  <a:lnTo>
                    <a:pt x="1618723" y="133021"/>
                  </a:lnTo>
                  <a:lnTo>
                    <a:pt x="1644649" y="135151"/>
                  </a:lnTo>
                  <a:lnTo>
                    <a:pt x="1669903" y="137226"/>
                  </a:lnTo>
                  <a:lnTo>
                    <a:pt x="1694517" y="139249"/>
                  </a:lnTo>
                  <a:lnTo>
                    <a:pt x="1718523" y="141222"/>
                  </a:lnTo>
                  <a:lnTo>
                    <a:pt x="1741951" y="143147"/>
                  </a:lnTo>
                  <a:lnTo>
                    <a:pt x="1764827" y="145027"/>
                  </a:lnTo>
                  <a:lnTo>
                    <a:pt x="1787178" y="146864"/>
                  </a:lnTo>
                  <a:lnTo>
                    <a:pt x="1809026" y="148659"/>
                  </a:lnTo>
                  <a:lnTo>
                    <a:pt x="1830394" y="150415"/>
                  </a:lnTo>
                  <a:lnTo>
                    <a:pt x="1851302" y="152133"/>
                  </a:lnTo>
                  <a:lnTo>
                    <a:pt x="1871770" y="153815"/>
                  </a:lnTo>
                  <a:lnTo>
                    <a:pt x="1891816" y="155462"/>
                  </a:lnTo>
                  <a:lnTo>
                    <a:pt x="1911457" y="157077"/>
                  </a:lnTo>
                  <a:lnTo>
                    <a:pt x="1930710" y="158659"/>
                  </a:lnTo>
                  <a:lnTo>
                    <a:pt x="1949588" y="160210"/>
                  </a:lnTo>
                  <a:lnTo>
                    <a:pt x="1968106" y="161732"/>
                  </a:lnTo>
                  <a:lnTo>
                    <a:pt x="1986279" y="163225"/>
                  </a:lnTo>
                  <a:lnTo>
                    <a:pt x="2004118" y="164691"/>
                  </a:lnTo>
                  <a:lnTo>
                    <a:pt x="2021636" y="16613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6895812" y="3164249"/>
              <a:ext cx="2021636" cy="20354"/>
            </a:xfrm>
            <a:custGeom>
              <a:avLst/>
              <a:pathLst>
                <a:path w="2021636" h="20354">
                  <a:moveTo>
                    <a:pt x="0" y="0"/>
                  </a:moveTo>
                  <a:lnTo>
                    <a:pt x="129819" y="1307"/>
                  </a:lnTo>
                  <a:lnTo>
                    <a:pt x="244328" y="2459"/>
                  </a:lnTo>
                  <a:lnTo>
                    <a:pt x="346759" y="3491"/>
                  </a:lnTo>
                  <a:lnTo>
                    <a:pt x="439420" y="4424"/>
                  </a:lnTo>
                  <a:lnTo>
                    <a:pt x="524013" y="5275"/>
                  </a:lnTo>
                  <a:lnTo>
                    <a:pt x="601830" y="6059"/>
                  </a:lnTo>
                  <a:lnTo>
                    <a:pt x="673878" y="6784"/>
                  </a:lnTo>
                  <a:lnTo>
                    <a:pt x="740953" y="7460"/>
                  </a:lnTo>
                  <a:lnTo>
                    <a:pt x="803698" y="8091"/>
                  </a:lnTo>
                  <a:lnTo>
                    <a:pt x="862637" y="8685"/>
                  </a:lnTo>
                  <a:lnTo>
                    <a:pt x="918206" y="9244"/>
                  </a:lnTo>
                  <a:lnTo>
                    <a:pt x="970771" y="9773"/>
                  </a:lnTo>
                  <a:lnTo>
                    <a:pt x="1020638" y="10276"/>
                  </a:lnTo>
                  <a:lnTo>
                    <a:pt x="1068072" y="10753"/>
                  </a:lnTo>
                  <a:lnTo>
                    <a:pt x="1113299" y="11208"/>
                  </a:lnTo>
                  <a:lnTo>
                    <a:pt x="1156515" y="11644"/>
                  </a:lnTo>
                  <a:lnTo>
                    <a:pt x="1197891" y="12060"/>
                  </a:lnTo>
                  <a:lnTo>
                    <a:pt x="1237579" y="12460"/>
                  </a:lnTo>
                  <a:lnTo>
                    <a:pt x="1275709" y="12844"/>
                  </a:lnTo>
                  <a:lnTo>
                    <a:pt x="1312400" y="13213"/>
                  </a:lnTo>
                  <a:lnTo>
                    <a:pt x="1347757" y="13569"/>
                  </a:lnTo>
                  <a:lnTo>
                    <a:pt x="1381873" y="13913"/>
                  </a:lnTo>
                  <a:lnTo>
                    <a:pt x="1414832" y="14244"/>
                  </a:lnTo>
                  <a:lnTo>
                    <a:pt x="1446710" y="14565"/>
                  </a:lnTo>
                  <a:lnTo>
                    <a:pt x="1477576" y="14876"/>
                  </a:lnTo>
                  <a:lnTo>
                    <a:pt x="1507493" y="15177"/>
                  </a:lnTo>
                  <a:lnTo>
                    <a:pt x="1536516" y="15469"/>
                  </a:lnTo>
                  <a:lnTo>
                    <a:pt x="1564697" y="15753"/>
                  </a:lnTo>
                  <a:lnTo>
                    <a:pt x="1592085" y="16029"/>
                  </a:lnTo>
                  <a:lnTo>
                    <a:pt x="1618723" y="16297"/>
                  </a:lnTo>
                  <a:lnTo>
                    <a:pt x="1644649" y="16558"/>
                  </a:lnTo>
                  <a:lnTo>
                    <a:pt x="1669903" y="16812"/>
                  </a:lnTo>
                  <a:lnTo>
                    <a:pt x="1694517" y="17060"/>
                  </a:lnTo>
                  <a:lnTo>
                    <a:pt x="1718523" y="17302"/>
                  </a:lnTo>
                  <a:lnTo>
                    <a:pt x="1741951" y="17538"/>
                  </a:lnTo>
                  <a:lnTo>
                    <a:pt x="1764827" y="17768"/>
                  </a:lnTo>
                  <a:lnTo>
                    <a:pt x="1787178" y="17993"/>
                  </a:lnTo>
                  <a:lnTo>
                    <a:pt x="1809026" y="18213"/>
                  </a:lnTo>
                  <a:lnTo>
                    <a:pt x="1830394" y="18428"/>
                  </a:lnTo>
                  <a:lnTo>
                    <a:pt x="1851302" y="18639"/>
                  </a:lnTo>
                  <a:lnTo>
                    <a:pt x="1871770" y="18845"/>
                  </a:lnTo>
                  <a:lnTo>
                    <a:pt x="1891816" y="19047"/>
                  </a:lnTo>
                  <a:lnTo>
                    <a:pt x="1911457" y="19244"/>
                  </a:lnTo>
                  <a:lnTo>
                    <a:pt x="1930710" y="19438"/>
                  </a:lnTo>
                  <a:lnTo>
                    <a:pt x="1949588" y="19628"/>
                  </a:lnTo>
                  <a:lnTo>
                    <a:pt x="1968106" y="19815"/>
                  </a:lnTo>
                  <a:lnTo>
                    <a:pt x="1986279" y="19998"/>
                  </a:lnTo>
                  <a:lnTo>
                    <a:pt x="2004118" y="20177"/>
                  </a:lnTo>
                  <a:lnTo>
                    <a:pt x="2021636" y="2035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6895812" y="2712874"/>
              <a:ext cx="2021636" cy="344982"/>
            </a:xfrm>
            <a:custGeom>
              <a:avLst/>
              <a:pathLst>
                <a:path w="2021636" h="344982">
                  <a:moveTo>
                    <a:pt x="0" y="0"/>
                  </a:moveTo>
                  <a:lnTo>
                    <a:pt x="129819" y="22153"/>
                  </a:lnTo>
                  <a:lnTo>
                    <a:pt x="244328" y="41693"/>
                  </a:lnTo>
                  <a:lnTo>
                    <a:pt x="346759" y="59172"/>
                  </a:lnTo>
                  <a:lnTo>
                    <a:pt x="439420" y="74984"/>
                  </a:lnTo>
                  <a:lnTo>
                    <a:pt x="524013" y="89420"/>
                  </a:lnTo>
                  <a:lnTo>
                    <a:pt x="601830" y="102699"/>
                  </a:lnTo>
                  <a:lnTo>
                    <a:pt x="673878" y="114994"/>
                  </a:lnTo>
                  <a:lnTo>
                    <a:pt x="740953" y="126440"/>
                  </a:lnTo>
                  <a:lnTo>
                    <a:pt x="803698" y="137147"/>
                  </a:lnTo>
                  <a:lnTo>
                    <a:pt x="862637" y="147204"/>
                  </a:lnTo>
                  <a:lnTo>
                    <a:pt x="918206" y="156687"/>
                  </a:lnTo>
                  <a:lnTo>
                    <a:pt x="970771" y="165657"/>
                  </a:lnTo>
                  <a:lnTo>
                    <a:pt x="1020638" y="174166"/>
                  </a:lnTo>
                  <a:lnTo>
                    <a:pt x="1068072" y="182261"/>
                  </a:lnTo>
                  <a:lnTo>
                    <a:pt x="1113299" y="189979"/>
                  </a:lnTo>
                  <a:lnTo>
                    <a:pt x="1156515" y="197353"/>
                  </a:lnTo>
                  <a:lnTo>
                    <a:pt x="1197891" y="204414"/>
                  </a:lnTo>
                  <a:lnTo>
                    <a:pt x="1237579" y="211186"/>
                  </a:lnTo>
                  <a:lnTo>
                    <a:pt x="1275709" y="217693"/>
                  </a:lnTo>
                  <a:lnTo>
                    <a:pt x="1312400" y="223954"/>
                  </a:lnTo>
                  <a:lnTo>
                    <a:pt x="1347757" y="229988"/>
                  </a:lnTo>
                  <a:lnTo>
                    <a:pt x="1381873" y="235809"/>
                  </a:lnTo>
                  <a:lnTo>
                    <a:pt x="1414832" y="241434"/>
                  </a:lnTo>
                  <a:lnTo>
                    <a:pt x="1446710" y="246874"/>
                  </a:lnTo>
                  <a:lnTo>
                    <a:pt x="1477576" y="252141"/>
                  </a:lnTo>
                  <a:lnTo>
                    <a:pt x="1507493" y="257246"/>
                  </a:lnTo>
                  <a:lnTo>
                    <a:pt x="1536516" y="262198"/>
                  </a:lnTo>
                  <a:lnTo>
                    <a:pt x="1564697" y="267008"/>
                  </a:lnTo>
                  <a:lnTo>
                    <a:pt x="1592085" y="271681"/>
                  </a:lnTo>
                  <a:lnTo>
                    <a:pt x="1618723" y="276227"/>
                  </a:lnTo>
                  <a:lnTo>
                    <a:pt x="1644649" y="280651"/>
                  </a:lnTo>
                  <a:lnTo>
                    <a:pt x="1669903" y="284960"/>
                  </a:lnTo>
                  <a:lnTo>
                    <a:pt x="1694517" y="289161"/>
                  </a:lnTo>
                  <a:lnTo>
                    <a:pt x="1718523" y="293257"/>
                  </a:lnTo>
                  <a:lnTo>
                    <a:pt x="1741951" y="297255"/>
                  </a:lnTo>
                  <a:lnTo>
                    <a:pt x="1764827" y="301159"/>
                  </a:lnTo>
                  <a:lnTo>
                    <a:pt x="1787178" y="304973"/>
                  </a:lnTo>
                  <a:lnTo>
                    <a:pt x="1809026" y="308701"/>
                  </a:lnTo>
                  <a:lnTo>
                    <a:pt x="1830394" y="312347"/>
                  </a:lnTo>
                  <a:lnTo>
                    <a:pt x="1851302" y="315915"/>
                  </a:lnTo>
                  <a:lnTo>
                    <a:pt x="1871770" y="319408"/>
                  </a:lnTo>
                  <a:lnTo>
                    <a:pt x="1891816" y="322829"/>
                  </a:lnTo>
                  <a:lnTo>
                    <a:pt x="1911457" y="326180"/>
                  </a:lnTo>
                  <a:lnTo>
                    <a:pt x="1930710" y="329466"/>
                  </a:lnTo>
                  <a:lnTo>
                    <a:pt x="1949588" y="332687"/>
                  </a:lnTo>
                  <a:lnTo>
                    <a:pt x="1968106" y="335847"/>
                  </a:lnTo>
                  <a:lnTo>
                    <a:pt x="1986279" y="338948"/>
                  </a:lnTo>
                  <a:lnTo>
                    <a:pt x="2004118" y="341993"/>
                  </a:lnTo>
                  <a:lnTo>
                    <a:pt x="2021636" y="344982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6895812" y="2040319"/>
              <a:ext cx="2021636" cy="1302984"/>
            </a:xfrm>
            <a:custGeom>
              <a:avLst/>
              <a:pathLst>
                <a:path w="2021636" h="1302984">
                  <a:moveTo>
                    <a:pt x="0" y="1302984"/>
                  </a:moveTo>
                  <a:lnTo>
                    <a:pt x="129819" y="1219313"/>
                  </a:lnTo>
                  <a:lnTo>
                    <a:pt x="244328" y="1145510"/>
                  </a:lnTo>
                  <a:lnTo>
                    <a:pt x="346759" y="1079491"/>
                  </a:lnTo>
                  <a:lnTo>
                    <a:pt x="439420" y="1019769"/>
                  </a:lnTo>
                  <a:lnTo>
                    <a:pt x="524013" y="965247"/>
                  </a:lnTo>
                  <a:lnTo>
                    <a:pt x="601830" y="915092"/>
                  </a:lnTo>
                  <a:lnTo>
                    <a:pt x="673878" y="868656"/>
                  </a:lnTo>
                  <a:lnTo>
                    <a:pt x="740953" y="825425"/>
                  </a:lnTo>
                  <a:lnTo>
                    <a:pt x="803698" y="784985"/>
                  </a:lnTo>
                  <a:lnTo>
                    <a:pt x="862637" y="746997"/>
                  </a:lnTo>
                  <a:lnTo>
                    <a:pt x="918206" y="711182"/>
                  </a:lnTo>
                  <a:lnTo>
                    <a:pt x="970771" y="677303"/>
                  </a:lnTo>
                  <a:lnTo>
                    <a:pt x="1020638" y="645162"/>
                  </a:lnTo>
                  <a:lnTo>
                    <a:pt x="1068072" y="614590"/>
                  </a:lnTo>
                  <a:lnTo>
                    <a:pt x="1113299" y="585441"/>
                  </a:lnTo>
                  <a:lnTo>
                    <a:pt x="1156515" y="557587"/>
                  </a:lnTo>
                  <a:lnTo>
                    <a:pt x="1197891" y="530919"/>
                  </a:lnTo>
                  <a:lnTo>
                    <a:pt x="1237579" y="505340"/>
                  </a:lnTo>
                  <a:lnTo>
                    <a:pt x="1275709" y="480764"/>
                  </a:lnTo>
                  <a:lnTo>
                    <a:pt x="1312400" y="457116"/>
                  </a:lnTo>
                  <a:lnTo>
                    <a:pt x="1347757" y="434328"/>
                  </a:lnTo>
                  <a:lnTo>
                    <a:pt x="1381873" y="412339"/>
                  </a:lnTo>
                  <a:lnTo>
                    <a:pt x="1414832" y="391097"/>
                  </a:lnTo>
                  <a:lnTo>
                    <a:pt x="1446710" y="370550"/>
                  </a:lnTo>
                  <a:lnTo>
                    <a:pt x="1477576" y="350657"/>
                  </a:lnTo>
                  <a:lnTo>
                    <a:pt x="1507493" y="331375"/>
                  </a:lnTo>
                  <a:lnTo>
                    <a:pt x="1536516" y="312669"/>
                  </a:lnTo>
                  <a:lnTo>
                    <a:pt x="1564697" y="294505"/>
                  </a:lnTo>
                  <a:lnTo>
                    <a:pt x="1592085" y="276853"/>
                  </a:lnTo>
                  <a:lnTo>
                    <a:pt x="1618723" y="259685"/>
                  </a:lnTo>
                  <a:lnTo>
                    <a:pt x="1644649" y="242975"/>
                  </a:lnTo>
                  <a:lnTo>
                    <a:pt x="1669903" y="226698"/>
                  </a:lnTo>
                  <a:lnTo>
                    <a:pt x="1694517" y="210834"/>
                  </a:lnTo>
                  <a:lnTo>
                    <a:pt x="1718523" y="195362"/>
                  </a:lnTo>
                  <a:lnTo>
                    <a:pt x="1741951" y="180262"/>
                  </a:lnTo>
                  <a:lnTo>
                    <a:pt x="1764827" y="165518"/>
                  </a:lnTo>
                  <a:lnTo>
                    <a:pt x="1787178" y="151112"/>
                  </a:lnTo>
                  <a:lnTo>
                    <a:pt x="1809026" y="137031"/>
                  </a:lnTo>
                  <a:lnTo>
                    <a:pt x="1830394" y="123259"/>
                  </a:lnTo>
                  <a:lnTo>
                    <a:pt x="1851302" y="109783"/>
                  </a:lnTo>
                  <a:lnTo>
                    <a:pt x="1871770" y="96591"/>
                  </a:lnTo>
                  <a:lnTo>
                    <a:pt x="1891816" y="83671"/>
                  </a:lnTo>
                  <a:lnTo>
                    <a:pt x="1911457" y="71012"/>
                  </a:lnTo>
                  <a:lnTo>
                    <a:pt x="1930710" y="58603"/>
                  </a:lnTo>
                  <a:lnTo>
                    <a:pt x="1949588" y="46436"/>
                  </a:lnTo>
                  <a:lnTo>
                    <a:pt x="1968106" y="34500"/>
                  </a:lnTo>
                  <a:lnTo>
                    <a:pt x="1986279" y="22788"/>
                  </a:lnTo>
                  <a:lnTo>
                    <a:pt x="2004118" y="11290"/>
                  </a:lnTo>
                  <a:lnTo>
                    <a:pt x="202163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6895812" y="2135438"/>
              <a:ext cx="2021636" cy="1417"/>
            </a:xfrm>
            <a:custGeom>
              <a:avLst/>
              <a:pathLst>
                <a:path w="2021636" h="1417">
                  <a:moveTo>
                    <a:pt x="0" y="1417"/>
                  </a:moveTo>
                  <a:lnTo>
                    <a:pt x="129819" y="1326"/>
                  </a:lnTo>
                  <a:lnTo>
                    <a:pt x="244328" y="1246"/>
                  </a:lnTo>
                  <a:lnTo>
                    <a:pt x="346759" y="1174"/>
                  </a:lnTo>
                  <a:lnTo>
                    <a:pt x="439420" y="1109"/>
                  </a:lnTo>
                  <a:lnTo>
                    <a:pt x="524013" y="1050"/>
                  </a:lnTo>
                  <a:lnTo>
                    <a:pt x="601830" y="995"/>
                  </a:lnTo>
                  <a:lnTo>
                    <a:pt x="673878" y="945"/>
                  </a:lnTo>
                  <a:lnTo>
                    <a:pt x="740953" y="898"/>
                  </a:lnTo>
                  <a:lnTo>
                    <a:pt x="803698" y="854"/>
                  </a:lnTo>
                  <a:lnTo>
                    <a:pt x="862637" y="812"/>
                  </a:lnTo>
                  <a:lnTo>
                    <a:pt x="918206" y="773"/>
                  </a:lnTo>
                  <a:lnTo>
                    <a:pt x="970771" y="736"/>
                  </a:lnTo>
                  <a:lnTo>
                    <a:pt x="1020638" y="701"/>
                  </a:lnTo>
                  <a:lnTo>
                    <a:pt x="1068072" y="668"/>
                  </a:lnTo>
                  <a:lnTo>
                    <a:pt x="1113299" y="636"/>
                  </a:lnTo>
                  <a:lnTo>
                    <a:pt x="1156515" y="606"/>
                  </a:lnTo>
                  <a:lnTo>
                    <a:pt x="1197891" y="577"/>
                  </a:lnTo>
                  <a:lnTo>
                    <a:pt x="1237579" y="549"/>
                  </a:lnTo>
                  <a:lnTo>
                    <a:pt x="1275709" y="523"/>
                  </a:lnTo>
                  <a:lnTo>
                    <a:pt x="1312400" y="497"/>
                  </a:lnTo>
                  <a:lnTo>
                    <a:pt x="1347757" y="472"/>
                  </a:lnTo>
                  <a:lnTo>
                    <a:pt x="1381873" y="448"/>
                  </a:lnTo>
                  <a:lnTo>
                    <a:pt x="1414832" y="425"/>
                  </a:lnTo>
                  <a:lnTo>
                    <a:pt x="1446710" y="403"/>
                  </a:lnTo>
                  <a:lnTo>
                    <a:pt x="1477576" y="381"/>
                  </a:lnTo>
                  <a:lnTo>
                    <a:pt x="1507493" y="360"/>
                  </a:lnTo>
                  <a:lnTo>
                    <a:pt x="1536516" y="340"/>
                  </a:lnTo>
                  <a:lnTo>
                    <a:pt x="1564697" y="320"/>
                  </a:lnTo>
                  <a:lnTo>
                    <a:pt x="1592085" y="301"/>
                  </a:lnTo>
                  <a:lnTo>
                    <a:pt x="1618723" y="282"/>
                  </a:lnTo>
                  <a:lnTo>
                    <a:pt x="1644649" y="264"/>
                  </a:lnTo>
                  <a:lnTo>
                    <a:pt x="1669903" y="246"/>
                  </a:lnTo>
                  <a:lnTo>
                    <a:pt x="1694517" y="229"/>
                  </a:lnTo>
                  <a:lnTo>
                    <a:pt x="1718523" y="212"/>
                  </a:lnTo>
                  <a:lnTo>
                    <a:pt x="1741951" y="196"/>
                  </a:lnTo>
                  <a:lnTo>
                    <a:pt x="1764827" y="180"/>
                  </a:lnTo>
                  <a:lnTo>
                    <a:pt x="1787178" y="164"/>
                  </a:lnTo>
                  <a:lnTo>
                    <a:pt x="1809026" y="149"/>
                  </a:lnTo>
                  <a:lnTo>
                    <a:pt x="1830394" y="134"/>
                  </a:lnTo>
                  <a:lnTo>
                    <a:pt x="1851302" y="119"/>
                  </a:lnTo>
                  <a:lnTo>
                    <a:pt x="1871770" y="105"/>
                  </a:lnTo>
                  <a:lnTo>
                    <a:pt x="1891816" y="91"/>
                  </a:lnTo>
                  <a:lnTo>
                    <a:pt x="1911457" y="77"/>
                  </a:lnTo>
                  <a:lnTo>
                    <a:pt x="1930710" y="63"/>
                  </a:lnTo>
                  <a:lnTo>
                    <a:pt x="1949588" y="50"/>
                  </a:lnTo>
                  <a:lnTo>
                    <a:pt x="1968106" y="37"/>
                  </a:lnTo>
                  <a:lnTo>
                    <a:pt x="1986279" y="24"/>
                  </a:lnTo>
                  <a:lnTo>
                    <a:pt x="2004118" y="12"/>
                  </a:lnTo>
                  <a:lnTo>
                    <a:pt x="202163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6895812" y="2300600"/>
              <a:ext cx="2021636" cy="492978"/>
            </a:xfrm>
            <a:custGeom>
              <a:avLst/>
              <a:pathLst>
                <a:path w="2021636" h="492978">
                  <a:moveTo>
                    <a:pt x="0" y="0"/>
                  </a:moveTo>
                  <a:lnTo>
                    <a:pt x="129819" y="31656"/>
                  </a:lnTo>
                  <a:lnTo>
                    <a:pt x="244328" y="59579"/>
                  </a:lnTo>
                  <a:lnTo>
                    <a:pt x="346759" y="84557"/>
                  </a:lnTo>
                  <a:lnTo>
                    <a:pt x="439420" y="107153"/>
                  </a:lnTo>
                  <a:lnTo>
                    <a:pt x="524013" y="127781"/>
                  </a:lnTo>
                  <a:lnTo>
                    <a:pt x="601830" y="146757"/>
                  </a:lnTo>
                  <a:lnTo>
                    <a:pt x="673878" y="164326"/>
                  </a:lnTo>
                  <a:lnTo>
                    <a:pt x="740953" y="180682"/>
                  </a:lnTo>
                  <a:lnTo>
                    <a:pt x="803698" y="195982"/>
                  </a:lnTo>
                  <a:lnTo>
                    <a:pt x="862637" y="210355"/>
                  </a:lnTo>
                  <a:lnTo>
                    <a:pt x="918206" y="223905"/>
                  </a:lnTo>
                  <a:lnTo>
                    <a:pt x="970771" y="236723"/>
                  </a:lnTo>
                  <a:lnTo>
                    <a:pt x="1020638" y="248883"/>
                  </a:lnTo>
                  <a:lnTo>
                    <a:pt x="1068072" y="260450"/>
                  </a:lnTo>
                  <a:lnTo>
                    <a:pt x="1113299" y="271479"/>
                  </a:lnTo>
                  <a:lnTo>
                    <a:pt x="1156515" y="282017"/>
                  </a:lnTo>
                  <a:lnTo>
                    <a:pt x="1197891" y="292107"/>
                  </a:lnTo>
                  <a:lnTo>
                    <a:pt x="1237579" y="301785"/>
                  </a:lnTo>
                  <a:lnTo>
                    <a:pt x="1275709" y="311083"/>
                  </a:lnTo>
                  <a:lnTo>
                    <a:pt x="1312400" y="320030"/>
                  </a:lnTo>
                  <a:lnTo>
                    <a:pt x="1347757" y="328652"/>
                  </a:lnTo>
                  <a:lnTo>
                    <a:pt x="1381873" y="336971"/>
                  </a:lnTo>
                  <a:lnTo>
                    <a:pt x="1414832" y="345008"/>
                  </a:lnTo>
                  <a:lnTo>
                    <a:pt x="1446710" y="352782"/>
                  </a:lnTo>
                  <a:lnTo>
                    <a:pt x="1477576" y="360308"/>
                  </a:lnTo>
                  <a:lnTo>
                    <a:pt x="1507493" y="367604"/>
                  </a:lnTo>
                  <a:lnTo>
                    <a:pt x="1536516" y="374681"/>
                  </a:lnTo>
                  <a:lnTo>
                    <a:pt x="1564697" y="381553"/>
                  </a:lnTo>
                  <a:lnTo>
                    <a:pt x="1592085" y="388232"/>
                  </a:lnTo>
                  <a:lnTo>
                    <a:pt x="1618723" y="394727"/>
                  </a:lnTo>
                  <a:lnTo>
                    <a:pt x="1644649" y="401049"/>
                  </a:lnTo>
                  <a:lnTo>
                    <a:pt x="1669903" y="407207"/>
                  </a:lnTo>
                  <a:lnTo>
                    <a:pt x="1694517" y="413210"/>
                  </a:lnTo>
                  <a:lnTo>
                    <a:pt x="1718523" y="419064"/>
                  </a:lnTo>
                  <a:lnTo>
                    <a:pt x="1741951" y="424776"/>
                  </a:lnTo>
                  <a:lnTo>
                    <a:pt x="1764827" y="430355"/>
                  </a:lnTo>
                  <a:lnTo>
                    <a:pt x="1787178" y="435805"/>
                  </a:lnTo>
                  <a:lnTo>
                    <a:pt x="1809026" y="441133"/>
                  </a:lnTo>
                  <a:lnTo>
                    <a:pt x="1830394" y="446343"/>
                  </a:lnTo>
                  <a:lnTo>
                    <a:pt x="1851302" y="451442"/>
                  </a:lnTo>
                  <a:lnTo>
                    <a:pt x="1871770" y="456433"/>
                  </a:lnTo>
                  <a:lnTo>
                    <a:pt x="1891816" y="461321"/>
                  </a:lnTo>
                  <a:lnTo>
                    <a:pt x="1911457" y="466111"/>
                  </a:lnTo>
                  <a:lnTo>
                    <a:pt x="1930710" y="470806"/>
                  </a:lnTo>
                  <a:lnTo>
                    <a:pt x="1949588" y="475409"/>
                  </a:lnTo>
                  <a:lnTo>
                    <a:pt x="1968106" y="479925"/>
                  </a:lnTo>
                  <a:lnTo>
                    <a:pt x="1986279" y="484356"/>
                  </a:lnTo>
                  <a:lnTo>
                    <a:pt x="2004118" y="488706"/>
                  </a:lnTo>
                  <a:lnTo>
                    <a:pt x="2021636" y="49297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6895812" y="2954003"/>
              <a:ext cx="2021636" cy="95254"/>
            </a:xfrm>
            <a:custGeom>
              <a:avLst/>
              <a:pathLst>
                <a:path w="2021636" h="95254">
                  <a:moveTo>
                    <a:pt x="0" y="95254"/>
                  </a:moveTo>
                  <a:lnTo>
                    <a:pt x="129819" y="89138"/>
                  </a:lnTo>
                  <a:lnTo>
                    <a:pt x="244328" y="83742"/>
                  </a:lnTo>
                  <a:lnTo>
                    <a:pt x="346759" y="78916"/>
                  </a:lnTo>
                  <a:lnTo>
                    <a:pt x="439420" y="74550"/>
                  </a:lnTo>
                  <a:lnTo>
                    <a:pt x="524013" y="70564"/>
                  </a:lnTo>
                  <a:lnTo>
                    <a:pt x="601830" y="66897"/>
                  </a:lnTo>
                  <a:lnTo>
                    <a:pt x="673878" y="63503"/>
                  </a:lnTo>
                  <a:lnTo>
                    <a:pt x="740953" y="60342"/>
                  </a:lnTo>
                  <a:lnTo>
                    <a:pt x="803698" y="57386"/>
                  </a:lnTo>
                  <a:lnTo>
                    <a:pt x="862637" y="54609"/>
                  </a:lnTo>
                  <a:lnTo>
                    <a:pt x="918206" y="51991"/>
                  </a:lnTo>
                  <a:lnTo>
                    <a:pt x="970771" y="49514"/>
                  </a:lnTo>
                  <a:lnTo>
                    <a:pt x="1020638" y="47164"/>
                  </a:lnTo>
                  <a:lnTo>
                    <a:pt x="1068072" y="44929"/>
                  </a:lnTo>
                  <a:lnTo>
                    <a:pt x="1113299" y="42798"/>
                  </a:lnTo>
                  <a:lnTo>
                    <a:pt x="1156515" y="40762"/>
                  </a:lnTo>
                  <a:lnTo>
                    <a:pt x="1197891" y="38812"/>
                  </a:lnTo>
                  <a:lnTo>
                    <a:pt x="1237579" y="36942"/>
                  </a:lnTo>
                  <a:lnTo>
                    <a:pt x="1275709" y="35146"/>
                  </a:lnTo>
                  <a:lnTo>
                    <a:pt x="1312400" y="33417"/>
                  </a:lnTo>
                  <a:lnTo>
                    <a:pt x="1347757" y="31751"/>
                  </a:lnTo>
                  <a:lnTo>
                    <a:pt x="1381873" y="30144"/>
                  </a:lnTo>
                  <a:lnTo>
                    <a:pt x="1414832" y="28591"/>
                  </a:lnTo>
                  <a:lnTo>
                    <a:pt x="1446710" y="27089"/>
                  </a:lnTo>
                  <a:lnTo>
                    <a:pt x="1477576" y="25634"/>
                  </a:lnTo>
                  <a:lnTo>
                    <a:pt x="1507493" y="24225"/>
                  </a:lnTo>
                  <a:lnTo>
                    <a:pt x="1536516" y="22857"/>
                  </a:lnTo>
                  <a:lnTo>
                    <a:pt x="1564697" y="21529"/>
                  </a:lnTo>
                  <a:lnTo>
                    <a:pt x="1592085" y="20239"/>
                  </a:lnTo>
                  <a:lnTo>
                    <a:pt x="1618723" y="18984"/>
                  </a:lnTo>
                  <a:lnTo>
                    <a:pt x="1644649" y="17762"/>
                  </a:lnTo>
                  <a:lnTo>
                    <a:pt x="1669903" y="16572"/>
                  </a:lnTo>
                  <a:lnTo>
                    <a:pt x="1694517" y="15413"/>
                  </a:lnTo>
                  <a:lnTo>
                    <a:pt x="1718523" y="14281"/>
                  </a:lnTo>
                  <a:lnTo>
                    <a:pt x="1741951" y="13178"/>
                  </a:lnTo>
                  <a:lnTo>
                    <a:pt x="1764827" y="12100"/>
                  </a:lnTo>
                  <a:lnTo>
                    <a:pt x="1787178" y="11047"/>
                  </a:lnTo>
                  <a:lnTo>
                    <a:pt x="1809026" y="10017"/>
                  </a:lnTo>
                  <a:lnTo>
                    <a:pt x="1830394" y="9010"/>
                  </a:lnTo>
                  <a:lnTo>
                    <a:pt x="1851302" y="8025"/>
                  </a:lnTo>
                  <a:lnTo>
                    <a:pt x="1871770" y="7061"/>
                  </a:lnTo>
                  <a:lnTo>
                    <a:pt x="1891816" y="6116"/>
                  </a:lnTo>
                  <a:lnTo>
                    <a:pt x="1911457" y="5191"/>
                  </a:lnTo>
                  <a:lnTo>
                    <a:pt x="1930710" y="4284"/>
                  </a:lnTo>
                  <a:lnTo>
                    <a:pt x="1949588" y="3394"/>
                  </a:lnTo>
                  <a:lnTo>
                    <a:pt x="1968106" y="2522"/>
                  </a:lnTo>
                  <a:lnTo>
                    <a:pt x="1986279" y="1665"/>
                  </a:lnTo>
                  <a:lnTo>
                    <a:pt x="2004118" y="825"/>
                  </a:lnTo>
                  <a:lnTo>
                    <a:pt x="202163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6895812" y="3059919"/>
              <a:ext cx="2021636" cy="137393"/>
            </a:xfrm>
            <a:custGeom>
              <a:avLst/>
              <a:pathLst>
                <a:path w="2021636" h="137393">
                  <a:moveTo>
                    <a:pt x="0" y="0"/>
                  </a:moveTo>
                  <a:lnTo>
                    <a:pt x="129819" y="8822"/>
                  </a:lnTo>
                  <a:lnTo>
                    <a:pt x="244328" y="16604"/>
                  </a:lnTo>
                  <a:lnTo>
                    <a:pt x="346759" y="23566"/>
                  </a:lnTo>
                  <a:lnTo>
                    <a:pt x="439420" y="29863"/>
                  </a:lnTo>
                  <a:lnTo>
                    <a:pt x="524013" y="35612"/>
                  </a:lnTo>
                  <a:lnTo>
                    <a:pt x="601830" y="40901"/>
                  </a:lnTo>
                  <a:lnTo>
                    <a:pt x="673878" y="45797"/>
                  </a:lnTo>
                  <a:lnTo>
                    <a:pt x="740953" y="50356"/>
                  </a:lnTo>
                  <a:lnTo>
                    <a:pt x="803698" y="54620"/>
                  </a:lnTo>
                  <a:lnTo>
                    <a:pt x="862637" y="58626"/>
                  </a:lnTo>
                  <a:lnTo>
                    <a:pt x="918206" y="62402"/>
                  </a:lnTo>
                  <a:lnTo>
                    <a:pt x="970771" y="65975"/>
                  </a:lnTo>
                  <a:lnTo>
                    <a:pt x="1020638" y="69364"/>
                  </a:lnTo>
                  <a:lnTo>
                    <a:pt x="1068072" y="72587"/>
                  </a:lnTo>
                  <a:lnTo>
                    <a:pt x="1113299" y="75661"/>
                  </a:lnTo>
                  <a:lnTo>
                    <a:pt x="1156515" y="78598"/>
                  </a:lnTo>
                  <a:lnTo>
                    <a:pt x="1197891" y="81410"/>
                  </a:lnTo>
                  <a:lnTo>
                    <a:pt x="1237579" y="84107"/>
                  </a:lnTo>
                  <a:lnTo>
                    <a:pt x="1275709" y="86699"/>
                  </a:lnTo>
                  <a:lnTo>
                    <a:pt x="1312400" y="89192"/>
                  </a:lnTo>
                  <a:lnTo>
                    <a:pt x="1347757" y="91595"/>
                  </a:lnTo>
                  <a:lnTo>
                    <a:pt x="1381873" y="93914"/>
                  </a:lnTo>
                  <a:lnTo>
                    <a:pt x="1414832" y="96154"/>
                  </a:lnTo>
                  <a:lnTo>
                    <a:pt x="1446710" y="98320"/>
                  </a:lnTo>
                  <a:lnTo>
                    <a:pt x="1477576" y="100418"/>
                  </a:lnTo>
                  <a:lnTo>
                    <a:pt x="1507493" y="102451"/>
                  </a:lnTo>
                  <a:lnTo>
                    <a:pt x="1536516" y="104423"/>
                  </a:lnTo>
                  <a:lnTo>
                    <a:pt x="1564697" y="106339"/>
                  </a:lnTo>
                  <a:lnTo>
                    <a:pt x="1592085" y="108200"/>
                  </a:lnTo>
                  <a:lnTo>
                    <a:pt x="1618723" y="110010"/>
                  </a:lnTo>
                  <a:lnTo>
                    <a:pt x="1644649" y="111772"/>
                  </a:lnTo>
                  <a:lnTo>
                    <a:pt x="1669903" y="113489"/>
                  </a:lnTo>
                  <a:lnTo>
                    <a:pt x="1694517" y="115161"/>
                  </a:lnTo>
                  <a:lnTo>
                    <a:pt x="1718523" y="116793"/>
                  </a:lnTo>
                  <a:lnTo>
                    <a:pt x="1741951" y="118385"/>
                  </a:lnTo>
                  <a:lnTo>
                    <a:pt x="1764827" y="119940"/>
                  </a:lnTo>
                  <a:lnTo>
                    <a:pt x="1787178" y="121459"/>
                  </a:lnTo>
                  <a:lnTo>
                    <a:pt x="1809026" y="122944"/>
                  </a:lnTo>
                  <a:lnTo>
                    <a:pt x="1830394" y="124396"/>
                  </a:lnTo>
                  <a:lnTo>
                    <a:pt x="1851302" y="125817"/>
                  </a:lnTo>
                  <a:lnTo>
                    <a:pt x="1871770" y="127208"/>
                  </a:lnTo>
                  <a:lnTo>
                    <a:pt x="1891816" y="128570"/>
                  </a:lnTo>
                  <a:lnTo>
                    <a:pt x="1911457" y="129905"/>
                  </a:lnTo>
                  <a:lnTo>
                    <a:pt x="1930710" y="131213"/>
                  </a:lnTo>
                  <a:lnTo>
                    <a:pt x="1949588" y="132496"/>
                  </a:lnTo>
                  <a:lnTo>
                    <a:pt x="1968106" y="133755"/>
                  </a:lnTo>
                  <a:lnTo>
                    <a:pt x="1986279" y="134990"/>
                  </a:lnTo>
                  <a:lnTo>
                    <a:pt x="2004118" y="136202"/>
                  </a:lnTo>
                  <a:lnTo>
                    <a:pt x="2021636" y="13739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6895812" y="2766431"/>
              <a:ext cx="2021636" cy="80793"/>
            </a:xfrm>
            <a:custGeom>
              <a:avLst/>
              <a:pathLst>
                <a:path w="2021636" h="80793">
                  <a:moveTo>
                    <a:pt x="0" y="80793"/>
                  </a:moveTo>
                  <a:lnTo>
                    <a:pt x="129819" y="75604"/>
                  </a:lnTo>
                  <a:lnTo>
                    <a:pt x="244328" y="71028"/>
                  </a:lnTo>
                  <a:lnTo>
                    <a:pt x="346759" y="66935"/>
                  </a:lnTo>
                  <a:lnTo>
                    <a:pt x="439420" y="63231"/>
                  </a:lnTo>
                  <a:lnTo>
                    <a:pt x="524013" y="59851"/>
                  </a:lnTo>
                  <a:lnTo>
                    <a:pt x="601830" y="56741"/>
                  </a:lnTo>
                  <a:lnTo>
                    <a:pt x="673878" y="53862"/>
                  </a:lnTo>
                  <a:lnTo>
                    <a:pt x="740953" y="51181"/>
                  </a:lnTo>
                  <a:lnTo>
                    <a:pt x="803698" y="48673"/>
                  </a:lnTo>
                  <a:lnTo>
                    <a:pt x="862637" y="46318"/>
                  </a:lnTo>
                  <a:lnTo>
                    <a:pt x="918206" y="44097"/>
                  </a:lnTo>
                  <a:lnTo>
                    <a:pt x="970771" y="41996"/>
                  </a:lnTo>
                  <a:lnTo>
                    <a:pt x="1020638" y="40004"/>
                  </a:lnTo>
                  <a:lnTo>
                    <a:pt x="1068072" y="38108"/>
                  </a:lnTo>
                  <a:lnTo>
                    <a:pt x="1113299" y="36300"/>
                  </a:lnTo>
                  <a:lnTo>
                    <a:pt x="1156515" y="34573"/>
                  </a:lnTo>
                  <a:lnTo>
                    <a:pt x="1197891" y="32920"/>
                  </a:lnTo>
                  <a:lnTo>
                    <a:pt x="1237579" y="31334"/>
                  </a:lnTo>
                  <a:lnTo>
                    <a:pt x="1275709" y="29810"/>
                  </a:lnTo>
                  <a:lnTo>
                    <a:pt x="1312400" y="28344"/>
                  </a:lnTo>
                  <a:lnTo>
                    <a:pt x="1347757" y="26931"/>
                  </a:lnTo>
                  <a:lnTo>
                    <a:pt x="1381873" y="25567"/>
                  </a:lnTo>
                  <a:lnTo>
                    <a:pt x="1414832" y="24250"/>
                  </a:lnTo>
                  <a:lnTo>
                    <a:pt x="1446710" y="22976"/>
                  </a:lnTo>
                  <a:lnTo>
                    <a:pt x="1477576" y="21742"/>
                  </a:lnTo>
                  <a:lnTo>
                    <a:pt x="1507493" y="20547"/>
                  </a:lnTo>
                  <a:lnTo>
                    <a:pt x="1536516" y="19387"/>
                  </a:lnTo>
                  <a:lnTo>
                    <a:pt x="1564697" y="18261"/>
                  </a:lnTo>
                  <a:lnTo>
                    <a:pt x="1592085" y="17166"/>
                  </a:lnTo>
                  <a:lnTo>
                    <a:pt x="1618723" y="16102"/>
                  </a:lnTo>
                  <a:lnTo>
                    <a:pt x="1644649" y="15065"/>
                  </a:lnTo>
                  <a:lnTo>
                    <a:pt x="1669903" y="14056"/>
                  </a:lnTo>
                  <a:lnTo>
                    <a:pt x="1694517" y="13073"/>
                  </a:lnTo>
                  <a:lnTo>
                    <a:pt x="1718523" y="12113"/>
                  </a:lnTo>
                  <a:lnTo>
                    <a:pt x="1741951" y="11177"/>
                  </a:lnTo>
                  <a:lnTo>
                    <a:pt x="1764827" y="10263"/>
                  </a:lnTo>
                  <a:lnTo>
                    <a:pt x="1787178" y="9369"/>
                  </a:lnTo>
                  <a:lnTo>
                    <a:pt x="1809026" y="8496"/>
                  </a:lnTo>
                  <a:lnTo>
                    <a:pt x="1830394" y="7642"/>
                  </a:lnTo>
                  <a:lnTo>
                    <a:pt x="1851302" y="6807"/>
                  </a:lnTo>
                  <a:lnTo>
                    <a:pt x="1871770" y="5989"/>
                  </a:lnTo>
                  <a:lnTo>
                    <a:pt x="1891816" y="5188"/>
                  </a:lnTo>
                  <a:lnTo>
                    <a:pt x="1911457" y="4403"/>
                  </a:lnTo>
                  <a:lnTo>
                    <a:pt x="1930710" y="3633"/>
                  </a:lnTo>
                  <a:lnTo>
                    <a:pt x="1949588" y="2879"/>
                  </a:lnTo>
                  <a:lnTo>
                    <a:pt x="1968106" y="2139"/>
                  </a:lnTo>
                  <a:lnTo>
                    <a:pt x="1986279" y="1413"/>
                  </a:lnTo>
                  <a:lnTo>
                    <a:pt x="2004118" y="700"/>
                  </a:lnTo>
                  <a:lnTo>
                    <a:pt x="202163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6704728" y="30022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6704728" y="23819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6704728" y="17616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689581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756969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824357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891744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9496912" y="289988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9526153" y="274139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9457138" y="262904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9506491" y="30423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9475817" y="310920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9459989" y="188917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9456864" y="291758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9498868" y="245446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9523724" y="29180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9438939" y="30421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126290" y="27218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142338" y="293196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199087" y="23204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176480" y="30023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191500" y="289230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195230" y="246817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149771" y="311539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192096" y="292720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119929" y="276785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108315" y="147182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189851" y="20009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169630" y="27917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144741" y="270245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110068" y="30965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149292" y="28131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109526" y="270224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106358" y="298544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131431" y="288421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786884" y="331400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812754" y="29220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866614" y="289020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786108" y="26868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797097" y="185699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0847824" y="17437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0820233" y="228163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0863526" y="24859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0854474" y="249163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0822820" y="23587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0801529" y="24495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0876990" y="23480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0829806" y="294353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0785606" y="27482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0821789" y="28838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0809194" y="219459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0827696" y="235026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0821845" y="271602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0840677" y="244643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0858615" y="141911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461288" y="247326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528531" y="267417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497350" y="247910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505260" y="246034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462624" y="25823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486740" y="249674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509456" y="22952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490948" y="246784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475032" y="286906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1504861" y="198234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1545074" y="287077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1555935" y="283624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11495675" y="267506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1468412" y="25161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11529818" y="255089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11468110" y="287191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1524127" y="232692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1477397" y="25671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1500385" y="268943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1473912" y="255602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1529682" y="26938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11476363" y="211019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11459903" y="260329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11463526" y="249450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9506963" y="2484265"/>
              <a:ext cx="2030249" cy="244896"/>
            </a:xfrm>
            <a:custGeom>
              <a:avLst/>
              <a:pathLst>
                <a:path w="2030249" h="244896">
                  <a:moveTo>
                    <a:pt x="0" y="244896"/>
                  </a:moveTo>
                  <a:lnTo>
                    <a:pt x="130372" y="229170"/>
                  </a:lnTo>
                  <a:lnTo>
                    <a:pt x="245369" y="215298"/>
                  </a:lnTo>
                  <a:lnTo>
                    <a:pt x="348237" y="202890"/>
                  </a:lnTo>
                  <a:lnTo>
                    <a:pt x="441292" y="191665"/>
                  </a:lnTo>
                  <a:lnTo>
                    <a:pt x="526245" y="181418"/>
                  </a:lnTo>
                  <a:lnTo>
                    <a:pt x="604395" y="171991"/>
                  </a:lnTo>
                  <a:lnTo>
                    <a:pt x="676749" y="163264"/>
                  </a:lnTo>
                  <a:lnTo>
                    <a:pt x="744110" y="155138"/>
                  </a:lnTo>
                  <a:lnTo>
                    <a:pt x="807122" y="147538"/>
                  </a:lnTo>
                  <a:lnTo>
                    <a:pt x="866312" y="140398"/>
                  </a:lnTo>
                  <a:lnTo>
                    <a:pt x="922119" y="133666"/>
                  </a:lnTo>
                  <a:lnTo>
                    <a:pt x="974907" y="127299"/>
                  </a:lnTo>
                  <a:lnTo>
                    <a:pt x="1024987" y="121258"/>
                  </a:lnTo>
                  <a:lnTo>
                    <a:pt x="1072623" y="115512"/>
                  </a:lnTo>
                  <a:lnTo>
                    <a:pt x="1118042" y="110033"/>
                  </a:lnTo>
                  <a:lnTo>
                    <a:pt x="1161442" y="104798"/>
                  </a:lnTo>
                  <a:lnTo>
                    <a:pt x="1202995" y="99786"/>
                  </a:lnTo>
                  <a:lnTo>
                    <a:pt x="1242851" y="94978"/>
                  </a:lnTo>
                  <a:lnTo>
                    <a:pt x="1281144" y="90359"/>
                  </a:lnTo>
                  <a:lnTo>
                    <a:pt x="1317992" y="85915"/>
                  </a:lnTo>
                  <a:lnTo>
                    <a:pt x="1353499" y="81632"/>
                  </a:lnTo>
                  <a:lnTo>
                    <a:pt x="1387760" y="77499"/>
                  </a:lnTo>
                  <a:lnTo>
                    <a:pt x="1420860" y="73506"/>
                  </a:lnTo>
                  <a:lnTo>
                    <a:pt x="1452874" y="69645"/>
                  </a:lnTo>
                  <a:lnTo>
                    <a:pt x="1483872" y="65906"/>
                  </a:lnTo>
                  <a:lnTo>
                    <a:pt x="1513915" y="62282"/>
                  </a:lnTo>
                  <a:lnTo>
                    <a:pt x="1543062" y="58766"/>
                  </a:lnTo>
                  <a:lnTo>
                    <a:pt x="1571364" y="55352"/>
                  </a:lnTo>
                  <a:lnTo>
                    <a:pt x="1598868" y="52034"/>
                  </a:lnTo>
                  <a:lnTo>
                    <a:pt x="1625619" y="48807"/>
                  </a:lnTo>
                  <a:lnTo>
                    <a:pt x="1651657" y="45667"/>
                  </a:lnTo>
                  <a:lnTo>
                    <a:pt x="1677018" y="42608"/>
                  </a:lnTo>
                  <a:lnTo>
                    <a:pt x="1701737" y="39626"/>
                  </a:lnTo>
                  <a:lnTo>
                    <a:pt x="1725845" y="36718"/>
                  </a:lnTo>
                  <a:lnTo>
                    <a:pt x="1749372" y="33880"/>
                  </a:lnTo>
                  <a:lnTo>
                    <a:pt x="1772346" y="31109"/>
                  </a:lnTo>
                  <a:lnTo>
                    <a:pt x="1794792" y="28401"/>
                  </a:lnTo>
                  <a:lnTo>
                    <a:pt x="1816733" y="25755"/>
                  </a:lnTo>
                  <a:lnTo>
                    <a:pt x="1838192" y="23166"/>
                  </a:lnTo>
                  <a:lnTo>
                    <a:pt x="1859190" y="20633"/>
                  </a:lnTo>
                  <a:lnTo>
                    <a:pt x="1879745" y="18154"/>
                  </a:lnTo>
                  <a:lnTo>
                    <a:pt x="1899877" y="15726"/>
                  </a:lnTo>
                  <a:lnTo>
                    <a:pt x="1919601" y="13346"/>
                  </a:lnTo>
                  <a:lnTo>
                    <a:pt x="1938935" y="11014"/>
                  </a:lnTo>
                  <a:lnTo>
                    <a:pt x="1957894" y="8727"/>
                  </a:lnTo>
                  <a:lnTo>
                    <a:pt x="1976492" y="6484"/>
                  </a:lnTo>
                  <a:lnTo>
                    <a:pt x="1994742" y="4283"/>
                  </a:lnTo>
                  <a:lnTo>
                    <a:pt x="2012657" y="2122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9506963" y="2569499"/>
              <a:ext cx="2030249" cy="491819"/>
            </a:xfrm>
            <a:custGeom>
              <a:avLst/>
              <a:pathLst>
                <a:path w="2030249" h="491819">
                  <a:moveTo>
                    <a:pt x="0" y="491819"/>
                  </a:moveTo>
                  <a:lnTo>
                    <a:pt x="130372" y="460237"/>
                  </a:lnTo>
                  <a:lnTo>
                    <a:pt x="245369" y="432379"/>
                  </a:lnTo>
                  <a:lnTo>
                    <a:pt x="348237" y="407460"/>
                  </a:lnTo>
                  <a:lnTo>
                    <a:pt x="441292" y="384918"/>
                  </a:lnTo>
                  <a:lnTo>
                    <a:pt x="526245" y="364338"/>
                  </a:lnTo>
                  <a:lnTo>
                    <a:pt x="604395" y="345407"/>
                  </a:lnTo>
                  <a:lnTo>
                    <a:pt x="676749" y="327879"/>
                  </a:lnTo>
                  <a:lnTo>
                    <a:pt x="744110" y="311561"/>
                  </a:lnTo>
                  <a:lnTo>
                    <a:pt x="807122" y="296297"/>
                  </a:lnTo>
                  <a:lnTo>
                    <a:pt x="866312" y="281958"/>
                  </a:lnTo>
                  <a:lnTo>
                    <a:pt x="922119" y="268440"/>
                  </a:lnTo>
                  <a:lnTo>
                    <a:pt x="974907" y="255652"/>
                  </a:lnTo>
                  <a:lnTo>
                    <a:pt x="1024987" y="243520"/>
                  </a:lnTo>
                  <a:lnTo>
                    <a:pt x="1072623" y="231981"/>
                  </a:lnTo>
                  <a:lnTo>
                    <a:pt x="1118042" y="220978"/>
                  </a:lnTo>
                  <a:lnTo>
                    <a:pt x="1161442" y="210464"/>
                  </a:lnTo>
                  <a:lnTo>
                    <a:pt x="1202995" y="200398"/>
                  </a:lnTo>
                  <a:lnTo>
                    <a:pt x="1242851" y="190743"/>
                  </a:lnTo>
                  <a:lnTo>
                    <a:pt x="1281144" y="181467"/>
                  </a:lnTo>
                  <a:lnTo>
                    <a:pt x="1317992" y="172541"/>
                  </a:lnTo>
                  <a:lnTo>
                    <a:pt x="1353499" y="163939"/>
                  </a:lnTo>
                  <a:lnTo>
                    <a:pt x="1387760" y="155640"/>
                  </a:lnTo>
                  <a:lnTo>
                    <a:pt x="1420860" y="147622"/>
                  </a:lnTo>
                  <a:lnTo>
                    <a:pt x="1452874" y="139866"/>
                  </a:lnTo>
                  <a:lnTo>
                    <a:pt x="1483872" y="132357"/>
                  </a:lnTo>
                  <a:lnTo>
                    <a:pt x="1513915" y="125079"/>
                  </a:lnTo>
                  <a:lnTo>
                    <a:pt x="1543062" y="118019"/>
                  </a:lnTo>
                  <a:lnTo>
                    <a:pt x="1571364" y="111163"/>
                  </a:lnTo>
                  <a:lnTo>
                    <a:pt x="1598868" y="104500"/>
                  </a:lnTo>
                  <a:lnTo>
                    <a:pt x="1625619" y="98019"/>
                  </a:lnTo>
                  <a:lnTo>
                    <a:pt x="1651657" y="91712"/>
                  </a:lnTo>
                  <a:lnTo>
                    <a:pt x="1677018" y="85568"/>
                  </a:lnTo>
                  <a:lnTo>
                    <a:pt x="1701737" y="79580"/>
                  </a:lnTo>
                  <a:lnTo>
                    <a:pt x="1725845" y="73740"/>
                  </a:lnTo>
                  <a:lnTo>
                    <a:pt x="1749372" y="68041"/>
                  </a:lnTo>
                  <a:lnTo>
                    <a:pt x="1772346" y="62475"/>
                  </a:lnTo>
                  <a:lnTo>
                    <a:pt x="1794792" y="57038"/>
                  </a:lnTo>
                  <a:lnTo>
                    <a:pt x="1816733" y="51723"/>
                  </a:lnTo>
                  <a:lnTo>
                    <a:pt x="1838192" y="46524"/>
                  </a:lnTo>
                  <a:lnTo>
                    <a:pt x="1859190" y="41438"/>
                  </a:lnTo>
                  <a:lnTo>
                    <a:pt x="1879745" y="36458"/>
                  </a:lnTo>
                  <a:lnTo>
                    <a:pt x="1899877" y="31582"/>
                  </a:lnTo>
                  <a:lnTo>
                    <a:pt x="1919601" y="26803"/>
                  </a:lnTo>
                  <a:lnTo>
                    <a:pt x="1938935" y="22120"/>
                  </a:lnTo>
                  <a:lnTo>
                    <a:pt x="1957894" y="17527"/>
                  </a:lnTo>
                  <a:lnTo>
                    <a:pt x="1976492" y="13022"/>
                  </a:lnTo>
                  <a:lnTo>
                    <a:pt x="1994742" y="8601"/>
                  </a:lnTo>
                  <a:lnTo>
                    <a:pt x="2012657" y="4261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9506963" y="2655105"/>
              <a:ext cx="2030249" cy="82243"/>
            </a:xfrm>
            <a:custGeom>
              <a:avLst/>
              <a:pathLst>
                <a:path w="2030249" h="82243">
                  <a:moveTo>
                    <a:pt x="0" y="82243"/>
                  </a:moveTo>
                  <a:lnTo>
                    <a:pt x="130372" y="76962"/>
                  </a:lnTo>
                  <a:lnTo>
                    <a:pt x="245369" y="72303"/>
                  </a:lnTo>
                  <a:lnTo>
                    <a:pt x="348237" y="68136"/>
                  </a:lnTo>
                  <a:lnTo>
                    <a:pt x="441292" y="64366"/>
                  </a:lnTo>
                  <a:lnTo>
                    <a:pt x="526245" y="60925"/>
                  </a:lnTo>
                  <a:lnTo>
                    <a:pt x="604395" y="57759"/>
                  </a:lnTo>
                  <a:lnTo>
                    <a:pt x="676749" y="54828"/>
                  </a:lnTo>
                  <a:lnTo>
                    <a:pt x="744110" y="52100"/>
                  </a:lnTo>
                  <a:lnTo>
                    <a:pt x="807122" y="49547"/>
                  </a:lnTo>
                  <a:lnTo>
                    <a:pt x="866312" y="47149"/>
                  </a:lnTo>
                  <a:lnTo>
                    <a:pt x="922119" y="44889"/>
                  </a:lnTo>
                  <a:lnTo>
                    <a:pt x="974907" y="42750"/>
                  </a:lnTo>
                  <a:lnTo>
                    <a:pt x="1024987" y="40722"/>
                  </a:lnTo>
                  <a:lnTo>
                    <a:pt x="1072623" y="38792"/>
                  </a:lnTo>
                  <a:lnTo>
                    <a:pt x="1118042" y="36952"/>
                  </a:lnTo>
                  <a:lnTo>
                    <a:pt x="1161442" y="35194"/>
                  </a:lnTo>
                  <a:lnTo>
                    <a:pt x="1202995" y="33511"/>
                  </a:lnTo>
                  <a:lnTo>
                    <a:pt x="1242851" y="31896"/>
                  </a:lnTo>
                  <a:lnTo>
                    <a:pt x="1281144" y="30345"/>
                  </a:lnTo>
                  <a:lnTo>
                    <a:pt x="1317992" y="28852"/>
                  </a:lnTo>
                  <a:lnTo>
                    <a:pt x="1353499" y="27414"/>
                  </a:lnTo>
                  <a:lnTo>
                    <a:pt x="1387760" y="26026"/>
                  </a:lnTo>
                  <a:lnTo>
                    <a:pt x="1420860" y="24685"/>
                  </a:lnTo>
                  <a:lnTo>
                    <a:pt x="1452874" y="23388"/>
                  </a:lnTo>
                  <a:lnTo>
                    <a:pt x="1483872" y="22133"/>
                  </a:lnTo>
                  <a:lnTo>
                    <a:pt x="1513915" y="20916"/>
                  </a:lnTo>
                  <a:lnTo>
                    <a:pt x="1543062" y="19735"/>
                  </a:lnTo>
                  <a:lnTo>
                    <a:pt x="1571364" y="18588"/>
                  </a:lnTo>
                  <a:lnTo>
                    <a:pt x="1598868" y="17474"/>
                  </a:lnTo>
                  <a:lnTo>
                    <a:pt x="1625619" y="16391"/>
                  </a:lnTo>
                  <a:lnTo>
                    <a:pt x="1651657" y="15336"/>
                  </a:lnTo>
                  <a:lnTo>
                    <a:pt x="1677018" y="14309"/>
                  </a:lnTo>
                  <a:lnTo>
                    <a:pt x="1701737" y="13307"/>
                  </a:lnTo>
                  <a:lnTo>
                    <a:pt x="1725845" y="12331"/>
                  </a:lnTo>
                  <a:lnTo>
                    <a:pt x="1749372" y="11378"/>
                  </a:lnTo>
                  <a:lnTo>
                    <a:pt x="1772346" y="10447"/>
                  </a:lnTo>
                  <a:lnTo>
                    <a:pt x="1794792" y="9538"/>
                  </a:lnTo>
                  <a:lnTo>
                    <a:pt x="1816733" y="8649"/>
                  </a:lnTo>
                  <a:lnTo>
                    <a:pt x="1838192" y="7780"/>
                  </a:lnTo>
                  <a:lnTo>
                    <a:pt x="1859190" y="6929"/>
                  </a:lnTo>
                  <a:lnTo>
                    <a:pt x="1879745" y="6096"/>
                  </a:lnTo>
                  <a:lnTo>
                    <a:pt x="1899877" y="5281"/>
                  </a:lnTo>
                  <a:lnTo>
                    <a:pt x="1919601" y="4482"/>
                  </a:lnTo>
                  <a:lnTo>
                    <a:pt x="1938935" y="3699"/>
                  </a:lnTo>
                  <a:lnTo>
                    <a:pt x="1957894" y="2931"/>
                  </a:lnTo>
                  <a:lnTo>
                    <a:pt x="1976492" y="2177"/>
                  </a:lnTo>
                  <a:lnTo>
                    <a:pt x="1994742" y="1438"/>
                  </a:lnTo>
                  <a:lnTo>
                    <a:pt x="2012657" y="712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9506963" y="1892394"/>
              <a:ext cx="2030249" cy="1143621"/>
            </a:xfrm>
            <a:custGeom>
              <a:avLst/>
              <a:pathLst>
                <a:path w="2030249" h="1143621">
                  <a:moveTo>
                    <a:pt x="0" y="1143621"/>
                  </a:moveTo>
                  <a:lnTo>
                    <a:pt x="130372" y="1070183"/>
                  </a:lnTo>
                  <a:lnTo>
                    <a:pt x="245369" y="1005407"/>
                  </a:lnTo>
                  <a:lnTo>
                    <a:pt x="348237" y="947462"/>
                  </a:lnTo>
                  <a:lnTo>
                    <a:pt x="441292" y="895045"/>
                  </a:lnTo>
                  <a:lnTo>
                    <a:pt x="526245" y="847191"/>
                  </a:lnTo>
                  <a:lnTo>
                    <a:pt x="604395" y="803171"/>
                  </a:lnTo>
                  <a:lnTo>
                    <a:pt x="676749" y="762414"/>
                  </a:lnTo>
                  <a:lnTo>
                    <a:pt x="744110" y="724470"/>
                  </a:lnTo>
                  <a:lnTo>
                    <a:pt x="807122" y="688976"/>
                  </a:lnTo>
                  <a:lnTo>
                    <a:pt x="866312" y="655635"/>
                  </a:lnTo>
                  <a:lnTo>
                    <a:pt x="922119" y="624199"/>
                  </a:lnTo>
                  <a:lnTo>
                    <a:pt x="974907" y="594464"/>
                  </a:lnTo>
                  <a:lnTo>
                    <a:pt x="1024987" y="566255"/>
                  </a:lnTo>
                  <a:lnTo>
                    <a:pt x="1072623" y="539422"/>
                  </a:lnTo>
                  <a:lnTo>
                    <a:pt x="1118042" y="513838"/>
                  </a:lnTo>
                  <a:lnTo>
                    <a:pt x="1161442" y="489391"/>
                  </a:lnTo>
                  <a:lnTo>
                    <a:pt x="1202995" y="465984"/>
                  </a:lnTo>
                  <a:lnTo>
                    <a:pt x="1242851" y="443534"/>
                  </a:lnTo>
                  <a:lnTo>
                    <a:pt x="1281144" y="421963"/>
                  </a:lnTo>
                  <a:lnTo>
                    <a:pt x="1317992" y="401208"/>
                  </a:lnTo>
                  <a:lnTo>
                    <a:pt x="1353499" y="381207"/>
                  </a:lnTo>
                  <a:lnTo>
                    <a:pt x="1387760" y="361908"/>
                  </a:lnTo>
                  <a:lnTo>
                    <a:pt x="1420860" y="343263"/>
                  </a:lnTo>
                  <a:lnTo>
                    <a:pt x="1452874" y="325230"/>
                  </a:lnTo>
                  <a:lnTo>
                    <a:pt x="1483872" y="307769"/>
                  </a:lnTo>
                  <a:lnTo>
                    <a:pt x="1513915" y="290846"/>
                  </a:lnTo>
                  <a:lnTo>
                    <a:pt x="1543062" y="274428"/>
                  </a:lnTo>
                  <a:lnTo>
                    <a:pt x="1571364" y="258485"/>
                  </a:lnTo>
                  <a:lnTo>
                    <a:pt x="1598868" y="242992"/>
                  </a:lnTo>
                  <a:lnTo>
                    <a:pt x="1625619" y="227924"/>
                  </a:lnTo>
                  <a:lnTo>
                    <a:pt x="1651657" y="213257"/>
                  </a:lnTo>
                  <a:lnTo>
                    <a:pt x="1677018" y="198972"/>
                  </a:lnTo>
                  <a:lnTo>
                    <a:pt x="1701737" y="185048"/>
                  </a:lnTo>
                  <a:lnTo>
                    <a:pt x="1725845" y="171468"/>
                  </a:lnTo>
                  <a:lnTo>
                    <a:pt x="1749372" y="158215"/>
                  </a:lnTo>
                  <a:lnTo>
                    <a:pt x="1772346" y="145274"/>
                  </a:lnTo>
                  <a:lnTo>
                    <a:pt x="1794792" y="132630"/>
                  </a:lnTo>
                  <a:lnTo>
                    <a:pt x="1816733" y="120271"/>
                  </a:lnTo>
                  <a:lnTo>
                    <a:pt x="1838192" y="108183"/>
                  </a:lnTo>
                  <a:lnTo>
                    <a:pt x="1859190" y="96356"/>
                  </a:lnTo>
                  <a:lnTo>
                    <a:pt x="1879745" y="84777"/>
                  </a:lnTo>
                  <a:lnTo>
                    <a:pt x="1899877" y="73437"/>
                  </a:lnTo>
                  <a:lnTo>
                    <a:pt x="1919601" y="62326"/>
                  </a:lnTo>
                  <a:lnTo>
                    <a:pt x="1938935" y="51436"/>
                  </a:lnTo>
                  <a:lnTo>
                    <a:pt x="1957894" y="40756"/>
                  </a:lnTo>
                  <a:lnTo>
                    <a:pt x="1976492" y="30280"/>
                  </a:lnTo>
                  <a:lnTo>
                    <a:pt x="1994742" y="20000"/>
                  </a:lnTo>
                  <a:lnTo>
                    <a:pt x="2012657" y="9909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9506963" y="2480234"/>
              <a:ext cx="2030249" cy="310830"/>
            </a:xfrm>
            <a:custGeom>
              <a:avLst/>
              <a:pathLst>
                <a:path w="2030249" h="310830">
                  <a:moveTo>
                    <a:pt x="0" y="0"/>
                  </a:moveTo>
                  <a:lnTo>
                    <a:pt x="130372" y="19959"/>
                  </a:lnTo>
                  <a:lnTo>
                    <a:pt x="245369" y="37565"/>
                  </a:lnTo>
                  <a:lnTo>
                    <a:pt x="348237" y="53315"/>
                  </a:lnTo>
                  <a:lnTo>
                    <a:pt x="441292" y="67561"/>
                  </a:lnTo>
                  <a:lnTo>
                    <a:pt x="526245" y="80568"/>
                  </a:lnTo>
                  <a:lnTo>
                    <a:pt x="604395" y="92532"/>
                  </a:lnTo>
                  <a:lnTo>
                    <a:pt x="676749" y="103610"/>
                  </a:lnTo>
                  <a:lnTo>
                    <a:pt x="744110" y="113923"/>
                  </a:lnTo>
                  <a:lnTo>
                    <a:pt x="807122" y="123570"/>
                  </a:lnTo>
                  <a:lnTo>
                    <a:pt x="866312" y="132632"/>
                  </a:lnTo>
                  <a:lnTo>
                    <a:pt x="922119" y="141176"/>
                  </a:lnTo>
                  <a:lnTo>
                    <a:pt x="974907" y="149257"/>
                  </a:lnTo>
                  <a:lnTo>
                    <a:pt x="1024987" y="156925"/>
                  </a:lnTo>
                  <a:lnTo>
                    <a:pt x="1072623" y="164218"/>
                  </a:lnTo>
                  <a:lnTo>
                    <a:pt x="1118042" y="171171"/>
                  </a:lnTo>
                  <a:lnTo>
                    <a:pt x="1161442" y="177816"/>
                  </a:lnTo>
                  <a:lnTo>
                    <a:pt x="1202995" y="184178"/>
                  </a:lnTo>
                  <a:lnTo>
                    <a:pt x="1242851" y="190280"/>
                  </a:lnTo>
                  <a:lnTo>
                    <a:pt x="1281144" y="196142"/>
                  </a:lnTo>
                  <a:lnTo>
                    <a:pt x="1317992" y="201784"/>
                  </a:lnTo>
                  <a:lnTo>
                    <a:pt x="1353499" y="207220"/>
                  </a:lnTo>
                  <a:lnTo>
                    <a:pt x="1387760" y="212465"/>
                  </a:lnTo>
                  <a:lnTo>
                    <a:pt x="1420860" y="217533"/>
                  </a:lnTo>
                  <a:lnTo>
                    <a:pt x="1452874" y="222434"/>
                  </a:lnTo>
                  <a:lnTo>
                    <a:pt x="1483872" y="227180"/>
                  </a:lnTo>
                  <a:lnTo>
                    <a:pt x="1513915" y="231779"/>
                  </a:lnTo>
                  <a:lnTo>
                    <a:pt x="1543062" y="236242"/>
                  </a:lnTo>
                  <a:lnTo>
                    <a:pt x="1571364" y="240575"/>
                  </a:lnTo>
                  <a:lnTo>
                    <a:pt x="1598868" y="244786"/>
                  </a:lnTo>
                  <a:lnTo>
                    <a:pt x="1625619" y="248881"/>
                  </a:lnTo>
                  <a:lnTo>
                    <a:pt x="1651657" y="252868"/>
                  </a:lnTo>
                  <a:lnTo>
                    <a:pt x="1677018" y="256750"/>
                  </a:lnTo>
                  <a:lnTo>
                    <a:pt x="1701737" y="260535"/>
                  </a:lnTo>
                  <a:lnTo>
                    <a:pt x="1725845" y="264226"/>
                  </a:lnTo>
                  <a:lnTo>
                    <a:pt x="1749372" y="267828"/>
                  </a:lnTo>
                  <a:lnTo>
                    <a:pt x="1772346" y="271345"/>
                  </a:lnTo>
                  <a:lnTo>
                    <a:pt x="1794792" y="274782"/>
                  </a:lnTo>
                  <a:lnTo>
                    <a:pt x="1816733" y="278141"/>
                  </a:lnTo>
                  <a:lnTo>
                    <a:pt x="1838192" y="281426"/>
                  </a:lnTo>
                  <a:lnTo>
                    <a:pt x="1859190" y="284641"/>
                  </a:lnTo>
                  <a:lnTo>
                    <a:pt x="1879745" y="287788"/>
                  </a:lnTo>
                  <a:lnTo>
                    <a:pt x="1899877" y="290870"/>
                  </a:lnTo>
                  <a:lnTo>
                    <a:pt x="1919601" y="293890"/>
                  </a:lnTo>
                  <a:lnTo>
                    <a:pt x="1938935" y="296850"/>
                  </a:lnTo>
                  <a:lnTo>
                    <a:pt x="1957894" y="299752"/>
                  </a:lnTo>
                  <a:lnTo>
                    <a:pt x="1976492" y="302600"/>
                  </a:lnTo>
                  <a:lnTo>
                    <a:pt x="1994742" y="305394"/>
                  </a:lnTo>
                  <a:lnTo>
                    <a:pt x="2012657" y="308137"/>
                  </a:lnTo>
                  <a:lnTo>
                    <a:pt x="2030249" y="31083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9506963" y="1826416"/>
              <a:ext cx="2030249" cy="426636"/>
            </a:xfrm>
            <a:custGeom>
              <a:avLst/>
              <a:pathLst>
                <a:path w="2030249" h="426636">
                  <a:moveTo>
                    <a:pt x="0" y="0"/>
                  </a:moveTo>
                  <a:lnTo>
                    <a:pt x="130372" y="27396"/>
                  </a:lnTo>
                  <a:lnTo>
                    <a:pt x="245369" y="51561"/>
                  </a:lnTo>
                  <a:lnTo>
                    <a:pt x="348237" y="73178"/>
                  </a:lnTo>
                  <a:lnTo>
                    <a:pt x="441292" y="92733"/>
                  </a:lnTo>
                  <a:lnTo>
                    <a:pt x="526245" y="110585"/>
                  </a:lnTo>
                  <a:lnTo>
                    <a:pt x="604395" y="127007"/>
                  </a:lnTo>
                  <a:lnTo>
                    <a:pt x="676749" y="142212"/>
                  </a:lnTo>
                  <a:lnTo>
                    <a:pt x="744110" y="156367"/>
                  </a:lnTo>
                  <a:lnTo>
                    <a:pt x="807122" y="169608"/>
                  </a:lnTo>
                  <a:lnTo>
                    <a:pt x="866312" y="182046"/>
                  </a:lnTo>
                  <a:lnTo>
                    <a:pt x="922119" y="193774"/>
                  </a:lnTo>
                  <a:lnTo>
                    <a:pt x="974907" y="204866"/>
                  </a:lnTo>
                  <a:lnTo>
                    <a:pt x="1024987" y="215390"/>
                  </a:lnTo>
                  <a:lnTo>
                    <a:pt x="1072623" y="225400"/>
                  </a:lnTo>
                  <a:lnTo>
                    <a:pt x="1118042" y="234945"/>
                  </a:lnTo>
                  <a:lnTo>
                    <a:pt x="1161442" y="244065"/>
                  </a:lnTo>
                  <a:lnTo>
                    <a:pt x="1202995" y="252797"/>
                  </a:lnTo>
                  <a:lnTo>
                    <a:pt x="1242851" y="261172"/>
                  </a:lnTo>
                  <a:lnTo>
                    <a:pt x="1281144" y="269219"/>
                  </a:lnTo>
                  <a:lnTo>
                    <a:pt x="1317992" y="276962"/>
                  </a:lnTo>
                  <a:lnTo>
                    <a:pt x="1353499" y="284424"/>
                  </a:lnTo>
                  <a:lnTo>
                    <a:pt x="1387760" y="291623"/>
                  </a:lnTo>
                  <a:lnTo>
                    <a:pt x="1420860" y="298579"/>
                  </a:lnTo>
                  <a:lnTo>
                    <a:pt x="1452874" y="305306"/>
                  </a:lnTo>
                  <a:lnTo>
                    <a:pt x="1483872" y="311820"/>
                  </a:lnTo>
                  <a:lnTo>
                    <a:pt x="1513915" y="318134"/>
                  </a:lnTo>
                  <a:lnTo>
                    <a:pt x="1543062" y="324259"/>
                  </a:lnTo>
                  <a:lnTo>
                    <a:pt x="1571364" y="330206"/>
                  </a:lnTo>
                  <a:lnTo>
                    <a:pt x="1598868" y="335986"/>
                  </a:lnTo>
                  <a:lnTo>
                    <a:pt x="1625619" y="341607"/>
                  </a:lnTo>
                  <a:lnTo>
                    <a:pt x="1651657" y="347079"/>
                  </a:lnTo>
                  <a:lnTo>
                    <a:pt x="1677018" y="352408"/>
                  </a:lnTo>
                  <a:lnTo>
                    <a:pt x="1701737" y="357602"/>
                  </a:lnTo>
                  <a:lnTo>
                    <a:pt x="1725845" y="362668"/>
                  </a:lnTo>
                  <a:lnTo>
                    <a:pt x="1749372" y="367613"/>
                  </a:lnTo>
                  <a:lnTo>
                    <a:pt x="1772346" y="372440"/>
                  </a:lnTo>
                  <a:lnTo>
                    <a:pt x="1794792" y="377157"/>
                  </a:lnTo>
                  <a:lnTo>
                    <a:pt x="1816733" y="381768"/>
                  </a:lnTo>
                  <a:lnTo>
                    <a:pt x="1838192" y="386277"/>
                  </a:lnTo>
                  <a:lnTo>
                    <a:pt x="1859190" y="390690"/>
                  </a:lnTo>
                  <a:lnTo>
                    <a:pt x="1879745" y="395009"/>
                  </a:lnTo>
                  <a:lnTo>
                    <a:pt x="1899877" y="399239"/>
                  </a:lnTo>
                  <a:lnTo>
                    <a:pt x="1919601" y="403384"/>
                  </a:lnTo>
                  <a:lnTo>
                    <a:pt x="1938935" y="407447"/>
                  </a:lnTo>
                  <a:lnTo>
                    <a:pt x="1957894" y="411431"/>
                  </a:lnTo>
                  <a:lnTo>
                    <a:pt x="1976492" y="415339"/>
                  </a:lnTo>
                  <a:lnTo>
                    <a:pt x="1994742" y="419174"/>
                  </a:lnTo>
                  <a:lnTo>
                    <a:pt x="2012657" y="422939"/>
                  </a:lnTo>
                  <a:lnTo>
                    <a:pt x="2030249" y="42663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9506963" y="2561426"/>
              <a:ext cx="2030249" cy="319014"/>
            </a:xfrm>
            <a:custGeom>
              <a:avLst/>
              <a:pathLst>
                <a:path w="2030249" h="319014">
                  <a:moveTo>
                    <a:pt x="0" y="319014"/>
                  </a:moveTo>
                  <a:lnTo>
                    <a:pt x="130372" y="298529"/>
                  </a:lnTo>
                  <a:lnTo>
                    <a:pt x="245369" y="280459"/>
                  </a:lnTo>
                  <a:lnTo>
                    <a:pt x="348237" y="264296"/>
                  </a:lnTo>
                  <a:lnTo>
                    <a:pt x="441292" y="249674"/>
                  </a:lnTo>
                  <a:lnTo>
                    <a:pt x="526245" y="236325"/>
                  </a:lnTo>
                  <a:lnTo>
                    <a:pt x="604395" y="224045"/>
                  </a:lnTo>
                  <a:lnTo>
                    <a:pt x="676749" y="212676"/>
                  </a:lnTo>
                  <a:lnTo>
                    <a:pt x="744110" y="202092"/>
                  </a:lnTo>
                  <a:lnTo>
                    <a:pt x="807122" y="192191"/>
                  </a:lnTo>
                  <a:lnTo>
                    <a:pt x="866312" y="182890"/>
                  </a:lnTo>
                  <a:lnTo>
                    <a:pt x="922119" y="174121"/>
                  </a:lnTo>
                  <a:lnTo>
                    <a:pt x="974907" y="165826"/>
                  </a:lnTo>
                  <a:lnTo>
                    <a:pt x="1024987" y="157957"/>
                  </a:lnTo>
                  <a:lnTo>
                    <a:pt x="1072623" y="150472"/>
                  </a:lnTo>
                  <a:lnTo>
                    <a:pt x="1118042" y="143335"/>
                  </a:lnTo>
                  <a:lnTo>
                    <a:pt x="1161442" y="136516"/>
                  </a:lnTo>
                  <a:lnTo>
                    <a:pt x="1202995" y="129987"/>
                  </a:lnTo>
                  <a:lnTo>
                    <a:pt x="1242851" y="123724"/>
                  </a:lnTo>
                  <a:lnTo>
                    <a:pt x="1281144" y="117707"/>
                  </a:lnTo>
                  <a:lnTo>
                    <a:pt x="1317992" y="111917"/>
                  </a:lnTo>
                  <a:lnTo>
                    <a:pt x="1353499" y="106338"/>
                  </a:lnTo>
                  <a:lnTo>
                    <a:pt x="1387760" y="100954"/>
                  </a:lnTo>
                  <a:lnTo>
                    <a:pt x="1420860" y="95753"/>
                  </a:lnTo>
                  <a:lnTo>
                    <a:pt x="1452874" y="90723"/>
                  </a:lnTo>
                  <a:lnTo>
                    <a:pt x="1483872" y="85852"/>
                  </a:lnTo>
                  <a:lnTo>
                    <a:pt x="1513915" y="81131"/>
                  </a:lnTo>
                  <a:lnTo>
                    <a:pt x="1543062" y="76552"/>
                  </a:lnTo>
                  <a:lnTo>
                    <a:pt x="1571364" y="72105"/>
                  </a:lnTo>
                  <a:lnTo>
                    <a:pt x="1598868" y="67783"/>
                  </a:lnTo>
                  <a:lnTo>
                    <a:pt x="1625619" y="63579"/>
                  </a:lnTo>
                  <a:lnTo>
                    <a:pt x="1651657" y="59488"/>
                  </a:lnTo>
                  <a:lnTo>
                    <a:pt x="1677018" y="55503"/>
                  </a:lnTo>
                  <a:lnTo>
                    <a:pt x="1701737" y="51619"/>
                  </a:lnTo>
                  <a:lnTo>
                    <a:pt x="1725845" y="47831"/>
                  </a:lnTo>
                  <a:lnTo>
                    <a:pt x="1749372" y="44134"/>
                  </a:lnTo>
                  <a:lnTo>
                    <a:pt x="1772346" y="40524"/>
                  </a:lnTo>
                  <a:lnTo>
                    <a:pt x="1794792" y="36997"/>
                  </a:lnTo>
                  <a:lnTo>
                    <a:pt x="1816733" y="33549"/>
                  </a:lnTo>
                  <a:lnTo>
                    <a:pt x="1838192" y="30178"/>
                  </a:lnTo>
                  <a:lnTo>
                    <a:pt x="1859190" y="26878"/>
                  </a:lnTo>
                  <a:lnTo>
                    <a:pt x="1879745" y="23648"/>
                  </a:lnTo>
                  <a:lnTo>
                    <a:pt x="1899877" y="20485"/>
                  </a:lnTo>
                  <a:lnTo>
                    <a:pt x="1919601" y="17386"/>
                  </a:lnTo>
                  <a:lnTo>
                    <a:pt x="1938935" y="14348"/>
                  </a:lnTo>
                  <a:lnTo>
                    <a:pt x="1957894" y="11369"/>
                  </a:lnTo>
                  <a:lnTo>
                    <a:pt x="1976492" y="8446"/>
                  </a:lnTo>
                  <a:lnTo>
                    <a:pt x="1994742" y="5579"/>
                  </a:lnTo>
                  <a:lnTo>
                    <a:pt x="2012657" y="2764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9506963" y="2440908"/>
              <a:ext cx="2030249" cy="549276"/>
            </a:xfrm>
            <a:custGeom>
              <a:avLst/>
              <a:pathLst>
                <a:path w="2030249" h="549276">
                  <a:moveTo>
                    <a:pt x="0" y="549276"/>
                  </a:moveTo>
                  <a:lnTo>
                    <a:pt x="130372" y="514004"/>
                  </a:lnTo>
                  <a:lnTo>
                    <a:pt x="245369" y="482892"/>
                  </a:lnTo>
                  <a:lnTo>
                    <a:pt x="348237" y="455062"/>
                  </a:lnTo>
                  <a:lnTo>
                    <a:pt x="441292" y="429886"/>
                  </a:lnTo>
                  <a:lnTo>
                    <a:pt x="526245" y="406902"/>
                  </a:lnTo>
                  <a:lnTo>
                    <a:pt x="604395" y="385759"/>
                  </a:lnTo>
                  <a:lnTo>
                    <a:pt x="676749" y="366184"/>
                  </a:lnTo>
                  <a:lnTo>
                    <a:pt x="744110" y="347960"/>
                  </a:lnTo>
                  <a:lnTo>
                    <a:pt x="807122" y="330912"/>
                  </a:lnTo>
                  <a:lnTo>
                    <a:pt x="866312" y="314898"/>
                  </a:lnTo>
                  <a:lnTo>
                    <a:pt x="922119" y="299800"/>
                  </a:lnTo>
                  <a:lnTo>
                    <a:pt x="974907" y="285518"/>
                  </a:lnTo>
                  <a:lnTo>
                    <a:pt x="1024987" y="271969"/>
                  </a:lnTo>
                  <a:lnTo>
                    <a:pt x="1072623" y="259082"/>
                  </a:lnTo>
                  <a:lnTo>
                    <a:pt x="1118042" y="246794"/>
                  </a:lnTo>
                  <a:lnTo>
                    <a:pt x="1161442" y="235052"/>
                  </a:lnTo>
                  <a:lnTo>
                    <a:pt x="1202995" y="223810"/>
                  </a:lnTo>
                  <a:lnTo>
                    <a:pt x="1242851" y="213027"/>
                  </a:lnTo>
                  <a:lnTo>
                    <a:pt x="1281144" y="202667"/>
                  </a:lnTo>
                  <a:lnTo>
                    <a:pt x="1317992" y="192698"/>
                  </a:lnTo>
                  <a:lnTo>
                    <a:pt x="1353499" y="183092"/>
                  </a:lnTo>
                  <a:lnTo>
                    <a:pt x="1387760" y="173822"/>
                  </a:lnTo>
                  <a:lnTo>
                    <a:pt x="1420860" y="164867"/>
                  </a:lnTo>
                  <a:lnTo>
                    <a:pt x="1452874" y="156206"/>
                  </a:lnTo>
                  <a:lnTo>
                    <a:pt x="1483872" y="147820"/>
                  </a:lnTo>
                  <a:lnTo>
                    <a:pt x="1513915" y="139692"/>
                  </a:lnTo>
                  <a:lnTo>
                    <a:pt x="1543062" y="131806"/>
                  </a:lnTo>
                  <a:lnTo>
                    <a:pt x="1571364" y="124149"/>
                  </a:lnTo>
                  <a:lnTo>
                    <a:pt x="1598868" y="116708"/>
                  </a:lnTo>
                  <a:lnTo>
                    <a:pt x="1625619" y="109471"/>
                  </a:lnTo>
                  <a:lnTo>
                    <a:pt x="1651657" y="102426"/>
                  </a:lnTo>
                  <a:lnTo>
                    <a:pt x="1677018" y="95565"/>
                  </a:lnTo>
                  <a:lnTo>
                    <a:pt x="1701737" y="88877"/>
                  </a:lnTo>
                  <a:lnTo>
                    <a:pt x="1725845" y="82355"/>
                  </a:lnTo>
                  <a:lnTo>
                    <a:pt x="1749372" y="75990"/>
                  </a:lnTo>
                  <a:lnTo>
                    <a:pt x="1772346" y="69774"/>
                  </a:lnTo>
                  <a:lnTo>
                    <a:pt x="1794792" y="63702"/>
                  </a:lnTo>
                  <a:lnTo>
                    <a:pt x="1816733" y="57765"/>
                  </a:lnTo>
                  <a:lnTo>
                    <a:pt x="1838192" y="51960"/>
                  </a:lnTo>
                  <a:lnTo>
                    <a:pt x="1859190" y="46279"/>
                  </a:lnTo>
                  <a:lnTo>
                    <a:pt x="1879745" y="40718"/>
                  </a:lnTo>
                  <a:lnTo>
                    <a:pt x="1899877" y="35271"/>
                  </a:lnTo>
                  <a:lnTo>
                    <a:pt x="1919601" y="29935"/>
                  </a:lnTo>
                  <a:lnTo>
                    <a:pt x="1938935" y="24704"/>
                  </a:lnTo>
                  <a:lnTo>
                    <a:pt x="1957894" y="19575"/>
                  </a:lnTo>
                  <a:lnTo>
                    <a:pt x="1976492" y="14543"/>
                  </a:lnTo>
                  <a:lnTo>
                    <a:pt x="1994742" y="9606"/>
                  </a:lnTo>
                  <a:lnTo>
                    <a:pt x="2012657" y="4759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9506963" y="2921968"/>
              <a:ext cx="2030249" cy="123129"/>
            </a:xfrm>
            <a:custGeom>
              <a:avLst/>
              <a:pathLst>
                <a:path w="2030249" h="123129">
                  <a:moveTo>
                    <a:pt x="0" y="123129"/>
                  </a:moveTo>
                  <a:lnTo>
                    <a:pt x="130372" y="115223"/>
                  </a:lnTo>
                  <a:lnTo>
                    <a:pt x="245369" y="108248"/>
                  </a:lnTo>
                  <a:lnTo>
                    <a:pt x="348237" y="102010"/>
                  </a:lnTo>
                  <a:lnTo>
                    <a:pt x="441292" y="96366"/>
                  </a:lnTo>
                  <a:lnTo>
                    <a:pt x="526245" y="91214"/>
                  </a:lnTo>
                  <a:lnTo>
                    <a:pt x="604395" y="86474"/>
                  </a:lnTo>
                  <a:lnTo>
                    <a:pt x="676749" y="82086"/>
                  </a:lnTo>
                  <a:lnTo>
                    <a:pt x="744110" y="78001"/>
                  </a:lnTo>
                  <a:lnTo>
                    <a:pt x="807122" y="74179"/>
                  </a:lnTo>
                  <a:lnTo>
                    <a:pt x="866312" y="70590"/>
                  </a:lnTo>
                  <a:lnTo>
                    <a:pt x="922119" y="67205"/>
                  </a:lnTo>
                  <a:lnTo>
                    <a:pt x="974907" y="64004"/>
                  </a:lnTo>
                  <a:lnTo>
                    <a:pt x="1024987" y="60966"/>
                  </a:lnTo>
                  <a:lnTo>
                    <a:pt x="1072623" y="58077"/>
                  </a:lnTo>
                  <a:lnTo>
                    <a:pt x="1118042" y="55323"/>
                  </a:lnTo>
                  <a:lnTo>
                    <a:pt x="1161442" y="52691"/>
                  </a:lnTo>
                  <a:lnTo>
                    <a:pt x="1202995" y="50171"/>
                  </a:lnTo>
                  <a:lnTo>
                    <a:pt x="1242851" y="47753"/>
                  </a:lnTo>
                  <a:lnTo>
                    <a:pt x="1281144" y="45431"/>
                  </a:lnTo>
                  <a:lnTo>
                    <a:pt x="1317992" y="43196"/>
                  </a:lnTo>
                  <a:lnTo>
                    <a:pt x="1353499" y="41043"/>
                  </a:lnTo>
                  <a:lnTo>
                    <a:pt x="1387760" y="38965"/>
                  </a:lnTo>
                  <a:lnTo>
                    <a:pt x="1420860" y="36958"/>
                  </a:lnTo>
                  <a:lnTo>
                    <a:pt x="1452874" y="35016"/>
                  </a:lnTo>
                  <a:lnTo>
                    <a:pt x="1483872" y="33136"/>
                  </a:lnTo>
                  <a:lnTo>
                    <a:pt x="1513915" y="31314"/>
                  </a:lnTo>
                  <a:lnTo>
                    <a:pt x="1543062" y="29546"/>
                  </a:lnTo>
                  <a:lnTo>
                    <a:pt x="1571364" y="27830"/>
                  </a:lnTo>
                  <a:lnTo>
                    <a:pt x="1598868" y="26162"/>
                  </a:lnTo>
                  <a:lnTo>
                    <a:pt x="1625619" y="24539"/>
                  </a:lnTo>
                  <a:lnTo>
                    <a:pt x="1651657" y="22960"/>
                  </a:lnTo>
                  <a:lnTo>
                    <a:pt x="1677018" y="21422"/>
                  </a:lnTo>
                  <a:lnTo>
                    <a:pt x="1701737" y="19923"/>
                  </a:lnTo>
                  <a:lnTo>
                    <a:pt x="1725845" y="18461"/>
                  </a:lnTo>
                  <a:lnTo>
                    <a:pt x="1749372" y="17034"/>
                  </a:lnTo>
                  <a:lnTo>
                    <a:pt x="1772346" y="15641"/>
                  </a:lnTo>
                  <a:lnTo>
                    <a:pt x="1794792" y="14279"/>
                  </a:lnTo>
                  <a:lnTo>
                    <a:pt x="1816733" y="12949"/>
                  </a:lnTo>
                  <a:lnTo>
                    <a:pt x="1838192" y="11647"/>
                  </a:lnTo>
                  <a:lnTo>
                    <a:pt x="1859190" y="10374"/>
                  </a:lnTo>
                  <a:lnTo>
                    <a:pt x="1879745" y="9127"/>
                  </a:lnTo>
                  <a:lnTo>
                    <a:pt x="1899877" y="7906"/>
                  </a:lnTo>
                  <a:lnTo>
                    <a:pt x="1919601" y="6710"/>
                  </a:lnTo>
                  <a:lnTo>
                    <a:pt x="1938935" y="5537"/>
                  </a:lnTo>
                  <a:lnTo>
                    <a:pt x="1957894" y="4388"/>
                  </a:lnTo>
                  <a:lnTo>
                    <a:pt x="1976492" y="3260"/>
                  </a:lnTo>
                  <a:lnTo>
                    <a:pt x="1994742" y="2153"/>
                  </a:lnTo>
                  <a:lnTo>
                    <a:pt x="2012657" y="1066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9506963" y="2664547"/>
              <a:ext cx="2030249" cy="160637"/>
            </a:xfrm>
            <a:custGeom>
              <a:avLst/>
              <a:pathLst>
                <a:path w="2030249" h="160637">
                  <a:moveTo>
                    <a:pt x="0" y="160637"/>
                  </a:moveTo>
                  <a:lnTo>
                    <a:pt x="130372" y="150322"/>
                  </a:lnTo>
                  <a:lnTo>
                    <a:pt x="245369" y="141223"/>
                  </a:lnTo>
                  <a:lnTo>
                    <a:pt x="348237" y="133084"/>
                  </a:lnTo>
                  <a:lnTo>
                    <a:pt x="441292" y="125721"/>
                  </a:lnTo>
                  <a:lnTo>
                    <a:pt x="526245" y="118999"/>
                  </a:lnTo>
                  <a:lnTo>
                    <a:pt x="604395" y="112816"/>
                  </a:lnTo>
                  <a:lnTo>
                    <a:pt x="676749" y="107091"/>
                  </a:lnTo>
                  <a:lnTo>
                    <a:pt x="744110" y="101762"/>
                  </a:lnTo>
                  <a:lnTo>
                    <a:pt x="807122" y="96776"/>
                  </a:lnTo>
                  <a:lnTo>
                    <a:pt x="866312" y="92093"/>
                  </a:lnTo>
                  <a:lnTo>
                    <a:pt x="922119" y="87677"/>
                  </a:lnTo>
                  <a:lnTo>
                    <a:pt x="974907" y="83500"/>
                  </a:lnTo>
                  <a:lnTo>
                    <a:pt x="1024987" y="79538"/>
                  </a:lnTo>
                  <a:lnTo>
                    <a:pt x="1072623" y="75769"/>
                  </a:lnTo>
                  <a:lnTo>
                    <a:pt x="1118042" y="72175"/>
                  </a:lnTo>
                  <a:lnTo>
                    <a:pt x="1161442" y="68741"/>
                  </a:lnTo>
                  <a:lnTo>
                    <a:pt x="1202995" y="65454"/>
                  </a:lnTo>
                  <a:lnTo>
                    <a:pt x="1242851" y="62300"/>
                  </a:lnTo>
                  <a:lnTo>
                    <a:pt x="1281144" y="59270"/>
                  </a:lnTo>
                  <a:lnTo>
                    <a:pt x="1317992" y="56355"/>
                  </a:lnTo>
                  <a:lnTo>
                    <a:pt x="1353499" y="53545"/>
                  </a:lnTo>
                  <a:lnTo>
                    <a:pt x="1387760" y="50835"/>
                  </a:lnTo>
                  <a:lnTo>
                    <a:pt x="1420860" y="48216"/>
                  </a:lnTo>
                  <a:lnTo>
                    <a:pt x="1452874" y="45683"/>
                  </a:lnTo>
                  <a:lnTo>
                    <a:pt x="1483872" y="43230"/>
                  </a:lnTo>
                  <a:lnTo>
                    <a:pt x="1513915" y="40853"/>
                  </a:lnTo>
                  <a:lnTo>
                    <a:pt x="1543062" y="38547"/>
                  </a:lnTo>
                  <a:lnTo>
                    <a:pt x="1571364" y="36307"/>
                  </a:lnTo>
                  <a:lnTo>
                    <a:pt x="1598868" y="34131"/>
                  </a:lnTo>
                  <a:lnTo>
                    <a:pt x="1625619" y="32015"/>
                  </a:lnTo>
                  <a:lnTo>
                    <a:pt x="1651657" y="29955"/>
                  </a:lnTo>
                  <a:lnTo>
                    <a:pt x="1677018" y="27948"/>
                  </a:lnTo>
                  <a:lnTo>
                    <a:pt x="1701737" y="25992"/>
                  </a:lnTo>
                  <a:lnTo>
                    <a:pt x="1725845" y="24085"/>
                  </a:lnTo>
                  <a:lnTo>
                    <a:pt x="1749372" y="22223"/>
                  </a:lnTo>
                  <a:lnTo>
                    <a:pt x="1772346" y="20405"/>
                  </a:lnTo>
                  <a:lnTo>
                    <a:pt x="1794792" y="18629"/>
                  </a:lnTo>
                  <a:lnTo>
                    <a:pt x="1816733" y="16893"/>
                  </a:lnTo>
                  <a:lnTo>
                    <a:pt x="1838192" y="15195"/>
                  </a:lnTo>
                  <a:lnTo>
                    <a:pt x="1859190" y="13534"/>
                  </a:lnTo>
                  <a:lnTo>
                    <a:pt x="1879745" y="11908"/>
                  </a:lnTo>
                  <a:lnTo>
                    <a:pt x="1899877" y="10315"/>
                  </a:lnTo>
                  <a:lnTo>
                    <a:pt x="1919601" y="8754"/>
                  </a:lnTo>
                  <a:lnTo>
                    <a:pt x="1938935" y="7224"/>
                  </a:lnTo>
                  <a:lnTo>
                    <a:pt x="1957894" y="5724"/>
                  </a:lnTo>
                  <a:lnTo>
                    <a:pt x="1976492" y="4253"/>
                  </a:lnTo>
                  <a:lnTo>
                    <a:pt x="1994742" y="2809"/>
                  </a:lnTo>
                  <a:lnTo>
                    <a:pt x="2012657" y="1391"/>
                  </a:lnTo>
                  <a:lnTo>
                    <a:pt x="203024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9324432" y="33421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9324432" y="28329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9324432" y="23238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9324432" y="18147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950696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1018371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1086046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1153721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620600" y="548888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590326" y="569715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655416" y="516837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79827" y="518209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67954" y="592618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671785" y="520049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670730" y="589507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673273" y="59325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662173" y="57146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23245" y="53013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283326" y="536221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84151" y="40376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60036" y="508102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81636" y="556516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57881" y="57578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57753" y="557542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95826" y="491824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29561" y="518887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14679" y="54820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39600" y="433704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81386" y="49306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91449" y="53701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73417" y="47346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9557" y="473557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40578" y="577251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21710" y="435181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96051" y="502908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11086" y="518837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961450" y="527125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967679" y="515400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963389" y="532996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962933" y="53243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36787" y="484592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55699" y="54520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52085" y="519065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963537" y="55882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975977" y="558567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984740" y="477838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09892" y="50027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926640" y="477843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941682" y="469648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26704" y="57815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61615" y="542615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40980" y="484162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01930" y="44927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88889" y="559250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82412" y="487726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66348" y="515473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72938" y="534523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17253" y="550034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51704" y="542423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641805" y="59268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613754" y="55523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619108" y="56850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05402" y="417895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602844" y="570686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76392" y="53932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637516" y="520028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76980" y="556637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31784" y="52375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27209" y="559905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679697" y="562198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15209" y="562377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687756" y="579136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10106" y="507958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62250" y="566914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96822" y="549320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614477" y="533461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93894" y="547615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670575" y="427808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33259" y="54578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621623" y="55380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656784" y="5468641"/>
              <a:ext cx="2020852" cy="159279"/>
            </a:xfrm>
            <a:custGeom>
              <a:avLst/>
              <a:pathLst>
                <a:path w="2020852" h="159279">
                  <a:moveTo>
                    <a:pt x="0" y="0"/>
                  </a:moveTo>
                  <a:lnTo>
                    <a:pt x="129769" y="10228"/>
                  </a:lnTo>
                  <a:lnTo>
                    <a:pt x="244233" y="19250"/>
                  </a:lnTo>
                  <a:lnTo>
                    <a:pt x="346625" y="27320"/>
                  </a:lnTo>
                  <a:lnTo>
                    <a:pt x="439250" y="34620"/>
                  </a:lnTo>
                  <a:lnTo>
                    <a:pt x="523810" y="41285"/>
                  </a:lnTo>
                  <a:lnTo>
                    <a:pt x="601597" y="47416"/>
                  </a:lnTo>
                  <a:lnTo>
                    <a:pt x="673617" y="53093"/>
                  </a:lnTo>
                  <a:lnTo>
                    <a:pt x="740666" y="58377"/>
                  </a:lnTo>
                  <a:lnTo>
                    <a:pt x="803386" y="63321"/>
                  </a:lnTo>
                  <a:lnTo>
                    <a:pt x="862303" y="67965"/>
                  </a:lnTo>
                  <a:lnTo>
                    <a:pt x="917851" y="72343"/>
                  </a:lnTo>
                  <a:lnTo>
                    <a:pt x="970394" y="76484"/>
                  </a:lnTo>
                  <a:lnTo>
                    <a:pt x="1020243" y="80413"/>
                  </a:lnTo>
                  <a:lnTo>
                    <a:pt x="1067658" y="84150"/>
                  </a:lnTo>
                  <a:lnTo>
                    <a:pt x="1112867" y="87714"/>
                  </a:lnTo>
                  <a:lnTo>
                    <a:pt x="1156067" y="91119"/>
                  </a:lnTo>
                  <a:lnTo>
                    <a:pt x="1197427" y="94379"/>
                  </a:lnTo>
                  <a:lnTo>
                    <a:pt x="1237099" y="97505"/>
                  </a:lnTo>
                  <a:lnTo>
                    <a:pt x="1275215" y="100510"/>
                  </a:lnTo>
                  <a:lnTo>
                    <a:pt x="1311892" y="103400"/>
                  </a:lnTo>
                  <a:lnTo>
                    <a:pt x="1347235" y="106186"/>
                  </a:lnTo>
                  <a:lnTo>
                    <a:pt x="1381337" y="108874"/>
                  </a:lnTo>
                  <a:lnTo>
                    <a:pt x="1414283" y="111471"/>
                  </a:lnTo>
                  <a:lnTo>
                    <a:pt x="1446149" y="113982"/>
                  </a:lnTo>
                  <a:lnTo>
                    <a:pt x="1477004" y="116414"/>
                  </a:lnTo>
                  <a:lnTo>
                    <a:pt x="1506908" y="118771"/>
                  </a:lnTo>
                  <a:lnTo>
                    <a:pt x="1535920" y="121058"/>
                  </a:lnTo>
                  <a:lnTo>
                    <a:pt x="1564091" y="123278"/>
                  </a:lnTo>
                  <a:lnTo>
                    <a:pt x="1591468" y="125436"/>
                  </a:lnTo>
                  <a:lnTo>
                    <a:pt x="1618095" y="127535"/>
                  </a:lnTo>
                  <a:lnTo>
                    <a:pt x="1644012" y="129577"/>
                  </a:lnTo>
                  <a:lnTo>
                    <a:pt x="1669256" y="131567"/>
                  </a:lnTo>
                  <a:lnTo>
                    <a:pt x="1693860" y="133506"/>
                  </a:lnTo>
                  <a:lnTo>
                    <a:pt x="1717857" y="135398"/>
                  </a:lnTo>
                  <a:lnTo>
                    <a:pt x="1741276" y="137244"/>
                  </a:lnTo>
                  <a:lnTo>
                    <a:pt x="1764143" y="139046"/>
                  </a:lnTo>
                  <a:lnTo>
                    <a:pt x="1786485" y="140807"/>
                  </a:lnTo>
                  <a:lnTo>
                    <a:pt x="1808324" y="142528"/>
                  </a:lnTo>
                  <a:lnTo>
                    <a:pt x="1829684" y="144212"/>
                  </a:lnTo>
                  <a:lnTo>
                    <a:pt x="1850584" y="145859"/>
                  </a:lnTo>
                  <a:lnTo>
                    <a:pt x="1871045" y="147472"/>
                  </a:lnTo>
                  <a:lnTo>
                    <a:pt x="1891083" y="149051"/>
                  </a:lnTo>
                  <a:lnTo>
                    <a:pt x="1910716" y="150599"/>
                  </a:lnTo>
                  <a:lnTo>
                    <a:pt x="1929961" y="152115"/>
                  </a:lnTo>
                  <a:lnTo>
                    <a:pt x="1948832" y="153603"/>
                  </a:lnTo>
                  <a:lnTo>
                    <a:pt x="1967344" y="155062"/>
                  </a:lnTo>
                  <a:lnTo>
                    <a:pt x="1985509" y="156494"/>
                  </a:lnTo>
                  <a:lnTo>
                    <a:pt x="2003341" y="157899"/>
                  </a:lnTo>
                  <a:lnTo>
                    <a:pt x="2020852" y="15927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656784" y="5252590"/>
              <a:ext cx="2020852" cy="95839"/>
            </a:xfrm>
            <a:custGeom>
              <a:avLst/>
              <a:pathLst>
                <a:path w="2020852" h="95839">
                  <a:moveTo>
                    <a:pt x="0" y="0"/>
                  </a:moveTo>
                  <a:lnTo>
                    <a:pt x="129769" y="6154"/>
                  </a:lnTo>
                  <a:lnTo>
                    <a:pt x="244233" y="11582"/>
                  </a:lnTo>
                  <a:lnTo>
                    <a:pt x="346625" y="16438"/>
                  </a:lnTo>
                  <a:lnTo>
                    <a:pt x="439250" y="20831"/>
                  </a:lnTo>
                  <a:lnTo>
                    <a:pt x="523810" y="24841"/>
                  </a:lnTo>
                  <a:lnTo>
                    <a:pt x="601597" y="28530"/>
                  </a:lnTo>
                  <a:lnTo>
                    <a:pt x="673617" y="31946"/>
                  </a:lnTo>
                  <a:lnTo>
                    <a:pt x="740666" y="35126"/>
                  </a:lnTo>
                  <a:lnTo>
                    <a:pt x="803386" y="38100"/>
                  </a:lnTo>
                  <a:lnTo>
                    <a:pt x="862303" y="40894"/>
                  </a:lnTo>
                  <a:lnTo>
                    <a:pt x="917851" y="43529"/>
                  </a:lnTo>
                  <a:lnTo>
                    <a:pt x="970394" y="46021"/>
                  </a:lnTo>
                  <a:lnTo>
                    <a:pt x="1020243" y="48385"/>
                  </a:lnTo>
                  <a:lnTo>
                    <a:pt x="1067658" y="50633"/>
                  </a:lnTo>
                  <a:lnTo>
                    <a:pt x="1112867" y="52777"/>
                  </a:lnTo>
                  <a:lnTo>
                    <a:pt x="1156067" y="54826"/>
                  </a:lnTo>
                  <a:lnTo>
                    <a:pt x="1197427" y="56788"/>
                  </a:lnTo>
                  <a:lnTo>
                    <a:pt x="1237099" y="58669"/>
                  </a:lnTo>
                  <a:lnTo>
                    <a:pt x="1275215" y="60477"/>
                  </a:lnTo>
                  <a:lnTo>
                    <a:pt x="1311892" y="62216"/>
                  </a:lnTo>
                  <a:lnTo>
                    <a:pt x="1347235" y="63892"/>
                  </a:lnTo>
                  <a:lnTo>
                    <a:pt x="1381337" y="65510"/>
                  </a:lnTo>
                  <a:lnTo>
                    <a:pt x="1414283" y="67072"/>
                  </a:lnTo>
                  <a:lnTo>
                    <a:pt x="1446149" y="68583"/>
                  </a:lnTo>
                  <a:lnTo>
                    <a:pt x="1477004" y="70047"/>
                  </a:lnTo>
                  <a:lnTo>
                    <a:pt x="1506908" y="71465"/>
                  </a:lnTo>
                  <a:lnTo>
                    <a:pt x="1535920" y="72841"/>
                  </a:lnTo>
                  <a:lnTo>
                    <a:pt x="1564091" y="74177"/>
                  </a:lnTo>
                  <a:lnTo>
                    <a:pt x="1591468" y="75475"/>
                  </a:lnTo>
                  <a:lnTo>
                    <a:pt x="1618095" y="76738"/>
                  </a:lnTo>
                  <a:lnTo>
                    <a:pt x="1644012" y="77967"/>
                  </a:lnTo>
                  <a:lnTo>
                    <a:pt x="1669256" y="79164"/>
                  </a:lnTo>
                  <a:lnTo>
                    <a:pt x="1693860" y="80331"/>
                  </a:lnTo>
                  <a:lnTo>
                    <a:pt x="1717857" y="81469"/>
                  </a:lnTo>
                  <a:lnTo>
                    <a:pt x="1741276" y="82580"/>
                  </a:lnTo>
                  <a:lnTo>
                    <a:pt x="1764143" y="83664"/>
                  </a:lnTo>
                  <a:lnTo>
                    <a:pt x="1786485" y="84724"/>
                  </a:lnTo>
                  <a:lnTo>
                    <a:pt x="1808324" y="85760"/>
                  </a:lnTo>
                  <a:lnTo>
                    <a:pt x="1829684" y="86773"/>
                  </a:lnTo>
                  <a:lnTo>
                    <a:pt x="1850584" y="87764"/>
                  </a:lnTo>
                  <a:lnTo>
                    <a:pt x="1871045" y="88734"/>
                  </a:lnTo>
                  <a:lnTo>
                    <a:pt x="1891083" y="89685"/>
                  </a:lnTo>
                  <a:lnTo>
                    <a:pt x="1910716" y="90616"/>
                  </a:lnTo>
                  <a:lnTo>
                    <a:pt x="1929961" y="91528"/>
                  </a:lnTo>
                  <a:lnTo>
                    <a:pt x="1948832" y="92423"/>
                  </a:lnTo>
                  <a:lnTo>
                    <a:pt x="1967344" y="93301"/>
                  </a:lnTo>
                  <a:lnTo>
                    <a:pt x="1985509" y="94163"/>
                  </a:lnTo>
                  <a:lnTo>
                    <a:pt x="2003341" y="95008"/>
                  </a:lnTo>
                  <a:lnTo>
                    <a:pt x="2020852" y="9583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56784" y="5155376"/>
              <a:ext cx="2020852" cy="496190"/>
            </a:xfrm>
            <a:custGeom>
              <a:avLst/>
              <a:pathLst>
                <a:path w="2020852" h="496190">
                  <a:moveTo>
                    <a:pt x="0" y="0"/>
                  </a:moveTo>
                  <a:lnTo>
                    <a:pt x="129769" y="31862"/>
                  </a:lnTo>
                  <a:lnTo>
                    <a:pt x="244233" y="59967"/>
                  </a:lnTo>
                  <a:lnTo>
                    <a:pt x="346625" y="85108"/>
                  </a:lnTo>
                  <a:lnTo>
                    <a:pt x="439250" y="107851"/>
                  </a:lnTo>
                  <a:lnTo>
                    <a:pt x="523810" y="128613"/>
                  </a:lnTo>
                  <a:lnTo>
                    <a:pt x="601597" y="147713"/>
                  </a:lnTo>
                  <a:lnTo>
                    <a:pt x="673617" y="165396"/>
                  </a:lnTo>
                  <a:lnTo>
                    <a:pt x="740666" y="181859"/>
                  </a:lnTo>
                  <a:lnTo>
                    <a:pt x="803386" y="197259"/>
                  </a:lnTo>
                  <a:lnTo>
                    <a:pt x="862303" y="211725"/>
                  </a:lnTo>
                  <a:lnTo>
                    <a:pt x="917851" y="225364"/>
                  </a:lnTo>
                  <a:lnTo>
                    <a:pt x="970394" y="238266"/>
                  </a:lnTo>
                  <a:lnTo>
                    <a:pt x="1020243" y="250505"/>
                  </a:lnTo>
                  <a:lnTo>
                    <a:pt x="1067658" y="262147"/>
                  </a:lnTo>
                  <a:lnTo>
                    <a:pt x="1112867" y="273248"/>
                  </a:lnTo>
                  <a:lnTo>
                    <a:pt x="1156067" y="283855"/>
                  </a:lnTo>
                  <a:lnTo>
                    <a:pt x="1197427" y="294010"/>
                  </a:lnTo>
                  <a:lnTo>
                    <a:pt x="1237099" y="303751"/>
                  </a:lnTo>
                  <a:lnTo>
                    <a:pt x="1275215" y="313110"/>
                  </a:lnTo>
                  <a:lnTo>
                    <a:pt x="1311892" y="322115"/>
                  </a:lnTo>
                  <a:lnTo>
                    <a:pt x="1347235" y="330793"/>
                  </a:lnTo>
                  <a:lnTo>
                    <a:pt x="1381337" y="339167"/>
                  </a:lnTo>
                  <a:lnTo>
                    <a:pt x="1414283" y="347256"/>
                  </a:lnTo>
                  <a:lnTo>
                    <a:pt x="1446149" y="355081"/>
                  </a:lnTo>
                  <a:lnTo>
                    <a:pt x="1477004" y="362656"/>
                  </a:lnTo>
                  <a:lnTo>
                    <a:pt x="1506908" y="369999"/>
                  </a:lnTo>
                  <a:lnTo>
                    <a:pt x="1535920" y="377122"/>
                  </a:lnTo>
                  <a:lnTo>
                    <a:pt x="1564091" y="384039"/>
                  </a:lnTo>
                  <a:lnTo>
                    <a:pt x="1591468" y="390761"/>
                  </a:lnTo>
                  <a:lnTo>
                    <a:pt x="1618095" y="397299"/>
                  </a:lnTo>
                  <a:lnTo>
                    <a:pt x="1644012" y="403663"/>
                  </a:lnTo>
                  <a:lnTo>
                    <a:pt x="1669256" y="409861"/>
                  </a:lnTo>
                  <a:lnTo>
                    <a:pt x="1693860" y="415902"/>
                  </a:lnTo>
                  <a:lnTo>
                    <a:pt x="1717857" y="421794"/>
                  </a:lnTo>
                  <a:lnTo>
                    <a:pt x="1741276" y="427544"/>
                  </a:lnTo>
                  <a:lnTo>
                    <a:pt x="1764143" y="433159"/>
                  </a:lnTo>
                  <a:lnTo>
                    <a:pt x="1786485" y="438645"/>
                  </a:lnTo>
                  <a:lnTo>
                    <a:pt x="1808324" y="444007"/>
                  </a:lnTo>
                  <a:lnTo>
                    <a:pt x="1829684" y="449252"/>
                  </a:lnTo>
                  <a:lnTo>
                    <a:pt x="1850584" y="454384"/>
                  </a:lnTo>
                  <a:lnTo>
                    <a:pt x="1871045" y="459407"/>
                  </a:lnTo>
                  <a:lnTo>
                    <a:pt x="1891083" y="464327"/>
                  </a:lnTo>
                  <a:lnTo>
                    <a:pt x="1910716" y="469148"/>
                  </a:lnTo>
                  <a:lnTo>
                    <a:pt x="1929961" y="473873"/>
                  </a:lnTo>
                  <a:lnTo>
                    <a:pt x="1948832" y="478507"/>
                  </a:lnTo>
                  <a:lnTo>
                    <a:pt x="1967344" y="483052"/>
                  </a:lnTo>
                  <a:lnTo>
                    <a:pt x="1985509" y="487512"/>
                  </a:lnTo>
                  <a:lnTo>
                    <a:pt x="2003341" y="491891"/>
                  </a:lnTo>
                  <a:lnTo>
                    <a:pt x="2020852" y="49619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56784" y="4980503"/>
              <a:ext cx="2020852" cy="772030"/>
            </a:xfrm>
            <a:custGeom>
              <a:avLst/>
              <a:pathLst>
                <a:path w="2020852" h="772030">
                  <a:moveTo>
                    <a:pt x="0" y="772030"/>
                  </a:moveTo>
                  <a:lnTo>
                    <a:pt x="129769" y="722454"/>
                  </a:lnTo>
                  <a:lnTo>
                    <a:pt x="244233" y="678725"/>
                  </a:lnTo>
                  <a:lnTo>
                    <a:pt x="346625" y="639608"/>
                  </a:lnTo>
                  <a:lnTo>
                    <a:pt x="439250" y="604222"/>
                  </a:lnTo>
                  <a:lnTo>
                    <a:pt x="523810" y="571918"/>
                  </a:lnTo>
                  <a:lnTo>
                    <a:pt x="601597" y="542200"/>
                  </a:lnTo>
                  <a:lnTo>
                    <a:pt x="673617" y="514686"/>
                  </a:lnTo>
                  <a:lnTo>
                    <a:pt x="740666" y="489072"/>
                  </a:lnTo>
                  <a:lnTo>
                    <a:pt x="803386" y="465111"/>
                  </a:lnTo>
                  <a:lnTo>
                    <a:pt x="862303" y="442603"/>
                  </a:lnTo>
                  <a:lnTo>
                    <a:pt x="917851" y="421381"/>
                  </a:lnTo>
                  <a:lnTo>
                    <a:pt x="970394" y="401308"/>
                  </a:lnTo>
                  <a:lnTo>
                    <a:pt x="1020243" y="382264"/>
                  </a:lnTo>
                  <a:lnTo>
                    <a:pt x="1067658" y="364150"/>
                  </a:lnTo>
                  <a:lnTo>
                    <a:pt x="1112867" y="346879"/>
                  </a:lnTo>
                  <a:lnTo>
                    <a:pt x="1156067" y="330375"/>
                  </a:lnTo>
                  <a:lnTo>
                    <a:pt x="1197427" y="314574"/>
                  </a:lnTo>
                  <a:lnTo>
                    <a:pt x="1237099" y="299418"/>
                  </a:lnTo>
                  <a:lnTo>
                    <a:pt x="1275215" y="284857"/>
                  </a:lnTo>
                  <a:lnTo>
                    <a:pt x="1311892" y="270845"/>
                  </a:lnTo>
                  <a:lnTo>
                    <a:pt x="1347235" y="257343"/>
                  </a:lnTo>
                  <a:lnTo>
                    <a:pt x="1381337" y="244315"/>
                  </a:lnTo>
                  <a:lnTo>
                    <a:pt x="1414283" y="231728"/>
                  </a:lnTo>
                  <a:lnTo>
                    <a:pt x="1446149" y="219554"/>
                  </a:lnTo>
                  <a:lnTo>
                    <a:pt x="1477004" y="207767"/>
                  </a:lnTo>
                  <a:lnTo>
                    <a:pt x="1506908" y="196342"/>
                  </a:lnTo>
                  <a:lnTo>
                    <a:pt x="1535920" y="185259"/>
                  </a:lnTo>
                  <a:lnTo>
                    <a:pt x="1564091" y="174497"/>
                  </a:lnTo>
                  <a:lnTo>
                    <a:pt x="1591468" y="164038"/>
                  </a:lnTo>
                  <a:lnTo>
                    <a:pt x="1618095" y="153866"/>
                  </a:lnTo>
                  <a:lnTo>
                    <a:pt x="1644012" y="143965"/>
                  </a:lnTo>
                  <a:lnTo>
                    <a:pt x="1669256" y="134321"/>
                  </a:lnTo>
                  <a:lnTo>
                    <a:pt x="1693860" y="124921"/>
                  </a:lnTo>
                  <a:lnTo>
                    <a:pt x="1717857" y="115753"/>
                  </a:lnTo>
                  <a:lnTo>
                    <a:pt x="1741276" y="106807"/>
                  </a:lnTo>
                  <a:lnTo>
                    <a:pt x="1764143" y="98071"/>
                  </a:lnTo>
                  <a:lnTo>
                    <a:pt x="1786485" y="89535"/>
                  </a:lnTo>
                  <a:lnTo>
                    <a:pt x="1808324" y="81192"/>
                  </a:lnTo>
                  <a:lnTo>
                    <a:pt x="1829684" y="73032"/>
                  </a:lnTo>
                  <a:lnTo>
                    <a:pt x="1850584" y="65047"/>
                  </a:lnTo>
                  <a:lnTo>
                    <a:pt x="1871045" y="57231"/>
                  </a:lnTo>
                  <a:lnTo>
                    <a:pt x="1891083" y="49575"/>
                  </a:lnTo>
                  <a:lnTo>
                    <a:pt x="1910716" y="42075"/>
                  </a:lnTo>
                  <a:lnTo>
                    <a:pt x="1929961" y="34723"/>
                  </a:lnTo>
                  <a:lnTo>
                    <a:pt x="1948832" y="27513"/>
                  </a:lnTo>
                  <a:lnTo>
                    <a:pt x="1967344" y="20441"/>
                  </a:lnTo>
                  <a:lnTo>
                    <a:pt x="1985509" y="13502"/>
                  </a:lnTo>
                  <a:lnTo>
                    <a:pt x="2003341" y="6689"/>
                  </a:lnTo>
                  <a:lnTo>
                    <a:pt x="202085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56784" y="5448339"/>
              <a:ext cx="2020852" cy="10764"/>
            </a:xfrm>
            <a:custGeom>
              <a:avLst/>
              <a:pathLst>
                <a:path w="2020852" h="10764">
                  <a:moveTo>
                    <a:pt x="0" y="10764"/>
                  </a:moveTo>
                  <a:lnTo>
                    <a:pt x="129769" y="10072"/>
                  </a:lnTo>
                  <a:lnTo>
                    <a:pt x="244233" y="9463"/>
                  </a:lnTo>
                  <a:lnTo>
                    <a:pt x="346625" y="8917"/>
                  </a:lnTo>
                  <a:lnTo>
                    <a:pt x="439250" y="8424"/>
                  </a:lnTo>
                  <a:lnTo>
                    <a:pt x="523810" y="7974"/>
                  </a:lnTo>
                  <a:lnTo>
                    <a:pt x="601597" y="7559"/>
                  </a:lnTo>
                  <a:lnTo>
                    <a:pt x="673617" y="7176"/>
                  </a:lnTo>
                  <a:lnTo>
                    <a:pt x="740666" y="6818"/>
                  </a:lnTo>
                  <a:lnTo>
                    <a:pt x="803386" y="6484"/>
                  </a:lnTo>
                  <a:lnTo>
                    <a:pt x="862303" y="6171"/>
                  </a:lnTo>
                  <a:lnTo>
                    <a:pt x="917851" y="5875"/>
                  </a:lnTo>
                  <a:lnTo>
                    <a:pt x="970394" y="5595"/>
                  </a:lnTo>
                  <a:lnTo>
                    <a:pt x="1020243" y="5329"/>
                  </a:lnTo>
                  <a:lnTo>
                    <a:pt x="1067658" y="5077"/>
                  </a:lnTo>
                  <a:lnTo>
                    <a:pt x="1112867" y="4836"/>
                  </a:lnTo>
                  <a:lnTo>
                    <a:pt x="1156067" y="4606"/>
                  </a:lnTo>
                  <a:lnTo>
                    <a:pt x="1197427" y="4385"/>
                  </a:lnTo>
                  <a:lnTo>
                    <a:pt x="1237099" y="4174"/>
                  </a:lnTo>
                  <a:lnTo>
                    <a:pt x="1275215" y="3971"/>
                  </a:lnTo>
                  <a:lnTo>
                    <a:pt x="1311892" y="3776"/>
                  </a:lnTo>
                  <a:lnTo>
                    <a:pt x="1347235" y="3588"/>
                  </a:lnTo>
                  <a:lnTo>
                    <a:pt x="1381337" y="3406"/>
                  </a:lnTo>
                  <a:lnTo>
                    <a:pt x="1414283" y="3230"/>
                  </a:lnTo>
                  <a:lnTo>
                    <a:pt x="1446149" y="3061"/>
                  </a:lnTo>
                  <a:lnTo>
                    <a:pt x="1477004" y="2896"/>
                  </a:lnTo>
                  <a:lnTo>
                    <a:pt x="1506908" y="2737"/>
                  </a:lnTo>
                  <a:lnTo>
                    <a:pt x="1535920" y="2582"/>
                  </a:lnTo>
                  <a:lnTo>
                    <a:pt x="1564091" y="2432"/>
                  </a:lnTo>
                  <a:lnTo>
                    <a:pt x="1591468" y="2287"/>
                  </a:lnTo>
                  <a:lnTo>
                    <a:pt x="1618095" y="2145"/>
                  </a:lnTo>
                  <a:lnTo>
                    <a:pt x="1644012" y="2007"/>
                  </a:lnTo>
                  <a:lnTo>
                    <a:pt x="1669256" y="1872"/>
                  </a:lnTo>
                  <a:lnTo>
                    <a:pt x="1693860" y="1741"/>
                  </a:lnTo>
                  <a:lnTo>
                    <a:pt x="1717857" y="1613"/>
                  </a:lnTo>
                  <a:lnTo>
                    <a:pt x="1741276" y="1489"/>
                  </a:lnTo>
                  <a:lnTo>
                    <a:pt x="1764143" y="1367"/>
                  </a:lnTo>
                  <a:lnTo>
                    <a:pt x="1786485" y="1248"/>
                  </a:lnTo>
                  <a:lnTo>
                    <a:pt x="1808324" y="1132"/>
                  </a:lnTo>
                  <a:lnTo>
                    <a:pt x="1829684" y="1018"/>
                  </a:lnTo>
                  <a:lnTo>
                    <a:pt x="1850584" y="906"/>
                  </a:lnTo>
                  <a:lnTo>
                    <a:pt x="1871045" y="797"/>
                  </a:lnTo>
                  <a:lnTo>
                    <a:pt x="1891083" y="691"/>
                  </a:lnTo>
                  <a:lnTo>
                    <a:pt x="1910716" y="586"/>
                  </a:lnTo>
                  <a:lnTo>
                    <a:pt x="1929961" y="484"/>
                  </a:lnTo>
                  <a:lnTo>
                    <a:pt x="1948832" y="383"/>
                  </a:lnTo>
                  <a:lnTo>
                    <a:pt x="1967344" y="285"/>
                  </a:lnTo>
                  <a:lnTo>
                    <a:pt x="1985509" y="188"/>
                  </a:lnTo>
                  <a:lnTo>
                    <a:pt x="2003341" y="93"/>
                  </a:lnTo>
                  <a:lnTo>
                    <a:pt x="202085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656784" y="4557665"/>
              <a:ext cx="2020852" cy="405267"/>
            </a:xfrm>
            <a:custGeom>
              <a:avLst/>
              <a:pathLst>
                <a:path w="2020852" h="405267">
                  <a:moveTo>
                    <a:pt x="0" y="405267"/>
                  </a:moveTo>
                  <a:lnTo>
                    <a:pt x="129769" y="379243"/>
                  </a:lnTo>
                  <a:lnTo>
                    <a:pt x="244233" y="356288"/>
                  </a:lnTo>
                  <a:lnTo>
                    <a:pt x="346625" y="335754"/>
                  </a:lnTo>
                  <a:lnTo>
                    <a:pt x="439250" y="317179"/>
                  </a:lnTo>
                  <a:lnTo>
                    <a:pt x="523810" y="300221"/>
                  </a:lnTo>
                  <a:lnTo>
                    <a:pt x="601597" y="284621"/>
                  </a:lnTo>
                  <a:lnTo>
                    <a:pt x="673617" y="270178"/>
                  </a:lnTo>
                  <a:lnTo>
                    <a:pt x="740666" y="256732"/>
                  </a:lnTo>
                  <a:lnTo>
                    <a:pt x="803386" y="244154"/>
                  </a:lnTo>
                  <a:lnTo>
                    <a:pt x="862303" y="232338"/>
                  </a:lnTo>
                  <a:lnTo>
                    <a:pt x="917851" y="221199"/>
                  </a:lnTo>
                  <a:lnTo>
                    <a:pt x="970394" y="210661"/>
                  </a:lnTo>
                  <a:lnTo>
                    <a:pt x="1020243" y="200665"/>
                  </a:lnTo>
                  <a:lnTo>
                    <a:pt x="1067658" y="191156"/>
                  </a:lnTo>
                  <a:lnTo>
                    <a:pt x="1112867" y="182089"/>
                  </a:lnTo>
                  <a:lnTo>
                    <a:pt x="1156067" y="173426"/>
                  </a:lnTo>
                  <a:lnTo>
                    <a:pt x="1197427" y="165132"/>
                  </a:lnTo>
                  <a:lnTo>
                    <a:pt x="1237099" y="157176"/>
                  </a:lnTo>
                  <a:lnTo>
                    <a:pt x="1275215" y="149532"/>
                  </a:lnTo>
                  <a:lnTo>
                    <a:pt x="1311892" y="142176"/>
                  </a:lnTo>
                  <a:lnTo>
                    <a:pt x="1347235" y="135089"/>
                  </a:lnTo>
                  <a:lnTo>
                    <a:pt x="1381337" y="128250"/>
                  </a:lnTo>
                  <a:lnTo>
                    <a:pt x="1414283" y="121643"/>
                  </a:lnTo>
                  <a:lnTo>
                    <a:pt x="1446149" y="115252"/>
                  </a:lnTo>
                  <a:lnTo>
                    <a:pt x="1477004" y="109064"/>
                  </a:lnTo>
                  <a:lnTo>
                    <a:pt x="1506908" y="103067"/>
                  </a:lnTo>
                  <a:lnTo>
                    <a:pt x="1535920" y="97249"/>
                  </a:lnTo>
                  <a:lnTo>
                    <a:pt x="1564091" y="91600"/>
                  </a:lnTo>
                  <a:lnTo>
                    <a:pt x="1591468" y="86109"/>
                  </a:lnTo>
                  <a:lnTo>
                    <a:pt x="1618095" y="80770"/>
                  </a:lnTo>
                  <a:lnTo>
                    <a:pt x="1644012" y="75572"/>
                  </a:lnTo>
                  <a:lnTo>
                    <a:pt x="1669256" y="70510"/>
                  </a:lnTo>
                  <a:lnTo>
                    <a:pt x="1693860" y="65575"/>
                  </a:lnTo>
                  <a:lnTo>
                    <a:pt x="1717857" y="60763"/>
                  </a:lnTo>
                  <a:lnTo>
                    <a:pt x="1741276" y="56067"/>
                  </a:lnTo>
                  <a:lnTo>
                    <a:pt x="1764143" y="51481"/>
                  </a:lnTo>
                  <a:lnTo>
                    <a:pt x="1786485" y="47000"/>
                  </a:lnTo>
                  <a:lnTo>
                    <a:pt x="1808324" y="42620"/>
                  </a:lnTo>
                  <a:lnTo>
                    <a:pt x="1829684" y="38337"/>
                  </a:lnTo>
                  <a:lnTo>
                    <a:pt x="1850584" y="34145"/>
                  </a:lnTo>
                  <a:lnTo>
                    <a:pt x="1871045" y="30042"/>
                  </a:lnTo>
                  <a:lnTo>
                    <a:pt x="1891083" y="26024"/>
                  </a:lnTo>
                  <a:lnTo>
                    <a:pt x="1910716" y="22086"/>
                  </a:lnTo>
                  <a:lnTo>
                    <a:pt x="1929961" y="18227"/>
                  </a:lnTo>
                  <a:lnTo>
                    <a:pt x="1948832" y="14443"/>
                  </a:lnTo>
                  <a:lnTo>
                    <a:pt x="1967344" y="10730"/>
                  </a:lnTo>
                  <a:lnTo>
                    <a:pt x="1985509" y="7087"/>
                  </a:lnTo>
                  <a:lnTo>
                    <a:pt x="2003341" y="3511"/>
                  </a:lnTo>
                  <a:lnTo>
                    <a:pt x="202085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656784" y="4951408"/>
              <a:ext cx="2020852" cy="354873"/>
            </a:xfrm>
            <a:custGeom>
              <a:avLst/>
              <a:pathLst>
                <a:path w="2020852" h="354873">
                  <a:moveTo>
                    <a:pt x="0" y="0"/>
                  </a:moveTo>
                  <a:lnTo>
                    <a:pt x="129769" y="22788"/>
                  </a:lnTo>
                  <a:lnTo>
                    <a:pt x="244233" y="42888"/>
                  </a:lnTo>
                  <a:lnTo>
                    <a:pt x="346625" y="60869"/>
                  </a:lnTo>
                  <a:lnTo>
                    <a:pt x="439250" y="77134"/>
                  </a:lnTo>
                  <a:lnTo>
                    <a:pt x="523810" y="91984"/>
                  </a:lnTo>
                  <a:lnTo>
                    <a:pt x="601597" y="105644"/>
                  </a:lnTo>
                  <a:lnTo>
                    <a:pt x="673617" y="118291"/>
                  </a:lnTo>
                  <a:lnTo>
                    <a:pt x="740666" y="130065"/>
                  </a:lnTo>
                  <a:lnTo>
                    <a:pt x="803386" y="141079"/>
                  </a:lnTo>
                  <a:lnTo>
                    <a:pt x="862303" y="151425"/>
                  </a:lnTo>
                  <a:lnTo>
                    <a:pt x="917851" y="161180"/>
                  </a:lnTo>
                  <a:lnTo>
                    <a:pt x="970394" y="170407"/>
                  </a:lnTo>
                  <a:lnTo>
                    <a:pt x="1020243" y="179160"/>
                  </a:lnTo>
                  <a:lnTo>
                    <a:pt x="1067658" y="187487"/>
                  </a:lnTo>
                  <a:lnTo>
                    <a:pt x="1112867" y="195426"/>
                  </a:lnTo>
                  <a:lnTo>
                    <a:pt x="1156067" y="203012"/>
                  </a:lnTo>
                  <a:lnTo>
                    <a:pt x="1197427" y="210275"/>
                  </a:lnTo>
                  <a:lnTo>
                    <a:pt x="1237099" y="217241"/>
                  </a:lnTo>
                  <a:lnTo>
                    <a:pt x="1275215" y="223935"/>
                  </a:lnTo>
                  <a:lnTo>
                    <a:pt x="1311892" y="230375"/>
                  </a:lnTo>
                  <a:lnTo>
                    <a:pt x="1347235" y="236582"/>
                  </a:lnTo>
                  <a:lnTo>
                    <a:pt x="1381337" y="242571"/>
                  </a:lnTo>
                  <a:lnTo>
                    <a:pt x="1414283" y="248356"/>
                  </a:lnTo>
                  <a:lnTo>
                    <a:pt x="1446149" y="253952"/>
                  </a:lnTo>
                  <a:lnTo>
                    <a:pt x="1477004" y="259370"/>
                  </a:lnTo>
                  <a:lnTo>
                    <a:pt x="1506908" y="264622"/>
                  </a:lnTo>
                  <a:lnTo>
                    <a:pt x="1535920" y="269716"/>
                  </a:lnTo>
                  <a:lnTo>
                    <a:pt x="1564091" y="274663"/>
                  </a:lnTo>
                  <a:lnTo>
                    <a:pt x="1591468" y="279471"/>
                  </a:lnTo>
                  <a:lnTo>
                    <a:pt x="1618095" y="284147"/>
                  </a:lnTo>
                  <a:lnTo>
                    <a:pt x="1644012" y="288698"/>
                  </a:lnTo>
                  <a:lnTo>
                    <a:pt x="1669256" y="293131"/>
                  </a:lnTo>
                  <a:lnTo>
                    <a:pt x="1693860" y="297451"/>
                  </a:lnTo>
                  <a:lnTo>
                    <a:pt x="1717857" y="301665"/>
                  </a:lnTo>
                  <a:lnTo>
                    <a:pt x="1741276" y="305778"/>
                  </a:lnTo>
                  <a:lnTo>
                    <a:pt x="1764143" y="309794"/>
                  </a:lnTo>
                  <a:lnTo>
                    <a:pt x="1786485" y="313717"/>
                  </a:lnTo>
                  <a:lnTo>
                    <a:pt x="1808324" y="317552"/>
                  </a:lnTo>
                  <a:lnTo>
                    <a:pt x="1829684" y="321303"/>
                  </a:lnTo>
                  <a:lnTo>
                    <a:pt x="1850584" y="324973"/>
                  </a:lnTo>
                  <a:lnTo>
                    <a:pt x="1871045" y="328566"/>
                  </a:lnTo>
                  <a:lnTo>
                    <a:pt x="1891083" y="332085"/>
                  </a:lnTo>
                  <a:lnTo>
                    <a:pt x="1910716" y="335533"/>
                  </a:lnTo>
                  <a:lnTo>
                    <a:pt x="1929961" y="338912"/>
                  </a:lnTo>
                  <a:lnTo>
                    <a:pt x="1948832" y="342226"/>
                  </a:lnTo>
                  <a:lnTo>
                    <a:pt x="1967344" y="345477"/>
                  </a:lnTo>
                  <a:lnTo>
                    <a:pt x="1985509" y="348667"/>
                  </a:lnTo>
                  <a:lnTo>
                    <a:pt x="2003341" y="351798"/>
                  </a:lnTo>
                  <a:lnTo>
                    <a:pt x="2020852" y="35487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656784" y="5411290"/>
              <a:ext cx="2020852" cy="162886"/>
            </a:xfrm>
            <a:custGeom>
              <a:avLst/>
              <a:pathLst>
                <a:path w="2020852" h="162886">
                  <a:moveTo>
                    <a:pt x="0" y="0"/>
                  </a:moveTo>
                  <a:lnTo>
                    <a:pt x="129769" y="10459"/>
                  </a:lnTo>
                  <a:lnTo>
                    <a:pt x="244233" y="19685"/>
                  </a:lnTo>
                  <a:lnTo>
                    <a:pt x="346625" y="27939"/>
                  </a:lnTo>
                  <a:lnTo>
                    <a:pt x="439250" y="35404"/>
                  </a:lnTo>
                  <a:lnTo>
                    <a:pt x="523810" y="42220"/>
                  </a:lnTo>
                  <a:lnTo>
                    <a:pt x="601597" y="48490"/>
                  </a:lnTo>
                  <a:lnTo>
                    <a:pt x="673617" y="54295"/>
                  </a:lnTo>
                  <a:lnTo>
                    <a:pt x="740666" y="59699"/>
                  </a:lnTo>
                  <a:lnTo>
                    <a:pt x="803386" y="64755"/>
                  </a:lnTo>
                  <a:lnTo>
                    <a:pt x="862303" y="69504"/>
                  </a:lnTo>
                  <a:lnTo>
                    <a:pt x="917851" y="73981"/>
                  </a:lnTo>
                  <a:lnTo>
                    <a:pt x="970394" y="78216"/>
                  </a:lnTo>
                  <a:lnTo>
                    <a:pt x="1020243" y="82234"/>
                  </a:lnTo>
                  <a:lnTo>
                    <a:pt x="1067658" y="86056"/>
                  </a:lnTo>
                  <a:lnTo>
                    <a:pt x="1112867" y="89700"/>
                  </a:lnTo>
                  <a:lnTo>
                    <a:pt x="1156067" y="93182"/>
                  </a:lnTo>
                  <a:lnTo>
                    <a:pt x="1197427" y="96516"/>
                  </a:lnTo>
                  <a:lnTo>
                    <a:pt x="1237099" y="99713"/>
                  </a:lnTo>
                  <a:lnTo>
                    <a:pt x="1275215" y="102786"/>
                  </a:lnTo>
                  <a:lnTo>
                    <a:pt x="1311892" y="105742"/>
                  </a:lnTo>
                  <a:lnTo>
                    <a:pt x="1347235" y="108591"/>
                  </a:lnTo>
                  <a:lnTo>
                    <a:pt x="1381337" y="111339"/>
                  </a:lnTo>
                  <a:lnTo>
                    <a:pt x="1414283" y="113995"/>
                  </a:lnTo>
                  <a:lnTo>
                    <a:pt x="1446149" y="116563"/>
                  </a:lnTo>
                  <a:lnTo>
                    <a:pt x="1477004" y="119050"/>
                  </a:lnTo>
                  <a:lnTo>
                    <a:pt x="1506908" y="121461"/>
                  </a:lnTo>
                  <a:lnTo>
                    <a:pt x="1535920" y="123799"/>
                  </a:lnTo>
                  <a:lnTo>
                    <a:pt x="1564091" y="126070"/>
                  </a:lnTo>
                  <a:lnTo>
                    <a:pt x="1591468" y="128277"/>
                  </a:lnTo>
                  <a:lnTo>
                    <a:pt x="1618095" y="130423"/>
                  </a:lnTo>
                  <a:lnTo>
                    <a:pt x="1644012" y="132512"/>
                  </a:lnTo>
                  <a:lnTo>
                    <a:pt x="1669256" y="134546"/>
                  </a:lnTo>
                  <a:lnTo>
                    <a:pt x="1693860" y="136530"/>
                  </a:lnTo>
                  <a:lnTo>
                    <a:pt x="1717857" y="138464"/>
                  </a:lnTo>
                  <a:lnTo>
                    <a:pt x="1741276" y="140351"/>
                  </a:lnTo>
                  <a:lnTo>
                    <a:pt x="1764143" y="142195"/>
                  </a:lnTo>
                  <a:lnTo>
                    <a:pt x="1786485" y="143995"/>
                  </a:lnTo>
                  <a:lnTo>
                    <a:pt x="1808324" y="145756"/>
                  </a:lnTo>
                  <a:lnTo>
                    <a:pt x="1829684" y="147477"/>
                  </a:lnTo>
                  <a:lnTo>
                    <a:pt x="1850584" y="149162"/>
                  </a:lnTo>
                  <a:lnTo>
                    <a:pt x="1871045" y="150811"/>
                  </a:lnTo>
                  <a:lnTo>
                    <a:pt x="1891083" y="152426"/>
                  </a:lnTo>
                  <a:lnTo>
                    <a:pt x="1910716" y="154009"/>
                  </a:lnTo>
                  <a:lnTo>
                    <a:pt x="1929961" y="155560"/>
                  </a:lnTo>
                  <a:lnTo>
                    <a:pt x="1948832" y="157081"/>
                  </a:lnTo>
                  <a:lnTo>
                    <a:pt x="1967344" y="158573"/>
                  </a:lnTo>
                  <a:lnTo>
                    <a:pt x="1985509" y="160037"/>
                  </a:lnTo>
                  <a:lnTo>
                    <a:pt x="2003341" y="161475"/>
                  </a:lnTo>
                  <a:lnTo>
                    <a:pt x="2020852" y="16288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656784" y="5126454"/>
              <a:ext cx="2020852" cy="336646"/>
            </a:xfrm>
            <a:custGeom>
              <a:avLst/>
              <a:pathLst>
                <a:path w="2020852" h="336646">
                  <a:moveTo>
                    <a:pt x="0" y="0"/>
                  </a:moveTo>
                  <a:lnTo>
                    <a:pt x="129769" y="21617"/>
                  </a:lnTo>
                  <a:lnTo>
                    <a:pt x="244233" y="40686"/>
                  </a:lnTo>
                  <a:lnTo>
                    <a:pt x="346625" y="57743"/>
                  </a:lnTo>
                  <a:lnTo>
                    <a:pt x="439250" y="73173"/>
                  </a:lnTo>
                  <a:lnTo>
                    <a:pt x="523810" y="87259"/>
                  </a:lnTo>
                  <a:lnTo>
                    <a:pt x="601597" y="100218"/>
                  </a:lnTo>
                  <a:lnTo>
                    <a:pt x="673617" y="112215"/>
                  </a:lnTo>
                  <a:lnTo>
                    <a:pt x="740666" y="123385"/>
                  </a:lnTo>
                  <a:lnTo>
                    <a:pt x="803386" y="133833"/>
                  </a:lnTo>
                  <a:lnTo>
                    <a:pt x="862303" y="143648"/>
                  </a:lnTo>
                  <a:lnTo>
                    <a:pt x="917851" y="152901"/>
                  </a:lnTo>
                  <a:lnTo>
                    <a:pt x="970394" y="161654"/>
                  </a:lnTo>
                  <a:lnTo>
                    <a:pt x="1020243" y="169958"/>
                  </a:lnTo>
                  <a:lnTo>
                    <a:pt x="1067658" y="177857"/>
                  </a:lnTo>
                  <a:lnTo>
                    <a:pt x="1112867" y="185388"/>
                  </a:lnTo>
                  <a:lnTo>
                    <a:pt x="1156067" y="192585"/>
                  </a:lnTo>
                  <a:lnTo>
                    <a:pt x="1197427" y="199475"/>
                  </a:lnTo>
                  <a:lnTo>
                    <a:pt x="1237099" y="206084"/>
                  </a:lnTo>
                  <a:lnTo>
                    <a:pt x="1275215" y="212433"/>
                  </a:lnTo>
                  <a:lnTo>
                    <a:pt x="1311892" y="218543"/>
                  </a:lnTo>
                  <a:lnTo>
                    <a:pt x="1347235" y="224431"/>
                  </a:lnTo>
                  <a:lnTo>
                    <a:pt x="1381337" y="230112"/>
                  </a:lnTo>
                  <a:lnTo>
                    <a:pt x="1414283" y="235600"/>
                  </a:lnTo>
                  <a:lnTo>
                    <a:pt x="1446149" y="240909"/>
                  </a:lnTo>
                  <a:lnTo>
                    <a:pt x="1477004" y="246049"/>
                  </a:lnTo>
                  <a:lnTo>
                    <a:pt x="1506908" y="251030"/>
                  </a:lnTo>
                  <a:lnTo>
                    <a:pt x="1535920" y="255863"/>
                  </a:lnTo>
                  <a:lnTo>
                    <a:pt x="1564091" y="260556"/>
                  </a:lnTo>
                  <a:lnTo>
                    <a:pt x="1591468" y="265117"/>
                  </a:lnTo>
                  <a:lnTo>
                    <a:pt x="1618095" y="269553"/>
                  </a:lnTo>
                  <a:lnTo>
                    <a:pt x="1644012" y="273870"/>
                  </a:lnTo>
                  <a:lnTo>
                    <a:pt x="1669256" y="278075"/>
                  </a:lnTo>
                  <a:lnTo>
                    <a:pt x="1693860" y="282174"/>
                  </a:lnTo>
                  <a:lnTo>
                    <a:pt x="1717857" y="286172"/>
                  </a:lnTo>
                  <a:lnTo>
                    <a:pt x="1741276" y="290073"/>
                  </a:lnTo>
                  <a:lnTo>
                    <a:pt x="1764143" y="293882"/>
                  </a:lnTo>
                  <a:lnTo>
                    <a:pt x="1786485" y="297604"/>
                  </a:lnTo>
                  <a:lnTo>
                    <a:pt x="1808324" y="301242"/>
                  </a:lnTo>
                  <a:lnTo>
                    <a:pt x="1829684" y="304800"/>
                  </a:lnTo>
                  <a:lnTo>
                    <a:pt x="1850584" y="308282"/>
                  </a:lnTo>
                  <a:lnTo>
                    <a:pt x="1871045" y="311691"/>
                  </a:lnTo>
                  <a:lnTo>
                    <a:pt x="1891083" y="315029"/>
                  </a:lnTo>
                  <a:lnTo>
                    <a:pt x="1910716" y="318299"/>
                  </a:lnTo>
                  <a:lnTo>
                    <a:pt x="1929961" y="321505"/>
                  </a:lnTo>
                  <a:lnTo>
                    <a:pt x="1948832" y="324649"/>
                  </a:lnTo>
                  <a:lnTo>
                    <a:pt x="1967344" y="327733"/>
                  </a:lnTo>
                  <a:lnTo>
                    <a:pt x="1985509" y="330759"/>
                  </a:lnTo>
                  <a:lnTo>
                    <a:pt x="2003341" y="333729"/>
                  </a:lnTo>
                  <a:lnTo>
                    <a:pt x="2020852" y="33664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656784" y="5052465"/>
              <a:ext cx="2020852" cy="272573"/>
            </a:xfrm>
            <a:custGeom>
              <a:avLst/>
              <a:pathLst>
                <a:path w="2020852" h="272573">
                  <a:moveTo>
                    <a:pt x="0" y="0"/>
                  </a:moveTo>
                  <a:lnTo>
                    <a:pt x="129769" y="17503"/>
                  </a:lnTo>
                  <a:lnTo>
                    <a:pt x="244233" y="32942"/>
                  </a:lnTo>
                  <a:lnTo>
                    <a:pt x="346625" y="46753"/>
                  </a:lnTo>
                  <a:lnTo>
                    <a:pt x="439250" y="59246"/>
                  </a:lnTo>
                  <a:lnTo>
                    <a:pt x="523810" y="70651"/>
                  </a:lnTo>
                  <a:lnTo>
                    <a:pt x="601597" y="81143"/>
                  </a:lnTo>
                  <a:lnTo>
                    <a:pt x="673617" y="90857"/>
                  </a:lnTo>
                  <a:lnTo>
                    <a:pt x="740666" y="99901"/>
                  </a:lnTo>
                  <a:lnTo>
                    <a:pt x="803386" y="108361"/>
                  </a:lnTo>
                  <a:lnTo>
                    <a:pt x="862303" y="116307"/>
                  </a:lnTo>
                  <a:lnTo>
                    <a:pt x="917851" y="123800"/>
                  </a:lnTo>
                  <a:lnTo>
                    <a:pt x="970394" y="130887"/>
                  </a:lnTo>
                  <a:lnTo>
                    <a:pt x="1020243" y="137610"/>
                  </a:lnTo>
                  <a:lnTo>
                    <a:pt x="1067658" y="144006"/>
                  </a:lnTo>
                  <a:lnTo>
                    <a:pt x="1112867" y="150104"/>
                  </a:lnTo>
                  <a:lnTo>
                    <a:pt x="1156067" y="155930"/>
                  </a:lnTo>
                  <a:lnTo>
                    <a:pt x="1197427" y="161509"/>
                  </a:lnTo>
                  <a:lnTo>
                    <a:pt x="1237099" y="166860"/>
                  </a:lnTo>
                  <a:lnTo>
                    <a:pt x="1275215" y="172001"/>
                  </a:lnTo>
                  <a:lnTo>
                    <a:pt x="1311892" y="176948"/>
                  </a:lnTo>
                  <a:lnTo>
                    <a:pt x="1347235" y="181715"/>
                  </a:lnTo>
                  <a:lnTo>
                    <a:pt x="1381337" y="186315"/>
                  </a:lnTo>
                  <a:lnTo>
                    <a:pt x="1414283" y="190759"/>
                  </a:lnTo>
                  <a:lnTo>
                    <a:pt x="1446149" y="195057"/>
                  </a:lnTo>
                  <a:lnTo>
                    <a:pt x="1477004" y="199219"/>
                  </a:lnTo>
                  <a:lnTo>
                    <a:pt x="1506908" y="203252"/>
                  </a:lnTo>
                  <a:lnTo>
                    <a:pt x="1535920" y="207165"/>
                  </a:lnTo>
                  <a:lnTo>
                    <a:pt x="1564091" y="210965"/>
                  </a:lnTo>
                  <a:lnTo>
                    <a:pt x="1591468" y="214658"/>
                  </a:lnTo>
                  <a:lnTo>
                    <a:pt x="1618095" y="218249"/>
                  </a:lnTo>
                  <a:lnTo>
                    <a:pt x="1644012" y="221745"/>
                  </a:lnTo>
                  <a:lnTo>
                    <a:pt x="1669256" y="225150"/>
                  </a:lnTo>
                  <a:lnTo>
                    <a:pt x="1693860" y="228468"/>
                  </a:lnTo>
                  <a:lnTo>
                    <a:pt x="1717857" y="231705"/>
                  </a:lnTo>
                  <a:lnTo>
                    <a:pt x="1741276" y="234864"/>
                  </a:lnTo>
                  <a:lnTo>
                    <a:pt x="1764143" y="237948"/>
                  </a:lnTo>
                  <a:lnTo>
                    <a:pt x="1786485" y="240962"/>
                  </a:lnTo>
                  <a:lnTo>
                    <a:pt x="1808324" y="243907"/>
                  </a:lnTo>
                  <a:lnTo>
                    <a:pt x="1829684" y="246788"/>
                  </a:lnTo>
                  <a:lnTo>
                    <a:pt x="1850584" y="249607"/>
                  </a:lnTo>
                  <a:lnTo>
                    <a:pt x="1871045" y="252367"/>
                  </a:lnTo>
                  <a:lnTo>
                    <a:pt x="1891083" y="255070"/>
                  </a:lnTo>
                  <a:lnTo>
                    <a:pt x="1910716" y="257718"/>
                  </a:lnTo>
                  <a:lnTo>
                    <a:pt x="1929961" y="260314"/>
                  </a:lnTo>
                  <a:lnTo>
                    <a:pt x="1948832" y="262859"/>
                  </a:lnTo>
                  <a:lnTo>
                    <a:pt x="1967344" y="265356"/>
                  </a:lnTo>
                  <a:lnTo>
                    <a:pt x="1985509" y="267806"/>
                  </a:lnTo>
                  <a:lnTo>
                    <a:pt x="2003341" y="270211"/>
                  </a:lnTo>
                  <a:lnTo>
                    <a:pt x="2020852" y="27257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72281" y="582416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72281" y="533595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72281" y="484774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72281" y="435952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465319" y="58742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465319" y="53860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465319" y="48978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465319" y="440963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65678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3040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0401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67763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252368" y="53444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240787" y="497290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199543" y="526409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218709" y="527262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228467" y="556128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261056" y="523076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199531" y="54468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212144" y="534128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235482" y="561943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207957" y="56647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902309" y="57907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84327" y="57357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895482" y="548824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90344" y="570048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893813" y="54973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914060" y="513815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927737" y="574542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91519" y="573010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928518" y="546662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953733" y="519357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888260" y="536201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62006" y="57367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911284" y="506660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86739" y="55071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4938707" y="528803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933723" y="525767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951342" y="487428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72948" y="510350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10467" y="514518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37323" y="587717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591537" y="522877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51748" y="562382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606966" y="567951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552422" y="59325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583999" y="47759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555965" y="51176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556322" y="54417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25089" y="530443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545295" y="58269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10812" y="56102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614191" y="559547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89330" y="56323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63939" y="53413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570239" y="570875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597836" y="556800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547599" y="50438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621906" y="545634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592712" y="403766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6310229" y="541624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301194" y="551943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264508" y="480387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252921" y="57172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309423" y="499550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266361" y="559256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315468" y="553180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229168" y="513915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232994" y="488517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228669" y="563071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279164" y="529537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228893" y="54760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229628" y="517323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313834" y="56997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267469" y="50617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226237" y="501402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303554" y="548618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282268" y="51054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259612" y="501616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316527" y="544112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308741" y="503475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296735" y="575134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230072" y="56026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255946" y="585879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4248127" y="5229451"/>
              <a:ext cx="2056512" cy="25244"/>
            </a:xfrm>
            <a:custGeom>
              <a:avLst/>
              <a:pathLst>
                <a:path w="2056512" h="25244">
                  <a:moveTo>
                    <a:pt x="0" y="25244"/>
                  </a:moveTo>
                  <a:lnTo>
                    <a:pt x="132058" y="23623"/>
                  </a:lnTo>
                  <a:lnTo>
                    <a:pt x="248543" y="22193"/>
                  </a:lnTo>
                  <a:lnTo>
                    <a:pt x="352742" y="20914"/>
                  </a:lnTo>
                  <a:lnTo>
                    <a:pt x="447001" y="19757"/>
                  </a:lnTo>
                  <a:lnTo>
                    <a:pt x="533053" y="18701"/>
                  </a:lnTo>
                  <a:lnTo>
                    <a:pt x="612213" y="17729"/>
                  </a:lnTo>
                  <a:lnTo>
                    <a:pt x="685504" y="16829"/>
                  </a:lnTo>
                  <a:lnTo>
                    <a:pt x="753736" y="15992"/>
                  </a:lnTo>
                  <a:lnTo>
                    <a:pt x="817563" y="15208"/>
                  </a:lnTo>
                  <a:lnTo>
                    <a:pt x="877519" y="14472"/>
                  </a:lnTo>
                  <a:lnTo>
                    <a:pt x="934047" y="13778"/>
                  </a:lnTo>
                  <a:lnTo>
                    <a:pt x="987518" y="13122"/>
                  </a:lnTo>
                  <a:lnTo>
                    <a:pt x="1038246" y="12499"/>
                  </a:lnTo>
                  <a:lnTo>
                    <a:pt x="1086498" y="11907"/>
                  </a:lnTo>
                  <a:lnTo>
                    <a:pt x="1132505" y="11342"/>
                  </a:lnTo>
                  <a:lnTo>
                    <a:pt x="1176466" y="10803"/>
                  </a:lnTo>
                  <a:lnTo>
                    <a:pt x="1218557" y="10286"/>
                  </a:lnTo>
                  <a:lnTo>
                    <a:pt x="1258929" y="9790"/>
                  </a:lnTo>
                  <a:lnTo>
                    <a:pt x="1297717" y="9314"/>
                  </a:lnTo>
                  <a:lnTo>
                    <a:pt x="1335041" y="8856"/>
                  </a:lnTo>
                  <a:lnTo>
                    <a:pt x="1371008" y="8414"/>
                  </a:lnTo>
                  <a:lnTo>
                    <a:pt x="1405712" y="7988"/>
                  </a:lnTo>
                  <a:lnTo>
                    <a:pt x="1439240" y="7577"/>
                  </a:lnTo>
                  <a:lnTo>
                    <a:pt x="1471668" y="7179"/>
                  </a:lnTo>
                  <a:lnTo>
                    <a:pt x="1503067" y="6793"/>
                  </a:lnTo>
                  <a:lnTo>
                    <a:pt x="1533499" y="6420"/>
                  </a:lnTo>
                  <a:lnTo>
                    <a:pt x="1563023" y="6057"/>
                  </a:lnTo>
                  <a:lnTo>
                    <a:pt x="1591691" y="5705"/>
                  </a:lnTo>
                  <a:lnTo>
                    <a:pt x="1619551" y="5363"/>
                  </a:lnTo>
                  <a:lnTo>
                    <a:pt x="1646648" y="5031"/>
                  </a:lnTo>
                  <a:lnTo>
                    <a:pt x="1673022" y="4707"/>
                  </a:lnTo>
                  <a:lnTo>
                    <a:pt x="1698711" y="4392"/>
                  </a:lnTo>
                  <a:lnTo>
                    <a:pt x="1723750" y="4084"/>
                  </a:lnTo>
                  <a:lnTo>
                    <a:pt x="1748170" y="3785"/>
                  </a:lnTo>
                  <a:lnTo>
                    <a:pt x="1772002" y="3492"/>
                  </a:lnTo>
                  <a:lnTo>
                    <a:pt x="1795273" y="3206"/>
                  </a:lnTo>
                  <a:lnTo>
                    <a:pt x="1818009" y="2927"/>
                  </a:lnTo>
                  <a:lnTo>
                    <a:pt x="1840234" y="2654"/>
                  </a:lnTo>
                  <a:lnTo>
                    <a:pt x="1861971" y="2388"/>
                  </a:lnTo>
                  <a:lnTo>
                    <a:pt x="1883240" y="2127"/>
                  </a:lnTo>
                  <a:lnTo>
                    <a:pt x="1904061" y="1871"/>
                  </a:lnTo>
                  <a:lnTo>
                    <a:pt x="1924453" y="1621"/>
                  </a:lnTo>
                  <a:lnTo>
                    <a:pt x="1944433" y="1375"/>
                  </a:lnTo>
                  <a:lnTo>
                    <a:pt x="1964017" y="1135"/>
                  </a:lnTo>
                  <a:lnTo>
                    <a:pt x="1983221" y="899"/>
                  </a:lnTo>
                  <a:lnTo>
                    <a:pt x="2002059" y="668"/>
                  </a:lnTo>
                  <a:lnTo>
                    <a:pt x="2020545" y="441"/>
                  </a:lnTo>
                  <a:lnTo>
                    <a:pt x="2038692" y="218"/>
                  </a:lnTo>
                  <a:lnTo>
                    <a:pt x="205651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4248127" y="5459759"/>
              <a:ext cx="2056512" cy="58900"/>
            </a:xfrm>
            <a:custGeom>
              <a:avLst/>
              <a:pathLst>
                <a:path w="2056512" h="58900">
                  <a:moveTo>
                    <a:pt x="0" y="0"/>
                  </a:moveTo>
                  <a:lnTo>
                    <a:pt x="132058" y="3782"/>
                  </a:lnTo>
                  <a:lnTo>
                    <a:pt x="248543" y="7118"/>
                  </a:lnTo>
                  <a:lnTo>
                    <a:pt x="352742" y="10102"/>
                  </a:lnTo>
                  <a:lnTo>
                    <a:pt x="447001" y="12802"/>
                  </a:lnTo>
                  <a:lnTo>
                    <a:pt x="533053" y="15267"/>
                  </a:lnTo>
                  <a:lnTo>
                    <a:pt x="612213" y="17534"/>
                  </a:lnTo>
                  <a:lnTo>
                    <a:pt x="685504" y="19633"/>
                  </a:lnTo>
                  <a:lnTo>
                    <a:pt x="753736" y="21587"/>
                  </a:lnTo>
                  <a:lnTo>
                    <a:pt x="817563" y="23415"/>
                  </a:lnTo>
                  <a:lnTo>
                    <a:pt x="877519" y="25133"/>
                  </a:lnTo>
                  <a:lnTo>
                    <a:pt x="934047" y="26752"/>
                  </a:lnTo>
                  <a:lnTo>
                    <a:pt x="987518" y="28283"/>
                  </a:lnTo>
                  <a:lnTo>
                    <a:pt x="1038246" y="29736"/>
                  </a:lnTo>
                  <a:lnTo>
                    <a:pt x="1086498" y="31118"/>
                  </a:lnTo>
                  <a:lnTo>
                    <a:pt x="1132505" y="32436"/>
                  </a:lnTo>
                  <a:lnTo>
                    <a:pt x="1176466" y="33695"/>
                  </a:lnTo>
                  <a:lnTo>
                    <a:pt x="1218557" y="34900"/>
                  </a:lnTo>
                  <a:lnTo>
                    <a:pt x="1258929" y="36057"/>
                  </a:lnTo>
                  <a:lnTo>
                    <a:pt x="1297717" y="37167"/>
                  </a:lnTo>
                  <a:lnTo>
                    <a:pt x="1335041" y="38236"/>
                  </a:lnTo>
                  <a:lnTo>
                    <a:pt x="1371008" y="39267"/>
                  </a:lnTo>
                  <a:lnTo>
                    <a:pt x="1405712" y="40261"/>
                  </a:lnTo>
                  <a:lnTo>
                    <a:pt x="1439240" y="41221"/>
                  </a:lnTo>
                  <a:lnTo>
                    <a:pt x="1471668" y="42150"/>
                  </a:lnTo>
                  <a:lnTo>
                    <a:pt x="1503067" y="43049"/>
                  </a:lnTo>
                  <a:lnTo>
                    <a:pt x="1533499" y="43921"/>
                  </a:lnTo>
                  <a:lnTo>
                    <a:pt x="1563023" y="44766"/>
                  </a:lnTo>
                  <a:lnTo>
                    <a:pt x="1591691" y="45587"/>
                  </a:lnTo>
                  <a:lnTo>
                    <a:pt x="1619551" y="46385"/>
                  </a:lnTo>
                  <a:lnTo>
                    <a:pt x="1646648" y="47161"/>
                  </a:lnTo>
                  <a:lnTo>
                    <a:pt x="1673022" y="47917"/>
                  </a:lnTo>
                  <a:lnTo>
                    <a:pt x="1698711" y="48652"/>
                  </a:lnTo>
                  <a:lnTo>
                    <a:pt x="1723750" y="49370"/>
                  </a:lnTo>
                  <a:lnTo>
                    <a:pt x="1748170" y="50069"/>
                  </a:lnTo>
                  <a:lnTo>
                    <a:pt x="1772002" y="50752"/>
                  </a:lnTo>
                  <a:lnTo>
                    <a:pt x="1795273" y="51418"/>
                  </a:lnTo>
                  <a:lnTo>
                    <a:pt x="1818009" y="52069"/>
                  </a:lnTo>
                  <a:lnTo>
                    <a:pt x="1840234" y="52706"/>
                  </a:lnTo>
                  <a:lnTo>
                    <a:pt x="1861971" y="53328"/>
                  </a:lnTo>
                  <a:lnTo>
                    <a:pt x="1883240" y="53937"/>
                  </a:lnTo>
                  <a:lnTo>
                    <a:pt x="1904061" y="54534"/>
                  </a:lnTo>
                  <a:lnTo>
                    <a:pt x="1924453" y="55118"/>
                  </a:lnTo>
                  <a:lnTo>
                    <a:pt x="1944433" y="55690"/>
                  </a:lnTo>
                  <a:lnTo>
                    <a:pt x="1964017" y="56251"/>
                  </a:lnTo>
                  <a:lnTo>
                    <a:pt x="1983221" y="56801"/>
                  </a:lnTo>
                  <a:lnTo>
                    <a:pt x="2002059" y="57341"/>
                  </a:lnTo>
                  <a:lnTo>
                    <a:pt x="2020545" y="57870"/>
                  </a:lnTo>
                  <a:lnTo>
                    <a:pt x="2038692" y="58390"/>
                  </a:lnTo>
                  <a:lnTo>
                    <a:pt x="2056512" y="5890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248127" y="5189060"/>
              <a:ext cx="2056512" cy="114567"/>
            </a:xfrm>
            <a:custGeom>
              <a:avLst/>
              <a:pathLst>
                <a:path w="2056512" h="114567">
                  <a:moveTo>
                    <a:pt x="0" y="114567"/>
                  </a:moveTo>
                  <a:lnTo>
                    <a:pt x="132058" y="107210"/>
                  </a:lnTo>
                  <a:lnTo>
                    <a:pt x="248543" y="100721"/>
                  </a:lnTo>
                  <a:lnTo>
                    <a:pt x="352742" y="94916"/>
                  </a:lnTo>
                  <a:lnTo>
                    <a:pt x="447001" y="89665"/>
                  </a:lnTo>
                  <a:lnTo>
                    <a:pt x="533053" y="84871"/>
                  </a:lnTo>
                  <a:lnTo>
                    <a:pt x="612213" y="80461"/>
                  </a:lnTo>
                  <a:lnTo>
                    <a:pt x="685504" y="76378"/>
                  </a:lnTo>
                  <a:lnTo>
                    <a:pt x="753736" y="72577"/>
                  </a:lnTo>
                  <a:lnTo>
                    <a:pt x="817563" y="69021"/>
                  </a:lnTo>
                  <a:lnTo>
                    <a:pt x="877519" y="65681"/>
                  </a:lnTo>
                  <a:lnTo>
                    <a:pt x="934047" y="62532"/>
                  </a:lnTo>
                  <a:lnTo>
                    <a:pt x="987518" y="59553"/>
                  </a:lnTo>
                  <a:lnTo>
                    <a:pt x="1038246" y="56727"/>
                  </a:lnTo>
                  <a:lnTo>
                    <a:pt x="1086498" y="54039"/>
                  </a:lnTo>
                  <a:lnTo>
                    <a:pt x="1132505" y="51476"/>
                  </a:lnTo>
                  <a:lnTo>
                    <a:pt x="1176466" y="49026"/>
                  </a:lnTo>
                  <a:lnTo>
                    <a:pt x="1218557" y="46682"/>
                  </a:lnTo>
                  <a:lnTo>
                    <a:pt x="1258929" y="44433"/>
                  </a:lnTo>
                  <a:lnTo>
                    <a:pt x="1297717" y="42272"/>
                  </a:lnTo>
                  <a:lnTo>
                    <a:pt x="1335041" y="40192"/>
                  </a:lnTo>
                  <a:lnTo>
                    <a:pt x="1371008" y="38189"/>
                  </a:lnTo>
                  <a:lnTo>
                    <a:pt x="1405712" y="36255"/>
                  </a:lnTo>
                  <a:lnTo>
                    <a:pt x="1439240" y="34387"/>
                  </a:lnTo>
                  <a:lnTo>
                    <a:pt x="1471668" y="32581"/>
                  </a:lnTo>
                  <a:lnTo>
                    <a:pt x="1503067" y="30832"/>
                  </a:lnTo>
                  <a:lnTo>
                    <a:pt x="1533499" y="29136"/>
                  </a:lnTo>
                  <a:lnTo>
                    <a:pt x="1563023" y="27492"/>
                  </a:lnTo>
                  <a:lnTo>
                    <a:pt x="1591691" y="25894"/>
                  </a:lnTo>
                  <a:lnTo>
                    <a:pt x="1619551" y="24342"/>
                  </a:lnTo>
                  <a:lnTo>
                    <a:pt x="1646648" y="22833"/>
                  </a:lnTo>
                  <a:lnTo>
                    <a:pt x="1673022" y="21364"/>
                  </a:lnTo>
                  <a:lnTo>
                    <a:pt x="1698711" y="19932"/>
                  </a:lnTo>
                  <a:lnTo>
                    <a:pt x="1723750" y="18538"/>
                  </a:lnTo>
                  <a:lnTo>
                    <a:pt x="1748170" y="17177"/>
                  </a:lnTo>
                  <a:lnTo>
                    <a:pt x="1772002" y="15849"/>
                  </a:lnTo>
                  <a:lnTo>
                    <a:pt x="1795273" y="14553"/>
                  </a:lnTo>
                  <a:lnTo>
                    <a:pt x="1818009" y="13286"/>
                  </a:lnTo>
                  <a:lnTo>
                    <a:pt x="1840234" y="12048"/>
                  </a:lnTo>
                  <a:lnTo>
                    <a:pt x="1861971" y="10837"/>
                  </a:lnTo>
                  <a:lnTo>
                    <a:pt x="1883240" y="9652"/>
                  </a:lnTo>
                  <a:lnTo>
                    <a:pt x="1904061" y="8492"/>
                  </a:lnTo>
                  <a:lnTo>
                    <a:pt x="1924453" y="7356"/>
                  </a:lnTo>
                  <a:lnTo>
                    <a:pt x="1944433" y="6243"/>
                  </a:lnTo>
                  <a:lnTo>
                    <a:pt x="1964017" y="5152"/>
                  </a:lnTo>
                  <a:lnTo>
                    <a:pt x="1983221" y="4082"/>
                  </a:lnTo>
                  <a:lnTo>
                    <a:pt x="2002059" y="3033"/>
                  </a:lnTo>
                  <a:lnTo>
                    <a:pt x="2020545" y="2003"/>
                  </a:lnTo>
                  <a:lnTo>
                    <a:pt x="2038692" y="992"/>
                  </a:lnTo>
                  <a:lnTo>
                    <a:pt x="20565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248127" y="4882774"/>
              <a:ext cx="2056512" cy="387370"/>
            </a:xfrm>
            <a:custGeom>
              <a:avLst/>
              <a:pathLst>
                <a:path w="2056512" h="387370">
                  <a:moveTo>
                    <a:pt x="0" y="387370"/>
                  </a:moveTo>
                  <a:lnTo>
                    <a:pt x="132058" y="362495"/>
                  </a:lnTo>
                  <a:lnTo>
                    <a:pt x="248543" y="340554"/>
                  </a:lnTo>
                  <a:lnTo>
                    <a:pt x="352742" y="320927"/>
                  </a:lnTo>
                  <a:lnTo>
                    <a:pt x="447001" y="303172"/>
                  </a:lnTo>
                  <a:lnTo>
                    <a:pt x="533053" y="286963"/>
                  </a:lnTo>
                  <a:lnTo>
                    <a:pt x="612213" y="272052"/>
                  </a:lnTo>
                  <a:lnTo>
                    <a:pt x="685504" y="258247"/>
                  </a:lnTo>
                  <a:lnTo>
                    <a:pt x="753736" y="245394"/>
                  </a:lnTo>
                  <a:lnTo>
                    <a:pt x="817563" y="233372"/>
                  </a:lnTo>
                  <a:lnTo>
                    <a:pt x="877519" y="222078"/>
                  </a:lnTo>
                  <a:lnTo>
                    <a:pt x="934047" y="211430"/>
                  </a:lnTo>
                  <a:lnTo>
                    <a:pt x="987518" y="201358"/>
                  </a:lnTo>
                  <a:lnTo>
                    <a:pt x="1038246" y="191803"/>
                  </a:lnTo>
                  <a:lnTo>
                    <a:pt x="1086498" y="182714"/>
                  </a:lnTo>
                  <a:lnTo>
                    <a:pt x="1132505" y="174048"/>
                  </a:lnTo>
                  <a:lnTo>
                    <a:pt x="1176466" y="165767"/>
                  </a:lnTo>
                  <a:lnTo>
                    <a:pt x="1218557" y="157839"/>
                  </a:lnTo>
                  <a:lnTo>
                    <a:pt x="1258929" y="150235"/>
                  </a:lnTo>
                  <a:lnTo>
                    <a:pt x="1297717" y="142928"/>
                  </a:lnTo>
                  <a:lnTo>
                    <a:pt x="1335041" y="135898"/>
                  </a:lnTo>
                  <a:lnTo>
                    <a:pt x="1371008" y="129123"/>
                  </a:lnTo>
                  <a:lnTo>
                    <a:pt x="1405712" y="122586"/>
                  </a:lnTo>
                  <a:lnTo>
                    <a:pt x="1439240" y="116271"/>
                  </a:lnTo>
                  <a:lnTo>
                    <a:pt x="1471668" y="110162"/>
                  </a:lnTo>
                  <a:lnTo>
                    <a:pt x="1503067" y="104248"/>
                  </a:lnTo>
                  <a:lnTo>
                    <a:pt x="1533499" y="98516"/>
                  </a:lnTo>
                  <a:lnTo>
                    <a:pt x="1563023" y="92954"/>
                  </a:lnTo>
                  <a:lnTo>
                    <a:pt x="1591691" y="87555"/>
                  </a:lnTo>
                  <a:lnTo>
                    <a:pt x="1619551" y="82307"/>
                  </a:lnTo>
                  <a:lnTo>
                    <a:pt x="1646648" y="77203"/>
                  </a:lnTo>
                  <a:lnTo>
                    <a:pt x="1673022" y="72235"/>
                  </a:lnTo>
                  <a:lnTo>
                    <a:pt x="1698711" y="67396"/>
                  </a:lnTo>
                  <a:lnTo>
                    <a:pt x="1723750" y="62680"/>
                  </a:lnTo>
                  <a:lnTo>
                    <a:pt x="1748170" y="58080"/>
                  </a:lnTo>
                  <a:lnTo>
                    <a:pt x="1772002" y="53591"/>
                  </a:lnTo>
                  <a:lnTo>
                    <a:pt x="1795273" y="49207"/>
                  </a:lnTo>
                  <a:lnTo>
                    <a:pt x="1818009" y="44925"/>
                  </a:lnTo>
                  <a:lnTo>
                    <a:pt x="1840234" y="40738"/>
                  </a:lnTo>
                  <a:lnTo>
                    <a:pt x="1861971" y="36644"/>
                  </a:lnTo>
                  <a:lnTo>
                    <a:pt x="1883240" y="32638"/>
                  </a:lnTo>
                  <a:lnTo>
                    <a:pt x="1904061" y="28716"/>
                  </a:lnTo>
                  <a:lnTo>
                    <a:pt x="1924453" y="24875"/>
                  </a:lnTo>
                  <a:lnTo>
                    <a:pt x="1944433" y="21111"/>
                  </a:lnTo>
                  <a:lnTo>
                    <a:pt x="1964017" y="17422"/>
                  </a:lnTo>
                  <a:lnTo>
                    <a:pt x="1983221" y="13805"/>
                  </a:lnTo>
                  <a:lnTo>
                    <a:pt x="2002059" y="10256"/>
                  </a:lnTo>
                  <a:lnTo>
                    <a:pt x="2020545" y="6774"/>
                  </a:lnTo>
                  <a:lnTo>
                    <a:pt x="2038692" y="3356"/>
                  </a:lnTo>
                  <a:lnTo>
                    <a:pt x="20565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248127" y="5029065"/>
              <a:ext cx="2056512" cy="371054"/>
            </a:xfrm>
            <a:custGeom>
              <a:avLst/>
              <a:pathLst>
                <a:path w="2056512" h="371054">
                  <a:moveTo>
                    <a:pt x="0" y="371054"/>
                  </a:moveTo>
                  <a:lnTo>
                    <a:pt x="132058" y="347227"/>
                  </a:lnTo>
                  <a:lnTo>
                    <a:pt x="248543" y="326210"/>
                  </a:lnTo>
                  <a:lnTo>
                    <a:pt x="352742" y="307409"/>
                  </a:lnTo>
                  <a:lnTo>
                    <a:pt x="447001" y="290402"/>
                  </a:lnTo>
                  <a:lnTo>
                    <a:pt x="533053" y="274876"/>
                  </a:lnTo>
                  <a:lnTo>
                    <a:pt x="612213" y="260593"/>
                  </a:lnTo>
                  <a:lnTo>
                    <a:pt x="685504" y="247369"/>
                  </a:lnTo>
                  <a:lnTo>
                    <a:pt x="753736" y="235058"/>
                  </a:lnTo>
                  <a:lnTo>
                    <a:pt x="817563" y="223542"/>
                  </a:lnTo>
                  <a:lnTo>
                    <a:pt x="877519" y="212724"/>
                  </a:lnTo>
                  <a:lnTo>
                    <a:pt x="934047" y="202525"/>
                  </a:lnTo>
                  <a:lnTo>
                    <a:pt x="987518" y="192877"/>
                  </a:lnTo>
                  <a:lnTo>
                    <a:pt x="1038246" y="183724"/>
                  </a:lnTo>
                  <a:lnTo>
                    <a:pt x="1086498" y="175018"/>
                  </a:lnTo>
                  <a:lnTo>
                    <a:pt x="1132505" y="166717"/>
                  </a:lnTo>
                  <a:lnTo>
                    <a:pt x="1176466" y="158785"/>
                  </a:lnTo>
                  <a:lnTo>
                    <a:pt x="1218557" y="151191"/>
                  </a:lnTo>
                  <a:lnTo>
                    <a:pt x="1258929" y="143907"/>
                  </a:lnTo>
                  <a:lnTo>
                    <a:pt x="1297717" y="136908"/>
                  </a:lnTo>
                  <a:lnTo>
                    <a:pt x="1335041" y="130174"/>
                  </a:lnTo>
                  <a:lnTo>
                    <a:pt x="1371008" y="123684"/>
                  </a:lnTo>
                  <a:lnTo>
                    <a:pt x="1405712" y="117423"/>
                  </a:lnTo>
                  <a:lnTo>
                    <a:pt x="1439240" y="111373"/>
                  </a:lnTo>
                  <a:lnTo>
                    <a:pt x="1471668" y="105522"/>
                  </a:lnTo>
                  <a:lnTo>
                    <a:pt x="1503067" y="99857"/>
                  </a:lnTo>
                  <a:lnTo>
                    <a:pt x="1533499" y="94366"/>
                  </a:lnTo>
                  <a:lnTo>
                    <a:pt x="1563023" y="89039"/>
                  </a:lnTo>
                  <a:lnTo>
                    <a:pt x="1591691" y="83867"/>
                  </a:lnTo>
                  <a:lnTo>
                    <a:pt x="1619551" y="78840"/>
                  </a:lnTo>
                  <a:lnTo>
                    <a:pt x="1646648" y="73951"/>
                  </a:lnTo>
                  <a:lnTo>
                    <a:pt x="1673022" y="69192"/>
                  </a:lnTo>
                  <a:lnTo>
                    <a:pt x="1698711" y="64557"/>
                  </a:lnTo>
                  <a:lnTo>
                    <a:pt x="1723750" y="60039"/>
                  </a:lnTo>
                  <a:lnTo>
                    <a:pt x="1748170" y="55633"/>
                  </a:lnTo>
                  <a:lnTo>
                    <a:pt x="1772002" y="51333"/>
                  </a:lnTo>
                  <a:lnTo>
                    <a:pt x="1795273" y="47135"/>
                  </a:lnTo>
                  <a:lnTo>
                    <a:pt x="1818009" y="43032"/>
                  </a:lnTo>
                  <a:lnTo>
                    <a:pt x="1840234" y="39022"/>
                  </a:lnTo>
                  <a:lnTo>
                    <a:pt x="1861971" y="35100"/>
                  </a:lnTo>
                  <a:lnTo>
                    <a:pt x="1883240" y="31263"/>
                  </a:lnTo>
                  <a:lnTo>
                    <a:pt x="1904061" y="27506"/>
                  </a:lnTo>
                  <a:lnTo>
                    <a:pt x="1924453" y="23827"/>
                  </a:lnTo>
                  <a:lnTo>
                    <a:pt x="1944433" y="20222"/>
                  </a:lnTo>
                  <a:lnTo>
                    <a:pt x="1964017" y="16688"/>
                  </a:lnTo>
                  <a:lnTo>
                    <a:pt x="1983221" y="13223"/>
                  </a:lnTo>
                  <a:lnTo>
                    <a:pt x="2002059" y="9824"/>
                  </a:lnTo>
                  <a:lnTo>
                    <a:pt x="2020545" y="6489"/>
                  </a:lnTo>
                  <a:lnTo>
                    <a:pt x="2038692" y="3215"/>
                  </a:lnTo>
                  <a:lnTo>
                    <a:pt x="205651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248127" y="5204562"/>
              <a:ext cx="2056512" cy="471972"/>
            </a:xfrm>
            <a:custGeom>
              <a:avLst/>
              <a:pathLst>
                <a:path w="2056512" h="471972">
                  <a:moveTo>
                    <a:pt x="0" y="0"/>
                  </a:moveTo>
                  <a:lnTo>
                    <a:pt x="132058" y="30307"/>
                  </a:lnTo>
                  <a:lnTo>
                    <a:pt x="248543" y="57041"/>
                  </a:lnTo>
                  <a:lnTo>
                    <a:pt x="352742" y="80954"/>
                  </a:lnTo>
                  <a:lnTo>
                    <a:pt x="447001" y="102587"/>
                  </a:lnTo>
                  <a:lnTo>
                    <a:pt x="533053" y="122336"/>
                  </a:lnTo>
                  <a:lnTo>
                    <a:pt x="612213" y="140503"/>
                  </a:lnTo>
                  <a:lnTo>
                    <a:pt x="685504" y="157324"/>
                  </a:lnTo>
                  <a:lnTo>
                    <a:pt x="753736" y="172983"/>
                  </a:lnTo>
                  <a:lnTo>
                    <a:pt x="817563" y="187632"/>
                  </a:lnTo>
                  <a:lnTo>
                    <a:pt x="877519" y="201392"/>
                  </a:lnTo>
                  <a:lnTo>
                    <a:pt x="934047" y="214365"/>
                  </a:lnTo>
                  <a:lnTo>
                    <a:pt x="987518" y="226637"/>
                  </a:lnTo>
                  <a:lnTo>
                    <a:pt x="1038246" y="238279"/>
                  </a:lnTo>
                  <a:lnTo>
                    <a:pt x="1086498" y="249353"/>
                  </a:lnTo>
                  <a:lnTo>
                    <a:pt x="1132505" y="259911"/>
                  </a:lnTo>
                  <a:lnTo>
                    <a:pt x="1176466" y="270001"/>
                  </a:lnTo>
                  <a:lnTo>
                    <a:pt x="1218557" y="279660"/>
                  </a:lnTo>
                  <a:lnTo>
                    <a:pt x="1258929" y="288926"/>
                  </a:lnTo>
                  <a:lnTo>
                    <a:pt x="1297717" y="297828"/>
                  </a:lnTo>
                  <a:lnTo>
                    <a:pt x="1335041" y="306394"/>
                  </a:lnTo>
                  <a:lnTo>
                    <a:pt x="1371008" y="314648"/>
                  </a:lnTo>
                  <a:lnTo>
                    <a:pt x="1405712" y="322613"/>
                  </a:lnTo>
                  <a:lnTo>
                    <a:pt x="1439240" y="330307"/>
                  </a:lnTo>
                  <a:lnTo>
                    <a:pt x="1471668" y="337750"/>
                  </a:lnTo>
                  <a:lnTo>
                    <a:pt x="1503067" y="344956"/>
                  </a:lnTo>
                  <a:lnTo>
                    <a:pt x="1533499" y="351940"/>
                  </a:lnTo>
                  <a:lnTo>
                    <a:pt x="1563023" y="358716"/>
                  </a:lnTo>
                  <a:lnTo>
                    <a:pt x="1591691" y="365295"/>
                  </a:lnTo>
                  <a:lnTo>
                    <a:pt x="1619551" y="371689"/>
                  </a:lnTo>
                  <a:lnTo>
                    <a:pt x="1646648" y="377908"/>
                  </a:lnTo>
                  <a:lnTo>
                    <a:pt x="1673022" y="383961"/>
                  </a:lnTo>
                  <a:lnTo>
                    <a:pt x="1698711" y="389857"/>
                  </a:lnTo>
                  <a:lnTo>
                    <a:pt x="1723750" y="395603"/>
                  </a:lnTo>
                  <a:lnTo>
                    <a:pt x="1748170" y="401207"/>
                  </a:lnTo>
                  <a:lnTo>
                    <a:pt x="1772002" y="406677"/>
                  </a:lnTo>
                  <a:lnTo>
                    <a:pt x="1795273" y="412018"/>
                  </a:lnTo>
                  <a:lnTo>
                    <a:pt x="1818009" y="417236"/>
                  </a:lnTo>
                  <a:lnTo>
                    <a:pt x="1840234" y="422336"/>
                  </a:lnTo>
                  <a:lnTo>
                    <a:pt x="1861971" y="427325"/>
                  </a:lnTo>
                  <a:lnTo>
                    <a:pt x="1883240" y="432206"/>
                  </a:lnTo>
                  <a:lnTo>
                    <a:pt x="1904061" y="436985"/>
                  </a:lnTo>
                  <a:lnTo>
                    <a:pt x="1924453" y="441665"/>
                  </a:lnTo>
                  <a:lnTo>
                    <a:pt x="1944433" y="446250"/>
                  </a:lnTo>
                  <a:lnTo>
                    <a:pt x="1964017" y="450745"/>
                  </a:lnTo>
                  <a:lnTo>
                    <a:pt x="1983221" y="455152"/>
                  </a:lnTo>
                  <a:lnTo>
                    <a:pt x="2002059" y="459475"/>
                  </a:lnTo>
                  <a:lnTo>
                    <a:pt x="2020545" y="463718"/>
                  </a:lnTo>
                  <a:lnTo>
                    <a:pt x="2038692" y="467883"/>
                  </a:lnTo>
                  <a:lnTo>
                    <a:pt x="2056512" y="47197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248127" y="5318630"/>
              <a:ext cx="2056512" cy="448598"/>
            </a:xfrm>
            <a:custGeom>
              <a:avLst/>
              <a:pathLst>
                <a:path w="2056512" h="448598">
                  <a:moveTo>
                    <a:pt x="0" y="448598"/>
                  </a:moveTo>
                  <a:lnTo>
                    <a:pt x="132058" y="419791"/>
                  </a:lnTo>
                  <a:lnTo>
                    <a:pt x="248543" y="394381"/>
                  </a:lnTo>
                  <a:lnTo>
                    <a:pt x="352742" y="371652"/>
                  </a:lnTo>
                  <a:lnTo>
                    <a:pt x="447001" y="351091"/>
                  </a:lnTo>
                  <a:lnTo>
                    <a:pt x="533053" y="332320"/>
                  </a:lnTo>
                  <a:lnTo>
                    <a:pt x="612213" y="315052"/>
                  </a:lnTo>
                  <a:lnTo>
                    <a:pt x="685504" y="299065"/>
                  </a:lnTo>
                  <a:lnTo>
                    <a:pt x="753736" y="284181"/>
                  </a:lnTo>
                  <a:lnTo>
                    <a:pt x="817563" y="270258"/>
                  </a:lnTo>
                  <a:lnTo>
                    <a:pt x="877519" y="257180"/>
                  </a:lnTo>
                  <a:lnTo>
                    <a:pt x="934047" y="244849"/>
                  </a:lnTo>
                  <a:lnTo>
                    <a:pt x="987518" y="233185"/>
                  </a:lnTo>
                  <a:lnTo>
                    <a:pt x="1038246" y="222119"/>
                  </a:lnTo>
                  <a:lnTo>
                    <a:pt x="1086498" y="211594"/>
                  </a:lnTo>
                  <a:lnTo>
                    <a:pt x="1132505" y="201558"/>
                  </a:lnTo>
                  <a:lnTo>
                    <a:pt x="1176466" y="191968"/>
                  </a:lnTo>
                  <a:lnTo>
                    <a:pt x="1218557" y="182787"/>
                  </a:lnTo>
                  <a:lnTo>
                    <a:pt x="1258929" y="173981"/>
                  </a:lnTo>
                  <a:lnTo>
                    <a:pt x="1297717" y="165519"/>
                  </a:lnTo>
                  <a:lnTo>
                    <a:pt x="1335041" y="157378"/>
                  </a:lnTo>
                  <a:lnTo>
                    <a:pt x="1371008" y="149532"/>
                  </a:lnTo>
                  <a:lnTo>
                    <a:pt x="1405712" y="141962"/>
                  </a:lnTo>
                  <a:lnTo>
                    <a:pt x="1439240" y="134648"/>
                  </a:lnTo>
                  <a:lnTo>
                    <a:pt x="1471668" y="127575"/>
                  </a:lnTo>
                  <a:lnTo>
                    <a:pt x="1503067" y="120725"/>
                  </a:lnTo>
                  <a:lnTo>
                    <a:pt x="1533499" y="114087"/>
                  </a:lnTo>
                  <a:lnTo>
                    <a:pt x="1563023" y="107647"/>
                  </a:lnTo>
                  <a:lnTo>
                    <a:pt x="1591691" y="101393"/>
                  </a:lnTo>
                  <a:lnTo>
                    <a:pt x="1619551" y="95316"/>
                  </a:lnTo>
                  <a:lnTo>
                    <a:pt x="1646648" y="89405"/>
                  </a:lnTo>
                  <a:lnTo>
                    <a:pt x="1673022" y="83652"/>
                  </a:lnTo>
                  <a:lnTo>
                    <a:pt x="1698711" y="78048"/>
                  </a:lnTo>
                  <a:lnTo>
                    <a:pt x="1723750" y="72587"/>
                  </a:lnTo>
                  <a:lnTo>
                    <a:pt x="1748170" y="67260"/>
                  </a:lnTo>
                  <a:lnTo>
                    <a:pt x="1772002" y="62061"/>
                  </a:lnTo>
                  <a:lnTo>
                    <a:pt x="1795273" y="56985"/>
                  </a:lnTo>
                  <a:lnTo>
                    <a:pt x="1818009" y="52025"/>
                  </a:lnTo>
                  <a:lnTo>
                    <a:pt x="1840234" y="47177"/>
                  </a:lnTo>
                  <a:lnTo>
                    <a:pt x="1861971" y="42436"/>
                  </a:lnTo>
                  <a:lnTo>
                    <a:pt x="1883240" y="37796"/>
                  </a:lnTo>
                  <a:lnTo>
                    <a:pt x="1904061" y="33254"/>
                  </a:lnTo>
                  <a:lnTo>
                    <a:pt x="1924453" y="28806"/>
                  </a:lnTo>
                  <a:lnTo>
                    <a:pt x="1944433" y="24448"/>
                  </a:lnTo>
                  <a:lnTo>
                    <a:pt x="1964017" y="20176"/>
                  </a:lnTo>
                  <a:lnTo>
                    <a:pt x="1983221" y="15987"/>
                  </a:lnTo>
                  <a:lnTo>
                    <a:pt x="2002059" y="11878"/>
                  </a:lnTo>
                  <a:lnTo>
                    <a:pt x="2020545" y="7845"/>
                  </a:lnTo>
                  <a:lnTo>
                    <a:pt x="2038692" y="3887"/>
                  </a:lnTo>
                  <a:lnTo>
                    <a:pt x="205651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248127" y="5678535"/>
              <a:ext cx="2056512" cy="156683"/>
            </a:xfrm>
            <a:custGeom>
              <a:avLst/>
              <a:pathLst>
                <a:path w="2056512" h="156683">
                  <a:moveTo>
                    <a:pt x="0" y="0"/>
                  </a:moveTo>
                  <a:lnTo>
                    <a:pt x="132058" y="10061"/>
                  </a:lnTo>
                  <a:lnTo>
                    <a:pt x="248543" y="18936"/>
                  </a:lnTo>
                  <a:lnTo>
                    <a:pt x="352742" y="26875"/>
                  </a:lnTo>
                  <a:lnTo>
                    <a:pt x="447001" y="34056"/>
                  </a:lnTo>
                  <a:lnTo>
                    <a:pt x="533053" y="40612"/>
                  </a:lnTo>
                  <a:lnTo>
                    <a:pt x="612213" y="46644"/>
                  </a:lnTo>
                  <a:lnTo>
                    <a:pt x="685504" y="52227"/>
                  </a:lnTo>
                  <a:lnTo>
                    <a:pt x="753736" y="57426"/>
                  </a:lnTo>
                  <a:lnTo>
                    <a:pt x="817563" y="62289"/>
                  </a:lnTo>
                  <a:lnTo>
                    <a:pt x="877519" y="66857"/>
                  </a:lnTo>
                  <a:lnTo>
                    <a:pt x="934047" y="71164"/>
                  </a:lnTo>
                  <a:lnTo>
                    <a:pt x="987518" y="75238"/>
                  </a:lnTo>
                  <a:lnTo>
                    <a:pt x="1038246" y="79103"/>
                  </a:lnTo>
                  <a:lnTo>
                    <a:pt x="1086498" y="82779"/>
                  </a:lnTo>
                  <a:lnTo>
                    <a:pt x="1132505" y="86284"/>
                  </a:lnTo>
                  <a:lnTo>
                    <a:pt x="1176466" y="89634"/>
                  </a:lnTo>
                  <a:lnTo>
                    <a:pt x="1218557" y="92840"/>
                  </a:lnTo>
                  <a:lnTo>
                    <a:pt x="1258929" y="95916"/>
                  </a:lnTo>
                  <a:lnTo>
                    <a:pt x="1297717" y="98871"/>
                  </a:lnTo>
                  <a:lnTo>
                    <a:pt x="1335041" y="101715"/>
                  </a:lnTo>
                  <a:lnTo>
                    <a:pt x="1371008" y="104455"/>
                  </a:lnTo>
                  <a:lnTo>
                    <a:pt x="1405712" y="107100"/>
                  </a:lnTo>
                  <a:lnTo>
                    <a:pt x="1439240" y="109654"/>
                  </a:lnTo>
                  <a:lnTo>
                    <a:pt x="1471668" y="112125"/>
                  </a:lnTo>
                  <a:lnTo>
                    <a:pt x="1503067" y="114517"/>
                  </a:lnTo>
                  <a:lnTo>
                    <a:pt x="1533499" y="116836"/>
                  </a:lnTo>
                  <a:lnTo>
                    <a:pt x="1563023" y="119085"/>
                  </a:lnTo>
                  <a:lnTo>
                    <a:pt x="1591691" y="121269"/>
                  </a:lnTo>
                  <a:lnTo>
                    <a:pt x="1619551" y="123392"/>
                  </a:lnTo>
                  <a:lnTo>
                    <a:pt x="1646648" y="125456"/>
                  </a:lnTo>
                  <a:lnTo>
                    <a:pt x="1673022" y="127466"/>
                  </a:lnTo>
                  <a:lnTo>
                    <a:pt x="1698711" y="129423"/>
                  </a:lnTo>
                  <a:lnTo>
                    <a:pt x="1723750" y="131331"/>
                  </a:lnTo>
                  <a:lnTo>
                    <a:pt x="1748170" y="133191"/>
                  </a:lnTo>
                  <a:lnTo>
                    <a:pt x="1772002" y="135007"/>
                  </a:lnTo>
                  <a:lnTo>
                    <a:pt x="1795273" y="136780"/>
                  </a:lnTo>
                  <a:lnTo>
                    <a:pt x="1818009" y="138512"/>
                  </a:lnTo>
                  <a:lnTo>
                    <a:pt x="1840234" y="140205"/>
                  </a:lnTo>
                  <a:lnTo>
                    <a:pt x="1861971" y="141861"/>
                  </a:lnTo>
                  <a:lnTo>
                    <a:pt x="1883240" y="143482"/>
                  </a:lnTo>
                  <a:lnTo>
                    <a:pt x="1904061" y="145068"/>
                  </a:lnTo>
                  <a:lnTo>
                    <a:pt x="1924453" y="146622"/>
                  </a:lnTo>
                  <a:lnTo>
                    <a:pt x="1944433" y="148144"/>
                  </a:lnTo>
                  <a:lnTo>
                    <a:pt x="1964017" y="149636"/>
                  </a:lnTo>
                  <a:lnTo>
                    <a:pt x="1983221" y="151099"/>
                  </a:lnTo>
                  <a:lnTo>
                    <a:pt x="2002059" y="152535"/>
                  </a:lnTo>
                  <a:lnTo>
                    <a:pt x="2020545" y="153943"/>
                  </a:lnTo>
                  <a:lnTo>
                    <a:pt x="2038692" y="155326"/>
                  </a:lnTo>
                  <a:lnTo>
                    <a:pt x="2056512" y="15668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248127" y="5273877"/>
              <a:ext cx="2056512" cy="319206"/>
            </a:xfrm>
            <a:custGeom>
              <a:avLst/>
              <a:pathLst>
                <a:path w="2056512" h="319206">
                  <a:moveTo>
                    <a:pt x="0" y="319206"/>
                  </a:moveTo>
                  <a:lnTo>
                    <a:pt x="132058" y="298708"/>
                  </a:lnTo>
                  <a:lnTo>
                    <a:pt x="248543" y="280628"/>
                  </a:lnTo>
                  <a:lnTo>
                    <a:pt x="352742" y="264454"/>
                  </a:lnTo>
                  <a:lnTo>
                    <a:pt x="447001" y="249824"/>
                  </a:lnTo>
                  <a:lnTo>
                    <a:pt x="533053" y="236467"/>
                  </a:lnTo>
                  <a:lnTo>
                    <a:pt x="612213" y="224180"/>
                  </a:lnTo>
                  <a:lnTo>
                    <a:pt x="685504" y="212804"/>
                  </a:lnTo>
                  <a:lnTo>
                    <a:pt x="753736" y="202213"/>
                  </a:lnTo>
                  <a:lnTo>
                    <a:pt x="817563" y="192306"/>
                  </a:lnTo>
                  <a:lnTo>
                    <a:pt x="877519" y="183000"/>
                  </a:lnTo>
                  <a:lnTo>
                    <a:pt x="934047" y="174226"/>
                  </a:lnTo>
                  <a:lnTo>
                    <a:pt x="987518" y="165926"/>
                  </a:lnTo>
                  <a:lnTo>
                    <a:pt x="1038246" y="158052"/>
                  </a:lnTo>
                  <a:lnTo>
                    <a:pt x="1086498" y="150563"/>
                  </a:lnTo>
                  <a:lnTo>
                    <a:pt x="1132505" y="143421"/>
                  </a:lnTo>
                  <a:lnTo>
                    <a:pt x="1176466" y="136598"/>
                  </a:lnTo>
                  <a:lnTo>
                    <a:pt x="1218557" y="130065"/>
                  </a:lnTo>
                  <a:lnTo>
                    <a:pt x="1258929" y="123798"/>
                  </a:lnTo>
                  <a:lnTo>
                    <a:pt x="1297717" y="117778"/>
                  </a:lnTo>
                  <a:lnTo>
                    <a:pt x="1335041" y="111984"/>
                  </a:lnTo>
                  <a:lnTo>
                    <a:pt x="1371008" y="106402"/>
                  </a:lnTo>
                  <a:lnTo>
                    <a:pt x="1405712" y="101015"/>
                  </a:lnTo>
                  <a:lnTo>
                    <a:pt x="1439240" y="95811"/>
                  </a:lnTo>
                  <a:lnTo>
                    <a:pt x="1471668" y="90777"/>
                  </a:lnTo>
                  <a:lnTo>
                    <a:pt x="1503067" y="85904"/>
                  </a:lnTo>
                  <a:lnTo>
                    <a:pt x="1533499" y="81180"/>
                  </a:lnTo>
                  <a:lnTo>
                    <a:pt x="1563023" y="76598"/>
                  </a:lnTo>
                  <a:lnTo>
                    <a:pt x="1591691" y="72148"/>
                  </a:lnTo>
                  <a:lnTo>
                    <a:pt x="1619551" y="67823"/>
                  </a:lnTo>
                  <a:lnTo>
                    <a:pt x="1646648" y="63618"/>
                  </a:lnTo>
                  <a:lnTo>
                    <a:pt x="1673022" y="59524"/>
                  </a:lnTo>
                  <a:lnTo>
                    <a:pt x="1698711" y="55536"/>
                  </a:lnTo>
                  <a:lnTo>
                    <a:pt x="1723750" y="51650"/>
                  </a:lnTo>
                  <a:lnTo>
                    <a:pt x="1748170" y="47860"/>
                  </a:lnTo>
                  <a:lnTo>
                    <a:pt x="1772002" y="44160"/>
                  </a:lnTo>
                  <a:lnTo>
                    <a:pt x="1795273" y="40548"/>
                  </a:lnTo>
                  <a:lnTo>
                    <a:pt x="1818009" y="37019"/>
                  </a:lnTo>
                  <a:lnTo>
                    <a:pt x="1840234" y="33570"/>
                  </a:lnTo>
                  <a:lnTo>
                    <a:pt x="1861971" y="30196"/>
                  </a:lnTo>
                  <a:lnTo>
                    <a:pt x="1883240" y="26894"/>
                  </a:lnTo>
                  <a:lnTo>
                    <a:pt x="1904061" y="23663"/>
                  </a:lnTo>
                  <a:lnTo>
                    <a:pt x="1924453" y="20497"/>
                  </a:lnTo>
                  <a:lnTo>
                    <a:pt x="1944433" y="17396"/>
                  </a:lnTo>
                  <a:lnTo>
                    <a:pt x="1964017" y="14356"/>
                  </a:lnTo>
                  <a:lnTo>
                    <a:pt x="1983221" y="11376"/>
                  </a:lnTo>
                  <a:lnTo>
                    <a:pt x="2002059" y="8451"/>
                  </a:lnTo>
                  <a:lnTo>
                    <a:pt x="2020545" y="5582"/>
                  </a:lnTo>
                  <a:lnTo>
                    <a:pt x="2038692" y="2765"/>
                  </a:lnTo>
                  <a:lnTo>
                    <a:pt x="205651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248127" y="5072186"/>
              <a:ext cx="2056512" cy="148012"/>
            </a:xfrm>
            <a:custGeom>
              <a:avLst/>
              <a:pathLst>
                <a:path w="2056512" h="148012">
                  <a:moveTo>
                    <a:pt x="0" y="0"/>
                  </a:moveTo>
                  <a:lnTo>
                    <a:pt x="132058" y="9504"/>
                  </a:lnTo>
                  <a:lnTo>
                    <a:pt x="248543" y="17888"/>
                  </a:lnTo>
                  <a:lnTo>
                    <a:pt x="352742" y="25387"/>
                  </a:lnTo>
                  <a:lnTo>
                    <a:pt x="447001" y="32171"/>
                  </a:lnTo>
                  <a:lnTo>
                    <a:pt x="533053" y="38365"/>
                  </a:lnTo>
                  <a:lnTo>
                    <a:pt x="612213" y="44062"/>
                  </a:lnTo>
                  <a:lnTo>
                    <a:pt x="685504" y="49337"/>
                  </a:lnTo>
                  <a:lnTo>
                    <a:pt x="753736" y="54248"/>
                  </a:lnTo>
                  <a:lnTo>
                    <a:pt x="817563" y="58842"/>
                  </a:lnTo>
                  <a:lnTo>
                    <a:pt x="877519" y="63157"/>
                  </a:lnTo>
                  <a:lnTo>
                    <a:pt x="934047" y="67225"/>
                  </a:lnTo>
                  <a:lnTo>
                    <a:pt x="987518" y="71074"/>
                  </a:lnTo>
                  <a:lnTo>
                    <a:pt x="1038246" y="74725"/>
                  </a:lnTo>
                  <a:lnTo>
                    <a:pt x="1086498" y="78198"/>
                  </a:lnTo>
                  <a:lnTo>
                    <a:pt x="1132505" y="81509"/>
                  </a:lnTo>
                  <a:lnTo>
                    <a:pt x="1176466" y="84673"/>
                  </a:lnTo>
                  <a:lnTo>
                    <a:pt x="1218557" y="87702"/>
                  </a:lnTo>
                  <a:lnTo>
                    <a:pt x="1258929" y="90608"/>
                  </a:lnTo>
                  <a:lnTo>
                    <a:pt x="1297717" y="93400"/>
                  </a:lnTo>
                  <a:lnTo>
                    <a:pt x="1335041" y="96086"/>
                  </a:lnTo>
                  <a:lnTo>
                    <a:pt x="1371008" y="98675"/>
                  </a:lnTo>
                  <a:lnTo>
                    <a:pt x="1405712" y="101172"/>
                  </a:lnTo>
                  <a:lnTo>
                    <a:pt x="1439240" y="103586"/>
                  </a:lnTo>
                  <a:lnTo>
                    <a:pt x="1471668" y="105920"/>
                  </a:lnTo>
                  <a:lnTo>
                    <a:pt x="1503067" y="108179"/>
                  </a:lnTo>
                  <a:lnTo>
                    <a:pt x="1533499" y="110370"/>
                  </a:lnTo>
                  <a:lnTo>
                    <a:pt x="1563023" y="112495"/>
                  </a:lnTo>
                  <a:lnTo>
                    <a:pt x="1591691" y="114558"/>
                  </a:lnTo>
                  <a:lnTo>
                    <a:pt x="1619551" y="116563"/>
                  </a:lnTo>
                  <a:lnTo>
                    <a:pt x="1646648" y="118513"/>
                  </a:lnTo>
                  <a:lnTo>
                    <a:pt x="1673022" y="120412"/>
                  </a:lnTo>
                  <a:lnTo>
                    <a:pt x="1698711" y="122260"/>
                  </a:lnTo>
                  <a:lnTo>
                    <a:pt x="1723750" y="124063"/>
                  </a:lnTo>
                  <a:lnTo>
                    <a:pt x="1748170" y="125820"/>
                  </a:lnTo>
                  <a:lnTo>
                    <a:pt x="1772002" y="127535"/>
                  </a:lnTo>
                  <a:lnTo>
                    <a:pt x="1795273" y="129210"/>
                  </a:lnTo>
                  <a:lnTo>
                    <a:pt x="1818009" y="130847"/>
                  </a:lnTo>
                  <a:lnTo>
                    <a:pt x="1840234" y="132446"/>
                  </a:lnTo>
                  <a:lnTo>
                    <a:pt x="1861971" y="134011"/>
                  </a:lnTo>
                  <a:lnTo>
                    <a:pt x="1883240" y="135541"/>
                  </a:lnTo>
                  <a:lnTo>
                    <a:pt x="1904061" y="137040"/>
                  </a:lnTo>
                  <a:lnTo>
                    <a:pt x="1924453" y="138508"/>
                  </a:lnTo>
                  <a:lnTo>
                    <a:pt x="1944433" y="139946"/>
                  </a:lnTo>
                  <a:lnTo>
                    <a:pt x="1964017" y="141355"/>
                  </a:lnTo>
                  <a:lnTo>
                    <a:pt x="1983221" y="142737"/>
                  </a:lnTo>
                  <a:lnTo>
                    <a:pt x="2002059" y="144093"/>
                  </a:lnTo>
                  <a:lnTo>
                    <a:pt x="2020545" y="145424"/>
                  </a:lnTo>
                  <a:lnTo>
                    <a:pt x="2038692" y="146730"/>
                  </a:lnTo>
                  <a:lnTo>
                    <a:pt x="2056512" y="14801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085024" y="598483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085024" y="53948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085024" y="48048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085024" y="42148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248127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93363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561913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630463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862742" y="550279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836730" y="445326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873696" y="507796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822992" y="55529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854794" y="530193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819235" y="53263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879926" y="473566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896134" y="552319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875125" y="59325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854218" y="548374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493496" y="57668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583831" y="40376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538310" y="52331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539657" y="56628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541086" y="551527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540236" y="540555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523714" y="555861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507893" y="58227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505383" y="50892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562777" y="53325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504911" y="48427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585643" y="54934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579629" y="49463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557579" y="52242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554555" y="55662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552672" y="507200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532820" y="472927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527106" y="425928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184345" y="561975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214910" y="54574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262210" y="504003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230086" y="540550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248209" y="52686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178217" y="57653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195914" y="56728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244672" y="53093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231891" y="525865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264346" y="46969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252101" y="54768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190982" y="47004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218223" y="55607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197833" y="580511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8258681" y="517867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8182779" y="497569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8209192" y="566100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8176827" y="518250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8248360" y="466696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8255578" y="515842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8877989" y="50673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8855429" y="519856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8911884" y="544125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8907075" y="556157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8882008" y="552677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8863655" y="547007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8936231" y="49633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8894812" y="513367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8926704" y="499123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8894008" y="45184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8922926" y="556267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8904771" y="476156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8889226" y="43822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8890822" y="57314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8856403" y="503566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8879676" y="557478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8893368" y="424595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8859929" y="508721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8903126" y="488173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8918124" y="527755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8864074" y="51043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8865694" y="550971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8931093" y="497522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8926794" y="55859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6887976" y="5274566"/>
              <a:ext cx="2035766" cy="306831"/>
            </a:xfrm>
            <a:custGeom>
              <a:avLst/>
              <a:pathLst>
                <a:path w="2035766" h="306831">
                  <a:moveTo>
                    <a:pt x="0" y="306831"/>
                  </a:moveTo>
                  <a:lnTo>
                    <a:pt x="130726" y="287127"/>
                  </a:lnTo>
                  <a:lnTo>
                    <a:pt x="246036" y="269748"/>
                  </a:lnTo>
                  <a:lnTo>
                    <a:pt x="349183" y="254202"/>
                  </a:lnTo>
                  <a:lnTo>
                    <a:pt x="442492" y="240138"/>
                  </a:lnTo>
                  <a:lnTo>
                    <a:pt x="527675" y="227299"/>
                  </a:lnTo>
                  <a:lnTo>
                    <a:pt x="606037" y="215489"/>
                  </a:lnTo>
                  <a:lnTo>
                    <a:pt x="678588" y="204554"/>
                  </a:lnTo>
                  <a:lnTo>
                    <a:pt x="746132" y="194373"/>
                  </a:lnTo>
                  <a:lnTo>
                    <a:pt x="809315" y="184850"/>
                  </a:lnTo>
                  <a:lnTo>
                    <a:pt x="868667" y="175905"/>
                  </a:lnTo>
                  <a:lnTo>
                    <a:pt x="924624" y="167471"/>
                  </a:lnTo>
                  <a:lnTo>
                    <a:pt x="977556" y="159493"/>
                  </a:lnTo>
                  <a:lnTo>
                    <a:pt x="1027772" y="151925"/>
                  </a:lnTo>
                  <a:lnTo>
                    <a:pt x="1075537" y="144725"/>
                  </a:lnTo>
                  <a:lnTo>
                    <a:pt x="1121080" y="137861"/>
                  </a:lnTo>
                  <a:lnTo>
                    <a:pt x="1164599" y="131302"/>
                  </a:lnTo>
                  <a:lnTo>
                    <a:pt x="1206264" y="125022"/>
                  </a:lnTo>
                  <a:lnTo>
                    <a:pt x="1246229" y="118999"/>
                  </a:lnTo>
                  <a:lnTo>
                    <a:pt x="1284626" y="113212"/>
                  </a:lnTo>
                  <a:lnTo>
                    <a:pt x="1321573" y="107643"/>
                  </a:lnTo>
                  <a:lnTo>
                    <a:pt x="1357177" y="102277"/>
                  </a:lnTo>
                  <a:lnTo>
                    <a:pt x="1391532" y="97099"/>
                  </a:lnTo>
                  <a:lnTo>
                    <a:pt x="1424721" y="92096"/>
                  </a:lnTo>
                  <a:lnTo>
                    <a:pt x="1456822" y="87258"/>
                  </a:lnTo>
                  <a:lnTo>
                    <a:pt x="1487904" y="82573"/>
                  </a:lnTo>
                  <a:lnTo>
                    <a:pt x="1518029" y="78033"/>
                  </a:lnTo>
                  <a:lnTo>
                    <a:pt x="1547255" y="73628"/>
                  </a:lnTo>
                  <a:lnTo>
                    <a:pt x="1575634" y="69351"/>
                  </a:lnTo>
                  <a:lnTo>
                    <a:pt x="1603213" y="65194"/>
                  </a:lnTo>
                  <a:lnTo>
                    <a:pt x="1630037" y="61151"/>
                  </a:lnTo>
                  <a:lnTo>
                    <a:pt x="1656145" y="57216"/>
                  </a:lnTo>
                  <a:lnTo>
                    <a:pt x="1681575" y="53383"/>
                  </a:lnTo>
                  <a:lnTo>
                    <a:pt x="1706361" y="49648"/>
                  </a:lnTo>
                  <a:lnTo>
                    <a:pt x="1730535" y="46004"/>
                  </a:lnTo>
                  <a:lnTo>
                    <a:pt x="1754126" y="42448"/>
                  </a:lnTo>
                  <a:lnTo>
                    <a:pt x="1777163" y="38976"/>
                  </a:lnTo>
                  <a:lnTo>
                    <a:pt x="1799669" y="35584"/>
                  </a:lnTo>
                  <a:lnTo>
                    <a:pt x="1821670" y="32268"/>
                  </a:lnTo>
                  <a:lnTo>
                    <a:pt x="1843187" y="29025"/>
                  </a:lnTo>
                  <a:lnTo>
                    <a:pt x="1864242" y="25852"/>
                  </a:lnTo>
                  <a:lnTo>
                    <a:pt x="1884853" y="22745"/>
                  </a:lnTo>
                  <a:lnTo>
                    <a:pt x="1905039" y="19703"/>
                  </a:lnTo>
                  <a:lnTo>
                    <a:pt x="1924818" y="16722"/>
                  </a:lnTo>
                  <a:lnTo>
                    <a:pt x="1944204" y="13800"/>
                  </a:lnTo>
                  <a:lnTo>
                    <a:pt x="1963215" y="10934"/>
                  </a:lnTo>
                  <a:lnTo>
                    <a:pt x="1981863" y="8124"/>
                  </a:lnTo>
                  <a:lnTo>
                    <a:pt x="2000162" y="5366"/>
                  </a:lnTo>
                  <a:lnTo>
                    <a:pt x="2018126" y="2658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6887976" y="4931073"/>
              <a:ext cx="2035766" cy="742180"/>
            </a:xfrm>
            <a:custGeom>
              <a:avLst/>
              <a:pathLst>
                <a:path w="2035766" h="742180">
                  <a:moveTo>
                    <a:pt x="0" y="742180"/>
                  </a:moveTo>
                  <a:lnTo>
                    <a:pt x="130726" y="694521"/>
                  </a:lnTo>
                  <a:lnTo>
                    <a:pt x="246036" y="652482"/>
                  </a:lnTo>
                  <a:lnTo>
                    <a:pt x="349183" y="614878"/>
                  </a:lnTo>
                  <a:lnTo>
                    <a:pt x="442492" y="580860"/>
                  </a:lnTo>
                  <a:lnTo>
                    <a:pt x="527675" y="549805"/>
                  </a:lnTo>
                  <a:lnTo>
                    <a:pt x="606037" y="521236"/>
                  </a:lnTo>
                  <a:lnTo>
                    <a:pt x="678588" y="494786"/>
                  </a:lnTo>
                  <a:lnTo>
                    <a:pt x="746132" y="470162"/>
                  </a:lnTo>
                  <a:lnTo>
                    <a:pt x="809315" y="447127"/>
                  </a:lnTo>
                  <a:lnTo>
                    <a:pt x="868667" y="425489"/>
                  </a:lnTo>
                  <a:lnTo>
                    <a:pt x="924624" y="405089"/>
                  </a:lnTo>
                  <a:lnTo>
                    <a:pt x="977556" y="385792"/>
                  </a:lnTo>
                  <a:lnTo>
                    <a:pt x="1027772" y="367484"/>
                  </a:lnTo>
                  <a:lnTo>
                    <a:pt x="1075537" y="350070"/>
                  </a:lnTo>
                  <a:lnTo>
                    <a:pt x="1121080" y="333467"/>
                  </a:lnTo>
                  <a:lnTo>
                    <a:pt x="1164599" y="317601"/>
                  </a:lnTo>
                  <a:lnTo>
                    <a:pt x="1206264" y="302411"/>
                  </a:lnTo>
                  <a:lnTo>
                    <a:pt x="1246229" y="287841"/>
                  </a:lnTo>
                  <a:lnTo>
                    <a:pt x="1284626" y="273843"/>
                  </a:lnTo>
                  <a:lnTo>
                    <a:pt x="1321573" y="260373"/>
                  </a:lnTo>
                  <a:lnTo>
                    <a:pt x="1357177" y="247393"/>
                  </a:lnTo>
                  <a:lnTo>
                    <a:pt x="1391532" y="234868"/>
                  </a:lnTo>
                  <a:lnTo>
                    <a:pt x="1424721" y="222768"/>
                  </a:lnTo>
                  <a:lnTo>
                    <a:pt x="1456822" y="211065"/>
                  </a:lnTo>
                  <a:lnTo>
                    <a:pt x="1487904" y="199734"/>
                  </a:lnTo>
                  <a:lnTo>
                    <a:pt x="1518029" y="188751"/>
                  </a:lnTo>
                  <a:lnTo>
                    <a:pt x="1547255" y="178096"/>
                  </a:lnTo>
                  <a:lnTo>
                    <a:pt x="1575634" y="167750"/>
                  </a:lnTo>
                  <a:lnTo>
                    <a:pt x="1603213" y="157695"/>
                  </a:lnTo>
                  <a:lnTo>
                    <a:pt x="1630037" y="147916"/>
                  </a:lnTo>
                  <a:lnTo>
                    <a:pt x="1656145" y="138398"/>
                  </a:lnTo>
                  <a:lnTo>
                    <a:pt x="1681575" y="129127"/>
                  </a:lnTo>
                  <a:lnTo>
                    <a:pt x="1706361" y="120091"/>
                  </a:lnTo>
                  <a:lnTo>
                    <a:pt x="1730535" y="111278"/>
                  </a:lnTo>
                  <a:lnTo>
                    <a:pt x="1754126" y="102677"/>
                  </a:lnTo>
                  <a:lnTo>
                    <a:pt x="1777163" y="94279"/>
                  </a:lnTo>
                  <a:lnTo>
                    <a:pt x="1799669" y="86073"/>
                  </a:lnTo>
                  <a:lnTo>
                    <a:pt x="1821670" y="78053"/>
                  </a:lnTo>
                  <a:lnTo>
                    <a:pt x="1843187" y="70208"/>
                  </a:lnTo>
                  <a:lnTo>
                    <a:pt x="1864242" y="62532"/>
                  </a:lnTo>
                  <a:lnTo>
                    <a:pt x="1884853" y="55018"/>
                  </a:lnTo>
                  <a:lnTo>
                    <a:pt x="1905039" y="47659"/>
                  </a:lnTo>
                  <a:lnTo>
                    <a:pt x="1924818" y="40448"/>
                  </a:lnTo>
                  <a:lnTo>
                    <a:pt x="1944204" y="33380"/>
                  </a:lnTo>
                  <a:lnTo>
                    <a:pt x="1963215" y="26450"/>
                  </a:lnTo>
                  <a:lnTo>
                    <a:pt x="1981863" y="19651"/>
                  </a:lnTo>
                  <a:lnTo>
                    <a:pt x="2000162" y="12980"/>
                  </a:lnTo>
                  <a:lnTo>
                    <a:pt x="2018126" y="6431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6887976" y="5091144"/>
              <a:ext cx="2035766" cy="39656"/>
            </a:xfrm>
            <a:custGeom>
              <a:avLst/>
              <a:pathLst>
                <a:path w="2035766" h="39656">
                  <a:moveTo>
                    <a:pt x="0" y="0"/>
                  </a:moveTo>
                  <a:lnTo>
                    <a:pt x="130726" y="2546"/>
                  </a:lnTo>
                  <a:lnTo>
                    <a:pt x="246036" y="4792"/>
                  </a:lnTo>
                  <a:lnTo>
                    <a:pt x="349183" y="6802"/>
                  </a:lnTo>
                  <a:lnTo>
                    <a:pt x="442492" y="8619"/>
                  </a:lnTo>
                  <a:lnTo>
                    <a:pt x="527675" y="10279"/>
                  </a:lnTo>
                  <a:lnTo>
                    <a:pt x="606037" y="11805"/>
                  </a:lnTo>
                  <a:lnTo>
                    <a:pt x="678588" y="13218"/>
                  </a:lnTo>
                  <a:lnTo>
                    <a:pt x="746132" y="14534"/>
                  </a:lnTo>
                  <a:lnTo>
                    <a:pt x="809315" y="15765"/>
                  </a:lnTo>
                  <a:lnTo>
                    <a:pt x="868667" y="16921"/>
                  </a:lnTo>
                  <a:lnTo>
                    <a:pt x="924624" y="18011"/>
                  </a:lnTo>
                  <a:lnTo>
                    <a:pt x="977556" y="19042"/>
                  </a:lnTo>
                  <a:lnTo>
                    <a:pt x="1027772" y="20021"/>
                  </a:lnTo>
                  <a:lnTo>
                    <a:pt x="1075537" y="20951"/>
                  </a:lnTo>
                  <a:lnTo>
                    <a:pt x="1121080" y="21838"/>
                  </a:lnTo>
                  <a:lnTo>
                    <a:pt x="1164599" y="22686"/>
                  </a:lnTo>
                  <a:lnTo>
                    <a:pt x="1206264" y="23498"/>
                  </a:lnTo>
                  <a:lnTo>
                    <a:pt x="1246229" y="24276"/>
                  </a:lnTo>
                  <a:lnTo>
                    <a:pt x="1284626" y="25024"/>
                  </a:lnTo>
                  <a:lnTo>
                    <a:pt x="1321573" y="25744"/>
                  </a:lnTo>
                  <a:lnTo>
                    <a:pt x="1357177" y="26437"/>
                  </a:lnTo>
                  <a:lnTo>
                    <a:pt x="1391532" y="27107"/>
                  </a:lnTo>
                  <a:lnTo>
                    <a:pt x="1424721" y="27753"/>
                  </a:lnTo>
                  <a:lnTo>
                    <a:pt x="1456822" y="28379"/>
                  </a:lnTo>
                  <a:lnTo>
                    <a:pt x="1487904" y="28984"/>
                  </a:lnTo>
                  <a:lnTo>
                    <a:pt x="1518029" y="29571"/>
                  </a:lnTo>
                  <a:lnTo>
                    <a:pt x="1547255" y="30140"/>
                  </a:lnTo>
                  <a:lnTo>
                    <a:pt x="1575634" y="30693"/>
                  </a:lnTo>
                  <a:lnTo>
                    <a:pt x="1603213" y="31230"/>
                  </a:lnTo>
                  <a:lnTo>
                    <a:pt x="1630037" y="31753"/>
                  </a:lnTo>
                  <a:lnTo>
                    <a:pt x="1656145" y="32261"/>
                  </a:lnTo>
                  <a:lnTo>
                    <a:pt x="1681575" y="32757"/>
                  </a:lnTo>
                  <a:lnTo>
                    <a:pt x="1706361" y="33240"/>
                  </a:lnTo>
                  <a:lnTo>
                    <a:pt x="1730535" y="33711"/>
                  </a:lnTo>
                  <a:lnTo>
                    <a:pt x="1754126" y="34170"/>
                  </a:lnTo>
                  <a:lnTo>
                    <a:pt x="1777163" y="34619"/>
                  </a:lnTo>
                  <a:lnTo>
                    <a:pt x="1799669" y="35057"/>
                  </a:lnTo>
                  <a:lnTo>
                    <a:pt x="1821670" y="35486"/>
                  </a:lnTo>
                  <a:lnTo>
                    <a:pt x="1843187" y="35905"/>
                  </a:lnTo>
                  <a:lnTo>
                    <a:pt x="1864242" y="36315"/>
                  </a:lnTo>
                  <a:lnTo>
                    <a:pt x="1884853" y="36717"/>
                  </a:lnTo>
                  <a:lnTo>
                    <a:pt x="1905039" y="37110"/>
                  </a:lnTo>
                  <a:lnTo>
                    <a:pt x="1924818" y="37495"/>
                  </a:lnTo>
                  <a:lnTo>
                    <a:pt x="1944204" y="37873"/>
                  </a:lnTo>
                  <a:lnTo>
                    <a:pt x="1963215" y="38243"/>
                  </a:lnTo>
                  <a:lnTo>
                    <a:pt x="1981863" y="38606"/>
                  </a:lnTo>
                  <a:lnTo>
                    <a:pt x="2000162" y="38963"/>
                  </a:lnTo>
                  <a:lnTo>
                    <a:pt x="2018126" y="39313"/>
                  </a:lnTo>
                  <a:lnTo>
                    <a:pt x="2035766" y="3965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6887976" y="4430399"/>
              <a:ext cx="2035766" cy="680584"/>
            </a:xfrm>
            <a:custGeom>
              <a:avLst/>
              <a:pathLst>
                <a:path w="2035766" h="680584">
                  <a:moveTo>
                    <a:pt x="0" y="680584"/>
                  </a:moveTo>
                  <a:lnTo>
                    <a:pt x="130726" y="636880"/>
                  </a:lnTo>
                  <a:lnTo>
                    <a:pt x="246036" y="598331"/>
                  </a:lnTo>
                  <a:lnTo>
                    <a:pt x="349183" y="563847"/>
                  </a:lnTo>
                  <a:lnTo>
                    <a:pt x="442492" y="532653"/>
                  </a:lnTo>
                  <a:lnTo>
                    <a:pt x="527675" y="504175"/>
                  </a:lnTo>
                  <a:lnTo>
                    <a:pt x="606037" y="477978"/>
                  </a:lnTo>
                  <a:lnTo>
                    <a:pt x="678588" y="453723"/>
                  </a:lnTo>
                  <a:lnTo>
                    <a:pt x="746132" y="431142"/>
                  </a:lnTo>
                  <a:lnTo>
                    <a:pt x="809315" y="410019"/>
                  </a:lnTo>
                  <a:lnTo>
                    <a:pt x="868667" y="390177"/>
                  </a:lnTo>
                  <a:lnTo>
                    <a:pt x="924624" y="371469"/>
                  </a:lnTo>
                  <a:lnTo>
                    <a:pt x="977556" y="353774"/>
                  </a:lnTo>
                  <a:lnTo>
                    <a:pt x="1027772" y="336986"/>
                  </a:lnTo>
                  <a:lnTo>
                    <a:pt x="1075537" y="321017"/>
                  </a:lnTo>
                  <a:lnTo>
                    <a:pt x="1121080" y="305792"/>
                  </a:lnTo>
                  <a:lnTo>
                    <a:pt x="1164599" y="291243"/>
                  </a:lnTo>
                  <a:lnTo>
                    <a:pt x="1206264" y="277313"/>
                  </a:lnTo>
                  <a:lnTo>
                    <a:pt x="1246229" y="263953"/>
                  </a:lnTo>
                  <a:lnTo>
                    <a:pt x="1284626" y="251116"/>
                  </a:lnTo>
                  <a:lnTo>
                    <a:pt x="1321573" y="238764"/>
                  </a:lnTo>
                  <a:lnTo>
                    <a:pt x="1357177" y="226861"/>
                  </a:lnTo>
                  <a:lnTo>
                    <a:pt x="1391532" y="215376"/>
                  </a:lnTo>
                  <a:lnTo>
                    <a:pt x="1424721" y="204280"/>
                  </a:lnTo>
                  <a:lnTo>
                    <a:pt x="1456822" y="193548"/>
                  </a:lnTo>
                  <a:lnTo>
                    <a:pt x="1487904" y="183157"/>
                  </a:lnTo>
                  <a:lnTo>
                    <a:pt x="1518029" y="173086"/>
                  </a:lnTo>
                  <a:lnTo>
                    <a:pt x="1547255" y="163315"/>
                  </a:lnTo>
                  <a:lnTo>
                    <a:pt x="1575634" y="153828"/>
                  </a:lnTo>
                  <a:lnTo>
                    <a:pt x="1603213" y="144608"/>
                  </a:lnTo>
                  <a:lnTo>
                    <a:pt x="1630037" y="135640"/>
                  </a:lnTo>
                  <a:lnTo>
                    <a:pt x="1656145" y="126912"/>
                  </a:lnTo>
                  <a:lnTo>
                    <a:pt x="1681575" y="118411"/>
                  </a:lnTo>
                  <a:lnTo>
                    <a:pt x="1706361" y="110124"/>
                  </a:lnTo>
                  <a:lnTo>
                    <a:pt x="1730535" y="102043"/>
                  </a:lnTo>
                  <a:lnTo>
                    <a:pt x="1754126" y="94156"/>
                  </a:lnTo>
                  <a:lnTo>
                    <a:pt x="1777163" y="86454"/>
                  </a:lnTo>
                  <a:lnTo>
                    <a:pt x="1799669" y="78930"/>
                  </a:lnTo>
                  <a:lnTo>
                    <a:pt x="1821670" y="71575"/>
                  </a:lnTo>
                  <a:lnTo>
                    <a:pt x="1843187" y="64381"/>
                  </a:lnTo>
                  <a:lnTo>
                    <a:pt x="1864242" y="57342"/>
                  </a:lnTo>
                  <a:lnTo>
                    <a:pt x="1884853" y="50452"/>
                  </a:lnTo>
                  <a:lnTo>
                    <a:pt x="1905039" y="43703"/>
                  </a:lnTo>
                  <a:lnTo>
                    <a:pt x="1924818" y="37091"/>
                  </a:lnTo>
                  <a:lnTo>
                    <a:pt x="1944204" y="30610"/>
                  </a:lnTo>
                  <a:lnTo>
                    <a:pt x="1963215" y="24254"/>
                  </a:lnTo>
                  <a:lnTo>
                    <a:pt x="1981863" y="18020"/>
                  </a:lnTo>
                  <a:lnTo>
                    <a:pt x="2000162" y="11902"/>
                  </a:lnTo>
                  <a:lnTo>
                    <a:pt x="2018126" y="5897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6887976" y="5189438"/>
              <a:ext cx="2035766" cy="114764"/>
            </a:xfrm>
            <a:custGeom>
              <a:avLst/>
              <a:pathLst>
                <a:path w="2035766" h="114764">
                  <a:moveTo>
                    <a:pt x="0" y="114764"/>
                  </a:moveTo>
                  <a:lnTo>
                    <a:pt x="130726" y="107394"/>
                  </a:lnTo>
                  <a:lnTo>
                    <a:pt x="246036" y="100894"/>
                  </a:lnTo>
                  <a:lnTo>
                    <a:pt x="349183" y="95079"/>
                  </a:lnTo>
                  <a:lnTo>
                    <a:pt x="442492" y="89819"/>
                  </a:lnTo>
                  <a:lnTo>
                    <a:pt x="527675" y="85017"/>
                  </a:lnTo>
                  <a:lnTo>
                    <a:pt x="606037" y="80599"/>
                  </a:lnTo>
                  <a:lnTo>
                    <a:pt x="678588" y="76509"/>
                  </a:lnTo>
                  <a:lnTo>
                    <a:pt x="746132" y="72701"/>
                  </a:lnTo>
                  <a:lnTo>
                    <a:pt x="809315" y="69139"/>
                  </a:lnTo>
                  <a:lnTo>
                    <a:pt x="868667" y="65794"/>
                  </a:lnTo>
                  <a:lnTo>
                    <a:pt x="924624" y="62639"/>
                  </a:lnTo>
                  <a:lnTo>
                    <a:pt x="977556" y="59655"/>
                  </a:lnTo>
                  <a:lnTo>
                    <a:pt x="1027772" y="56824"/>
                  </a:lnTo>
                  <a:lnTo>
                    <a:pt x="1075537" y="54131"/>
                  </a:lnTo>
                  <a:lnTo>
                    <a:pt x="1121080" y="51564"/>
                  </a:lnTo>
                  <a:lnTo>
                    <a:pt x="1164599" y="49111"/>
                  </a:lnTo>
                  <a:lnTo>
                    <a:pt x="1206264" y="46762"/>
                  </a:lnTo>
                  <a:lnTo>
                    <a:pt x="1246229" y="44509"/>
                  </a:lnTo>
                  <a:lnTo>
                    <a:pt x="1284626" y="42344"/>
                  </a:lnTo>
                  <a:lnTo>
                    <a:pt x="1321573" y="40261"/>
                  </a:lnTo>
                  <a:lnTo>
                    <a:pt x="1357177" y="38254"/>
                  </a:lnTo>
                  <a:lnTo>
                    <a:pt x="1391532" y="36318"/>
                  </a:lnTo>
                  <a:lnTo>
                    <a:pt x="1424721" y="34447"/>
                  </a:lnTo>
                  <a:lnTo>
                    <a:pt x="1456822" y="32637"/>
                  </a:lnTo>
                  <a:lnTo>
                    <a:pt x="1487904" y="30885"/>
                  </a:lnTo>
                  <a:lnTo>
                    <a:pt x="1518029" y="29186"/>
                  </a:lnTo>
                  <a:lnTo>
                    <a:pt x="1547255" y="27539"/>
                  </a:lnTo>
                  <a:lnTo>
                    <a:pt x="1575634" y="25939"/>
                  </a:lnTo>
                  <a:lnTo>
                    <a:pt x="1603213" y="24384"/>
                  </a:lnTo>
                  <a:lnTo>
                    <a:pt x="1630037" y="22872"/>
                  </a:lnTo>
                  <a:lnTo>
                    <a:pt x="1656145" y="21400"/>
                  </a:lnTo>
                  <a:lnTo>
                    <a:pt x="1681575" y="19967"/>
                  </a:lnTo>
                  <a:lnTo>
                    <a:pt x="1706361" y="18569"/>
                  </a:lnTo>
                  <a:lnTo>
                    <a:pt x="1730535" y="17207"/>
                  </a:lnTo>
                  <a:lnTo>
                    <a:pt x="1754126" y="15877"/>
                  </a:lnTo>
                  <a:lnTo>
                    <a:pt x="1777163" y="14578"/>
                  </a:lnTo>
                  <a:lnTo>
                    <a:pt x="1799669" y="13309"/>
                  </a:lnTo>
                  <a:lnTo>
                    <a:pt x="1821670" y="12069"/>
                  </a:lnTo>
                  <a:lnTo>
                    <a:pt x="1843187" y="10856"/>
                  </a:lnTo>
                  <a:lnTo>
                    <a:pt x="1864242" y="9669"/>
                  </a:lnTo>
                  <a:lnTo>
                    <a:pt x="1884853" y="8507"/>
                  </a:lnTo>
                  <a:lnTo>
                    <a:pt x="1905039" y="7369"/>
                  </a:lnTo>
                  <a:lnTo>
                    <a:pt x="1924818" y="6254"/>
                  </a:lnTo>
                  <a:lnTo>
                    <a:pt x="1944204" y="5161"/>
                  </a:lnTo>
                  <a:lnTo>
                    <a:pt x="1963215" y="4090"/>
                  </a:lnTo>
                  <a:lnTo>
                    <a:pt x="1981863" y="3038"/>
                  </a:lnTo>
                  <a:lnTo>
                    <a:pt x="2000162" y="2007"/>
                  </a:lnTo>
                  <a:lnTo>
                    <a:pt x="2018126" y="994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6887976" y="5028092"/>
              <a:ext cx="2035766" cy="372633"/>
            </a:xfrm>
            <a:custGeom>
              <a:avLst/>
              <a:pathLst>
                <a:path w="2035766" h="372633">
                  <a:moveTo>
                    <a:pt x="0" y="372633"/>
                  </a:moveTo>
                  <a:lnTo>
                    <a:pt x="130726" y="348705"/>
                  </a:lnTo>
                  <a:lnTo>
                    <a:pt x="246036" y="327598"/>
                  </a:lnTo>
                  <a:lnTo>
                    <a:pt x="349183" y="308718"/>
                  </a:lnTo>
                  <a:lnTo>
                    <a:pt x="442492" y="291638"/>
                  </a:lnTo>
                  <a:lnTo>
                    <a:pt x="527675" y="276046"/>
                  </a:lnTo>
                  <a:lnTo>
                    <a:pt x="606037" y="261702"/>
                  </a:lnTo>
                  <a:lnTo>
                    <a:pt x="678588" y="248422"/>
                  </a:lnTo>
                  <a:lnTo>
                    <a:pt x="746132" y="236059"/>
                  </a:lnTo>
                  <a:lnTo>
                    <a:pt x="809315" y="224493"/>
                  </a:lnTo>
                  <a:lnTo>
                    <a:pt x="868667" y="213630"/>
                  </a:lnTo>
                  <a:lnTo>
                    <a:pt x="924624" y="203387"/>
                  </a:lnTo>
                  <a:lnTo>
                    <a:pt x="977556" y="193698"/>
                  </a:lnTo>
                  <a:lnTo>
                    <a:pt x="1027772" y="184506"/>
                  </a:lnTo>
                  <a:lnTo>
                    <a:pt x="1075537" y="175763"/>
                  </a:lnTo>
                  <a:lnTo>
                    <a:pt x="1121080" y="167427"/>
                  </a:lnTo>
                  <a:lnTo>
                    <a:pt x="1164599" y="159461"/>
                  </a:lnTo>
                  <a:lnTo>
                    <a:pt x="1206264" y="151834"/>
                  </a:lnTo>
                  <a:lnTo>
                    <a:pt x="1246229" y="144519"/>
                  </a:lnTo>
                  <a:lnTo>
                    <a:pt x="1284626" y="137491"/>
                  </a:lnTo>
                  <a:lnTo>
                    <a:pt x="1321573" y="130728"/>
                  </a:lnTo>
                  <a:lnTo>
                    <a:pt x="1357177" y="124211"/>
                  </a:lnTo>
                  <a:lnTo>
                    <a:pt x="1391532" y="117922"/>
                  </a:lnTo>
                  <a:lnTo>
                    <a:pt x="1424721" y="111847"/>
                  </a:lnTo>
                  <a:lnTo>
                    <a:pt x="1456822" y="105971"/>
                  </a:lnTo>
                  <a:lnTo>
                    <a:pt x="1487904" y="100282"/>
                  </a:lnTo>
                  <a:lnTo>
                    <a:pt x="1518029" y="94768"/>
                  </a:lnTo>
                  <a:lnTo>
                    <a:pt x="1547255" y="89418"/>
                  </a:lnTo>
                  <a:lnTo>
                    <a:pt x="1575634" y="84224"/>
                  </a:lnTo>
                  <a:lnTo>
                    <a:pt x="1603213" y="79175"/>
                  </a:lnTo>
                  <a:lnTo>
                    <a:pt x="1630037" y="74266"/>
                  </a:lnTo>
                  <a:lnTo>
                    <a:pt x="1656145" y="69487"/>
                  </a:lnTo>
                  <a:lnTo>
                    <a:pt x="1681575" y="64832"/>
                  </a:lnTo>
                  <a:lnTo>
                    <a:pt x="1706361" y="60295"/>
                  </a:lnTo>
                  <a:lnTo>
                    <a:pt x="1730535" y="55870"/>
                  </a:lnTo>
                  <a:lnTo>
                    <a:pt x="1754126" y="51552"/>
                  </a:lnTo>
                  <a:lnTo>
                    <a:pt x="1777163" y="47335"/>
                  </a:lnTo>
                  <a:lnTo>
                    <a:pt x="1799669" y="43216"/>
                  </a:lnTo>
                  <a:lnTo>
                    <a:pt x="1821670" y="39188"/>
                  </a:lnTo>
                  <a:lnTo>
                    <a:pt x="1843187" y="35250"/>
                  </a:lnTo>
                  <a:lnTo>
                    <a:pt x="1864242" y="31396"/>
                  </a:lnTo>
                  <a:lnTo>
                    <a:pt x="1884853" y="27623"/>
                  </a:lnTo>
                  <a:lnTo>
                    <a:pt x="1905039" y="23928"/>
                  </a:lnTo>
                  <a:lnTo>
                    <a:pt x="1924818" y="20308"/>
                  </a:lnTo>
                  <a:lnTo>
                    <a:pt x="1944204" y="16759"/>
                  </a:lnTo>
                  <a:lnTo>
                    <a:pt x="1963215" y="13280"/>
                  </a:lnTo>
                  <a:lnTo>
                    <a:pt x="1981863" y="9866"/>
                  </a:lnTo>
                  <a:lnTo>
                    <a:pt x="2000162" y="6517"/>
                  </a:lnTo>
                  <a:lnTo>
                    <a:pt x="2018126" y="3228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6887976" y="5362273"/>
              <a:ext cx="2035766" cy="81294"/>
            </a:xfrm>
            <a:custGeom>
              <a:avLst/>
              <a:pathLst>
                <a:path w="2035766" h="81294">
                  <a:moveTo>
                    <a:pt x="0" y="0"/>
                  </a:moveTo>
                  <a:lnTo>
                    <a:pt x="130726" y="5220"/>
                  </a:lnTo>
                  <a:lnTo>
                    <a:pt x="246036" y="9824"/>
                  </a:lnTo>
                  <a:lnTo>
                    <a:pt x="349183" y="13943"/>
                  </a:lnTo>
                  <a:lnTo>
                    <a:pt x="442492" y="17670"/>
                  </a:lnTo>
                  <a:lnTo>
                    <a:pt x="527675" y="21071"/>
                  </a:lnTo>
                  <a:lnTo>
                    <a:pt x="606037" y="24200"/>
                  </a:lnTo>
                  <a:lnTo>
                    <a:pt x="678588" y="27098"/>
                  </a:lnTo>
                  <a:lnTo>
                    <a:pt x="746132" y="29795"/>
                  </a:lnTo>
                  <a:lnTo>
                    <a:pt x="809315" y="32318"/>
                  </a:lnTo>
                  <a:lnTo>
                    <a:pt x="868667" y="34688"/>
                  </a:lnTo>
                  <a:lnTo>
                    <a:pt x="924624" y="36923"/>
                  </a:lnTo>
                  <a:lnTo>
                    <a:pt x="977556" y="39036"/>
                  </a:lnTo>
                  <a:lnTo>
                    <a:pt x="1027772" y="41042"/>
                  </a:lnTo>
                  <a:lnTo>
                    <a:pt x="1075537" y="42949"/>
                  </a:lnTo>
                  <a:lnTo>
                    <a:pt x="1121080" y="44768"/>
                  </a:lnTo>
                  <a:lnTo>
                    <a:pt x="1164599" y="46505"/>
                  </a:lnTo>
                  <a:lnTo>
                    <a:pt x="1206264" y="48169"/>
                  </a:lnTo>
                  <a:lnTo>
                    <a:pt x="1246229" y="49765"/>
                  </a:lnTo>
                  <a:lnTo>
                    <a:pt x="1284626" y="51298"/>
                  </a:lnTo>
                  <a:lnTo>
                    <a:pt x="1321573" y="52774"/>
                  </a:lnTo>
                  <a:lnTo>
                    <a:pt x="1357177" y="54196"/>
                  </a:lnTo>
                  <a:lnTo>
                    <a:pt x="1391532" y="55568"/>
                  </a:lnTo>
                  <a:lnTo>
                    <a:pt x="1424721" y="56893"/>
                  </a:lnTo>
                  <a:lnTo>
                    <a:pt x="1456822" y="58175"/>
                  </a:lnTo>
                  <a:lnTo>
                    <a:pt x="1487904" y="59416"/>
                  </a:lnTo>
                  <a:lnTo>
                    <a:pt x="1518029" y="60619"/>
                  </a:lnTo>
                  <a:lnTo>
                    <a:pt x="1547255" y="61786"/>
                  </a:lnTo>
                  <a:lnTo>
                    <a:pt x="1575634" y="62919"/>
                  </a:lnTo>
                  <a:lnTo>
                    <a:pt x="1603213" y="64021"/>
                  </a:lnTo>
                  <a:lnTo>
                    <a:pt x="1630037" y="65092"/>
                  </a:lnTo>
                  <a:lnTo>
                    <a:pt x="1656145" y="66134"/>
                  </a:lnTo>
                  <a:lnTo>
                    <a:pt x="1681575" y="67150"/>
                  </a:lnTo>
                  <a:lnTo>
                    <a:pt x="1706361" y="68140"/>
                  </a:lnTo>
                  <a:lnTo>
                    <a:pt x="1730535" y="69105"/>
                  </a:lnTo>
                  <a:lnTo>
                    <a:pt x="1754126" y="70047"/>
                  </a:lnTo>
                  <a:lnTo>
                    <a:pt x="1777163" y="70967"/>
                  </a:lnTo>
                  <a:lnTo>
                    <a:pt x="1799669" y="71866"/>
                  </a:lnTo>
                  <a:lnTo>
                    <a:pt x="1821670" y="72744"/>
                  </a:lnTo>
                  <a:lnTo>
                    <a:pt x="1843187" y="73603"/>
                  </a:lnTo>
                  <a:lnTo>
                    <a:pt x="1864242" y="74444"/>
                  </a:lnTo>
                  <a:lnTo>
                    <a:pt x="1884853" y="75267"/>
                  </a:lnTo>
                  <a:lnTo>
                    <a:pt x="1905039" y="76073"/>
                  </a:lnTo>
                  <a:lnTo>
                    <a:pt x="1924818" y="76863"/>
                  </a:lnTo>
                  <a:lnTo>
                    <a:pt x="1944204" y="77637"/>
                  </a:lnTo>
                  <a:lnTo>
                    <a:pt x="1963215" y="78397"/>
                  </a:lnTo>
                  <a:lnTo>
                    <a:pt x="1981863" y="79141"/>
                  </a:lnTo>
                  <a:lnTo>
                    <a:pt x="2000162" y="79872"/>
                  </a:lnTo>
                  <a:lnTo>
                    <a:pt x="2018126" y="80589"/>
                  </a:lnTo>
                  <a:lnTo>
                    <a:pt x="2035766" y="8129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6887976" y="5618314"/>
              <a:ext cx="2035766" cy="87224"/>
            </a:xfrm>
            <a:custGeom>
              <a:avLst/>
              <a:pathLst>
                <a:path w="2035766" h="87224">
                  <a:moveTo>
                    <a:pt x="0" y="87224"/>
                  </a:moveTo>
                  <a:lnTo>
                    <a:pt x="130726" y="81622"/>
                  </a:lnTo>
                  <a:lnTo>
                    <a:pt x="246036" y="76682"/>
                  </a:lnTo>
                  <a:lnTo>
                    <a:pt x="349183" y="72262"/>
                  </a:lnTo>
                  <a:lnTo>
                    <a:pt x="442492" y="68265"/>
                  </a:lnTo>
                  <a:lnTo>
                    <a:pt x="527675" y="64615"/>
                  </a:lnTo>
                  <a:lnTo>
                    <a:pt x="606037" y="61257"/>
                  </a:lnTo>
                  <a:lnTo>
                    <a:pt x="678588" y="58149"/>
                  </a:lnTo>
                  <a:lnTo>
                    <a:pt x="746132" y="55255"/>
                  </a:lnTo>
                  <a:lnTo>
                    <a:pt x="809315" y="52548"/>
                  </a:lnTo>
                  <a:lnTo>
                    <a:pt x="868667" y="50005"/>
                  </a:lnTo>
                  <a:lnTo>
                    <a:pt x="924624" y="47607"/>
                  </a:lnTo>
                  <a:lnTo>
                    <a:pt x="977556" y="45339"/>
                  </a:lnTo>
                  <a:lnTo>
                    <a:pt x="1027772" y="43188"/>
                  </a:lnTo>
                  <a:lnTo>
                    <a:pt x="1075537" y="41141"/>
                  </a:lnTo>
                  <a:lnTo>
                    <a:pt x="1121080" y="39190"/>
                  </a:lnTo>
                  <a:lnTo>
                    <a:pt x="1164599" y="37325"/>
                  </a:lnTo>
                  <a:lnTo>
                    <a:pt x="1206264" y="35540"/>
                  </a:lnTo>
                  <a:lnTo>
                    <a:pt x="1246229" y="33828"/>
                  </a:lnTo>
                  <a:lnTo>
                    <a:pt x="1284626" y="32183"/>
                  </a:lnTo>
                  <a:lnTo>
                    <a:pt x="1321573" y="30600"/>
                  </a:lnTo>
                  <a:lnTo>
                    <a:pt x="1357177" y="29074"/>
                  </a:lnTo>
                  <a:lnTo>
                    <a:pt x="1391532" y="27602"/>
                  </a:lnTo>
                  <a:lnTo>
                    <a:pt x="1424721" y="26180"/>
                  </a:lnTo>
                  <a:lnTo>
                    <a:pt x="1456822" y="24805"/>
                  </a:lnTo>
                  <a:lnTo>
                    <a:pt x="1487904" y="23473"/>
                  </a:lnTo>
                  <a:lnTo>
                    <a:pt x="1518029" y="22182"/>
                  </a:lnTo>
                  <a:lnTo>
                    <a:pt x="1547255" y="20930"/>
                  </a:lnTo>
                  <a:lnTo>
                    <a:pt x="1575634" y="19714"/>
                  </a:lnTo>
                  <a:lnTo>
                    <a:pt x="1603213" y="18533"/>
                  </a:lnTo>
                  <a:lnTo>
                    <a:pt x="1630037" y="17383"/>
                  </a:lnTo>
                  <a:lnTo>
                    <a:pt x="1656145" y="16265"/>
                  </a:lnTo>
                  <a:lnTo>
                    <a:pt x="1681575" y="15175"/>
                  </a:lnTo>
                  <a:lnTo>
                    <a:pt x="1706361" y="14113"/>
                  </a:lnTo>
                  <a:lnTo>
                    <a:pt x="1730535" y="13077"/>
                  </a:lnTo>
                  <a:lnTo>
                    <a:pt x="1754126" y="12067"/>
                  </a:lnTo>
                  <a:lnTo>
                    <a:pt x="1777163" y="11080"/>
                  </a:lnTo>
                  <a:lnTo>
                    <a:pt x="1799669" y="10115"/>
                  </a:lnTo>
                  <a:lnTo>
                    <a:pt x="1821670" y="9173"/>
                  </a:lnTo>
                  <a:lnTo>
                    <a:pt x="1843187" y="8251"/>
                  </a:lnTo>
                  <a:lnTo>
                    <a:pt x="1864242" y="7349"/>
                  </a:lnTo>
                  <a:lnTo>
                    <a:pt x="1884853" y="6465"/>
                  </a:lnTo>
                  <a:lnTo>
                    <a:pt x="1905039" y="5601"/>
                  </a:lnTo>
                  <a:lnTo>
                    <a:pt x="1924818" y="4753"/>
                  </a:lnTo>
                  <a:lnTo>
                    <a:pt x="1944204" y="3923"/>
                  </a:lnTo>
                  <a:lnTo>
                    <a:pt x="1963215" y="3108"/>
                  </a:lnTo>
                  <a:lnTo>
                    <a:pt x="1981863" y="2309"/>
                  </a:lnTo>
                  <a:lnTo>
                    <a:pt x="2000162" y="1525"/>
                  </a:lnTo>
                  <a:lnTo>
                    <a:pt x="2018126" y="755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6887976" y="4454386"/>
              <a:ext cx="2035766" cy="1013660"/>
            </a:xfrm>
            <a:custGeom>
              <a:avLst/>
              <a:pathLst>
                <a:path w="2035766" h="1013660">
                  <a:moveTo>
                    <a:pt x="0" y="0"/>
                  </a:moveTo>
                  <a:lnTo>
                    <a:pt x="130726" y="65092"/>
                  </a:lnTo>
                  <a:lnTo>
                    <a:pt x="246036" y="122507"/>
                  </a:lnTo>
                  <a:lnTo>
                    <a:pt x="349183" y="173867"/>
                  </a:lnTo>
                  <a:lnTo>
                    <a:pt x="442492" y="220328"/>
                  </a:lnTo>
                  <a:lnTo>
                    <a:pt x="527675" y="262743"/>
                  </a:lnTo>
                  <a:lnTo>
                    <a:pt x="606037" y="301761"/>
                  </a:lnTo>
                  <a:lnTo>
                    <a:pt x="678588" y="337886"/>
                  </a:lnTo>
                  <a:lnTo>
                    <a:pt x="746132" y="371518"/>
                  </a:lnTo>
                  <a:lnTo>
                    <a:pt x="809315" y="402979"/>
                  </a:lnTo>
                  <a:lnTo>
                    <a:pt x="868667" y="432531"/>
                  </a:lnTo>
                  <a:lnTo>
                    <a:pt x="924624" y="460394"/>
                  </a:lnTo>
                  <a:lnTo>
                    <a:pt x="977556" y="486750"/>
                  </a:lnTo>
                  <a:lnTo>
                    <a:pt x="1027772" y="511754"/>
                  </a:lnTo>
                  <a:lnTo>
                    <a:pt x="1075537" y="535538"/>
                  </a:lnTo>
                  <a:lnTo>
                    <a:pt x="1121080" y="558215"/>
                  </a:lnTo>
                  <a:lnTo>
                    <a:pt x="1164599" y="579883"/>
                  </a:lnTo>
                  <a:lnTo>
                    <a:pt x="1206264" y="600630"/>
                  </a:lnTo>
                  <a:lnTo>
                    <a:pt x="1246229" y="620529"/>
                  </a:lnTo>
                  <a:lnTo>
                    <a:pt x="1284626" y="639648"/>
                  </a:lnTo>
                  <a:lnTo>
                    <a:pt x="1321573" y="658045"/>
                  </a:lnTo>
                  <a:lnTo>
                    <a:pt x="1357177" y="675773"/>
                  </a:lnTo>
                  <a:lnTo>
                    <a:pt x="1391532" y="692879"/>
                  </a:lnTo>
                  <a:lnTo>
                    <a:pt x="1424721" y="709405"/>
                  </a:lnTo>
                  <a:lnTo>
                    <a:pt x="1456822" y="725389"/>
                  </a:lnTo>
                  <a:lnTo>
                    <a:pt x="1487904" y="740866"/>
                  </a:lnTo>
                  <a:lnTo>
                    <a:pt x="1518029" y="755866"/>
                  </a:lnTo>
                  <a:lnTo>
                    <a:pt x="1547255" y="770418"/>
                  </a:lnTo>
                  <a:lnTo>
                    <a:pt x="1575634" y="784549"/>
                  </a:lnTo>
                  <a:lnTo>
                    <a:pt x="1603213" y="798281"/>
                  </a:lnTo>
                  <a:lnTo>
                    <a:pt x="1630037" y="811637"/>
                  </a:lnTo>
                  <a:lnTo>
                    <a:pt x="1656145" y="824637"/>
                  </a:lnTo>
                  <a:lnTo>
                    <a:pt x="1681575" y="837299"/>
                  </a:lnTo>
                  <a:lnTo>
                    <a:pt x="1706361" y="849641"/>
                  </a:lnTo>
                  <a:lnTo>
                    <a:pt x="1730535" y="861678"/>
                  </a:lnTo>
                  <a:lnTo>
                    <a:pt x="1754126" y="873424"/>
                  </a:lnTo>
                  <a:lnTo>
                    <a:pt x="1777163" y="884895"/>
                  </a:lnTo>
                  <a:lnTo>
                    <a:pt x="1799669" y="896101"/>
                  </a:lnTo>
                  <a:lnTo>
                    <a:pt x="1821670" y="907056"/>
                  </a:lnTo>
                  <a:lnTo>
                    <a:pt x="1843187" y="917770"/>
                  </a:lnTo>
                  <a:lnTo>
                    <a:pt x="1864242" y="928254"/>
                  </a:lnTo>
                  <a:lnTo>
                    <a:pt x="1884853" y="938517"/>
                  </a:lnTo>
                  <a:lnTo>
                    <a:pt x="1905039" y="948568"/>
                  </a:lnTo>
                  <a:lnTo>
                    <a:pt x="1924818" y="958416"/>
                  </a:lnTo>
                  <a:lnTo>
                    <a:pt x="1944204" y="968069"/>
                  </a:lnTo>
                  <a:lnTo>
                    <a:pt x="1963215" y="977535"/>
                  </a:lnTo>
                  <a:lnTo>
                    <a:pt x="1981863" y="986820"/>
                  </a:lnTo>
                  <a:lnTo>
                    <a:pt x="2000162" y="995932"/>
                  </a:lnTo>
                  <a:lnTo>
                    <a:pt x="2018126" y="1004877"/>
                  </a:lnTo>
                  <a:lnTo>
                    <a:pt x="2035766" y="101366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6887976" y="4718030"/>
              <a:ext cx="2035766" cy="19903"/>
            </a:xfrm>
            <a:custGeom>
              <a:avLst/>
              <a:pathLst>
                <a:path w="2035766" h="19903">
                  <a:moveTo>
                    <a:pt x="0" y="19903"/>
                  </a:moveTo>
                  <a:lnTo>
                    <a:pt x="130726" y="18625"/>
                  </a:lnTo>
                  <a:lnTo>
                    <a:pt x="246036" y="17498"/>
                  </a:lnTo>
                  <a:lnTo>
                    <a:pt x="349183" y="16489"/>
                  </a:lnTo>
                  <a:lnTo>
                    <a:pt x="442492" y="15577"/>
                  </a:lnTo>
                  <a:lnTo>
                    <a:pt x="527675" y="14744"/>
                  </a:lnTo>
                  <a:lnTo>
                    <a:pt x="606037" y="13978"/>
                  </a:lnTo>
                  <a:lnTo>
                    <a:pt x="678588" y="13269"/>
                  </a:lnTo>
                  <a:lnTo>
                    <a:pt x="746132" y="12608"/>
                  </a:lnTo>
                  <a:lnTo>
                    <a:pt x="809315" y="11990"/>
                  </a:lnTo>
                  <a:lnTo>
                    <a:pt x="868667" y="11410"/>
                  </a:lnTo>
                  <a:lnTo>
                    <a:pt x="924624" y="10863"/>
                  </a:lnTo>
                  <a:lnTo>
                    <a:pt x="977556" y="10346"/>
                  </a:lnTo>
                  <a:lnTo>
                    <a:pt x="1027772" y="9855"/>
                  </a:lnTo>
                  <a:lnTo>
                    <a:pt x="1075537" y="9388"/>
                  </a:lnTo>
                  <a:lnTo>
                    <a:pt x="1121080" y="8942"/>
                  </a:lnTo>
                  <a:lnTo>
                    <a:pt x="1164599" y="8517"/>
                  </a:lnTo>
                  <a:lnTo>
                    <a:pt x="1206264" y="8109"/>
                  </a:lnTo>
                  <a:lnTo>
                    <a:pt x="1246229" y="7719"/>
                  </a:lnTo>
                  <a:lnTo>
                    <a:pt x="1284626" y="7343"/>
                  </a:lnTo>
                  <a:lnTo>
                    <a:pt x="1321573" y="6982"/>
                  </a:lnTo>
                  <a:lnTo>
                    <a:pt x="1357177" y="6634"/>
                  </a:lnTo>
                  <a:lnTo>
                    <a:pt x="1391532" y="6298"/>
                  </a:lnTo>
                  <a:lnTo>
                    <a:pt x="1424721" y="5974"/>
                  </a:lnTo>
                  <a:lnTo>
                    <a:pt x="1456822" y="5660"/>
                  </a:lnTo>
                  <a:lnTo>
                    <a:pt x="1487904" y="5356"/>
                  </a:lnTo>
                  <a:lnTo>
                    <a:pt x="1518029" y="5061"/>
                  </a:lnTo>
                  <a:lnTo>
                    <a:pt x="1547255" y="4776"/>
                  </a:lnTo>
                  <a:lnTo>
                    <a:pt x="1575634" y="4498"/>
                  </a:lnTo>
                  <a:lnTo>
                    <a:pt x="1603213" y="4229"/>
                  </a:lnTo>
                  <a:lnTo>
                    <a:pt x="1630037" y="3966"/>
                  </a:lnTo>
                  <a:lnTo>
                    <a:pt x="1656145" y="3711"/>
                  </a:lnTo>
                  <a:lnTo>
                    <a:pt x="1681575" y="3462"/>
                  </a:lnTo>
                  <a:lnTo>
                    <a:pt x="1706361" y="3220"/>
                  </a:lnTo>
                  <a:lnTo>
                    <a:pt x="1730535" y="2984"/>
                  </a:lnTo>
                  <a:lnTo>
                    <a:pt x="1754126" y="2753"/>
                  </a:lnTo>
                  <a:lnTo>
                    <a:pt x="1777163" y="2528"/>
                  </a:lnTo>
                  <a:lnTo>
                    <a:pt x="1799669" y="2308"/>
                  </a:lnTo>
                  <a:lnTo>
                    <a:pt x="1821670" y="2093"/>
                  </a:lnTo>
                  <a:lnTo>
                    <a:pt x="1843187" y="1882"/>
                  </a:lnTo>
                  <a:lnTo>
                    <a:pt x="1864242" y="1676"/>
                  </a:lnTo>
                  <a:lnTo>
                    <a:pt x="1884853" y="1475"/>
                  </a:lnTo>
                  <a:lnTo>
                    <a:pt x="1905039" y="1278"/>
                  </a:lnTo>
                  <a:lnTo>
                    <a:pt x="1924818" y="1084"/>
                  </a:lnTo>
                  <a:lnTo>
                    <a:pt x="1944204" y="895"/>
                  </a:lnTo>
                  <a:lnTo>
                    <a:pt x="1963215" y="709"/>
                  </a:lnTo>
                  <a:lnTo>
                    <a:pt x="1981863" y="527"/>
                  </a:lnTo>
                  <a:lnTo>
                    <a:pt x="2000162" y="348"/>
                  </a:lnTo>
                  <a:lnTo>
                    <a:pt x="2018126" y="172"/>
                  </a:lnTo>
                  <a:lnTo>
                    <a:pt x="203576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6704728" y="55472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6704728" y="49587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704728" y="43703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688797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756656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824515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8923743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582743" y="77341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623525" y="808700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647419" y="804168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668935" y="731664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597429" y="817043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599443" y="793607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579827" y="836542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662704" y="828335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655776" y="75992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664212" y="787993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336159" y="81079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324056" y="766150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340099" y="77787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319424" y="846758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327019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78635" y="696149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345890" y="81221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321050" y="848139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316201" y="83969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36336" y="810917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329438" y="80190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318678" y="83138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294884" y="822013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299004" y="81325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345544" y="83354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298057" y="79573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298988" y="828807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290401" y="80577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964408" y="775800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3014156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950354" y="800820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984578" y="828240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991488" y="74978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974091" y="80554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937752" y="765418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962524" y="818706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3015675" y="790399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3011011" y="810727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57328" y="823188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940686" y="71778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997428" y="810192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3014286" y="833083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933509" y="73066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997985" y="755092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935953" y="790551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3004152" y="841668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3009096" y="809375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943475" y="789170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3655354" y="80334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3683158" y="801972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3655134" y="806427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3686625" y="82349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3685450" y="79795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3696822" y="791223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656229" y="78612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616701" y="801713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3671013" y="824093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3688383" y="768307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3690978" y="827268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3641075" y="805708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3605281" y="817377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3680077" y="84476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3677625" y="823109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3658106" y="831562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3695595" y="819768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3604501" y="794570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3622072" y="826693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3621167" y="785936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3640214" y="812913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3610798" y="789509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683122" y="804719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3685387" y="83373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655231" y="7377689"/>
              <a:ext cx="2022435" cy="622314"/>
            </a:xfrm>
            <a:custGeom>
              <a:avLst/>
              <a:pathLst>
                <a:path w="2022435" h="622314">
                  <a:moveTo>
                    <a:pt x="0" y="0"/>
                  </a:moveTo>
                  <a:lnTo>
                    <a:pt x="129870" y="39961"/>
                  </a:lnTo>
                  <a:lnTo>
                    <a:pt x="244424" y="75210"/>
                  </a:lnTo>
                  <a:lnTo>
                    <a:pt x="346896" y="106742"/>
                  </a:lnTo>
                  <a:lnTo>
                    <a:pt x="439594" y="135265"/>
                  </a:lnTo>
                  <a:lnTo>
                    <a:pt x="524220" y="161305"/>
                  </a:lnTo>
                  <a:lnTo>
                    <a:pt x="602068" y="185259"/>
                  </a:lnTo>
                  <a:lnTo>
                    <a:pt x="674145" y="207438"/>
                  </a:lnTo>
                  <a:lnTo>
                    <a:pt x="741246" y="228085"/>
                  </a:lnTo>
                  <a:lnTo>
                    <a:pt x="804015" y="247399"/>
                  </a:lnTo>
                  <a:lnTo>
                    <a:pt x="862978" y="265543"/>
                  </a:lnTo>
                  <a:lnTo>
                    <a:pt x="918569" y="282648"/>
                  </a:lnTo>
                  <a:lnTo>
                    <a:pt x="971154" y="298829"/>
                  </a:lnTo>
                  <a:lnTo>
                    <a:pt x="1021041" y="314180"/>
                  </a:lnTo>
                  <a:lnTo>
                    <a:pt x="1068494" y="328781"/>
                  </a:lnTo>
                  <a:lnTo>
                    <a:pt x="1113739" y="342703"/>
                  </a:lnTo>
                  <a:lnTo>
                    <a:pt x="1156972" y="356006"/>
                  </a:lnTo>
                  <a:lnTo>
                    <a:pt x="1198365" y="368743"/>
                  </a:lnTo>
                  <a:lnTo>
                    <a:pt x="1238068" y="380960"/>
                  </a:lnTo>
                  <a:lnTo>
                    <a:pt x="1276213" y="392697"/>
                  </a:lnTo>
                  <a:lnTo>
                    <a:pt x="1312919" y="403992"/>
                  </a:lnTo>
                  <a:lnTo>
                    <a:pt x="1348290" y="414876"/>
                  </a:lnTo>
                  <a:lnTo>
                    <a:pt x="1382419" y="425377"/>
                  </a:lnTo>
                  <a:lnTo>
                    <a:pt x="1415391" y="435523"/>
                  </a:lnTo>
                  <a:lnTo>
                    <a:pt x="1447282" y="445336"/>
                  </a:lnTo>
                  <a:lnTo>
                    <a:pt x="1478160" y="454837"/>
                  </a:lnTo>
                  <a:lnTo>
                    <a:pt x="1508088" y="464047"/>
                  </a:lnTo>
                  <a:lnTo>
                    <a:pt x="1537123" y="472981"/>
                  </a:lnTo>
                  <a:lnTo>
                    <a:pt x="1565316" y="481656"/>
                  </a:lnTo>
                  <a:lnTo>
                    <a:pt x="1592714" y="490086"/>
                  </a:lnTo>
                  <a:lnTo>
                    <a:pt x="1619362" y="498286"/>
                  </a:lnTo>
                  <a:lnTo>
                    <a:pt x="1645299" y="506267"/>
                  </a:lnTo>
                  <a:lnTo>
                    <a:pt x="1670563" y="514041"/>
                  </a:lnTo>
                  <a:lnTo>
                    <a:pt x="1695186" y="521618"/>
                  </a:lnTo>
                  <a:lnTo>
                    <a:pt x="1719202" y="529007"/>
                  </a:lnTo>
                  <a:lnTo>
                    <a:pt x="1742639" y="536219"/>
                  </a:lnTo>
                  <a:lnTo>
                    <a:pt x="1765525" y="543261"/>
                  </a:lnTo>
                  <a:lnTo>
                    <a:pt x="1787884" y="550141"/>
                  </a:lnTo>
                  <a:lnTo>
                    <a:pt x="1809741" y="556867"/>
                  </a:lnTo>
                  <a:lnTo>
                    <a:pt x="1831117" y="563444"/>
                  </a:lnTo>
                  <a:lnTo>
                    <a:pt x="1852034" y="569880"/>
                  </a:lnTo>
                  <a:lnTo>
                    <a:pt x="1872510" y="576181"/>
                  </a:lnTo>
                  <a:lnTo>
                    <a:pt x="1892564" y="582352"/>
                  </a:lnTo>
                  <a:lnTo>
                    <a:pt x="1912213" y="588398"/>
                  </a:lnTo>
                  <a:lnTo>
                    <a:pt x="1931472" y="594324"/>
                  </a:lnTo>
                  <a:lnTo>
                    <a:pt x="1950358" y="600135"/>
                  </a:lnTo>
                  <a:lnTo>
                    <a:pt x="1968884" y="605836"/>
                  </a:lnTo>
                  <a:lnTo>
                    <a:pt x="1987064" y="611430"/>
                  </a:lnTo>
                  <a:lnTo>
                    <a:pt x="2004910" y="616921"/>
                  </a:lnTo>
                  <a:lnTo>
                    <a:pt x="2022435" y="62231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655231" y="7216337"/>
              <a:ext cx="2022435" cy="820209"/>
            </a:xfrm>
            <a:custGeom>
              <a:avLst/>
              <a:pathLst>
                <a:path w="2022435" h="820209">
                  <a:moveTo>
                    <a:pt x="0" y="0"/>
                  </a:moveTo>
                  <a:lnTo>
                    <a:pt x="129870" y="52669"/>
                  </a:lnTo>
                  <a:lnTo>
                    <a:pt x="244424" y="99127"/>
                  </a:lnTo>
                  <a:lnTo>
                    <a:pt x="346896" y="140685"/>
                  </a:lnTo>
                  <a:lnTo>
                    <a:pt x="439594" y="178279"/>
                  </a:lnTo>
                  <a:lnTo>
                    <a:pt x="524220" y="212600"/>
                  </a:lnTo>
                  <a:lnTo>
                    <a:pt x="602068" y="244172"/>
                  </a:lnTo>
                  <a:lnTo>
                    <a:pt x="674145" y="273403"/>
                  </a:lnTo>
                  <a:lnTo>
                    <a:pt x="741246" y="300616"/>
                  </a:lnTo>
                  <a:lnTo>
                    <a:pt x="804015" y="326073"/>
                  </a:lnTo>
                  <a:lnTo>
                    <a:pt x="862978" y="349985"/>
                  </a:lnTo>
                  <a:lnTo>
                    <a:pt x="918569" y="372531"/>
                  </a:lnTo>
                  <a:lnTo>
                    <a:pt x="971154" y="393857"/>
                  </a:lnTo>
                  <a:lnTo>
                    <a:pt x="1021041" y="414089"/>
                  </a:lnTo>
                  <a:lnTo>
                    <a:pt x="1068494" y="433333"/>
                  </a:lnTo>
                  <a:lnTo>
                    <a:pt x="1113739" y="451683"/>
                  </a:lnTo>
                  <a:lnTo>
                    <a:pt x="1156972" y="469216"/>
                  </a:lnTo>
                  <a:lnTo>
                    <a:pt x="1198365" y="486003"/>
                  </a:lnTo>
                  <a:lnTo>
                    <a:pt x="1238068" y="502105"/>
                  </a:lnTo>
                  <a:lnTo>
                    <a:pt x="1276213" y="517575"/>
                  </a:lnTo>
                  <a:lnTo>
                    <a:pt x="1312919" y="532461"/>
                  </a:lnTo>
                  <a:lnTo>
                    <a:pt x="1348290" y="546806"/>
                  </a:lnTo>
                  <a:lnTo>
                    <a:pt x="1382419" y="560647"/>
                  </a:lnTo>
                  <a:lnTo>
                    <a:pt x="1415391" y="574019"/>
                  </a:lnTo>
                  <a:lnTo>
                    <a:pt x="1447282" y="586953"/>
                  </a:lnTo>
                  <a:lnTo>
                    <a:pt x="1478160" y="599476"/>
                  </a:lnTo>
                  <a:lnTo>
                    <a:pt x="1508088" y="611613"/>
                  </a:lnTo>
                  <a:lnTo>
                    <a:pt x="1537123" y="623388"/>
                  </a:lnTo>
                  <a:lnTo>
                    <a:pt x="1565316" y="634822"/>
                  </a:lnTo>
                  <a:lnTo>
                    <a:pt x="1592714" y="645934"/>
                  </a:lnTo>
                  <a:lnTo>
                    <a:pt x="1619362" y="656741"/>
                  </a:lnTo>
                  <a:lnTo>
                    <a:pt x="1645299" y="667260"/>
                  </a:lnTo>
                  <a:lnTo>
                    <a:pt x="1670563" y="677506"/>
                  </a:lnTo>
                  <a:lnTo>
                    <a:pt x="1695186" y="687492"/>
                  </a:lnTo>
                  <a:lnTo>
                    <a:pt x="1719202" y="697232"/>
                  </a:lnTo>
                  <a:lnTo>
                    <a:pt x="1742639" y="706737"/>
                  </a:lnTo>
                  <a:lnTo>
                    <a:pt x="1765525" y="716018"/>
                  </a:lnTo>
                  <a:lnTo>
                    <a:pt x="1787884" y="725086"/>
                  </a:lnTo>
                  <a:lnTo>
                    <a:pt x="1809741" y="733950"/>
                  </a:lnTo>
                  <a:lnTo>
                    <a:pt x="1831117" y="742619"/>
                  </a:lnTo>
                  <a:lnTo>
                    <a:pt x="1852034" y="751102"/>
                  </a:lnTo>
                  <a:lnTo>
                    <a:pt x="1872510" y="759407"/>
                  </a:lnTo>
                  <a:lnTo>
                    <a:pt x="1892564" y="767540"/>
                  </a:lnTo>
                  <a:lnTo>
                    <a:pt x="1912213" y="775508"/>
                  </a:lnTo>
                  <a:lnTo>
                    <a:pt x="1931472" y="783319"/>
                  </a:lnTo>
                  <a:lnTo>
                    <a:pt x="1950358" y="790978"/>
                  </a:lnTo>
                  <a:lnTo>
                    <a:pt x="1968884" y="798492"/>
                  </a:lnTo>
                  <a:lnTo>
                    <a:pt x="1987064" y="805865"/>
                  </a:lnTo>
                  <a:lnTo>
                    <a:pt x="2004910" y="813102"/>
                  </a:lnTo>
                  <a:lnTo>
                    <a:pt x="2022435" y="82020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655231" y="8039043"/>
              <a:ext cx="2022435" cy="28145"/>
            </a:xfrm>
            <a:custGeom>
              <a:avLst/>
              <a:pathLst>
                <a:path w="2022435" h="28145">
                  <a:moveTo>
                    <a:pt x="0" y="28145"/>
                  </a:moveTo>
                  <a:lnTo>
                    <a:pt x="129870" y="26337"/>
                  </a:lnTo>
                  <a:lnTo>
                    <a:pt x="244424" y="24743"/>
                  </a:lnTo>
                  <a:lnTo>
                    <a:pt x="346896" y="23317"/>
                  </a:lnTo>
                  <a:lnTo>
                    <a:pt x="439594" y="22027"/>
                  </a:lnTo>
                  <a:lnTo>
                    <a:pt x="524220" y="20849"/>
                  </a:lnTo>
                  <a:lnTo>
                    <a:pt x="602068" y="19766"/>
                  </a:lnTo>
                  <a:lnTo>
                    <a:pt x="674145" y="18763"/>
                  </a:lnTo>
                  <a:lnTo>
                    <a:pt x="741246" y="17829"/>
                  </a:lnTo>
                  <a:lnTo>
                    <a:pt x="804015" y="16956"/>
                  </a:lnTo>
                  <a:lnTo>
                    <a:pt x="862978" y="16135"/>
                  </a:lnTo>
                  <a:lnTo>
                    <a:pt x="918569" y="15361"/>
                  </a:lnTo>
                  <a:lnTo>
                    <a:pt x="971154" y="14630"/>
                  </a:lnTo>
                  <a:lnTo>
                    <a:pt x="1021041" y="13935"/>
                  </a:lnTo>
                  <a:lnTo>
                    <a:pt x="1068494" y="13275"/>
                  </a:lnTo>
                  <a:lnTo>
                    <a:pt x="1113739" y="12645"/>
                  </a:lnTo>
                  <a:lnTo>
                    <a:pt x="1156972" y="12044"/>
                  </a:lnTo>
                  <a:lnTo>
                    <a:pt x="1198365" y="11468"/>
                  </a:lnTo>
                  <a:lnTo>
                    <a:pt x="1238068" y="10915"/>
                  </a:lnTo>
                  <a:lnTo>
                    <a:pt x="1276213" y="10384"/>
                  </a:lnTo>
                  <a:lnTo>
                    <a:pt x="1312919" y="9873"/>
                  </a:lnTo>
                  <a:lnTo>
                    <a:pt x="1348290" y="9381"/>
                  </a:lnTo>
                  <a:lnTo>
                    <a:pt x="1382419" y="8906"/>
                  </a:lnTo>
                  <a:lnTo>
                    <a:pt x="1415391" y="8447"/>
                  </a:lnTo>
                  <a:lnTo>
                    <a:pt x="1447282" y="8004"/>
                  </a:lnTo>
                  <a:lnTo>
                    <a:pt x="1478160" y="7574"/>
                  </a:lnTo>
                  <a:lnTo>
                    <a:pt x="1508088" y="7157"/>
                  </a:lnTo>
                  <a:lnTo>
                    <a:pt x="1537123" y="6753"/>
                  </a:lnTo>
                  <a:lnTo>
                    <a:pt x="1565316" y="6361"/>
                  </a:lnTo>
                  <a:lnTo>
                    <a:pt x="1592714" y="5980"/>
                  </a:lnTo>
                  <a:lnTo>
                    <a:pt x="1619362" y="5609"/>
                  </a:lnTo>
                  <a:lnTo>
                    <a:pt x="1645299" y="5248"/>
                  </a:lnTo>
                  <a:lnTo>
                    <a:pt x="1670563" y="4896"/>
                  </a:lnTo>
                  <a:lnTo>
                    <a:pt x="1695186" y="4554"/>
                  </a:lnTo>
                  <a:lnTo>
                    <a:pt x="1719202" y="4219"/>
                  </a:lnTo>
                  <a:lnTo>
                    <a:pt x="1742639" y="3893"/>
                  </a:lnTo>
                  <a:lnTo>
                    <a:pt x="1765525" y="3575"/>
                  </a:lnTo>
                  <a:lnTo>
                    <a:pt x="1787884" y="3264"/>
                  </a:lnTo>
                  <a:lnTo>
                    <a:pt x="1809741" y="2959"/>
                  </a:lnTo>
                  <a:lnTo>
                    <a:pt x="1831117" y="2662"/>
                  </a:lnTo>
                  <a:lnTo>
                    <a:pt x="1852034" y="2371"/>
                  </a:lnTo>
                  <a:lnTo>
                    <a:pt x="1872510" y="2086"/>
                  </a:lnTo>
                  <a:lnTo>
                    <a:pt x="1892564" y="1807"/>
                  </a:lnTo>
                  <a:lnTo>
                    <a:pt x="1912213" y="1533"/>
                  </a:lnTo>
                  <a:lnTo>
                    <a:pt x="1931472" y="1265"/>
                  </a:lnTo>
                  <a:lnTo>
                    <a:pt x="1950358" y="1003"/>
                  </a:lnTo>
                  <a:lnTo>
                    <a:pt x="1968884" y="745"/>
                  </a:lnTo>
                  <a:lnTo>
                    <a:pt x="1987064" y="492"/>
                  </a:lnTo>
                  <a:lnTo>
                    <a:pt x="2004910" y="243"/>
                  </a:lnTo>
                  <a:lnTo>
                    <a:pt x="202243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655231" y="8096104"/>
              <a:ext cx="2022435" cy="25301"/>
            </a:xfrm>
            <a:custGeom>
              <a:avLst/>
              <a:pathLst>
                <a:path w="2022435" h="25301">
                  <a:moveTo>
                    <a:pt x="0" y="25301"/>
                  </a:moveTo>
                  <a:lnTo>
                    <a:pt x="129870" y="23676"/>
                  </a:lnTo>
                  <a:lnTo>
                    <a:pt x="244424" y="22243"/>
                  </a:lnTo>
                  <a:lnTo>
                    <a:pt x="346896" y="20961"/>
                  </a:lnTo>
                  <a:lnTo>
                    <a:pt x="439594" y="19802"/>
                  </a:lnTo>
                  <a:lnTo>
                    <a:pt x="524220" y="18743"/>
                  </a:lnTo>
                  <a:lnTo>
                    <a:pt x="602068" y="17769"/>
                  </a:lnTo>
                  <a:lnTo>
                    <a:pt x="674145" y="16867"/>
                  </a:lnTo>
                  <a:lnTo>
                    <a:pt x="741246" y="16028"/>
                  </a:lnTo>
                  <a:lnTo>
                    <a:pt x="804015" y="15243"/>
                  </a:lnTo>
                  <a:lnTo>
                    <a:pt x="862978" y="14505"/>
                  </a:lnTo>
                  <a:lnTo>
                    <a:pt x="918569" y="13809"/>
                  </a:lnTo>
                  <a:lnTo>
                    <a:pt x="971154" y="13152"/>
                  </a:lnTo>
                  <a:lnTo>
                    <a:pt x="1021041" y="12527"/>
                  </a:lnTo>
                  <a:lnTo>
                    <a:pt x="1068494" y="11934"/>
                  </a:lnTo>
                  <a:lnTo>
                    <a:pt x="1113739" y="11368"/>
                  </a:lnTo>
                  <a:lnTo>
                    <a:pt x="1156972" y="10827"/>
                  </a:lnTo>
                  <a:lnTo>
                    <a:pt x="1198365" y="10309"/>
                  </a:lnTo>
                  <a:lnTo>
                    <a:pt x="1238068" y="9812"/>
                  </a:lnTo>
                  <a:lnTo>
                    <a:pt x="1276213" y="9335"/>
                  </a:lnTo>
                  <a:lnTo>
                    <a:pt x="1312919" y="8876"/>
                  </a:lnTo>
                  <a:lnTo>
                    <a:pt x="1348290" y="8433"/>
                  </a:lnTo>
                  <a:lnTo>
                    <a:pt x="1382419" y="8006"/>
                  </a:lnTo>
                  <a:lnTo>
                    <a:pt x="1415391" y="7594"/>
                  </a:lnTo>
                  <a:lnTo>
                    <a:pt x="1447282" y="7195"/>
                  </a:lnTo>
                  <a:lnTo>
                    <a:pt x="1478160" y="6809"/>
                  </a:lnTo>
                  <a:lnTo>
                    <a:pt x="1508088" y="6434"/>
                  </a:lnTo>
                  <a:lnTo>
                    <a:pt x="1537123" y="6071"/>
                  </a:lnTo>
                  <a:lnTo>
                    <a:pt x="1565316" y="5718"/>
                  </a:lnTo>
                  <a:lnTo>
                    <a:pt x="1592714" y="5376"/>
                  </a:lnTo>
                  <a:lnTo>
                    <a:pt x="1619362" y="5042"/>
                  </a:lnTo>
                  <a:lnTo>
                    <a:pt x="1645299" y="4718"/>
                  </a:lnTo>
                  <a:lnTo>
                    <a:pt x="1670563" y="4402"/>
                  </a:lnTo>
                  <a:lnTo>
                    <a:pt x="1695186" y="4094"/>
                  </a:lnTo>
                  <a:lnTo>
                    <a:pt x="1719202" y="3793"/>
                  </a:lnTo>
                  <a:lnTo>
                    <a:pt x="1742639" y="3500"/>
                  </a:lnTo>
                  <a:lnTo>
                    <a:pt x="1765525" y="3214"/>
                  </a:lnTo>
                  <a:lnTo>
                    <a:pt x="1787884" y="2934"/>
                  </a:lnTo>
                  <a:lnTo>
                    <a:pt x="1809741" y="2660"/>
                  </a:lnTo>
                  <a:lnTo>
                    <a:pt x="1831117" y="2393"/>
                  </a:lnTo>
                  <a:lnTo>
                    <a:pt x="1852034" y="2131"/>
                  </a:lnTo>
                  <a:lnTo>
                    <a:pt x="1872510" y="1875"/>
                  </a:lnTo>
                  <a:lnTo>
                    <a:pt x="1892564" y="1624"/>
                  </a:lnTo>
                  <a:lnTo>
                    <a:pt x="1912213" y="1378"/>
                  </a:lnTo>
                  <a:lnTo>
                    <a:pt x="1931472" y="1137"/>
                  </a:lnTo>
                  <a:lnTo>
                    <a:pt x="1950358" y="901"/>
                  </a:lnTo>
                  <a:lnTo>
                    <a:pt x="1968884" y="669"/>
                  </a:lnTo>
                  <a:lnTo>
                    <a:pt x="1987064" y="442"/>
                  </a:lnTo>
                  <a:lnTo>
                    <a:pt x="2004910" y="219"/>
                  </a:lnTo>
                  <a:lnTo>
                    <a:pt x="202243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655231" y="8058025"/>
              <a:ext cx="2022435" cy="183530"/>
            </a:xfrm>
            <a:custGeom>
              <a:avLst/>
              <a:pathLst>
                <a:path w="2022435" h="183530">
                  <a:moveTo>
                    <a:pt x="0" y="183530"/>
                  </a:moveTo>
                  <a:lnTo>
                    <a:pt x="129870" y="171745"/>
                  </a:lnTo>
                  <a:lnTo>
                    <a:pt x="244424" y="161349"/>
                  </a:lnTo>
                  <a:lnTo>
                    <a:pt x="346896" y="152050"/>
                  </a:lnTo>
                  <a:lnTo>
                    <a:pt x="439594" y="143638"/>
                  </a:lnTo>
                  <a:lnTo>
                    <a:pt x="524220" y="135959"/>
                  </a:lnTo>
                  <a:lnTo>
                    <a:pt x="602068" y="128894"/>
                  </a:lnTo>
                  <a:lnTo>
                    <a:pt x="674145" y="122353"/>
                  </a:lnTo>
                  <a:lnTo>
                    <a:pt x="741246" y="116264"/>
                  </a:lnTo>
                  <a:lnTo>
                    <a:pt x="804015" y="110568"/>
                  </a:lnTo>
                  <a:lnTo>
                    <a:pt x="862978" y="105217"/>
                  </a:lnTo>
                  <a:lnTo>
                    <a:pt x="918569" y="100172"/>
                  </a:lnTo>
                  <a:lnTo>
                    <a:pt x="971154" y="95400"/>
                  </a:lnTo>
                  <a:lnTo>
                    <a:pt x="1021041" y="90873"/>
                  </a:lnTo>
                  <a:lnTo>
                    <a:pt x="1068494" y="86567"/>
                  </a:lnTo>
                  <a:lnTo>
                    <a:pt x="1113739" y="82461"/>
                  </a:lnTo>
                  <a:lnTo>
                    <a:pt x="1156972" y="78538"/>
                  </a:lnTo>
                  <a:lnTo>
                    <a:pt x="1198365" y="74782"/>
                  </a:lnTo>
                  <a:lnTo>
                    <a:pt x="1238068" y="71179"/>
                  </a:lnTo>
                  <a:lnTo>
                    <a:pt x="1276213" y="67717"/>
                  </a:lnTo>
                  <a:lnTo>
                    <a:pt x="1312919" y="64386"/>
                  </a:lnTo>
                  <a:lnTo>
                    <a:pt x="1348290" y="61176"/>
                  </a:lnTo>
                  <a:lnTo>
                    <a:pt x="1382419" y="58079"/>
                  </a:lnTo>
                  <a:lnTo>
                    <a:pt x="1415391" y="55087"/>
                  </a:lnTo>
                  <a:lnTo>
                    <a:pt x="1447282" y="52193"/>
                  </a:lnTo>
                  <a:lnTo>
                    <a:pt x="1478160" y="49391"/>
                  </a:lnTo>
                  <a:lnTo>
                    <a:pt x="1508088" y="46675"/>
                  </a:lnTo>
                  <a:lnTo>
                    <a:pt x="1537123" y="44040"/>
                  </a:lnTo>
                  <a:lnTo>
                    <a:pt x="1565316" y="41482"/>
                  </a:lnTo>
                  <a:lnTo>
                    <a:pt x="1592714" y="38995"/>
                  </a:lnTo>
                  <a:lnTo>
                    <a:pt x="1619362" y="36577"/>
                  </a:lnTo>
                  <a:lnTo>
                    <a:pt x="1645299" y="34224"/>
                  </a:lnTo>
                  <a:lnTo>
                    <a:pt x="1670563" y="31931"/>
                  </a:lnTo>
                  <a:lnTo>
                    <a:pt x="1695186" y="29696"/>
                  </a:lnTo>
                  <a:lnTo>
                    <a:pt x="1719202" y="27517"/>
                  </a:lnTo>
                  <a:lnTo>
                    <a:pt x="1742639" y="25390"/>
                  </a:lnTo>
                  <a:lnTo>
                    <a:pt x="1765525" y="23313"/>
                  </a:lnTo>
                  <a:lnTo>
                    <a:pt x="1787884" y="21284"/>
                  </a:lnTo>
                  <a:lnTo>
                    <a:pt x="1809741" y="19301"/>
                  </a:lnTo>
                  <a:lnTo>
                    <a:pt x="1831117" y="17361"/>
                  </a:lnTo>
                  <a:lnTo>
                    <a:pt x="1852034" y="15463"/>
                  </a:lnTo>
                  <a:lnTo>
                    <a:pt x="1872510" y="13605"/>
                  </a:lnTo>
                  <a:lnTo>
                    <a:pt x="1892564" y="11785"/>
                  </a:lnTo>
                  <a:lnTo>
                    <a:pt x="1912213" y="10002"/>
                  </a:lnTo>
                  <a:lnTo>
                    <a:pt x="1931472" y="8254"/>
                  </a:lnTo>
                  <a:lnTo>
                    <a:pt x="1950358" y="6540"/>
                  </a:lnTo>
                  <a:lnTo>
                    <a:pt x="1968884" y="4859"/>
                  </a:lnTo>
                  <a:lnTo>
                    <a:pt x="1987064" y="3209"/>
                  </a:lnTo>
                  <a:lnTo>
                    <a:pt x="2004910" y="1590"/>
                  </a:lnTo>
                  <a:lnTo>
                    <a:pt x="202243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655231" y="7842713"/>
              <a:ext cx="2022435" cy="203100"/>
            </a:xfrm>
            <a:custGeom>
              <a:avLst/>
              <a:pathLst>
                <a:path w="2022435" h="203100">
                  <a:moveTo>
                    <a:pt x="0" y="203100"/>
                  </a:moveTo>
                  <a:lnTo>
                    <a:pt x="129870" y="190058"/>
                  </a:lnTo>
                  <a:lnTo>
                    <a:pt x="244424" y="178554"/>
                  </a:lnTo>
                  <a:lnTo>
                    <a:pt x="346896" y="168263"/>
                  </a:lnTo>
                  <a:lnTo>
                    <a:pt x="439594" y="158954"/>
                  </a:lnTo>
                  <a:lnTo>
                    <a:pt x="524220" y="150456"/>
                  </a:lnTo>
                  <a:lnTo>
                    <a:pt x="602068" y="142638"/>
                  </a:lnTo>
                  <a:lnTo>
                    <a:pt x="674145" y="135400"/>
                  </a:lnTo>
                  <a:lnTo>
                    <a:pt x="741246" y="128661"/>
                  </a:lnTo>
                  <a:lnTo>
                    <a:pt x="804015" y="122358"/>
                  </a:lnTo>
                  <a:lnTo>
                    <a:pt x="862978" y="116436"/>
                  </a:lnTo>
                  <a:lnTo>
                    <a:pt x="918569" y="110854"/>
                  </a:lnTo>
                  <a:lnTo>
                    <a:pt x="971154" y="105573"/>
                  </a:lnTo>
                  <a:lnTo>
                    <a:pt x="1021041" y="100563"/>
                  </a:lnTo>
                  <a:lnTo>
                    <a:pt x="1068494" y="95798"/>
                  </a:lnTo>
                  <a:lnTo>
                    <a:pt x="1113739" y="91254"/>
                  </a:lnTo>
                  <a:lnTo>
                    <a:pt x="1156972" y="86912"/>
                  </a:lnTo>
                  <a:lnTo>
                    <a:pt x="1198365" y="82756"/>
                  </a:lnTo>
                  <a:lnTo>
                    <a:pt x="1238068" y="78769"/>
                  </a:lnTo>
                  <a:lnTo>
                    <a:pt x="1276213" y="74938"/>
                  </a:lnTo>
                  <a:lnTo>
                    <a:pt x="1312919" y="71252"/>
                  </a:lnTo>
                  <a:lnTo>
                    <a:pt x="1348290" y="67700"/>
                  </a:lnTo>
                  <a:lnTo>
                    <a:pt x="1382419" y="64272"/>
                  </a:lnTo>
                  <a:lnTo>
                    <a:pt x="1415391" y="60961"/>
                  </a:lnTo>
                  <a:lnTo>
                    <a:pt x="1447282" y="57758"/>
                  </a:lnTo>
                  <a:lnTo>
                    <a:pt x="1478160" y="54658"/>
                  </a:lnTo>
                  <a:lnTo>
                    <a:pt x="1508088" y="51652"/>
                  </a:lnTo>
                  <a:lnTo>
                    <a:pt x="1537123" y="48736"/>
                  </a:lnTo>
                  <a:lnTo>
                    <a:pt x="1565316" y="45905"/>
                  </a:lnTo>
                  <a:lnTo>
                    <a:pt x="1592714" y="43154"/>
                  </a:lnTo>
                  <a:lnTo>
                    <a:pt x="1619362" y="40478"/>
                  </a:lnTo>
                  <a:lnTo>
                    <a:pt x="1645299" y="37873"/>
                  </a:lnTo>
                  <a:lnTo>
                    <a:pt x="1670563" y="35336"/>
                  </a:lnTo>
                  <a:lnTo>
                    <a:pt x="1695186" y="32863"/>
                  </a:lnTo>
                  <a:lnTo>
                    <a:pt x="1719202" y="30451"/>
                  </a:lnTo>
                  <a:lnTo>
                    <a:pt x="1742639" y="28098"/>
                  </a:lnTo>
                  <a:lnTo>
                    <a:pt x="1765525" y="25799"/>
                  </a:lnTo>
                  <a:lnTo>
                    <a:pt x="1787884" y="23554"/>
                  </a:lnTo>
                  <a:lnTo>
                    <a:pt x="1809741" y="21359"/>
                  </a:lnTo>
                  <a:lnTo>
                    <a:pt x="1831117" y="19212"/>
                  </a:lnTo>
                  <a:lnTo>
                    <a:pt x="1852034" y="17112"/>
                  </a:lnTo>
                  <a:lnTo>
                    <a:pt x="1872510" y="15055"/>
                  </a:lnTo>
                  <a:lnTo>
                    <a:pt x="1892564" y="13042"/>
                  </a:lnTo>
                  <a:lnTo>
                    <a:pt x="1912213" y="11068"/>
                  </a:lnTo>
                  <a:lnTo>
                    <a:pt x="1931472" y="9134"/>
                  </a:lnTo>
                  <a:lnTo>
                    <a:pt x="1950358" y="7238"/>
                  </a:lnTo>
                  <a:lnTo>
                    <a:pt x="1968884" y="5377"/>
                  </a:lnTo>
                  <a:lnTo>
                    <a:pt x="1987064" y="3552"/>
                  </a:lnTo>
                  <a:lnTo>
                    <a:pt x="2004910" y="1759"/>
                  </a:lnTo>
                  <a:lnTo>
                    <a:pt x="202243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655231" y="7906217"/>
              <a:ext cx="2022435" cy="172490"/>
            </a:xfrm>
            <a:custGeom>
              <a:avLst/>
              <a:pathLst>
                <a:path w="2022435" h="172490">
                  <a:moveTo>
                    <a:pt x="0" y="0"/>
                  </a:moveTo>
                  <a:lnTo>
                    <a:pt x="129870" y="11076"/>
                  </a:lnTo>
                  <a:lnTo>
                    <a:pt x="244424" y="20846"/>
                  </a:lnTo>
                  <a:lnTo>
                    <a:pt x="346896" y="29586"/>
                  </a:lnTo>
                  <a:lnTo>
                    <a:pt x="439594" y="37492"/>
                  </a:lnTo>
                  <a:lnTo>
                    <a:pt x="524220" y="44709"/>
                  </a:lnTo>
                  <a:lnTo>
                    <a:pt x="602068" y="51349"/>
                  </a:lnTo>
                  <a:lnTo>
                    <a:pt x="674145" y="57496"/>
                  </a:lnTo>
                  <a:lnTo>
                    <a:pt x="741246" y="63219"/>
                  </a:lnTo>
                  <a:lnTo>
                    <a:pt x="804015" y="68573"/>
                  </a:lnTo>
                  <a:lnTo>
                    <a:pt x="862978" y="73602"/>
                  </a:lnTo>
                  <a:lnTo>
                    <a:pt x="918569" y="78343"/>
                  </a:lnTo>
                  <a:lnTo>
                    <a:pt x="971154" y="82828"/>
                  </a:lnTo>
                  <a:lnTo>
                    <a:pt x="1021041" y="87083"/>
                  </a:lnTo>
                  <a:lnTo>
                    <a:pt x="1068494" y="91130"/>
                  </a:lnTo>
                  <a:lnTo>
                    <a:pt x="1113739" y="94989"/>
                  </a:lnTo>
                  <a:lnTo>
                    <a:pt x="1156972" y="98676"/>
                  </a:lnTo>
                  <a:lnTo>
                    <a:pt x="1198365" y="102206"/>
                  </a:lnTo>
                  <a:lnTo>
                    <a:pt x="1238068" y="105592"/>
                  </a:lnTo>
                  <a:lnTo>
                    <a:pt x="1276213" y="108846"/>
                  </a:lnTo>
                  <a:lnTo>
                    <a:pt x="1312919" y="111976"/>
                  </a:lnTo>
                  <a:lnTo>
                    <a:pt x="1348290" y="114993"/>
                  </a:lnTo>
                  <a:lnTo>
                    <a:pt x="1382419" y="117904"/>
                  </a:lnTo>
                  <a:lnTo>
                    <a:pt x="1415391" y="120716"/>
                  </a:lnTo>
                  <a:lnTo>
                    <a:pt x="1447282" y="123436"/>
                  </a:lnTo>
                  <a:lnTo>
                    <a:pt x="1478160" y="126070"/>
                  </a:lnTo>
                  <a:lnTo>
                    <a:pt x="1508088" y="128622"/>
                  </a:lnTo>
                  <a:lnTo>
                    <a:pt x="1537123" y="131098"/>
                  </a:lnTo>
                  <a:lnTo>
                    <a:pt x="1565316" y="133503"/>
                  </a:lnTo>
                  <a:lnTo>
                    <a:pt x="1592714" y="135840"/>
                  </a:lnTo>
                  <a:lnTo>
                    <a:pt x="1619362" y="138112"/>
                  </a:lnTo>
                  <a:lnTo>
                    <a:pt x="1645299" y="140325"/>
                  </a:lnTo>
                  <a:lnTo>
                    <a:pt x="1670563" y="142479"/>
                  </a:lnTo>
                  <a:lnTo>
                    <a:pt x="1695186" y="144579"/>
                  </a:lnTo>
                  <a:lnTo>
                    <a:pt x="1719202" y="146628"/>
                  </a:lnTo>
                  <a:lnTo>
                    <a:pt x="1742639" y="148627"/>
                  </a:lnTo>
                  <a:lnTo>
                    <a:pt x="1765525" y="150578"/>
                  </a:lnTo>
                  <a:lnTo>
                    <a:pt x="1787884" y="152485"/>
                  </a:lnTo>
                  <a:lnTo>
                    <a:pt x="1809741" y="154350"/>
                  </a:lnTo>
                  <a:lnTo>
                    <a:pt x="1831117" y="156173"/>
                  </a:lnTo>
                  <a:lnTo>
                    <a:pt x="1852034" y="157957"/>
                  </a:lnTo>
                  <a:lnTo>
                    <a:pt x="1872510" y="159703"/>
                  </a:lnTo>
                  <a:lnTo>
                    <a:pt x="1892564" y="161413"/>
                  </a:lnTo>
                  <a:lnTo>
                    <a:pt x="1912213" y="163089"/>
                  </a:lnTo>
                  <a:lnTo>
                    <a:pt x="1931472" y="164732"/>
                  </a:lnTo>
                  <a:lnTo>
                    <a:pt x="1950358" y="166343"/>
                  </a:lnTo>
                  <a:lnTo>
                    <a:pt x="1968884" y="167923"/>
                  </a:lnTo>
                  <a:lnTo>
                    <a:pt x="1987064" y="169473"/>
                  </a:lnTo>
                  <a:lnTo>
                    <a:pt x="2004910" y="170995"/>
                  </a:lnTo>
                  <a:lnTo>
                    <a:pt x="2022435" y="17249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655231" y="8122500"/>
              <a:ext cx="2022435" cy="319697"/>
            </a:xfrm>
            <a:custGeom>
              <a:avLst/>
              <a:pathLst>
                <a:path w="2022435" h="319697">
                  <a:moveTo>
                    <a:pt x="0" y="0"/>
                  </a:moveTo>
                  <a:lnTo>
                    <a:pt x="129870" y="20529"/>
                  </a:lnTo>
                  <a:lnTo>
                    <a:pt x="244424" y="38637"/>
                  </a:lnTo>
                  <a:lnTo>
                    <a:pt x="346896" y="54835"/>
                  </a:lnTo>
                  <a:lnTo>
                    <a:pt x="439594" y="69489"/>
                  </a:lnTo>
                  <a:lnTo>
                    <a:pt x="524220" y="82866"/>
                  </a:lnTo>
                  <a:lnTo>
                    <a:pt x="602068" y="95172"/>
                  </a:lnTo>
                  <a:lnTo>
                    <a:pt x="674145" y="106565"/>
                  </a:lnTo>
                  <a:lnTo>
                    <a:pt x="741246" y="117173"/>
                  </a:lnTo>
                  <a:lnTo>
                    <a:pt x="804015" y="127095"/>
                  </a:lnTo>
                  <a:lnTo>
                    <a:pt x="862978" y="136415"/>
                  </a:lnTo>
                  <a:lnTo>
                    <a:pt x="918569" y="145203"/>
                  </a:lnTo>
                  <a:lnTo>
                    <a:pt x="971154" y="153516"/>
                  </a:lnTo>
                  <a:lnTo>
                    <a:pt x="1021041" y="161401"/>
                  </a:lnTo>
                  <a:lnTo>
                    <a:pt x="1068494" y="168903"/>
                  </a:lnTo>
                  <a:lnTo>
                    <a:pt x="1113739" y="176055"/>
                  </a:lnTo>
                  <a:lnTo>
                    <a:pt x="1156972" y="182889"/>
                  </a:lnTo>
                  <a:lnTo>
                    <a:pt x="1198365" y="189432"/>
                  </a:lnTo>
                  <a:lnTo>
                    <a:pt x="1238068" y="195708"/>
                  </a:lnTo>
                  <a:lnTo>
                    <a:pt x="1276213" y="201738"/>
                  </a:lnTo>
                  <a:lnTo>
                    <a:pt x="1312919" y="207540"/>
                  </a:lnTo>
                  <a:lnTo>
                    <a:pt x="1348290" y="213131"/>
                  </a:lnTo>
                  <a:lnTo>
                    <a:pt x="1382419" y="218526"/>
                  </a:lnTo>
                  <a:lnTo>
                    <a:pt x="1415391" y="223739"/>
                  </a:lnTo>
                  <a:lnTo>
                    <a:pt x="1447282" y="228780"/>
                  </a:lnTo>
                  <a:lnTo>
                    <a:pt x="1478160" y="233661"/>
                  </a:lnTo>
                  <a:lnTo>
                    <a:pt x="1508088" y="238392"/>
                  </a:lnTo>
                  <a:lnTo>
                    <a:pt x="1537123" y="242981"/>
                  </a:lnTo>
                  <a:lnTo>
                    <a:pt x="1565316" y="247438"/>
                  </a:lnTo>
                  <a:lnTo>
                    <a:pt x="1592714" y="251769"/>
                  </a:lnTo>
                  <a:lnTo>
                    <a:pt x="1619362" y="255981"/>
                  </a:lnTo>
                  <a:lnTo>
                    <a:pt x="1645299" y="260081"/>
                  </a:lnTo>
                  <a:lnTo>
                    <a:pt x="1670563" y="264075"/>
                  </a:lnTo>
                  <a:lnTo>
                    <a:pt x="1695186" y="267967"/>
                  </a:lnTo>
                  <a:lnTo>
                    <a:pt x="1719202" y="271764"/>
                  </a:lnTo>
                  <a:lnTo>
                    <a:pt x="1742639" y="275469"/>
                  </a:lnTo>
                  <a:lnTo>
                    <a:pt x="1765525" y="279086"/>
                  </a:lnTo>
                  <a:lnTo>
                    <a:pt x="1787884" y="282621"/>
                  </a:lnTo>
                  <a:lnTo>
                    <a:pt x="1809741" y="286076"/>
                  </a:lnTo>
                  <a:lnTo>
                    <a:pt x="1831117" y="289455"/>
                  </a:lnTo>
                  <a:lnTo>
                    <a:pt x="1852034" y="292761"/>
                  </a:lnTo>
                  <a:lnTo>
                    <a:pt x="1872510" y="295998"/>
                  </a:lnTo>
                  <a:lnTo>
                    <a:pt x="1892564" y="299168"/>
                  </a:lnTo>
                  <a:lnTo>
                    <a:pt x="1912213" y="302274"/>
                  </a:lnTo>
                  <a:lnTo>
                    <a:pt x="1931472" y="305318"/>
                  </a:lnTo>
                  <a:lnTo>
                    <a:pt x="1950358" y="308304"/>
                  </a:lnTo>
                  <a:lnTo>
                    <a:pt x="1968884" y="311232"/>
                  </a:lnTo>
                  <a:lnTo>
                    <a:pt x="1987064" y="314106"/>
                  </a:lnTo>
                  <a:lnTo>
                    <a:pt x="2004910" y="316927"/>
                  </a:lnTo>
                  <a:lnTo>
                    <a:pt x="2022435" y="31969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655231" y="8047640"/>
              <a:ext cx="2022435" cy="14297"/>
            </a:xfrm>
            <a:custGeom>
              <a:avLst/>
              <a:pathLst>
                <a:path w="2022435" h="14297">
                  <a:moveTo>
                    <a:pt x="0" y="14297"/>
                  </a:moveTo>
                  <a:lnTo>
                    <a:pt x="129870" y="13379"/>
                  </a:lnTo>
                  <a:lnTo>
                    <a:pt x="244424" y="12569"/>
                  </a:lnTo>
                  <a:lnTo>
                    <a:pt x="346896" y="11845"/>
                  </a:lnTo>
                  <a:lnTo>
                    <a:pt x="439594" y="11189"/>
                  </a:lnTo>
                  <a:lnTo>
                    <a:pt x="524220" y="10591"/>
                  </a:lnTo>
                  <a:lnTo>
                    <a:pt x="602068" y="10041"/>
                  </a:lnTo>
                  <a:lnTo>
                    <a:pt x="674145" y="9531"/>
                  </a:lnTo>
                  <a:lnTo>
                    <a:pt x="741246" y="9057"/>
                  </a:lnTo>
                  <a:lnTo>
                    <a:pt x="804015" y="8613"/>
                  </a:lnTo>
                  <a:lnTo>
                    <a:pt x="862978" y="8196"/>
                  </a:lnTo>
                  <a:lnTo>
                    <a:pt x="918569" y="7803"/>
                  </a:lnTo>
                  <a:lnTo>
                    <a:pt x="971154" y="7431"/>
                  </a:lnTo>
                  <a:lnTo>
                    <a:pt x="1021041" y="7079"/>
                  </a:lnTo>
                  <a:lnTo>
                    <a:pt x="1068494" y="6743"/>
                  </a:lnTo>
                  <a:lnTo>
                    <a:pt x="1113739" y="6423"/>
                  </a:lnTo>
                  <a:lnTo>
                    <a:pt x="1156972" y="6118"/>
                  </a:lnTo>
                  <a:lnTo>
                    <a:pt x="1198365" y="5825"/>
                  </a:lnTo>
                  <a:lnTo>
                    <a:pt x="1238068" y="5545"/>
                  </a:lnTo>
                  <a:lnTo>
                    <a:pt x="1276213" y="5275"/>
                  </a:lnTo>
                  <a:lnTo>
                    <a:pt x="1312919" y="5015"/>
                  </a:lnTo>
                  <a:lnTo>
                    <a:pt x="1348290" y="4765"/>
                  </a:lnTo>
                  <a:lnTo>
                    <a:pt x="1382419" y="4524"/>
                  </a:lnTo>
                  <a:lnTo>
                    <a:pt x="1415391" y="4291"/>
                  </a:lnTo>
                  <a:lnTo>
                    <a:pt x="1447282" y="4066"/>
                  </a:lnTo>
                  <a:lnTo>
                    <a:pt x="1478160" y="3847"/>
                  </a:lnTo>
                  <a:lnTo>
                    <a:pt x="1508088" y="3636"/>
                  </a:lnTo>
                  <a:lnTo>
                    <a:pt x="1537123" y="3430"/>
                  </a:lnTo>
                  <a:lnTo>
                    <a:pt x="1565316" y="3231"/>
                  </a:lnTo>
                  <a:lnTo>
                    <a:pt x="1592714" y="3037"/>
                  </a:lnTo>
                  <a:lnTo>
                    <a:pt x="1619362" y="2849"/>
                  </a:lnTo>
                  <a:lnTo>
                    <a:pt x="1645299" y="2666"/>
                  </a:lnTo>
                  <a:lnTo>
                    <a:pt x="1670563" y="2487"/>
                  </a:lnTo>
                  <a:lnTo>
                    <a:pt x="1695186" y="2313"/>
                  </a:lnTo>
                  <a:lnTo>
                    <a:pt x="1719202" y="2143"/>
                  </a:lnTo>
                  <a:lnTo>
                    <a:pt x="1742639" y="1977"/>
                  </a:lnTo>
                  <a:lnTo>
                    <a:pt x="1765525" y="1816"/>
                  </a:lnTo>
                  <a:lnTo>
                    <a:pt x="1787884" y="1658"/>
                  </a:lnTo>
                  <a:lnTo>
                    <a:pt x="1809741" y="1503"/>
                  </a:lnTo>
                  <a:lnTo>
                    <a:pt x="1831117" y="1352"/>
                  </a:lnTo>
                  <a:lnTo>
                    <a:pt x="1852034" y="1204"/>
                  </a:lnTo>
                  <a:lnTo>
                    <a:pt x="1872510" y="1059"/>
                  </a:lnTo>
                  <a:lnTo>
                    <a:pt x="1892564" y="918"/>
                  </a:lnTo>
                  <a:lnTo>
                    <a:pt x="1912213" y="779"/>
                  </a:lnTo>
                  <a:lnTo>
                    <a:pt x="1931472" y="643"/>
                  </a:lnTo>
                  <a:lnTo>
                    <a:pt x="1950358" y="509"/>
                  </a:lnTo>
                  <a:lnTo>
                    <a:pt x="1968884" y="378"/>
                  </a:lnTo>
                  <a:lnTo>
                    <a:pt x="1987064" y="250"/>
                  </a:lnTo>
                  <a:lnTo>
                    <a:pt x="2004910" y="123"/>
                  </a:lnTo>
                  <a:lnTo>
                    <a:pt x="202243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655231" y="8103194"/>
              <a:ext cx="2022435" cy="127080"/>
            </a:xfrm>
            <a:custGeom>
              <a:avLst/>
              <a:pathLst>
                <a:path w="2022435" h="127080">
                  <a:moveTo>
                    <a:pt x="0" y="0"/>
                  </a:moveTo>
                  <a:lnTo>
                    <a:pt x="129870" y="8160"/>
                  </a:lnTo>
                  <a:lnTo>
                    <a:pt x="244424" y="15358"/>
                  </a:lnTo>
                  <a:lnTo>
                    <a:pt x="346896" y="21797"/>
                  </a:lnTo>
                  <a:lnTo>
                    <a:pt x="439594" y="27622"/>
                  </a:lnTo>
                  <a:lnTo>
                    <a:pt x="524220" y="32939"/>
                  </a:lnTo>
                  <a:lnTo>
                    <a:pt x="602068" y="37831"/>
                  </a:lnTo>
                  <a:lnTo>
                    <a:pt x="674145" y="42360"/>
                  </a:lnTo>
                  <a:lnTo>
                    <a:pt x="741246" y="46576"/>
                  </a:lnTo>
                  <a:lnTo>
                    <a:pt x="804015" y="50520"/>
                  </a:lnTo>
                  <a:lnTo>
                    <a:pt x="862978" y="54225"/>
                  </a:lnTo>
                  <a:lnTo>
                    <a:pt x="918569" y="57718"/>
                  </a:lnTo>
                  <a:lnTo>
                    <a:pt x="971154" y="61022"/>
                  </a:lnTo>
                  <a:lnTo>
                    <a:pt x="1021041" y="64157"/>
                  </a:lnTo>
                  <a:lnTo>
                    <a:pt x="1068494" y="67139"/>
                  </a:lnTo>
                  <a:lnTo>
                    <a:pt x="1113739" y="69982"/>
                  </a:lnTo>
                  <a:lnTo>
                    <a:pt x="1156972" y="72698"/>
                  </a:lnTo>
                  <a:lnTo>
                    <a:pt x="1198365" y="75299"/>
                  </a:lnTo>
                  <a:lnTo>
                    <a:pt x="1238068" y="77794"/>
                  </a:lnTo>
                  <a:lnTo>
                    <a:pt x="1276213" y="80191"/>
                  </a:lnTo>
                  <a:lnTo>
                    <a:pt x="1312919" y="82497"/>
                  </a:lnTo>
                  <a:lnTo>
                    <a:pt x="1348290" y="84720"/>
                  </a:lnTo>
                  <a:lnTo>
                    <a:pt x="1382419" y="86864"/>
                  </a:lnTo>
                  <a:lnTo>
                    <a:pt x="1415391" y="88936"/>
                  </a:lnTo>
                  <a:lnTo>
                    <a:pt x="1447282" y="90940"/>
                  </a:lnTo>
                  <a:lnTo>
                    <a:pt x="1478160" y="92880"/>
                  </a:lnTo>
                  <a:lnTo>
                    <a:pt x="1508088" y="94761"/>
                  </a:lnTo>
                  <a:lnTo>
                    <a:pt x="1537123" y="96585"/>
                  </a:lnTo>
                  <a:lnTo>
                    <a:pt x="1565316" y="98357"/>
                  </a:lnTo>
                  <a:lnTo>
                    <a:pt x="1592714" y="100078"/>
                  </a:lnTo>
                  <a:lnTo>
                    <a:pt x="1619362" y="101753"/>
                  </a:lnTo>
                  <a:lnTo>
                    <a:pt x="1645299" y="103383"/>
                  </a:lnTo>
                  <a:lnTo>
                    <a:pt x="1670563" y="104970"/>
                  </a:lnTo>
                  <a:lnTo>
                    <a:pt x="1695186" y="106517"/>
                  </a:lnTo>
                  <a:lnTo>
                    <a:pt x="1719202" y="108026"/>
                  </a:lnTo>
                  <a:lnTo>
                    <a:pt x="1742639" y="109499"/>
                  </a:lnTo>
                  <a:lnTo>
                    <a:pt x="1765525" y="110937"/>
                  </a:lnTo>
                  <a:lnTo>
                    <a:pt x="1787884" y="112342"/>
                  </a:lnTo>
                  <a:lnTo>
                    <a:pt x="1809741" y="113715"/>
                  </a:lnTo>
                  <a:lnTo>
                    <a:pt x="1831117" y="115059"/>
                  </a:lnTo>
                  <a:lnTo>
                    <a:pt x="1852034" y="116373"/>
                  </a:lnTo>
                  <a:lnTo>
                    <a:pt x="1872510" y="117659"/>
                  </a:lnTo>
                  <a:lnTo>
                    <a:pt x="1892564" y="118920"/>
                  </a:lnTo>
                  <a:lnTo>
                    <a:pt x="1912213" y="120154"/>
                  </a:lnTo>
                  <a:lnTo>
                    <a:pt x="1931472" y="121364"/>
                  </a:lnTo>
                  <a:lnTo>
                    <a:pt x="1950358" y="122551"/>
                  </a:lnTo>
                  <a:lnTo>
                    <a:pt x="1968884" y="123715"/>
                  </a:lnTo>
                  <a:lnTo>
                    <a:pt x="1987064" y="124857"/>
                  </a:lnTo>
                  <a:lnTo>
                    <a:pt x="2004910" y="125979"/>
                  </a:lnTo>
                  <a:lnTo>
                    <a:pt x="2022435" y="12708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72281" y="843725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72281" y="777527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72281" y="711329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465319" y="84873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465319" y="78253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465319" y="71634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65523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32937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300352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367766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61636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29051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96465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363880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214115" y="75747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221814" y="710718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237363" y="766551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199713" y="758011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250685" y="685807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275509" y="752612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224542" y="816792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257185" y="79610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199531" y="759995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262276" y="67360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919108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944905" y="748523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907377" y="766481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876077" y="83515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878773" y="76718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935310" y="793651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947809" y="80818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943858" y="82080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890984" y="78267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906642" y="729574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950086" y="721377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911565" y="80767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945084" y="77996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953053" y="787512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906644" y="767049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926712" y="713433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909252" y="797909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959492" y="686008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5596937" y="704832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5634032" y="775675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5586804" y="761984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5619598" y="795800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5579442" y="79106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5570708" y="81011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5625936" y="749132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5621498" y="729894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5594365" y="732349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5582406" y="74230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5608307" y="76894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5555919" y="69277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5582449" y="813562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5602399" y="832552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5553267" y="756896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5607585" y="720173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5572557" y="769135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5592392" y="832421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5550230" y="665620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5609210" y="745164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281920" y="79766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316527" y="768320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261748" y="796005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64375" y="79262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241153" y="80767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63661" y="757961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289333" y="788411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63309" y="847783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230815" y="76946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301109" y="804552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257528" y="808434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61945" y="780341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288218" y="76318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61495" y="82284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243573" y="808467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221140" y="813473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248172" y="722648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30230" y="747357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218841" y="81524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241818" y="779683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245034" y="752883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307732" y="76045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281464" y="749303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261385" y="79475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4261699" y="7654040"/>
              <a:ext cx="2035217" cy="19447"/>
            </a:xfrm>
            <a:custGeom>
              <a:avLst/>
              <a:pathLst>
                <a:path w="2035217" h="19447">
                  <a:moveTo>
                    <a:pt x="0" y="0"/>
                  </a:moveTo>
                  <a:lnTo>
                    <a:pt x="130691" y="1248"/>
                  </a:lnTo>
                  <a:lnTo>
                    <a:pt x="245969" y="2350"/>
                  </a:lnTo>
                  <a:lnTo>
                    <a:pt x="349089" y="3335"/>
                  </a:lnTo>
                  <a:lnTo>
                    <a:pt x="442372" y="4226"/>
                  </a:lnTo>
                  <a:lnTo>
                    <a:pt x="527533" y="5040"/>
                  </a:lnTo>
                  <a:lnTo>
                    <a:pt x="605873" y="5789"/>
                  </a:lnTo>
                  <a:lnTo>
                    <a:pt x="678405" y="6482"/>
                  </a:lnTo>
                  <a:lnTo>
                    <a:pt x="745931" y="7127"/>
                  </a:lnTo>
                  <a:lnTo>
                    <a:pt x="809097" y="7731"/>
                  </a:lnTo>
                  <a:lnTo>
                    <a:pt x="868432" y="8298"/>
                  </a:lnTo>
                  <a:lnTo>
                    <a:pt x="924375" y="8832"/>
                  </a:lnTo>
                  <a:lnTo>
                    <a:pt x="977292" y="9338"/>
                  </a:lnTo>
                  <a:lnTo>
                    <a:pt x="1027495" y="9818"/>
                  </a:lnTo>
                  <a:lnTo>
                    <a:pt x="1075247" y="10274"/>
                  </a:lnTo>
                  <a:lnTo>
                    <a:pt x="1120778" y="10709"/>
                  </a:lnTo>
                  <a:lnTo>
                    <a:pt x="1164284" y="11125"/>
                  </a:lnTo>
                  <a:lnTo>
                    <a:pt x="1205939" y="11523"/>
                  </a:lnTo>
                  <a:lnTo>
                    <a:pt x="1245892" y="11904"/>
                  </a:lnTo>
                  <a:lnTo>
                    <a:pt x="1284279" y="12271"/>
                  </a:lnTo>
                  <a:lnTo>
                    <a:pt x="1321217" y="12624"/>
                  </a:lnTo>
                  <a:lnTo>
                    <a:pt x="1356811" y="12964"/>
                  </a:lnTo>
                  <a:lnTo>
                    <a:pt x="1391156" y="13292"/>
                  </a:lnTo>
                  <a:lnTo>
                    <a:pt x="1424337" y="13609"/>
                  </a:lnTo>
                  <a:lnTo>
                    <a:pt x="1456429" y="13916"/>
                  </a:lnTo>
                  <a:lnTo>
                    <a:pt x="1487502" y="14213"/>
                  </a:lnTo>
                  <a:lnTo>
                    <a:pt x="1517620" y="14501"/>
                  </a:lnTo>
                  <a:lnTo>
                    <a:pt x="1546838" y="14780"/>
                  </a:lnTo>
                  <a:lnTo>
                    <a:pt x="1575209" y="15051"/>
                  </a:lnTo>
                  <a:lnTo>
                    <a:pt x="1602781" y="15315"/>
                  </a:lnTo>
                  <a:lnTo>
                    <a:pt x="1629597" y="15571"/>
                  </a:lnTo>
                  <a:lnTo>
                    <a:pt x="1655698" y="15820"/>
                  </a:lnTo>
                  <a:lnTo>
                    <a:pt x="1681121" y="16063"/>
                  </a:lnTo>
                  <a:lnTo>
                    <a:pt x="1705900" y="16300"/>
                  </a:lnTo>
                  <a:lnTo>
                    <a:pt x="1730068" y="16531"/>
                  </a:lnTo>
                  <a:lnTo>
                    <a:pt x="1753653" y="16756"/>
                  </a:lnTo>
                  <a:lnTo>
                    <a:pt x="1776683" y="16976"/>
                  </a:lnTo>
                  <a:lnTo>
                    <a:pt x="1799183" y="17191"/>
                  </a:lnTo>
                  <a:lnTo>
                    <a:pt x="1821178" y="17401"/>
                  </a:lnTo>
                  <a:lnTo>
                    <a:pt x="1842690" y="17607"/>
                  </a:lnTo>
                  <a:lnTo>
                    <a:pt x="1863739" y="17808"/>
                  </a:lnTo>
                  <a:lnTo>
                    <a:pt x="1884344" y="18005"/>
                  </a:lnTo>
                  <a:lnTo>
                    <a:pt x="1904525" y="18198"/>
                  </a:lnTo>
                  <a:lnTo>
                    <a:pt x="1924298" y="18387"/>
                  </a:lnTo>
                  <a:lnTo>
                    <a:pt x="1943680" y="18572"/>
                  </a:lnTo>
                  <a:lnTo>
                    <a:pt x="1962685" y="18754"/>
                  </a:lnTo>
                  <a:lnTo>
                    <a:pt x="1981328" y="18932"/>
                  </a:lnTo>
                  <a:lnTo>
                    <a:pt x="1999622" y="19106"/>
                  </a:lnTo>
                  <a:lnTo>
                    <a:pt x="2017581" y="19278"/>
                  </a:lnTo>
                  <a:lnTo>
                    <a:pt x="2035217" y="1944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4261699" y="7628857"/>
              <a:ext cx="2035217" cy="12382"/>
            </a:xfrm>
            <a:custGeom>
              <a:avLst/>
              <a:pathLst>
                <a:path w="2035217" h="12382">
                  <a:moveTo>
                    <a:pt x="0" y="12382"/>
                  </a:moveTo>
                  <a:lnTo>
                    <a:pt x="130691" y="11587"/>
                  </a:lnTo>
                  <a:lnTo>
                    <a:pt x="245969" y="10886"/>
                  </a:lnTo>
                  <a:lnTo>
                    <a:pt x="349089" y="10258"/>
                  </a:lnTo>
                  <a:lnTo>
                    <a:pt x="442372" y="9691"/>
                  </a:lnTo>
                  <a:lnTo>
                    <a:pt x="527533" y="9172"/>
                  </a:lnTo>
                  <a:lnTo>
                    <a:pt x="605873" y="8696"/>
                  </a:lnTo>
                  <a:lnTo>
                    <a:pt x="678405" y="8255"/>
                  </a:lnTo>
                  <a:lnTo>
                    <a:pt x="745931" y="7844"/>
                  </a:lnTo>
                  <a:lnTo>
                    <a:pt x="809097" y="7459"/>
                  </a:lnTo>
                  <a:lnTo>
                    <a:pt x="868432" y="7098"/>
                  </a:lnTo>
                  <a:lnTo>
                    <a:pt x="924375" y="6758"/>
                  </a:lnTo>
                  <a:lnTo>
                    <a:pt x="977292" y="6436"/>
                  </a:lnTo>
                  <a:lnTo>
                    <a:pt x="1027495" y="6131"/>
                  </a:lnTo>
                  <a:lnTo>
                    <a:pt x="1075247" y="5840"/>
                  </a:lnTo>
                  <a:lnTo>
                    <a:pt x="1120778" y="5563"/>
                  </a:lnTo>
                  <a:lnTo>
                    <a:pt x="1164284" y="5298"/>
                  </a:lnTo>
                  <a:lnTo>
                    <a:pt x="1205939" y="5045"/>
                  </a:lnTo>
                  <a:lnTo>
                    <a:pt x="1245892" y="4802"/>
                  </a:lnTo>
                  <a:lnTo>
                    <a:pt x="1284279" y="4568"/>
                  </a:lnTo>
                  <a:lnTo>
                    <a:pt x="1321217" y="4344"/>
                  </a:lnTo>
                  <a:lnTo>
                    <a:pt x="1356811" y="4127"/>
                  </a:lnTo>
                  <a:lnTo>
                    <a:pt x="1391156" y="3918"/>
                  </a:lnTo>
                  <a:lnTo>
                    <a:pt x="1424337" y="3716"/>
                  </a:lnTo>
                  <a:lnTo>
                    <a:pt x="1456429" y="3521"/>
                  </a:lnTo>
                  <a:lnTo>
                    <a:pt x="1487502" y="3332"/>
                  </a:lnTo>
                  <a:lnTo>
                    <a:pt x="1517620" y="3149"/>
                  </a:lnTo>
                  <a:lnTo>
                    <a:pt x="1546838" y="2971"/>
                  </a:lnTo>
                  <a:lnTo>
                    <a:pt x="1575209" y="2798"/>
                  </a:lnTo>
                  <a:lnTo>
                    <a:pt x="1602781" y="2630"/>
                  </a:lnTo>
                  <a:lnTo>
                    <a:pt x="1629597" y="2467"/>
                  </a:lnTo>
                  <a:lnTo>
                    <a:pt x="1655698" y="2309"/>
                  </a:lnTo>
                  <a:lnTo>
                    <a:pt x="1681121" y="2154"/>
                  </a:lnTo>
                  <a:lnTo>
                    <a:pt x="1705900" y="2003"/>
                  </a:lnTo>
                  <a:lnTo>
                    <a:pt x="1730068" y="1856"/>
                  </a:lnTo>
                  <a:lnTo>
                    <a:pt x="1753653" y="1713"/>
                  </a:lnTo>
                  <a:lnTo>
                    <a:pt x="1776683" y="1572"/>
                  </a:lnTo>
                  <a:lnTo>
                    <a:pt x="1799183" y="1436"/>
                  </a:lnTo>
                  <a:lnTo>
                    <a:pt x="1821178" y="1302"/>
                  </a:lnTo>
                  <a:lnTo>
                    <a:pt x="1842690" y="1171"/>
                  </a:lnTo>
                  <a:lnTo>
                    <a:pt x="1863739" y="1043"/>
                  </a:lnTo>
                  <a:lnTo>
                    <a:pt x="1884344" y="917"/>
                  </a:lnTo>
                  <a:lnTo>
                    <a:pt x="1904525" y="795"/>
                  </a:lnTo>
                  <a:lnTo>
                    <a:pt x="1924298" y="674"/>
                  </a:lnTo>
                  <a:lnTo>
                    <a:pt x="1943680" y="556"/>
                  </a:lnTo>
                  <a:lnTo>
                    <a:pt x="1962685" y="441"/>
                  </a:lnTo>
                  <a:lnTo>
                    <a:pt x="1981328" y="327"/>
                  </a:lnTo>
                  <a:lnTo>
                    <a:pt x="1999622" y="216"/>
                  </a:lnTo>
                  <a:lnTo>
                    <a:pt x="2017581" y="107"/>
                  </a:lnTo>
                  <a:lnTo>
                    <a:pt x="203521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4261699" y="7569016"/>
              <a:ext cx="2035217" cy="686489"/>
            </a:xfrm>
            <a:custGeom>
              <a:avLst/>
              <a:pathLst>
                <a:path w="2035217" h="686489">
                  <a:moveTo>
                    <a:pt x="0" y="0"/>
                  </a:moveTo>
                  <a:lnTo>
                    <a:pt x="130691" y="44082"/>
                  </a:lnTo>
                  <a:lnTo>
                    <a:pt x="245969" y="82966"/>
                  </a:lnTo>
                  <a:lnTo>
                    <a:pt x="349089" y="117749"/>
                  </a:lnTo>
                  <a:lnTo>
                    <a:pt x="442372" y="149214"/>
                  </a:lnTo>
                  <a:lnTo>
                    <a:pt x="527533" y="177939"/>
                  </a:lnTo>
                  <a:lnTo>
                    <a:pt x="605873" y="204364"/>
                  </a:lnTo>
                  <a:lnTo>
                    <a:pt x="678405" y="228829"/>
                  </a:lnTo>
                  <a:lnTo>
                    <a:pt x="745931" y="251606"/>
                  </a:lnTo>
                  <a:lnTo>
                    <a:pt x="809097" y="272912"/>
                  </a:lnTo>
                  <a:lnTo>
                    <a:pt x="868432" y="292926"/>
                  </a:lnTo>
                  <a:lnTo>
                    <a:pt x="924375" y="311796"/>
                  </a:lnTo>
                  <a:lnTo>
                    <a:pt x="977292" y="329645"/>
                  </a:lnTo>
                  <a:lnTo>
                    <a:pt x="1027495" y="346579"/>
                  </a:lnTo>
                  <a:lnTo>
                    <a:pt x="1075247" y="362686"/>
                  </a:lnTo>
                  <a:lnTo>
                    <a:pt x="1120778" y="378044"/>
                  </a:lnTo>
                  <a:lnTo>
                    <a:pt x="1164284" y="392719"/>
                  </a:lnTo>
                  <a:lnTo>
                    <a:pt x="1205939" y="406769"/>
                  </a:lnTo>
                  <a:lnTo>
                    <a:pt x="1245892" y="420246"/>
                  </a:lnTo>
                  <a:lnTo>
                    <a:pt x="1284279" y="433194"/>
                  </a:lnTo>
                  <a:lnTo>
                    <a:pt x="1321217" y="445653"/>
                  </a:lnTo>
                  <a:lnTo>
                    <a:pt x="1356811" y="457659"/>
                  </a:lnTo>
                  <a:lnTo>
                    <a:pt x="1391156" y="469244"/>
                  </a:lnTo>
                  <a:lnTo>
                    <a:pt x="1424337" y="480436"/>
                  </a:lnTo>
                  <a:lnTo>
                    <a:pt x="1456429" y="491261"/>
                  </a:lnTo>
                  <a:lnTo>
                    <a:pt x="1487502" y="501742"/>
                  </a:lnTo>
                  <a:lnTo>
                    <a:pt x="1517620" y="511900"/>
                  </a:lnTo>
                  <a:lnTo>
                    <a:pt x="1546838" y="521756"/>
                  </a:lnTo>
                  <a:lnTo>
                    <a:pt x="1575209" y="531326"/>
                  </a:lnTo>
                  <a:lnTo>
                    <a:pt x="1602781" y="540626"/>
                  </a:lnTo>
                  <a:lnTo>
                    <a:pt x="1629597" y="549671"/>
                  </a:lnTo>
                  <a:lnTo>
                    <a:pt x="1655698" y="558475"/>
                  </a:lnTo>
                  <a:lnTo>
                    <a:pt x="1681121" y="567050"/>
                  </a:lnTo>
                  <a:lnTo>
                    <a:pt x="1705900" y="575408"/>
                  </a:lnTo>
                  <a:lnTo>
                    <a:pt x="1730068" y="583560"/>
                  </a:lnTo>
                  <a:lnTo>
                    <a:pt x="1753653" y="591516"/>
                  </a:lnTo>
                  <a:lnTo>
                    <a:pt x="1776683" y="599284"/>
                  </a:lnTo>
                  <a:lnTo>
                    <a:pt x="1799183" y="606873"/>
                  </a:lnTo>
                  <a:lnTo>
                    <a:pt x="1821178" y="614292"/>
                  </a:lnTo>
                  <a:lnTo>
                    <a:pt x="1842690" y="621548"/>
                  </a:lnTo>
                  <a:lnTo>
                    <a:pt x="1863739" y="628648"/>
                  </a:lnTo>
                  <a:lnTo>
                    <a:pt x="1884344" y="635599"/>
                  </a:lnTo>
                  <a:lnTo>
                    <a:pt x="1904525" y="642406"/>
                  </a:lnTo>
                  <a:lnTo>
                    <a:pt x="1924298" y="649075"/>
                  </a:lnTo>
                  <a:lnTo>
                    <a:pt x="1943680" y="655613"/>
                  </a:lnTo>
                  <a:lnTo>
                    <a:pt x="1962685" y="662023"/>
                  </a:lnTo>
                  <a:lnTo>
                    <a:pt x="1981328" y="668312"/>
                  </a:lnTo>
                  <a:lnTo>
                    <a:pt x="1999622" y="674482"/>
                  </a:lnTo>
                  <a:lnTo>
                    <a:pt x="2017581" y="680540"/>
                  </a:lnTo>
                  <a:lnTo>
                    <a:pt x="2035217" y="68648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4261699" y="6873837"/>
              <a:ext cx="2035217" cy="509068"/>
            </a:xfrm>
            <a:custGeom>
              <a:avLst/>
              <a:pathLst>
                <a:path w="2035217" h="509068">
                  <a:moveTo>
                    <a:pt x="0" y="0"/>
                  </a:moveTo>
                  <a:lnTo>
                    <a:pt x="130691" y="32689"/>
                  </a:lnTo>
                  <a:lnTo>
                    <a:pt x="245969" y="61524"/>
                  </a:lnTo>
                  <a:lnTo>
                    <a:pt x="349089" y="87317"/>
                  </a:lnTo>
                  <a:lnTo>
                    <a:pt x="442372" y="110650"/>
                  </a:lnTo>
                  <a:lnTo>
                    <a:pt x="527533" y="131951"/>
                  </a:lnTo>
                  <a:lnTo>
                    <a:pt x="605873" y="151547"/>
                  </a:lnTo>
                  <a:lnTo>
                    <a:pt x="678405" y="169689"/>
                  </a:lnTo>
                  <a:lnTo>
                    <a:pt x="745931" y="186579"/>
                  </a:lnTo>
                  <a:lnTo>
                    <a:pt x="809097" y="202379"/>
                  </a:lnTo>
                  <a:lnTo>
                    <a:pt x="868432" y="217221"/>
                  </a:lnTo>
                  <a:lnTo>
                    <a:pt x="924375" y="231214"/>
                  </a:lnTo>
                  <a:lnTo>
                    <a:pt x="977292" y="244450"/>
                  </a:lnTo>
                  <a:lnTo>
                    <a:pt x="1027495" y="257007"/>
                  </a:lnTo>
                  <a:lnTo>
                    <a:pt x="1075247" y="268951"/>
                  </a:lnTo>
                  <a:lnTo>
                    <a:pt x="1120778" y="280340"/>
                  </a:lnTo>
                  <a:lnTo>
                    <a:pt x="1164284" y="291222"/>
                  </a:lnTo>
                  <a:lnTo>
                    <a:pt x="1205939" y="301641"/>
                  </a:lnTo>
                  <a:lnTo>
                    <a:pt x="1245892" y="311635"/>
                  </a:lnTo>
                  <a:lnTo>
                    <a:pt x="1284279" y="321236"/>
                  </a:lnTo>
                  <a:lnTo>
                    <a:pt x="1321217" y="330476"/>
                  </a:lnTo>
                  <a:lnTo>
                    <a:pt x="1356811" y="339379"/>
                  </a:lnTo>
                  <a:lnTo>
                    <a:pt x="1391156" y="347970"/>
                  </a:lnTo>
                  <a:lnTo>
                    <a:pt x="1424337" y="356269"/>
                  </a:lnTo>
                  <a:lnTo>
                    <a:pt x="1456429" y="364296"/>
                  </a:lnTo>
                  <a:lnTo>
                    <a:pt x="1487502" y="372069"/>
                  </a:lnTo>
                  <a:lnTo>
                    <a:pt x="1517620" y="379602"/>
                  </a:lnTo>
                  <a:lnTo>
                    <a:pt x="1546838" y="386910"/>
                  </a:lnTo>
                  <a:lnTo>
                    <a:pt x="1575209" y="394007"/>
                  </a:lnTo>
                  <a:lnTo>
                    <a:pt x="1602781" y="400903"/>
                  </a:lnTo>
                  <a:lnTo>
                    <a:pt x="1629597" y="407611"/>
                  </a:lnTo>
                  <a:lnTo>
                    <a:pt x="1655698" y="414139"/>
                  </a:lnTo>
                  <a:lnTo>
                    <a:pt x="1681121" y="420499"/>
                  </a:lnTo>
                  <a:lnTo>
                    <a:pt x="1705900" y="426697"/>
                  </a:lnTo>
                  <a:lnTo>
                    <a:pt x="1730068" y="432742"/>
                  </a:lnTo>
                  <a:lnTo>
                    <a:pt x="1753653" y="438641"/>
                  </a:lnTo>
                  <a:lnTo>
                    <a:pt x="1776683" y="444401"/>
                  </a:lnTo>
                  <a:lnTo>
                    <a:pt x="1799183" y="450029"/>
                  </a:lnTo>
                  <a:lnTo>
                    <a:pt x="1821178" y="455531"/>
                  </a:lnTo>
                  <a:lnTo>
                    <a:pt x="1842690" y="460912"/>
                  </a:lnTo>
                  <a:lnTo>
                    <a:pt x="1863739" y="466177"/>
                  </a:lnTo>
                  <a:lnTo>
                    <a:pt x="1884344" y="471331"/>
                  </a:lnTo>
                  <a:lnTo>
                    <a:pt x="1904525" y="476379"/>
                  </a:lnTo>
                  <a:lnTo>
                    <a:pt x="1924298" y="481324"/>
                  </a:lnTo>
                  <a:lnTo>
                    <a:pt x="1943680" y="486172"/>
                  </a:lnTo>
                  <a:lnTo>
                    <a:pt x="1962685" y="490926"/>
                  </a:lnTo>
                  <a:lnTo>
                    <a:pt x="1981328" y="495589"/>
                  </a:lnTo>
                  <a:lnTo>
                    <a:pt x="1999622" y="500165"/>
                  </a:lnTo>
                  <a:lnTo>
                    <a:pt x="2017581" y="504657"/>
                  </a:lnTo>
                  <a:lnTo>
                    <a:pt x="2035217" y="509068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4261699" y="7749351"/>
              <a:ext cx="2035217" cy="67140"/>
            </a:xfrm>
            <a:custGeom>
              <a:avLst/>
              <a:pathLst>
                <a:path w="2035217" h="67140">
                  <a:moveTo>
                    <a:pt x="0" y="0"/>
                  </a:moveTo>
                  <a:lnTo>
                    <a:pt x="130691" y="4311"/>
                  </a:lnTo>
                  <a:lnTo>
                    <a:pt x="245969" y="8114"/>
                  </a:lnTo>
                  <a:lnTo>
                    <a:pt x="349089" y="11516"/>
                  </a:lnTo>
                  <a:lnTo>
                    <a:pt x="442372" y="14593"/>
                  </a:lnTo>
                  <a:lnTo>
                    <a:pt x="527533" y="17403"/>
                  </a:lnTo>
                  <a:lnTo>
                    <a:pt x="605873" y="19987"/>
                  </a:lnTo>
                  <a:lnTo>
                    <a:pt x="678405" y="22380"/>
                  </a:lnTo>
                  <a:lnTo>
                    <a:pt x="745931" y="24607"/>
                  </a:lnTo>
                  <a:lnTo>
                    <a:pt x="809097" y="26691"/>
                  </a:lnTo>
                  <a:lnTo>
                    <a:pt x="868432" y="28649"/>
                  </a:lnTo>
                  <a:lnTo>
                    <a:pt x="924375" y="30494"/>
                  </a:lnTo>
                  <a:lnTo>
                    <a:pt x="977292" y="32240"/>
                  </a:lnTo>
                  <a:lnTo>
                    <a:pt x="1027495" y="33896"/>
                  </a:lnTo>
                  <a:lnTo>
                    <a:pt x="1075247" y="35471"/>
                  </a:lnTo>
                  <a:lnTo>
                    <a:pt x="1120778" y="36973"/>
                  </a:lnTo>
                  <a:lnTo>
                    <a:pt x="1164284" y="38409"/>
                  </a:lnTo>
                  <a:lnTo>
                    <a:pt x="1205939" y="39783"/>
                  </a:lnTo>
                  <a:lnTo>
                    <a:pt x="1245892" y="41101"/>
                  </a:lnTo>
                  <a:lnTo>
                    <a:pt x="1284279" y="42367"/>
                  </a:lnTo>
                  <a:lnTo>
                    <a:pt x="1321217" y="43586"/>
                  </a:lnTo>
                  <a:lnTo>
                    <a:pt x="1356811" y="44760"/>
                  </a:lnTo>
                  <a:lnTo>
                    <a:pt x="1391156" y="45893"/>
                  </a:lnTo>
                  <a:lnTo>
                    <a:pt x="1424337" y="46988"/>
                  </a:lnTo>
                  <a:lnTo>
                    <a:pt x="1456429" y="48046"/>
                  </a:lnTo>
                  <a:lnTo>
                    <a:pt x="1487502" y="49072"/>
                  </a:lnTo>
                  <a:lnTo>
                    <a:pt x="1517620" y="50065"/>
                  </a:lnTo>
                  <a:lnTo>
                    <a:pt x="1546838" y="51029"/>
                  </a:lnTo>
                  <a:lnTo>
                    <a:pt x="1575209" y="51965"/>
                  </a:lnTo>
                  <a:lnTo>
                    <a:pt x="1602781" y="52875"/>
                  </a:lnTo>
                  <a:lnTo>
                    <a:pt x="1629597" y="53759"/>
                  </a:lnTo>
                  <a:lnTo>
                    <a:pt x="1655698" y="54620"/>
                  </a:lnTo>
                  <a:lnTo>
                    <a:pt x="1681121" y="55459"/>
                  </a:lnTo>
                  <a:lnTo>
                    <a:pt x="1705900" y="56276"/>
                  </a:lnTo>
                  <a:lnTo>
                    <a:pt x="1730068" y="57074"/>
                  </a:lnTo>
                  <a:lnTo>
                    <a:pt x="1753653" y="57852"/>
                  </a:lnTo>
                  <a:lnTo>
                    <a:pt x="1776683" y="58611"/>
                  </a:lnTo>
                  <a:lnTo>
                    <a:pt x="1799183" y="59354"/>
                  </a:lnTo>
                  <a:lnTo>
                    <a:pt x="1821178" y="60079"/>
                  </a:lnTo>
                  <a:lnTo>
                    <a:pt x="1842690" y="60789"/>
                  </a:lnTo>
                  <a:lnTo>
                    <a:pt x="1863739" y="61483"/>
                  </a:lnTo>
                  <a:lnTo>
                    <a:pt x="1884344" y="62163"/>
                  </a:lnTo>
                  <a:lnTo>
                    <a:pt x="1904525" y="62829"/>
                  </a:lnTo>
                  <a:lnTo>
                    <a:pt x="1924298" y="63481"/>
                  </a:lnTo>
                  <a:lnTo>
                    <a:pt x="1943680" y="64121"/>
                  </a:lnTo>
                  <a:lnTo>
                    <a:pt x="1962685" y="64748"/>
                  </a:lnTo>
                  <a:lnTo>
                    <a:pt x="1981328" y="65363"/>
                  </a:lnTo>
                  <a:lnTo>
                    <a:pt x="1999622" y="65966"/>
                  </a:lnTo>
                  <a:lnTo>
                    <a:pt x="2017581" y="66559"/>
                  </a:lnTo>
                  <a:lnTo>
                    <a:pt x="2035217" y="6714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4261699" y="7316780"/>
              <a:ext cx="2035217" cy="444830"/>
            </a:xfrm>
            <a:custGeom>
              <a:avLst/>
              <a:pathLst>
                <a:path w="2035217" h="444830">
                  <a:moveTo>
                    <a:pt x="0" y="0"/>
                  </a:moveTo>
                  <a:lnTo>
                    <a:pt x="130691" y="28564"/>
                  </a:lnTo>
                  <a:lnTo>
                    <a:pt x="245969" y="53760"/>
                  </a:lnTo>
                  <a:lnTo>
                    <a:pt x="349089" y="76299"/>
                  </a:lnTo>
                  <a:lnTo>
                    <a:pt x="442372" y="96687"/>
                  </a:lnTo>
                  <a:lnTo>
                    <a:pt x="527533" y="115301"/>
                  </a:lnTo>
                  <a:lnTo>
                    <a:pt x="605873" y="132423"/>
                  </a:lnTo>
                  <a:lnTo>
                    <a:pt x="678405" y="148276"/>
                  </a:lnTo>
                  <a:lnTo>
                    <a:pt x="745931" y="163035"/>
                  </a:lnTo>
                  <a:lnTo>
                    <a:pt x="809097" y="176841"/>
                  </a:lnTo>
                  <a:lnTo>
                    <a:pt x="868432" y="189810"/>
                  </a:lnTo>
                  <a:lnTo>
                    <a:pt x="924375" y="202037"/>
                  </a:lnTo>
                  <a:lnTo>
                    <a:pt x="977292" y="213603"/>
                  </a:lnTo>
                  <a:lnTo>
                    <a:pt x="1027495" y="224576"/>
                  </a:lnTo>
                  <a:lnTo>
                    <a:pt x="1075247" y="235013"/>
                  </a:lnTo>
                  <a:lnTo>
                    <a:pt x="1120778" y="244964"/>
                  </a:lnTo>
                  <a:lnTo>
                    <a:pt x="1164284" y="254473"/>
                  </a:lnTo>
                  <a:lnTo>
                    <a:pt x="1205939" y="263578"/>
                  </a:lnTo>
                  <a:lnTo>
                    <a:pt x="1245892" y="272310"/>
                  </a:lnTo>
                  <a:lnTo>
                    <a:pt x="1284279" y="280700"/>
                  </a:lnTo>
                  <a:lnTo>
                    <a:pt x="1321217" y="288774"/>
                  </a:lnTo>
                  <a:lnTo>
                    <a:pt x="1356811" y="296553"/>
                  </a:lnTo>
                  <a:lnTo>
                    <a:pt x="1391156" y="304060"/>
                  </a:lnTo>
                  <a:lnTo>
                    <a:pt x="1424337" y="311312"/>
                  </a:lnTo>
                  <a:lnTo>
                    <a:pt x="1456429" y="318326"/>
                  </a:lnTo>
                  <a:lnTo>
                    <a:pt x="1487502" y="325118"/>
                  </a:lnTo>
                  <a:lnTo>
                    <a:pt x="1517620" y="331701"/>
                  </a:lnTo>
                  <a:lnTo>
                    <a:pt x="1546838" y="338087"/>
                  </a:lnTo>
                  <a:lnTo>
                    <a:pt x="1575209" y="344288"/>
                  </a:lnTo>
                  <a:lnTo>
                    <a:pt x="1602781" y="350314"/>
                  </a:lnTo>
                  <a:lnTo>
                    <a:pt x="1629597" y="356175"/>
                  </a:lnTo>
                  <a:lnTo>
                    <a:pt x="1655698" y="361880"/>
                  </a:lnTo>
                  <a:lnTo>
                    <a:pt x="1681121" y="367437"/>
                  </a:lnTo>
                  <a:lnTo>
                    <a:pt x="1705900" y="372853"/>
                  </a:lnTo>
                  <a:lnTo>
                    <a:pt x="1730068" y="378135"/>
                  </a:lnTo>
                  <a:lnTo>
                    <a:pt x="1753653" y="383290"/>
                  </a:lnTo>
                  <a:lnTo>
                    <a:pt x="1776683" y="388323"/>
                  </a:lnTo>
                  <a:lnTo>
                    <a:pt x="1799183" y="393241"/>
                  </a:lnTo>
                  <a:lnTo>
                    <a:pt x="1821178" y="398049"/>
                  </a:lnTo>
                  <a:lnTo>
                    <a:pt x="1842690" y="402750"/>
                  </a:lnTo>
                  <a:lnTo>
                    <a:pt x="1863739" y="407351"/>
                  </a:lnTo>
                  <a:lnTo>
                    <a:pt x="1884344" y="411855"/>
                  </a:lnTo>
                  <a:lnTo>
                    <a:pt x="1904525" y="416265"/>
                  </a:lnTo>
                  <a:lnTo>
                    <a:pt x="1924298" y="420587"/>
                  </a:lnTo>
                  <a:lnTo>
                    <a:pt x="1943680" y="424823"/>
                  </a:lnTo>
                  <a:lnTo>
                    <a:pt x="1962685" y="428977"/>
                  </a:lnTo>
                  <a:lnTo>
                    <a:pt x="1981328" y="433052"/>
                  </a:lnTo>
                  <a:lnTo>
                    <a:pt x="1999622" y="437050"/>
                  </a:lnTo>
                  <a:lnTo>
                    <a:pt x="2017581" y="440976"/>
                  </a:lnTo>
                  <a:lnTo>
                    <a:pt x="2035217" y="44483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4261699" y="7263742"/>
              <a:ext cx="2035217" cy="884370"/>
            </a:xfrm>
            <a:custGeom>
              <a:avLst/>
              <a:pathLst>
                <a:path w="2035217" h="884370">
                  <a:moveTo>
                    <a:pt x="0" y="0"/>
                  </a:moveTo>
                  <a:lnTo>
                    <a:pt x="130691" y="56789"/>
                  </a:lnTo>
                  <a:lnTo>
                    <a:pt x="245969" y="106882"/>
                  </a:lnTo>
                  <a:lnTo>
                    <a:pt x="349089" y="151691"/>
                  </a:lnTo>
                  <a:lnTo>
                    <a:pt x="442372" y="192225"/>
                  </a:lnTo>
                  <a:lnTo>
                    <a:pt x="527533" y="229231"/>
                  </a:lnTo>
                  <a:lnTo>
                    <a:pt x="605873" y="263272"/>
                  </a:lnTo>
                  <a:lnTo>
                    <a:pt x="678405" y="294790"/>
                  </a:lnTo>
                  <a:lnTo>
                    <a:pt x="745931" y="324132"/>
                  </a:lnTo>
                  <a:lnTo>
                    <a:pt x="809097" y="351580"/>
                  </a:lnTo>
                  <a:lnTo>
                    <a:pt x="868432" y="377363"/>
                  </a:lnTo>
                  <a:lnTo>
                    <a:pt x="924375" y="401672"/>
                  </a:lnTo>
                  <a:lnTo>
                    <a:pt x="977292" y="424666"/>
                  </a:lnTo>
                  <a:lnTo>
                    <a:pt x="1027495" y="446481"/>
                  </a:lnTo>
                  <a:lnTo>
                    <a:pt x="1075247" y="467231"/>
                  </a:lnTo>
                  <a:lnTo>
                    <a:pt x="1120778" y="487016"/>
                  </a:lnTo>
                  <a:lnTo>
                    <a:pt x="1164284" y="505921"/>
                  </a:lnTo>
                  <a:lnTo>
                    <a:pt x="1205939" y="524021"/>
                  </a:lnTo>
                  <a:lnTo>
                    <a:pt x="1245892" y="541382"/>
                  </a:lnTo>
                  <a:lnTo>
                    <a:pt x="1284279" y="558063"/>
                  </a:lnTo>
                  <a:lnTo>
                    <a:pt x="1321217" y="574113"/>
                  </a:lnTo>
                  <a:lnTo>
                    <a:pt x="1356811" y="589580"/>
                  </a:lnTo>
                  <a:lnTo>
                    <a:pt x="1391156" y="604504"/>
                  </a:lnTo>
                  <a:lnTo>
                    <a:pt x="1424337" y="618922"/>
                  </a:lnTo>
                  <a:lnTo>
                    <a:pt x="1456429" y="632867"/>
                  </a:lnTo>
                  <a:lnTo>
                    <a:pt x="1487502" y="646370"/>
                  </a:lnTo>
                  <a:lnTo>
                    <a:pt x="1517620" y="659457"/>
                  </a:lnTo>
                  <a:lnTo>
                    <a:pt x="1546838" y="672153"/>
                  </a:lnTo>
                  <a:lnTo>
                    <a:pt x="1575209" y="684481"/>
                  </a:lnTo>
                  <a:lnTo>
                    <a:pt x="1602781" y="696462"/>
                  </a:lnTo>
                  <a:lnTo>
                    <a:pt x="1629597" y="708115"/>
                  </a:lnTo>
                  <a:lnTo>
                    <a:pt x="1655698" y="719457"/>
                  </a:lnTo>
                  <a:lnTo>
                    <a:pt x="1681121" y="730504"/>
                  </a:lnTo>
                  <a:lnTo>
                    <a:pt x="1705900" y="741271"/>
                  </a:lnTo>
                  <a:lnTo>
                    <a:pt x="1730068" y="751773"/>
                  </a:lnTo>
                  <a:lnTo>
                    <a:pt x="1753653" y="762021"/>
                  </a:lnTo>
                  <a:lnTo>
                    <a:pt x="1776683" y="772029"/>
                  </a:lnTo>
                  <a:lnTo>
                    <a:pt x="1799183" y="781806"/>
                  </a:lnTo>
                  <a:lnTo>
                    <a:pt x="1821178" y="791363"/>
                  </a:lnTo>
                  <a:lnTo>
                    <a:pt x="1842690" y="800711"/>
                  </a:lnTo>
                  <a:lnTo>
                    <a:pt x="1863739" y="809857"/>
                  </a:lnTo>
                  <a:lnTo>
                    <a:pt x="1884344" y="818811"/>
                  </a:lnTo>
                  <a:lnTo>
                    <a:pt x="1904525" y="827580"/>
                  </a:lnTo>
                  <a:lnTo>
                    <a:pt x="1924298" y="836173"/>
                  </a:lnTo>
                  <a:lnTo>
                    <a:pt x="1943680" y="844594"/>
                  </a:lnTo>
                  <a:lnTo>
                    <a:pt x="1962685" y="852853"/>
                  </a:lnTo>
                  <a:lnTo>
                    <a:pt x="1981328" y="860954"/>
                  </a:lnTo>
                  <a:lnTo>
                    <a:pt x="1999622" y="868903"/>
                  </a:lnTo>
                  <a:lnTo>
                    <a:pt x="2017581" y="876707"/>
                  </a:lnTo>
                  <a:lnTo>
                    <a:pt x="2035217" y="88437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4261699" y="8063743"/>
              <a:ext cx="2035217" cy="19278"/>
            </a:xfrm>
            <a:custGeom>
              <a:avLst/>
              <a:pathLst>
                <a:path w="2035217" h="19278">
                  <a:moveTo>
                    <a:pt x="0" y="0"/>
                  </a:moveTo>
                  <a:lnTo>
                    <a:pt x="130691" y="1237"/>
                  </a:lnTo>
                  <a:lnTo>
                    <a:pt x="245969" y="2329"/>
                  </a:lnTo>
                  <a:lnTo>
                    <a:pt x="349089" y="3306"/>
                  </a:lnTo>
                  <a:lnTo>
                    <a:pt x="442372" y="4190"/>
                  </a:lnTo>
                  <a:lnTo>
                    <a:pt x="527533" y="4997"/>
                  </a:lnTo>
                  <a:lnTo>
                    <a:pt x="605873" y="5739"/>
                  </a:lnTo>
                  <a:lnTo>
                    <a:pt x="678405" y="6426"/>
                  </a:lnTo>
                  <a:lnTo>
                    <a:pt x="745931" y="7065"/>
                  </a:lnTo>
                  <a:lnTo>
                    <a:pt x="809097" y="7664"/>
                  </a:lnTo>
                  <a:lnTo>
                    <a:pt x="868432" y="8226"/>
                  </a:lnTo>
                  <a:lnTo>
                    <a:pt x="924375" y="8756"/>
                  </a:lnTo>
                  <a:lnTo>
                    <a:pt x="977292" y="9257"/>
                  </a:lnTo>
                  <a:lnTo>
                    <a:pt x="1027495" y="9732"/>
                  </a:lnTo>
                  <a:lnTo>
                    <a:pt x="1075247" y="10185"/>
                  </a:lnTo>
                  <a:lnTo>
                    <a:pt x="1120778" y="10616"/>
                  </a:lnTo>
                  <a:lnTo>
                    <a:pt x="1164284" y="11028"/>
                  </a:lnTo>
                  <a:lnTo>
                    <a:pt x="1205939" y="11423"/>
                  </a:lnTo>
                  <a:lnTo>
                    <a:pt x="1245892" y="11801"/>
                  </a:lnTo>
                  <a:lnTo>
                    <a:pt x="1284279" y="12165"/>
                  </a:lnTo>
                  <a:lnTo>
                    <a:pt x="1321217" y="12515"/>
                  </a:lnTo>
                  <a:lnTo>
                    <a:pt x="1356811" y="12852"/>
                  </a:lnTo>
                  <a:lnTo>
                    <a:pt x="1391156" y="13177"/>
                  </a:lnTo>
                  <a:lnTo>
                    <a:pt x="1424337" y="13492"/>
                  </a:lnTo>
                  <a:lnTo>
                    <a:pt x="1456429" y="13796"/>
                  </a:lnTo>
                  <a:lnTo>
                    <a:pt x="1487502" y="14090"/>
                  </a:lnTo>
                  <a:lnTo>
                    <a:pt x="1517620" y="14375"/>
                  </a:lnTo>
                  <a:lnTo>
                    <a:pt x="1546838" y="14652"/>
                  </a:lnTo>
                  <a:lnTo>
                    <a:pt x="1575209" y="14921"/>
                  </a:lnTo>
                  <a:lnTo>
                    <a:pt x="1602781" y="15182"/>
                  </a:lnTo>
                  <a:lnTo>
                    <a:pt x="1629597" y="15436"/>
                  </a:lnTo>
                  <a:lnTo>
                    <a:pt x="1655698" y="15683"/>
                  </a:lnTo>
                  <a:lnTo>
                    <a:pt x="1681121" y="15924"/>
                  </a:lnTo>
                  <a:lnTo>
                    <a:pt x="1705900" y="16159"/>
                  </a:lnTo>
                  <a:lnTo>
                    <a:pt x="1730068" y="16388"/>
                  </a:lnTo>
                  <a:lnTo>
                    <a:pt x="1753653" y="16611"/>
                  </a:lnTo>
                  <a:lnTo>
                    <a:pt x="1776683" y="16829"/>
                  </a:lnTo>
                  <a:lnTo>
                    <a:pt x="1799183" y="17042"/>
                  </a:lnTo>
                  <a:lnTo>
                    <a:pt x="1821178" y="17251"/>
                  </a:lnTo>
                  <a:lnTo>
                    <a:pt x="1842690" y="17454"/>
                  </a:lnTo>
                  <a:lnTo>
                    <a:pt x="1863739" y="17654"/>
                  </a:lnTo>
                  <a:lnTo>
                    <a:pt x="1884344" y="17849"/>
                  </a:lnTo>
                  <a:lnTo>
                    <a:pt x="1904525" y="18040"/>
                  </a:lnTo>
                  <a:lnTo>
                    <a:pt x="1924298" y="18227"/>
                  </a:lnTo>
                  <a:lnTo>
                    <a:pt x="1943680" y="18411"/>
                  </a:lnTo>
                  <a:lnTo>
                    <a:pt x="1962685" y="18591"/>
                  </a:lnTo>
                  <a:lnTo>
                    <a:pt x="1981328" y="18768"/>
                  </a:lnTo>
                  <a:lnTo>
                    <a:pt x="1999622" y="18941"/>
                  </a:lnTo>
                  <a:lnTo>
                    <a:pt x="2017581" y="19111"/>
                  </a:lnTo>
                  <a:lnTo>
                    <a:pt x="2035217" y="1927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4261699" y="7680379"/>
              <a:ext cx="2035217" cy="132027"/>
            </a:xfrm>
            <a:custGeom>
              <a:avLst/>
              <a:pathLst>
                <a:path w="2035217" h="132027">
                  <a:moveTo>
                    <a:pt x="0" y="132027"/>
                  </a:moveTo>
                  <a:lnTo>
                    <a:pt x="130691" y="123549"/>
                  </a:lnTo>
                  <a:lnTo>
                    <a:pt x="245969" y="116071"/>
                  </a:lnTo>
                  <a:lnTo>
                    <a:pt x="349089" y="109381"/>
                  </a:lnTo>
                  <a:lnTo>
                    <a:pt x="442372" y="103330"/>
                  </a:lnTo>
                  <a:lnTo>
                    <a:pt x="527533" y="97805"/>
                  </a:lnTo>
                  <a:lnTo>
                    <a:pt x="605873" y="92723"/>
                  </a:lnTo>
                  <a:lnTo>
                    <a:pt x="678405" y="88018"/>
                  </a:lnTo>
                  <a:lnTo>
                    <a:pt x="745931" y="83638"/>
                  </a:lnTo>
                  <a:lnTo>
                    <a:pt x="809097" y="79540"/>
                  </a:lnTo>
                  <a:lnTo>
                    <a:pt x="868432" y="75691"/>
                  </a:lnTo>
                  <a:lnTo>
                    <a:pt x="924375" y="72062"/>
                  </a:lnTo>
                  <a:lnTo>
                    <a:pt x="977292" y="68629"/>
                  </a:lnTo>
                  <a:lnTo>
                    <a:pt x="1027495" y="65372"/>
                  </a:lnTo>
                  <a:lnTo>
                    <a:pt x="1075247" y="62274"/>
                  </a:lnTo>
                  <a:lnTo>
                    <a:pt x="1120778" y="59321"/>
                  </a:lnTo>
                  <a:lnTo>
                    <a:pt x="1164284" y="56498"/>
                  </a:lnTo>
                  <a:lnTo>
                    <a:pt x="1205939" y="53796"/>
                  </a:lnTo>
                  <a:lnTo>
                    <a:pt x="1245892" y="51204"/>
                  </a:lnTo>
                  <a:lnTo>
                    <a:pt x="1284279" y="48714"/>
                  </a:lnTo>
                  <a:lnTo>
                    <a:pt x="1321217" y="46318"/>
                  </a:lnTo>
                  <a:lnTo>
                    <a:pt x="1356811" y="44009"/>
                  </a:lnTo>
                  <a:lnTo>
                    <a:pt x="1391156" y="41781"/>
                  </a:lnTo>
                  <a:lnTo>
                    <a:pt x="1424337" y="39628"/>
                  </a:lnTo>
                  <a:lnTo>
                    <a:pt x="1456429" y="37546"/>
                  </a:lnTo>
                  <a:lnTo>
                    <a:pt x="1487502" y="35531"/>
                  </a:lnTo>
                  <a:lnTo>
                    <a:pt x="1517620" y="33577"/>
                  </a:lnTo>
                  <a:lnTo>
                    <a:pt x="1546838" y="31681"/>
                  </a:lnTo>
                  <a:lnTo>
                    <a:pt x="1575209" y="29841"/>
                  </a:lnTo>
                  <a:lnTo>
                    <a:pt x="1602781" y="28052"/>
                  </a:lnTo>
                  <a:lnTo>
                    <a:pt x="1629597" y="26313"/>
                  </a:lnTo>
                  <a:lnTo>
                    <a:pt x="1655698" y="24619"/>
                  </a:lnTo>
                  <a:lnTo>
                    <a:pt x="1681121" y="22970"/>
                  </a:lnTo>
                  <a:lnTo>
                    <a:pt x="1705900" y="21363"/>
                  </a:lnTo>
                  <a:lnTo>
                    <a:pt x="1730068" y="19795"/>
                  </a:lnTo>
                  <a:lnTo>
                    <a:pt x="1753653" y="18265"/>
                  </a:lnTo>
                  <a:lnTo>
                    <a:pt x="1776683" y="16771"/>
                  </a:lnTo>
                  <a:lnTo>
                    <a:pt x="1799183" y="15311"/>
                  </a:lnTo>
                  <a:lnTo>
                    <a:pt x="1821178" y="13885"/>
                  </a:lnTo>
                  <a:lnTo>
                    <a:pt x="1842690" y="12489"/>
                  </a:lnTo>
                  <a:lnTo>
                    <a:pt x="1863739" y="11124"/>
                  </a:lnTo>
                  <a:lnTo>
                    <a:pt x="1884344" y="9787"/>
                  </a:lnTo>
                  <a:lnTo>
                    <a:pt x="1904525" y="8478"/>
                  </a:lnTo>
                  <a:lnTo>
                    <a:pt x="1924298" y="7195"/>
                  </a:lnTo>
                  <a:lnTo>
                    <a:pt x="1943680" y="5938"/>
                  </a:lnTo>
                  <a:lnTo>
                    <a:pt x="1962685" y="4705"/>
                  </a:lnTo>
                  <a:lnTo>
                    <a:pt x="1981328" y="3495"/>
                  </a:lnTo>
                  <a:lnTo>
                    <a:pt x="1999622" y="2309"/>
                  </a:lnTo>
                  <a:lnTo>
                    <a:pt x="2017581" y="1144"/>
                  </a:lnTo>
                  <a:lnTo>
                    <a:pt x="203521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4261699" y="7167449"/>
              <a:ext cx="2035217" cy="549642"/>
            </a:xfrm>
            <a:custGeom>
              <a:avLst/>
              <a:pathLst>
                <a:path w="2035217" h="549642">
                  <a:moveTo>
                    <a:pt x="0" y="0"/>
                  </a:moveTo>
                  <a:lnTo>
                    <a:pt x="130691" y="35295"/>
                  </a:lnTo>
                  <a:lnTo>
                    <a:pt x="245969" y="66427"/>
                  </a:lnTo>
                  <a:lnTo>
                    <a:pt x="349089" y="94277"/>
                  </a:lnTo>
                  <a:lnTo>
                    <a:pt x="442372" y="119469"/>
                  </a:lnTo>
                  <a:lnTo>
                    <a:pt x="527533" y="142468"/>
                  </a:lnTo>
                  <a:lnTo>
                    <a:pt x="605873" y="163625"/>
                  </a:lnTo>
                  <a:lnTo>
                    <a:pt x="678405" y="183214"/>
                  </a:lnTo>
                  <a:lnTo>
                    <a:pt x="745931" y="201450"/>
                  </a:lnTo>
                  <a:lnTo>
                    <a:pt x="809097" y="218509"/>
                  </a:lnTo>
                  <a:lnTo>
                    <a:pt x="868432" y="234533"/>
                  </a:lnTo>
                  <a:lnTo>
                    <a:pt x="924375" y="249642"/>
                  </a:lnTo>
                  <a:lnTo>
                    <a:pt x="977292" y="263933"/>
                  </a:lnTo>
                  <a:lnTo>
                    <a:pt x="1027495" y="277491"/>
                  </a:lnTo>
                  <a:lnTo>
                    <a:pt x="1075247" y="290387"/>
                  </a:lnTo>
                  <a:lnTo>
                    <a:pt x="1120778" y="302683"/>
                  </a:lnTo>
                  <a:lnTo>
                    <a:pt x="1164284" y="314433"/>
                  </a:lnTo>
                  <a:lnTo>
                    <a:pt x="1205939" y="325682"/>
                  </a:lnTo>
                  <a:lnTo>
                    <a:pt x="1245892" y="336472"/>
                  </a:lnTo>
                  <a:lnTo>
                    <a:pt x="1284279" y="346839"/>
                  </a:lnTo>
                  <a:lnTo>
                    <a:pt x="1321217" y="356815"/>
                  </a:lnTo>
                  <a:lnTo>
                    <a:pt x="1356811" y="366428"/>
                  </a:lnTo>
                  <a:lnTo>
                    <a:pt x="1391156" y="375703"/>
                  </a:lnTo>
                  <a:lnTo>
                    <a:pt x="1424337" y="384664"/>
                  </a:lnTo>
                  <a:lnTo>
                    <a:pt x="1456429" y="393331"/>
                  </a:lnTo>
                  <a:lnTo>
                    <a:pt x="1487502" y="401723"/>
                  </a:lnTo>
                  <a:lnTo>
                    <a:pt x="1517620" y="409857"/>
                  </a:lnTo>
                  <a:lnTo>
                    <a:pt x="1546838" y="417747"/>
                  </a:lnTo>
                  <a:lnTo>
                    <a:pt x="1575209" y="425409"/>
                  </a:lnTo>
                  <a:lnTo>
                    <a:pt x="1602781" y="432856"/>
                  </a:lnTo>
                  <a:lnTo>
                    <a:pt x="1629597" y="440098"/>
                  </a:lnTo>
                  <a:lnTo>
                    <a:pt x="1655698" y="447147"/>
                  </a:lnTo>
                  <a:lnTo>
                    <a:pt x="1681121" y="454013"/>
                  </a:lnTo>
                  <a:lnTo>
                    <a:pt x="1705900" y="460705"/>
                  </a:lnTo>
                  <a:lnTo>
                    <a:pt x="1730068" y="467232"/>
                  </a:lnTo>
                  <a:lnTo>
                    <a:pt x="1753653" y="473601"/>
                  </a:lnTo>
                  <a:lnTo>
                    <a:pt x="1776683" y="479821"/>
                  </a:lnTo>
                  <a:lnTo>
                    <a:pt x="1799183" y="485897"/>
                  </a:lnTo>
                  <a:lnTo>
                    <a:pt x="1821178" y="491837"/>
                  </a:lnTo>
                  <a:lnTo>
                    <a:pt x="1842690" y="497647"/>
                  </a:lnTo>
                  <a:lnTo>
                    <a:pt x="1863739" y="503331"/>
                  </a:lnTo>
                  <a:lnTo>
                    <a:pt x="1884344" y="508896"/>
                  </a:lnTo>
                  <a:lnTo>
                    <a:pt x="1904525" y="514346"/>
                  </a:lnTo>
                  <a:lnTo>
                    <a:pt x="1924298" y="519687"/>
                  </a:lnTo>
                  <a:lnTo>
                    <a:pt x="1943680" y="524921"/>
                  </a:lnTo>
                  <a:lnTo>
                    <a:pt x="1962685" y="530053"/>
                  </a:lnTo>
                  <a:lnTo>
                    <a:pt x="1981328" y="535088"/>
                  </a:lnTo>
                  <a:lnTo>
                    <a:pt x="1999622" y="540029"/>
                  </a:lnTo>
                  <a:lnTo>
                    <a:pt x="2017581" y="544879"/>
                  </a:lnTo>
                  <a:lnTo>
                    <a:pt x="2035217" y="54964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4085024" y="85052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4085024" y="78560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4085024" y="72068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426169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494010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561851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629691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422283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490124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557964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625805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6881115" y="826380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6827639" y="803571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6866665" y="829716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6844847" y="692956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6819235" y="785598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6898488" y="75135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6894249" y="855109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6889138" y="80481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6906665" y="78208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6870941" y="725822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7505319" y="77751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7548470" y="736698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7494270" y="826690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7562052" y="83780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7542498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7536183" y="696831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7504498" y="84753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7545948" y="83246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7566587" y="83970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7524675" y="824168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7583386" y="817665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7505374" y="84273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7543069" y="799798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7555511" y="806038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7542293" y="765122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7524237" y="78359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7574971" y="843673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7493197" y="821572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8243709" y="826974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8225539" y="81810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8176781" y="818629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8194718" y="812516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8200837" y="814921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8197001" y="828016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8242142" y="823383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8263471" y="772674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8262007" y="835519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8210652" y="791408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8252668" y="83220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8214978" y="798990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8185859" y="829884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8230932" y="836668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8200516" y="755792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8259067" y="82201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8248859" y="78015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8224230" y="80762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8238415" y="788470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8251765" y="790643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8919920" y="842672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8858811" y="810640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8911871" y="78107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8882371" y="808865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8918769" y="78700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8895769" y="821482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8874353" y="803827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8895820" y="823847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8916707" y="77501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8859780" y="778551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8859865" y="81120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8905471" y="83003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8862016" y="802170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8922368" y="831930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8912802" y="800075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8905065" y="840044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8888284" y="76011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8936231" y="829771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8872227" y="822112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8859358" y="80458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8876898" y="789883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8853052" y="80628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8854477" y="814753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8884156" y="82637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6889349" y="7822729"/>
              <a:ext cx="2038757" cy="381516"/>
            </a:xfrm>
            <a:custGeom>
              <a:avLst/>
              <a:pathLst>
                <a:path w="2038757" h="381516">
                  <a:moveTo>
                    <a:pt x="0" y="0"/>
                  </a:moveTo>
                  <a:lnTo>
                    <a:pt x="130918" y="24499"/>
                  </a:lnTo>
                  <a:lnTo>
                    <a:pt x="246397" y="46108"/>
                  </a:lnTo>
                  <a:lnTo>
                    <a:pt x="349696" y="65439"/>
                  </a:lnTo>
                  <a:lnTo>
                    <a:pt x="443142" y="82926"/>
                  </a:lnTo>
                  <a:lnTo>
                    <a:pt x="528451" y="98890"/>
                  </a:lnTo>
                  <a:lnTo>
                    <a:pt x="606927" y="113575"/>
                  </a:lnTo>
                  <a:lnTo>
                    <a:pt x="679585" y="127172"/>
                  </a:lnTo>
                  <a:lnTo>
                    <a:pt x="747228" y="139830"/>
                  </a:lnTo>
                  <a:lnTo>
                    <a:pt x="810504" y="151671"/>
                  </a:lnTo>
                  <a:lnTo>
                    <a:pt x="869943" y="162794"/>
                  </a:lnTo>
                  <a:lnTo>
                    <a:pt x="925983" y="173281"/>
                  </a:lnTo>
                  <a:lnTo>
                    <a:pt x="978992" y="183200"/>
                  </a:lnTo>
                  <a:lnTo>
                    <a:pt x="1029282" y="192611"/>
                  </a:lnTo>
                  <a:lnTo>
                    <a:pt x="1077118" y="201563"/>
                  </a:lnTo>
                  <a:lnTo>
                    <a:pt x="1122727" y="210098"/>
                  </a:lnTo>
                  <a:lnTo>
                    <a:pt x="1166309" y="218253"/>
                  </a:lnTo>
                  <a:lnTo>
                    <a:pt x="1208036" y="226062"/>
                  </a:lnTo>
                  <a:lnTo>
                    <a:pt x="1248060" y="233552"/>
                  </a:lnTo>
                  <a:lnTo>
                    <a:pt x="1286513" y="240747"/>
                  </a:lnTo>
                  <a:lnTo>
                    <a:pt x="1323515" y="247672"/>
                  </a:lnTo>
                  <a:lnTo>
                    <a:pt x="1359171" y="254344"/>
                  </a:lnTo>
                  <a:lnTo>
                    <a:pt x="1393576" y="260782"/>
                  </a:lnTo>
                  <a:lnTo>
                    <a:pt x="1426814" y="267002"/>
                  </a:lnTo>
                  <a:lnTo>
                    <a:pt x="1458962" y="273018"/>
                  </a:lnTo>
                  <a:lnTo>
                    <a:pt x="1490090" y="278843"/>
                  </a:lnTo>
                  <a:lnTo>
                    <a:pt x="1520260" y="284489"/>
                  </a:lnTo>
                  <a:lnTo>
                    <a:pt x="1549528" y="289966"/>
                  </a:lnTo>
                  <a:lnTo>
                    <a:pt x="1577949" y="295284"/>
                  </a:lnTo>
                  <a:lnTo>
                    <a:pt x="1605569" y="300453"/>
                  </a:lnTo>
                  <a:lnTo>
                    <a:pt x="1632432" y="305480"/>
                  </a:lnTo>
                  <a:lnTo>
                    <a:pt x="1658578" y="310373"/>
                  </a:lnTo>
                  <a:lnTo>
                    <a:pt x="1684045" y="315138"/>
                  </a:lnTo>
                  <a:lnTo>
                    <a:pt x="1708868" y="319783"/>
                  </a:lnTo>
                  <a:lnTo>
                    <a:pt x="1733077" y="324314"/>
                  </a:lnTo>
                  <a:lnTo>
                    <a:pt x="1756703" y="328735"/>
                  </a:lnTo>
                  <a:lnTo>
                    <a:pt x="1779773" y="333052"/>
                  </a:lnTo>
                  <a:lnTo>
                    <a:pt x="1802313" y="337270"/>
                  </a:lnTo>
                  <a:lnTo>
                    <a:pt x="1824346" y="341393"/>
                  </a:lnTo>
                  <a:lnTo>
                    <a:pt x="1845895" y="345426"/>
                  </a:lnTo>
                  <a:lnTo>
                    <a:pt x="1866981" y="349371"/>
                  </a:lnTo>
                  <a:lnTo>
                    <a:pt x="1887622" y="353234"/>
                  </a:lnTo>
                  <a:lnTo>
                    <a:pt x="1907838" y="357017"/>
                  </a:lnTo>
                  <a:lnTo>
                    <a:pt x="1927646" y="360724"/>
                  </a:lnTo>
                  <a:lnTo>
                    <a:pt x="1947061" y="364357"/>
                  </a:lnTo>
                  <a:lnTo>
                    <a:pt x="1966099" y="367920"/>
                  </a:lnTo>
                  <a:lnTo>
                    <a:pt x="1984774" y="371414"/>
                  </a:lnTo>
                  <a:lnTo>
                    <a:pt x="2003101" y="374844"/>
                  </a:lnTo>
                  <a:lnTo>
                    <a:pt x="2021091" y="378210"/>
                  </a:lnTo>
                  <a:lnTo>
                    <a:pt x="2038757" y="38151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6889349" y="7075876"/>
              <a:ext cx="2038757" cy="1255943"/>
            </a:xfrm>
            <a:custGeom>
              <a:avLst/>
              <a:pathLst>
                <a:path w="2038757" h="1255943">
                  <a:moveTo>
                    <a:pt x="0" y="0"/>
                  </a:moveTo>
                  <a:lnTo>
                    <a:pt x="130918" y="80650"/>
                  </a:lnTo>
                  <a:lnTo>
                    <a:pt x="246397" y="151789"/>
                  </a:lnTo>
                  <a:lnTo>
                    <a:pt x="349696" y="215425"/>
                  </a:lnTo>
                  <a:lnTo>
                    <a:pt x="443142" y="272990"/>
                  </a:lnTo>
                  <a:lnTo>
                    <a:pt x="528451" y="325543"/>
                  </a:lnTo>
                  <a:lnTo>
                    <a:pt x="606927" y="373888"/>
                  </a:lnTo>
                  <a:lnTo>
                    <a:pt x="679585" y="418647"/>
                  </a:lnTo>
                  <a:lnTo>
                    <a:pt x="747228" y="460318"/>
                  </a:lnTo>
                  <a:lnTo>
                    <a:pt x="810504" y="499298"/>
                  </a:lnTo>
                  <a:lnTo>
                    <a:pt x="869943" y="535914"/>
                  </a:lnTo>
                  <a:lnTo>
                    <a:pt x="925983" y="570437"/>
                  </a:lnTo>
                  <a:lnTo>
                    <a:pt x="978992" y="603092"/>
                  </a:lnTo>
                  <a:lnTo>
                    <a:pt x="1029282" y="634072"/>
                  </a:lnTo>
                  <a:lnTo>
                    <a:pt x="1077118" y="663541"/>
                  </a:lnTo>
                  <a:lnTo>
                    <a:pt x="1122727" y="691638"/>
                  </a:lnTo>
                  <a:lnTo>
                    <a:pt x="1166309" y="718486"/>
                  </a:lnTo>
                  <a:lnTo>
                    <a:pt x="1208036" y="744191"/>
                  </a:lnTo>
                  <a:lnTo>
                    <a:pt x="1248060" y="768847"/>
                  </a:lnTo>
                  <a:lnTo>
                    <a:pt x="1286513" y="792536"/>
                  </a:lnTo>
                  <a:lnTo>
                    <a:pt x="1323515" y="815330"/>
                  </a:lnTo>
                  <a:lnTo>
                    <a:pt x="1359171" y="837295"/>
                  </a:lnTo>
                  <a:lnTo>
                    <a:pt x="1393576" y="858490"/>
                  </a:lnTo>
                  <a:lnTo>
                    <a:pt x="1426814" y="878966"/>
                  </a:lnTo>
                  <a:lnTo>
                    <a:pt x="1458962" y="898770"/>
                  </a:lnTo>
                  <a:lnTo>
                    <a:pt x="1490090" y="917946"/>
                  </a:lnTo>
                  <a:lnTo>
                    <a:pt x="1520260" y="936531"/>
                  </a:lnTo>
                  <a:lnTo>
                    <a:pt x="1549528" y="954562"/>
                  </a:lnTo>
                  <a:lnTo>
                    <a:pt x="1577949" y="972070"/>
                  </a:lnTo>
                  <a:lnTo>
                    <a:pt x="1605569" y="989085"/>
                  </a:lnTo>
                  <a:lnTo>
                    <a:pt x="1632432" y="1005633"/>
                  </a:lnTo>
                  <a:lnTo>
                    <a:pt x="1658578" y="1021740"/>
                  </a:lnTo>
                  <a:lnTo>
                    <a:pt x="1684045" y="1037429"/>
                  </a:lnTo>
                  <a:lnTo>
                    <a:pt x="1708868" y="1052720"/>
                  </a:lnTo>
                  <a:lnTo>
                    <a:pt x="1733077" y="1067634"/>
                  </a:lnTo>
                  <a:lnTo>
                    <a:pt x="1756703" y="1082189"/>
                  </a:lnTo>
                  <a:lnTo>
                    <a:pt x="1779773" y="1096401"/>
                  </a:lnTo>
                  <a:lnTo>
                    <a:pt x="1802313" y="1110286"/>
                  </a:lnTo>
                  <a:lnTo>
                    <a:pt x="1824346" y="1123859"/>
                  </a:lnTo>
                  <a:lnTo>
                    <a:pt x="1845895" y="1137134"/>
                  </a:lnTo>
                  <a:lnTo>
                    <a:pt x="1866981" y="1150123"/>
                  </a:lnTo>
                  <a:lnTo>
                    <a:pt x="1887622" y="1162839"/>
                  </a:lnTo>
                  <a:lnTo>
                    <a:pt x="1907838" y="1175293"/>
                  </a:lnTo>
                  <a:lnTo>
                    <a:pt x="1927646" y="1187495"/>
                  </a:lnTo>
                  <a:lnTo>
                    <a:pt x="1947061" y="1199455"/>
                  </a:lnTo>
                  <a:lnTo>
                    <a:pt x="1966099" y="1211184"/>
                  </a:lnTo>
                  <a:lnTo>
                    <a:pt x="1984774" y="1222688"/>
                  </a:lnTo>
                  <a:lnTo>
                    <a:pt x="2003101" y="1233978"/>
                  </a:lnTo>
                  <a:lnTo>
                    <a:pt x="2021091" y="1245061"/>
                  </a:lnTo>
                  <a:lnTo>
                    <a:pt x="2038757" y="125594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6889349" y="8237039"/>
              <a:ext cx="2038757" cy="74035"/>
            </a:xfrm>
            <a:custGeom>
              <a:avLst/>
              <a:pathLst>
                <a:path w="2038757" h="74035">
                  <a:moveTo>
                    <a:pt x="0" y="74035"/>
                  </a:moveTo>
                  <a:lnTo>
                    <a:pt x="130918" y="69280"/>
                  </a:lnTo>
                  <a:lnTo>
                    <a:pt x="246397" y="65087"/>
                  </a:lnTo>
                  <a:lnTo>
                    <a:pt x="349696" y="61336"/>
                  </a:lnTo>
                  <a:lnTo>
                    <a:pt x="443142" y="57942"/>
                  </a:lnTo>
                  <a:lnTo>
                    <a:pt x="528451" y="54845"/>
                  </a:lnTo>
                  <a:lnTo>
                    <a:pt x="606927" y="51995"/>
                  </a:lnTo>
                  <a:lnTo>
                    <a:pt x="679585" y="49356"/>
                  </a:lnTo>
                  <a:lnTo>
                    <a:pt x="747228" y="46900"/>
                  </a:lnTo>
                  <a:lnTo>
                    <a:pt x="810504" y="44602"/>
                  </a:lnTo>
                  <a:lnTo>
                    <a:pt x="869943" y="42444"/>
                  </a:lnTo>
                  <a:lnTo>
                    <a:pt x="925983" y="40409"/>
                  </a:lnTo>
                  <a:lnTo>
                    <a:pt x="978992" y="38484"/>
                  </a:lnTo>
                  <a:lnTo>
                    <a:pt x="1029282" y="36657"/>
                  </a:lnTo>
                  <a:lnTo>
                    <a:pt x="1077118" y="34920"/>
                  </a:lnTo>
                  <a:lnTo>
                    <a:pt x="1122727" y="33264"/>
                  </a:lnTo>
                  <a:lnTo>
                    <a:pt x="1166309" y="31681"/>
                  </a:lnTo>
                  <a:lnTo>
                    <a:pt x="1208036" y="30166"/>
                  </a:lnTo>
                  <a:lnTo>
                    <a:pt x="1248060" y="28713"/>
                  </a:lnTo>
                  <a:lnTo>
                    <a:pt x="1286513" y="27316"/>
                  </a:lnTo>
                  <a:lnTo>
                    <a:pt x="1323515" y="25973"/>
                  </a:lnTo>
                  <a:lnTo>
                    <a:pt x="1359171" y="24678"/>
                  </a:lnTo>
                  <a:lnTo>
                    <a:pt x="1393576" y="23428"/>
                  </a:lnTo>
                  <a:lnTo>
                    <a:pt x="1426814" y="22221"/>
                  </a:lnTo>
                  <a:lnTo>
                    <a:pt x="1458962" y="21054"/>
                  </a:lnTo>
                  <a:lnTo>
                    <a:pt x="1490090" y="19924"/>
                  </a:lnTo>
                  <a:lnTo>
                    <a:pt x="1520260" y="18828"/>
                  </a:lnTo>
                  <a:lnTo>
                    <a:pt x="1549528" y="17765"/>
                  </a:lnTo>
                  <a:lnTo>
                    <a:pt x="1577949" y="16733"/>
                  </a:lnTo>
                  <a:lnTo>
                    <a:pt x="1605569" y="15730"/>
                  </a:lnTo>
                  <a:lnTo>
                    <a:pt x="1632432" y="14755"/>
                  </a:lnTo>
                  <a:lnTo>
                    <a:pt x="1658578" y="13805"/>
                  </a:lnTo>
                  <a:lnTo>
                    <a:pt x="1684045" y="12880"/>
                  </a:lnTo>
                  <a:lnTo>
                    <a:pt x="1708868" y="11979"/>
                  </a:lnTo>
                  <a:lnTo>
                    <a:pt x="1733077" y="11100"/>
                  </a:lnTo>
                  <a:lnTo>
                    <a:pt x="1756703" y="10242"/>
                  </a:lnTo>
                  <a:lnTo>
                    <a:pt x="1779773" y="9404"/>
                  </a:lnTo>
                  <a:lnTo>
                    <a:pt x="1802313" y="8586"/>
                  </a:lnTo>
                  <a:lnTo>
                    <a:pt x="1824346" y="7786"/>
                  </a:lnTo>
                  <a:lnTo>
                    <a:pt x="1845895" y="7003"/>
                  </a:lnTo>
                  <a:lnTo>
                    <a:pt x="1866981" y="6237"/>
                  </a:lnTo>
                  <a:lnTo>
                    <a:pt x="1887622" y="5488"/>
                  </a:lnTo>
                  <a:lnTo>
                    <a:pt x="1907838" y="4754"/>
                  </a:lnTo>
                  <a:lnTo>
                    <a:pt x="1927646" y="4034"/>
                  </a:lnTo>
                  <a:lnTo>
                    <a:pt x="1947061" y="3329"/>
                  </a:lnTo>
                  <a:lnTo>
                    <a:pt x="1966099" y="2638"/>
                  </a:lnTo>
                  <a:lnTo>
                    <a:pt x="1984774" y="1960"/>
                  </a:lnTo>
                  <a:lnTo>
                    <a:pt x="2003101" y="1294"/>
                  </a:lnTo>
                  <a:lnTo>
                    <a:pt x="2021091" y="641"/>
                  </a:lnTo>
                  <a:lnTo>
                    <a:pt x="203875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6889349" y="7763049"/>
              <a:ext cx="2038757" cy="322151"/>
            </a:xfrm>
            <a:custGeom>
              <a:avLst/>
              <a:pathLst>
                <a:path w="2038757" h="322151">
                  <a:moveTo>
                    <a:pt x="0" y="322151"/>
                  </a:moveTo>
                  <a:lnTo>
                    <a:pt x="130918" y="301464"/>
                  </a:lnTo>
                  <a:lnTo>
                    <a:pt x="246397" y="283216"/>
                  </a:lnTo>
                  <a:lnTo>
                    <a:pt x="349696" y="266894"/>
                  </a:lnTo>
                  <a:lnTo>
                    <a:pt x="443142" y="252128"/>
                  </a:lnTo>
                  <a:lnTo>
                    <a:pt x="528451" y="238648"/>
                  </a:lnTo>
                  <a:lnTo>
                    <a:pt x="606927" y="226248"/>
                  </a:lnTo>
                  <a:lnTo>
                    <a:pt x="679585" y="214767"/>
                  </a:lnTo>
                  <a:lnTo>
                    <a:pt x="747228" y="204078"/>
                  </a:lnTo>
                  <a:lnTo>
                    <a:pt x="810504" y="194080"/>
                  </a:lnTo>
                  <a:lnTo>
                    <a:pt x="869943" y="184688"/>
                  </a:lnTo>
                  <a:lnTo>
                    <a:pt x="925983" y="175833"/>
                  </a:lnTo>
                  <a:lnTo>
                    <a:pt x="978992" y="167457"/>
                  </a:lnTo>
                  <a:lnTo>
                    <a:pt x="1029282" y="159510"/>
                  </a:lnTo>
                  <a:lnTo>
                    <a:pt x="1077118" y="151951"/>
                  </a:lnTo>
                  <a:lnTo>
                    <a:pt x="1122727" y="144744"/>
                  </a:lnTo>
                  <a:lnTo>
                    <a:pt x="1166309" y="137858"/>
                  </a:lnTo>
                  <a:lnTo>
                    <a:pt x="1208036" y="131265"/>
                  </a:lnTo>
                  <a:lnTo>
                    <a:pt x="1248060" y="124940"/>
                  </a:lnTo>
                  <a:lnTo>
                    <a:pt x="1286513" y="118864"/>
                  </a:lnTo>
                  <a:lnTo>
                    <a:pt x="1323515" y="113017"/>
                  </a:lnTo>
                  <a:lnTo>
                    <a:pt x="1359171" y="107383"/>
                  </a:lnTo>
                  <a:lnTo>
                    <a:pt x="1393576" y="101947"/>
                  </a:lnTo>
                  <a:lnTo>
                    <a:pt x="1426814" y="96695"/>
                  </a:lnTo>
                  <a:lnTo>
                    <a:pt x="1458962" y="91615"/>
                  </a:lnTo>
                  <a:lnTo>
                    <a:pt x="1490090" y="86696"/>
                  </a:lnTo>
                  <a:lnTo>
                    <a:pt x="1520260" y="81929"/>
                  </a:lnTo>
                  <a:lnTo>
                    <a:pt x="1549528" y="77304"/>
                  </a:lnTo>
                  <a:lnTo>
                    <a:pt x="1577949" y="72813"/>
                  </a:lnTo>
                  <a:lnTo>
                    <a:pt x="1605569" y="68449"/>
                  </a:lnTo>
                  <a:lnTo>
                    <a:pt x="1632432" y="64204"/>
                  </a:lnTo>
                  <a:lnTo>
                    <a:pt x="1658578" y="60073"/>
                  </a:lnTo>
                  <a:lnTo>
                    <a:pt x="1684045" y="56049"/>
                  </a:lnTo>
                  <a:lnTo>
                    <a:pt x="1708868" y="52126"/>
                  </a:lnTo>
                  <a:lnTo>
                    <a:pt x="1733077" y="48301"/>
                  </a:lnTo>
                  <a:lnTo>
                    <a:pt x="1756703" y="44568"/>
                  </a:lnTo>
                  <a:lnTo>
                    <a:pt x="1779773" y="40922"/>
                  </a:lnTo>
                  <a:lnTo>
                    <a:pt x="1802313" y="37361"/>
                  </a:lnTo>
                  <a:lnTo>
                    <a:pt x="1824346" y="33879"/>
                  </a:lnTo>
                  <a:lnTo>
                    <a:pt x="1845895" y="30474"/>
                  </a:lnTo>
                  <a:lnTo>
                    <a:pt x="1866981" y="27142"/>
                  </a:lnTo>
                  <a:lnTo>
                    <a:pt x="1887622" y="23881"/>
                  </a:lnTo>
                  <a:lnTo>
                    <a:pt x="1907838" y="20686"/>
                  </a:lnTo>
                  <a:lnTo>
                    <a:pt x="1927646" y="17557"/>
                  </a:lnTo>
                  <a:lnTo>
                    <a:pt x="1947061" y="14489"/>
                  </a:lnTo>
                  <a:lnTo>
                    <a:pt x="1966099" y="11480"/>
                  </a:lnTo>
                  <a:lnTo>
                    <a:pt x="1984774" y="8529"/>
                  </a:lnTo>
                  <a:lnTo>
                    <a:pt x="2003101" y="5634"/>
                  </a:lnTo>
                  <a:lnTo>
                    <a:pt x="2021091" y="2791"/>
                  </a:lnTo>
                  <a:lnTo>
                    <a:pt x="203875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6889349" y="7841986"/>
              <a:ext cx="2038757" cy="194446"/>
            </a:xfrm>
            <a:custGeom>
              <a:avLst/>
              <a:pathLst>
                <a:path w="2038757" h="194446">
                  <a:moveTo>
                    <a:pt x="0" y="194446"/>
                  </a:moveTo>
                  <a:lnTo>
                    <a:pt x="130918" y="181959"/>
                  </a:lnTo>
                  <a:lnTo>
                    <a:pt x="246397" y="170945"/>
                  </a:lnTo>
                  <a:lnTo>
                    <a:pt x="349696" y="161093"/>
                  </a:lnTo>
                  <a:lnTo>
                    <a:pt x="443142" y="152181"/>
                  </a:lnTo>
                  <a:lnTo>
                    <a:pt x="528451" y="144045"/>
                  </a:lnTo>
                  <a:lnTo>
                    <a:pt x="606927" y="136560"/>
                  </a:lnTo>
                  <a:lnTo>
                    <a:pt x="679585" y="129630"/>
                  </a:lnTo>
                  <a:lnTo>
                    <a:pt x="747228" y="123179"/>
                  </a:lnTo>
                  <a:lnTo>
                    <a:pt x="810504" y="117144"/>
                  </a:lnTo>
                  <a:lnTo>
                    <a:pt x="869943" y="111475"/>
                  </a:lnTo>
                  <a:lnTo>
                    <a:pt x="925983" y="106130"/>
                  </a:lnTo>
                  <a:lnTo>
                    <a:pt x="978992" y="101074"/>
                  </a:lnTo>
                  <a:lnTo>
                    <a:pt x="1029282" y="96278"/>
                  </a:lnTo>
                  <a:lnTo>
                    <a:pt x="1077118" y="91716"/>
                  </a:lnTo>
                  <a:lnTo>
                    <a:pt x="1122727" y="87366"/>
                  </a:lnTo>
                  <a:lnTo>
                    <a:pt x="1166309" y="83209"/>
                  </a:lnTo>
                  <a:lnTo>
                    <a:pt x="1208036" y="79229"/>
                  </a:lnTo>
                  <a:lnTo>
                    <a:pt x="1248060" y="75412"/>
                  </a:lnTo>
                  <a:lnTo>
                    <a:pt x="1286513" y="71745"/>
                  </a:lnTo>
                  <a:lnTo>
                    <a:pt x="1323515" y="68216"/>
                  </a:lnTo>
                  <a:lnTo>
                    <a:pt x="1359171" y="64815"/>
                  </a:lnTo>
                  <a:lnTo>
                    <a:pt x="1393576" y="61534"/>
                  </a:lnTo>
                  <a:lnTo>
                    <a:pt x="1426814" y="58363"/>
                  </a:lnTo>
                  <a:lnTo>
                    <a:pt x="1458962" y="55297"/>
                  </a:lnTo>
                  <a:lnTo>
                    <a:pt x="1490090" y="52328"/>
                  </a:lnTo>
                  <a:lnTo>
                    <a:pt x="1520260" y="49451"/>
                  </a:lnTo>
                  <a:lnTo>
                    <a:pt x="1549528" y="46660"/>
                  </a:lnTo>
                  <a:lnTo>
                    <a:pt x="1577949" y="43949"/>
                  </a:lnTo>
                  <a:lnTo>
                    <a:pt x="1605569" y="41315"/>
                  </a:lnTo>
                  <a:lnTo>
                    <a:pt x="1632432" y="38753"/>
                  </a:lnTo>
                  <a:lnTo>
                    <a:pt x="1658578" y="36259"/>
                  </a:lnTo>
                  <a:lnTo>
                    <a:pt x="1684045" y="33830"/>
                  </a:lnTo>
                  <a:lnTo>
                    <a:pt x="1708868" y="31463"/>
                  </a:lnTo>
                  <a:lnTo>
                    <a:pt x="1733077" y="29154"/>
                  </a:lnTo>
                  <a:lnTo>
                    <a:pt x="1756703" y="26900"/>
                  </a:lnTo>
                  <a:lnTo>
                    <a:pt x="1779773" y="24700"/>
                  </a:lnTo>
                  <a:lnTo>
                    <a:pt x="1802313" y="22550"/>
                  </a:lnTo>
                  <a:lnTo>
                    <a:pt x="1824346" y="20449"/>
                  </a:lnTo>
                  <a:lnTo>
                    <a:pt x="1845895" y="18394"/>
                  </a:lnTo>
                  <a:lnTo>
                    <a:pt x="1866981" y="16383"/>
                  </a:lnTo>
                  <a:lnTo>
                    <a:pt x="1887622" y="14414"/>
                  </a:lnTo>
                  <a:lnTo>
                    <a:pt x="1907838" y="12486"/>
                  </a:lnTo>
                  <a:lnTo>
                    <a:pt x="1927646" y="10597"/>
                  </a:lnTo>
                  <a:lnTo>
                    <a:pt x="1947061" y="8745"/>
                  </a:lnTo>
                  <a:lnTo>
                    <a:pt x="1966099" y="6929"/>
                  </a:lnTo>
                  <a:lnTo>
                    <a:pt x="1984774" y="5148"/>
                  </a:lnTo>
                  <a:lnTo>
                    <a:pt x="2003101" y="3400"/>
                  </a:lnTo>
                  <a:lnTo>
                    <a:pt x="2021091" y="1684"/>
                  </a:lnTo>
                  <a:lnTo>
                    <a:pt x="203875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889349" y="7822054"/>
              <a:ext cx="2038757" cy="231696"/>
            </a:xfrm>
            <a:custGeom>
              <a:avLst/>
              <a:pathLst>
                <a:path w="2038757" h="231696">
                  <a:moveTo>
                    <a:pt x="0" y="0"/>
                  </a:moveTo>
                  <a:lnTo>
                    <a:pt x="130918" y="14878"/>
                  </a:lnTo>
                  <a:lnTo>
                    <a:pt x="246397" y="28002"/>
                  </a:lnTo>
                  <a:lnTo>
                    <a:pt x="349696" y="39741"/>
                  </a:lnTo>
                  <a:lnTo>
                    <a:pt x="443142" y="50361"/>
                  </a:lnTo>
                  <a:lnTo>
                    <a:pt x="528451" y="60056"/>
                  </a:lnTo>
                  <a:lnTo>
                    <a:pt x="606927" y="68974"/>
                  </a:lnTo>
                  <a:lnTo>
                    <a:pt x="679585" y="77232"/>
                  </a:lnTo>
                  <a:lnTo>
                    <a:pt x="747228" y="84919"/>
                  </a:lnTo>
                  <a:lnTo>
                    <a:pt x="810504" y="92110"/>
                  </a:lnTo>
                  <a:lnTo>
                    <a:pt x="869943" y="98865"/>
                  </a:lnTo>
                  <a:lnTo>
                    <a:pt x="925983" y="105234"/>
                  </a:lnTo>
                  <a:lnTo>
                    <a:pt x="978992" y="111258"/>
                  </a:lnTo>
                  <a:lnTo>
                    <a:pt x="1029282" y="116973"/>
                  </a:lnTo>
                  <a:lnTo>
                    <a:pt x="1077118" y="122409"/>
                  </a:lnTo>
                  <a:lnTo>
                    <a:pt x="1122727" y="127593"/>
                  </a:lnTo>
                  <a:lnTo>
                    <a:pt x="1166309" y="132546"/>
                  </a:lnTo>
                  <a:lnTo>
                    <a:pt x="1208036" y="137288"/>
                  </a:lnTo>
                  <a:lnTo>
                    <a:pt x="1248060" y="141836"/>
                  </a:lnTo>
                  <a:lnTo>
                    <a:pt x="1286513" y="146206"/>
                  </a:lnTo>
                  <a:lnTo>
                    <a:pt x="1323515" y="150411"/>
                  </a:lnTo>
                  <a:lnTo>
                    <a:pt x="1359171" y="154464"/>
                  </a:lnTo>
                  <a:lnTo>
                    <a:pt x="1393576" y="158373"/>
                  </a:lnTo>
                  <a:lnTo>
                    <a:pt x="1426814" y="162151"/>
                  </a:lnTo>
                  <a:lnTo>
                    <a:pt x="1458962" y="165804"/>
                  </a:lnTo>
                  <a:lnTo>
                    <a:pt x="1490090" y="169342"/>
                  </a:lnTo>
                  <a:lnTo>
                    <a:pt x="1520260" y="172771"/>
                  </a:lnTo>
                  <a:lnTo>
                    <a:pt x="1549528" y="176097"/>
                  </a:lnTo>
                  <a:lnTo>
                    <a:pt x="1577949" y="179327"/>
                  </a:lnTo>
                  <a:lnTo>
                    <a:pt x="1605569" y="182466"/>
                  </a:lnTo>
                  <a:lnTo>
                    <a:pt x="1632432" y="185518"/>
                  </a:lnTo>
                  <a:lnTo>
                    <a:pt x="1658578" y="188490"/>
                  </a:lnTo>
                  <a:lnTo>
                    <a:pt x="1684045" y="191384"/>
                  </a:lnTo>
                  <a:lnTo>
                    <a:pt x="1708868" y="194205"/>
                  </a:lnTo>
                  <a:lnTo>
                    <a:pt x="1733077" y="196956"/>
                  </a:lnTo>
                  <a:lnTo>
                    <a:pt x="1756703" y="199641"/>
                  </a:lnTo>
                  <a:lnTo>
                    <a:pt x="1779773" y="202263"/>
                  </a:lnTo>
                  <a:lnTo>
                    <a:pt x="1802313" y="204825"/>
                  </a:lnTo>
                  <a:lnTo>
                    <a:pt x="1824346" y="207329"/>
                  </a:lnTo>
                  <a:lnTo>
                    <a:pt x="1845895" y="209778"/>
                  </a:lnTo>
                  <a:lnTo>
                    <a:pt x="1866981" y="212174"/>
                  </a:lnTo>
                  <a:lnTo>
                    <a:pt x="1887622" y="214520"/>
                  </a:lnTo>
                  <a:lnTo>
                    <a:pt x="1907838" y="216817"/>
                  </a:lnTo>
                  <a:lnTo>
                    <a:pt x="1927646" y="219068"/>
                  </a:lnTo>
                  <a:lnTo>
                    <a:pt x="1947061" y="221275"/>
                  </a:lnTo>
                  <a:lnTo>
                    <a:pt x="1966099" y="223438"/>
                  </a:lnTo>
                  <a:lnTo>
                    <a:pt x="1984774" y="225561"/>
                  </a:lnTo>
                  <a:lnTo>
                    <a:pt x="2003101" y="227643"/>
                  </a:lnTo>
                  <a:lnTo>
                    <a:pt x="2021091" y="229688"/>
                  </a:lnTo>
                  <a:lnTo>
                    <a:pt x="2038757" y="23169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6889349" y="7801415"/>
              <a:ext cx="2038757" cy="384421"/>
            </a:xfrm>
            <a:custGeom>
              <a:avLst/>
              <a:pathLst>
                <a:path w="2038757" h="384421">
                  <a:moveTo>
                    <a:pt x="0" y="0"/>
                  </a:moveTo>
                  <a:lnTo>
                    <a:pt x="130918" y="24685"/>
                  </a:lnTo>
                  <a:lnTo>
                    <a:pt x="246397" y="46459"/>
                  </a:lnTo>
                  <a:lnTo>
                    <a:pt x="349696" y="65937"/>
                  </a:lnTo>
                  <a:lnTo>
                    <a:pt x="443142" y="83557"/>
                  </a:lnTo>
                  <a:lnTo>
                    <a:pt x="528451" y="99643"/>
                  </a:lnTo>
                  <a:lnTo>
                    <a:pt x="606927" y="114440"/>
                  </a:lnTo>
                  <a:lnTo>
                    <a:pt x="679585" y="128140"/>
                  </a:lnTo>
                  <a:lnTo>
                    <a:pt x="747228" y="140895"/>
                  </a:lnTo>
                  <a:lnTo>
                    <a:pt x="810504" y="152826"/>
                  </a:lnTo>
                  <a:lnTo>
                    <a:pt x="869943" y="164033"/>
                  </a:lnTo>
                  <a:lnTo>
                    <a:pt x="925983" y="174600"/>
                  </a:lnTo>
                  <a:lnTo>
                    <a:pt x="978992" y="184595"/>
                  </a:lnTo>
                  <a:lnTo>
                    <a:pt x="1029282" y="194078"/>
                  </a:lnTo>
                  <a:lnTo>
                    <a:pt x="1077118" y="203098"/>
                  </a:lnTo>
                  <a:lnTo>
                    <a:pt x="1122727" y="211698"/>
                  </a:lnTo>
                  <a:lnTo>
                    <a:pt x="1166309" y="219915"/>
                  </a:lnTo>
                  <a:lnTo>
                    <a:pt x="1208036" y="227783"/>
                  </a:lnTo>
                  <a:lnTo>
                    <a:pt x="1248060" y="235330"/>
                  </a:lnTo>
                  <a:lnTo>
                    <a:pt x="1286513" y="242580"/>
                  </a:lnTo>
                  <a:lnTo>
                    <a:pt x="1323515" y="249557"/>
                  </a:lnTo>
                  <a:lnTo>
                    <a:pt x="1359171" y="256281"/>
                  </a:lnTo>
                  <a:lnTo>
                    <a:pt x="1393576" y="262768"/>
                  </a:lnTo>
                  <a:lnTo>
                    <a:pt x="1426814" y="269035"/>
                  </a:lnTo>
                  <a:lnTo>
                    <a:pt x="1458962" y="275097"/>
                  </a:lnTo>
                  <a:lnTo>
                    <a:pt x="1490090" y="280966"/>
                  </a:lnTo>
                  <a:lnTo>
                    <a:pt x="1520260" y="286655"/>
                  </a:lnTo>
                  <a:lnTo>
                    <a:pt x="1549528" y="292174"/>
                  </a:lnTo>
                  <a:lnTo>
                    <a:pt x="1577949" y="297533"/>
                  </a:lnTo>
                  <a:lnTo>
                    <a:pt x="1605569" y="302741"/>
                  </a:lnTo>
                  <a:lnTo>
                    <a:pt x="1632432" y="307806"/>
                  </a:lnTo>
                  <a:lnTo>
                    <a:pt x="1658578" y="312736"/>
                  </a:lnTo>
                  <a:lnTo>
                    <a:pt x="1684045" y="317538"/>
                  </a:lnTo>
                  <a:lnTo>
                    <a:pt x="1708868" y="322218"/>
                  </a:lnTo>
                  <a:lnTo>
                    <a:pt x="1733077" y="326783"/>
                  </a:lnTo>
                  <a:lnTo>
                    <a:pt x="1756703" y="331238"/>
                  </a:lnTo>
                  <a:lnTo>
                    <a:pt x="1779773" y="335588"/>
                  </a:lnTo>
                  <a:lnTo>
                    <a:pt x="1802313" y="339838"/>
                  </a:lnTo>
                  <a:lnTo>
                    <a:pt x="1824346" y="343993"/>
                  </a:lnTo>
                  <a:lnTo>
                    <a:pt x="1845895" y="348056"/>
                  </a:lnTo>
                  <a:lnTo>
                    <a:pt x="1866981" y="352032"/>
                  </a:lnTo>
                  <a:lnTo>
                    <a:pt x="1887622" y="355924"/>
                  </a:lnTo>
                  <a:lnTo>
                    <a:pt x="1907838" y="359736"/>
                  </a:lnTo>
                  <a:lnTo>
                    <a:pt x="1927646" y="363470"/>
                  </a:lnTo>
                  <a:lnTo>
                    <a:pt x="1947061" y="367131"/>
                  </a:lnTo>
                  <a:lnTo>
                    <a:pt x="1966099" y="370721"/>
                  </a:lnTo>
                  <a:lnTo>
                    <a:pt x="1984774" y="374242"/>
                  </a:lnTo>
                  <a:lnTo>
                    <a:pt x="2003101" y="377698"/>
                  </a:lnTo>
                  <a:lnTo>
                    <a:pt x="2021091" y="381090"/>
                  </a:lnTo>
                  <a:lnTo>
                    <a:pt x="2038757" y="38442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6889349" y="8156217"/>
              <a:ext cx="2038757" cy="176558"/>
            </a:xfrm>
            <a:custGeom>
              <a:avLst/>
              <a:pathLst>
                <a:path w="2038757" h="176558">
                  <a:moveTo>
                    <a:pt x="0" y="0"/>
                  </a:moveTo>
                  <a:lnTo>
                    <a:pt x="130918" y="11337"/>
                  </a:lnTo>
                  <a:lnTo>
                    <a:pt x="246397" y="21338"/>
                  </a:lnTo>
                  <a:lnTo>
                    <a:pt x="349696" y="30284"/>
                  </a:lnTo>
                  <a:lnTo>
                    <a:pt x="443142" y="38376"/>
                  </a:lnTo>
                  <a:lnTo>
                    <a:pt x="528451" y="45764"/>
                  </a:lnTo>
                  <a:lnTo>
                    <a:pt x="606927" y="52560"/>
                  </a:lnTo>
                  <a:lnTo>
                    <a:pt x="679585" y="58852"/>
                  </a:lnTo>
                  <a:lnTo>
                    <a:pt x="747228" y="64710"/>
                  </a:lnTo>
                  <a:lnTo>
                    <a:pt x="810504" y="70190"/>
                  </a:lnTo>
                  <a:lnTo>
                    <a:pt x="869943" y="75338"/>
                  </a:lnTo>
                  <a:lnTo>
                    <a:pt x="925983" y="80191"/>
                  </a:lnTo>
                  <a:lnTo>
                    <a:pt x="978992" y="84781"/>
                  </a:lnTo>
                  <a:lnTo>
                    <a:pt x="1029282" y="89137"/>
                  </a:lnTo>
                  <a:lnTo>
                    <a:pt x="1077118" y="93279"/>
                  </a:lnTo>
                  <a:lnTo>
                    <a:pt x="1122727" y="97229"/>
                  </a:lnTo>
                  <a:lnTo>
                    <a:pt x="1166309" y="101003"/>
                  </a:lnTo>
                  <a:lnTo>
                    <a:pt x="1208036" y="104617"/>
                  </a:lnTo>
                  <a:lnTo>
                    <a:pt x="1248060" y="108083"/>
                  </a:lnTo>
                  <a:lnTo>
                    <a:pt x="1286513" y="111413"/>
                  </a:lnTo>
                  <a:lnTo>
                    <a:pt x="1323515" y="114618"/>
                  </a:lnTo>
                  <a:lnTo>
                    <a:pt x="1359171" y="117705"/>
                  </a:lnTo>
                  <a:lnTo>
                    <a:pt x="1393576" y="120685"/>
                  </a:lnTo>
                  <a:lnTo>
                    <a:pt x="1426814" y="123563"/>
                  </a:lnTo>
                  <a:lnTo>
                    <a:pt x="1458962" y="126347"/>
                  </a:lnTo>
                  <a:lnTo>
                    <a:pt x="1490090" y="129043"/>
                  </a:lnTo>
                  <a:lnTo>
                    <a:pt x="1520260" y="131656"/>
                  </a:lnTo>
                  <a:lnTo>
                    <a:pt x="1549528" y="134191"/>
                  </a:lnTo>
                  <a:lnTo>
                    <a:pt x="1577949" y="136652"/>
                  </a:lnTo>
                  <a:lnTo>
                    <a:pt x="1605569" y="139044"/>
                  </a:lnTo>
                  <a:lnTo>
                    <a:pt x="1632432" y="141370"/>
                  </a:lnTo>
                  <a:lnTo>
                    <a:pt x="1658578" y="143634"/>
                  </a:lnTo>
                  <a:lnTo>
                    <a:pt x="1684045" y="145840"/>
                  </a:lnTo>
                  <a:lnTo>
                    <a:pt x="1708868" y="147990"/>
                  </a:lnTo>
                  <a:lnTo>
                    <a:pt x="1733077" y="150086"/>
                  </a:lnTo>
                  <a:lnTo>
                    <a:pt x="1756703" y="152132"/>
                  </a:lnTo>
                  <a:lnTo>
                    <a:pt x="1779773" y="154130"/>
                  </a:lnTo>
                  <a:lnTo>
                    <a:pt x="1802313" y="156082"/>
                  </a:lnTo>
                  <a:lnTo>
                    <a:pt x="1824346" y="157990"/>
                  </a:lnTo>
                  <a:lnTo>
                    <a:pt x="1845895" y="159856"/>
                  </a:lnTo>
                  <a:lnTo>
                    <a:pt x="1866981" y="161682"/>
                  </a:lnTo>
                  <a:lnTo>
                    <a:pt x="1887622" y="163470"/>
                  </a:lnTo>
                  <a:lnTo>
                    <a:pt x="1907838" y="165221"/>
                  </a:lnTo>
                  <a:lnTo>
                    <a:pt x="1927646" y="166936"/>
                  </a:lnTo>
                  <a:lnTo>
                    <a:pt x="1947061" y="168617"/>
                  </a:lnTo>
                  <a:lnTo>
                    <a:pt x="1966099" y="170266"/>
                  </a:lnTo>
                  <a:lnTo>
                    <a:pt x="1984774" y="171883"/>
                  </a:lnTo>
                  <a:lnTo>
                    <a:pt x="2003101" y="173471"/>
                  </a:lnTo>
                  <a:lnTo>
                    <a:pt x="2021091" y="175028"/>
                  </a:lnTo>
                  <a:lnTo>
                    <a:pt x="2038757" y="17655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6889349" y="8121484"/>
              <a:ext cx="2038757" cy="77902"/>
            </a:xfrm>
            <a:custGeom>
              <a:avLst/>
              <a:pathLst>
                <a:path w="2038757" h="77902">
                  <a:moveTo>
                    <a:pt x="0" y="0"/>
                  </a:moveTo>
                  <a:lnTo>
                    <a:pt x="130918" y="5002"/>
                  </a:lnTo>
                  <a:lnTo>
                    <a:pt x="246397" y="9415"/>
                  </a:lnTo>
                  <a:lnTo>
                    <a:pt x="349696" y="13362"/>
                  </a:lnTo>
                  <a:lnTo>
                    <a:pt x="443142" y="16932"/>
                  </a:lnTo>
                  <a:lnTo>
                    <a:pt x="528451" y="20192"/>
                  </a:lnTo>
                  <a:lnTo>
                    <a:pt x="606927" y="23191"/>
                  </a:lnTo>
                  <a:lnTo>
                    <a:pt x="679585" y="25967"/>
                  </a:lnTo>
                  <a:lnTo>
                    <a:pt x="747228" y="28552"/>
                  </a:lnTo>
                  <a:lnTo>
                    <a:pt x="810504" y="30970"/>
                  </a:lnTo>
                  <a:lnTo>
                    <a:pt x="869943" y="33241"/>
                  </a:lnTo>
                  <a:lnTo>
                    <a:pt x="925983" y="35382"/>
                  </a:lnTo>
                  <a:lnTo>
                    <a:pt x="978992" y="37408"/>
                  </a:lnTo>
                  <a:lnTo>
                    <a:pt x="1029282" y="39329"/>
                  </a:lnTo>
                  <a:lnTo>
                    <a:pt x="1077118" y="41157"/>
                  </a:lnTo>
                  <a:lnTo>
                    <a:pt x="1122727" y="42900"/>
                  </a:lnTo>
                  <a:lnTo>
                    <a:pt x="1166309" y="44565"/>
                  </a:lnTo>
                  <a:lnTo>
                    <a:pt x="1208036" y="46160"/>
                  </a:lnTo>
                  <a:lnTo>
                    <a:pt x="1248060" y="47689"/>
                  </a:lnTo>
                  <a:lnTo>
                    <a:pt x="1286513" y="49158"/>
                  </a:lnTo>
                  <a:lnTo>
                    <a:pt x="1323515" y="50572"/>
                  </a:lnTo>
                  <a:lnTo>
                    <a:pt x="1359171" y="51935"/>
                  </a:lnTo>
                  <a:lnTo>
                    <a:pt x="1393576" y="53249"/>
                  </a:lnTo>
                  <a:lnTo>
                    <a:pt x="1426814" y="54519"/>
                  </a:lnTo>
                  <a:lnTo>
                    <a:pt x="1458962" y="55748"/>
                  </a:lnTo>
                  <a:lnTo>
                    <a:pt x="1490090" y="56937"/>
                  </a:lnTo>
                  <a:lnTo>
                    <a:pt x="1520260" y="58090"/>
                  </a:lnTo>
                  <a:lnTo>
                    <a:pt x="1549528" y="59208"/>
                  </a:lnTo>
                  <a:lnTo>
                    <a:pt x="1577949" y="60294"/>
                  </a:lnTo>
                  <a:lnTo>
                    <a:pt x="1605569" y="61350"/>
                  </a:lnTo>
                  <a:lnTo>
                    <a:pt x="1632432" y="62376"/>
                  </a:lnTo>
                  <a:lnTo>
                    <a:pt x="1658578" y="63375"/>
                  </a:lnTo>
                  <a:lnTo>
                    <a:pt x="1684045" y="64348"/>
                  </a:lnTo>
                  <a:lnTo>
                    <a:pt x="1708868" y="65297"/>
                  </a:lnTo>
                  <a:lnTo>
                    <a:pt x="1733077" y="66222"/>
                  </a:lnTo>
                  <a:lnTo>
                    <a:pt x="1756703" y="67125"/>
                  </a:lnTo>
                  <a:lnTo>
                    <a:pt x="1779773" y="68006"/>
                  </a:lnTo>
                  <a:lnTo>
                    <a:pt x="1802313" y="68868"/>
                  </a:lnTo>
                  <a:lnTo>
                    <a:pt x="1824346" y="69709"/>
                  </a:lnTo>
                  <a:lnTo>
                    <a:pt x="1845895" y="70533"/>
                  </a:lnTo>
                  <a:lnTo>
                    <a:pt x="1866981" y="71339"/>
                  </a:lnTo>
                  <a:lnTo>
                    <a:pt x="1887622" y="72127"/>
                  </a:lnTo>
                  <a:lnTo>
                    <a:pt x="1907838" y="72900"/>
                  </a:lnTo>
                  <a:lnTo>
                    <a:pt x="1927646" y="73657"/>
                  </a:lnTo>
                  <a:lnTo>
                    <a:pt x="1947061" y="74398"/>
                  </a:lnTo>
                  <a:lnTo>
                    <a:pt x="1966099" y="75126"/>
                  </a:lnTo>
                  <a:lnTo>
                    <a:pt x="1984774" y="75840"/>
                  </a:lnTo>
                  <a:lnTo>
                    <a:pt x="2003101" y="76540"/>
                  </a:lnTo>
                  <a:lnTo>
                    <a:pt x="2021091" y="77227"/>
                  </a:lnTo>
                  <a:lnTo>
                    <a:pt x="2038757" y="7790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6889349" y="8091946"/>
              <a:ext cx="2038757" cy="18002"/>
            </a:xfrm>
            <a:custGeom>
              <a:avLst/>
              <a:pathLst>
                <a:path w="2038757" h="18002">
                  <a:moveTo>
                    <a:pt x="0" y="0"/>
                  </a:moveTo>
                  <a:lnTo>
                    <a:pt x="130918" y="1156"/>
                  </a:lnTo>
                  <a:lnTo>
                    <a:pt x="246397" y="2175"/>
                  </a:lnTo>
                  <a:lnTo>
                    <a:pt x="349696" y="3087"/>
                  </a:lnTo>
                  <a:lnTo>
                    <a:pt x="443142" y="3912"/>
                  </a:lnTo>
                  <a:lnTo>
                    <a:pt x="528451" y="4666"/>
                  </a:lnTo>
                  <a:lnTo>
                    <a:pt x="606927" y="5359"/>
                  </a:lnTo>
                  <a:lnTo>
                    <a:pt x="679585" y="6000"/>
                  </a:lnTo>
                  <a:lnTo>
                    <a:pt x="747228" y="6598"/>
                  </a:lnTo>
                  <a:lnTo>
                    <a:pt x="810504" y="7156"/>
                  </a:lnTo>
                  <a:lnTo>
                    <a:pt x="869943" y="7681"/>
                  </a:lnTo>
                  <a:lnTo>
                    <a:pt x="925983" y="8176"/>
                  </a:lnTo>
                  <a:lnTo>
                    <a:pt x="978992" y="8644"/>
                  </a:lnTo>
                  <a:lnTo>
                    <a:pt x="1029282" y="9088"/>
                  </a:lnTo>
                  <a:lnTo>
                    <a:pt x="1077118" y="9510"/>
                  </a:lnTo>
                  <a:lnTo>
                    <a:pt x="1122727" y="9913"/>
                  </a:lnTo>
                  <a:lnTo>
                    <a:pt x="1166309" y="10298"/>
                  </a:lnTo>
                  <a:lnTo>
                    <a:pt x="1208036" y="10666"/>
                  </a:lnTo>
                  <a:lnTo>
                    <a:pt x="1248060" y="11020"/>
                  </a:lnTo>
                  <a:lnTo>
                    <a:pt x="1286513" y="11359"/>
                  </a:lnTo>
                  <a:lnTo>
                    <a:pt x="1323515" y="11686"/>
                  </a:lnTo>
                  <a:lnTo>
                    <a:pt x="1359171" y="12001"/>
                  </a:lnTo>
                  <a:lnTo>
                    <a:pt x="1393576" y="12305"/>
                  </a:lnTo>
                  <a:lnTo>
                    <a:pt x="1426814" y="12598"/>
                  </a:lnTo>
                  <a:lnTo>
                    <a:pt x="1458962" y="12882"/>
                  </a:lnTo>
                  <a:lnTo>
                    <a:pt x="1490090" y="13157"/>
                  </a:lnTo>
                  <a:lnTo>
                    <a:pt x="1520260" y="13423"/>
                  </a:lnTo>
                  <a:lnTo>
                    <a:pt x="1549528" y="13682"/>
                  </a:lnTo>
                  <a:lnTo>
                    <a:pt x="1577949" y="13933"/>
                  </a:lnTo>
                  <a:lnTo>
                    <a:pt x="1605569" y="14177"/>
                  </a:lnTo>
                  <a:lnTo>
                    <a:pt x="1632432" y="14414"/>
                  </a:lnTo>
                  <a:lnTo>
                    <a:pt x="1658578" y="14645"/>
                  </a:lnTo>
                  <a:lnTo>
                    <a:pt x="1684045" y="14870"/>
                  </a:lnTo>
                  <a:lnTo>
                    <a:pt x="1708868" y="15089"/>
                  </a:lnTo>
                  <a:lnTo>
                    <a:pt x="1733077" y="15303"/>
                  </a:lnTo>
                  <a:lnTo>
                    <a:pt x="1756703" y="15511"/>
                  </a:lnTo>
                  <a:lnTo>
                    <a:pt x="1779773" y="15715"/>
                  </a:lnTo>
                  <a:lnTo>
                    <a:pt x="1802313" y="15914"/>
                  </a:lnTo>
                  <a:lnTo>
                    <a:pt x="1824346" y="16109"/>
                  </a:lnTo>
                  <a:lnTo>
                    <a:pt x="1845895" y="16299"/>
                  </a:lnTo>
                  <a:lnTo>
                    <a:pt x="1866981" y="16485"/>
                  </a:lnTo>
                  <a:lnTo>
                    <a:pt x="1887622" y="16667"/>
                  </a:lnTo>
                  <a:lnTo>
                    <a:pt x="1907838" y="16846"/>
                  </a:lnTo>
                  <a:lnTo>
                    <a:pt x="1927646" y="17021"/>
                  </a:lnTo>
                  <a:lnTo>
                    <a:pt x="1947061" y="17192"/>
                  </a:lnTo>
                  <a:lnTo>
                    <a:pt x="1966099" y="17360"/>
                  </a:lnTo>
                  <a:lnTo>
                    <a:pt x="1984774" y="17525"/>
                  </a:lnTo>
                  <a:lnTo>
                    <a:pt x="2003101" y="17687"/>
                  </a:lnTo>
                  <a:lnTo>
                    <a:pt x="2021091" y="17846"/>
                  </a:lnTo>
                  <a:lnTo>
                    <a:pt x="2038757" y="1800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6704728" y="84738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6704728" y="8020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6704728" y="75678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6704728" y="711487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6704728" y="66618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688934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756893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824852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892810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685048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753007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820965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888924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9490461" y="802821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9438939" y="815361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9459475" y="825960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9516787" y="755604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9514023" y="809556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9449534" y="758964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9491122" y="851207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9498133" y="82580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9454729" y="76043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9456884" y="746417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0177445" y="79230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0106814" y="755443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0193135" y="819895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0104311" y="8488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0115128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0140422" y="68133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0154920" y="83848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0187602" y="85451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0160449" y="85243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0137066" y="832147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0185147" y="84039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0160065" y="84709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0118116" y="84151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0194536" y="84047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0177484" y="831960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0155669" y="815589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0116238" y="852000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0117942" y="822080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0811270" y="819821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0861547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0796762" y="839188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0823722" y="845167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0843088" y="80309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0874671" y="82825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0855839" y="795001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0825761" y="819818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0811809" y="830081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0799068" y="811019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0862320" y="846952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0833668" y="76429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0806782" y="838153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0837699" y="84814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0841670" y="751117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0795655" y="807917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0815452" y="79151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0857664" y="836510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0873644" y="820491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0859584" y="795056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1515179" y="83206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1536376" y="82532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1541072" y="809664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1504616" y="83087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1497861" y="80259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1542689" y="82128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1510057" y="809866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1520077" y="816427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1498285" y="824730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1478384" y="776145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1542370" y="84383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1555935" y="82719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1511927" y="827230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1479404" y="84948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1545294" y="818948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1498347" y="849361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1535888" y="800790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1528711" y="825418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1529750" y="827691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1544995" y="811825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1462678" y="821492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1532006" y="817674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1519658" y="823382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1529610" y="84548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9498203" y="7546759"/>
              <a:ext cx="2040478" cy="670030"/>
            </a:xfrm>
            <a:custGeom>
              <a:avLst/>
              <a:pathLst>
                <a:path w="2040478" h="670030">
                  <a:moveTo>
                    <a:pt x="0" y="0"/>
                  </a:moveTo>
                  <a:lnTo>
                    <a:pt x="131029" y="43026"/>
                  </a:lnTo>
                  <a:lnTo>
                    <a:pt x="246605" y="80977"/>
                  </a:lnTo>
                  <a:lnTo>
                    <a:pt x="349991" y="114926"/>
                  </a:lnTo>
                  <a:lnTo>
                    <a:pt x="443516" y="145637"/>
                  </a:lnTo>
                  <a:lnTo>
                    <a:pt x="528897" y="173673"/>
                  </a:lnTo>
                  <a:lnTo>
                    <a:pt x="607440" y="199464"/>
                  </a:lnTo>
                  <a:lnTo>
                    <a:pt x="680159" y="223343"/>
                  </a:lnTo>
                  <a:lnTo>
                    <a:pt x="747859" y="245574"/>
                  </a:lnTo>
                  <a:lnTo>
                    <a:pt x="811188" y="266369"/>
                  </a:lnTo>
                  <a:lnTo>
                    <a:pt x="870677" y="285903"/>
                  </a:lnTo>
                  <a:lnTo>
                    <a:pt x="926765" y="304321"/>
                  </a:lnTo>
                  <a:lnTo>
                    <a:pt x="979819" y="321742"/>
                  </a:lnTo>
                  <a:lnTo>
                    <a:pt x="1030151" y="338270"/>
                  </a:lnTo>
                  <a:lnTo>
                    <a:pt x="1078027" y="353991"/>
                  </a:lnTo>
                  <a:lnTo>
                    <a:pt x="1123675" y="368980"/>
                  </a:lnTo>
                  <a:lnTo>
                    <a:pt x="1167294" y="383303"/>
                  </a:lnTo>
                  <a:lnTo>
                    <a:pt x="1209056" y="397017"/>
                  </a:lnTo>
                  <a:lnTo>
                    <a:pt x="1249113" y="410170"/>
                  </a:lnTo>
                  <a:lnTo>
                    <a:pt x="1287599" y="422808"/>
                  </a:lnTo>
                  <a:lnTo>
                    <a:pt x="1324632" y="434968"/>
                  </a:lnTo>
                  <a:lnTo>
                    <a:pt x="1360319" y="446687"/>
                  </a:lnTo>
                  <a:lnTo>
                    <a:pt x="1394752" y="457994"/>
                  </a:lnTo>
                  <a:lnTo>
                    <a:pt x="1428019" y="468917"/>
                  </a:lnTo>
                  <a:lnTo>
                    <a:pt x="1460194" y="479483"/>
                  </a:lnTo>
                  <a:lnTo>
                    <a:pt x="1491348" y="489713"/>
                  </a:lnTo>
                  <a:lnTo>
                    <a:pt x="1521543" y="499628"/>
                  </a:lnTo>
                  <a:lnTo>
                    <a:pt x="1550837" y="509247"/>
                  </a:lnTo>
                  <a:lnTo>
                    <a:pt x="1579281" y="518587"/>
                  </a:lnTo>
                  <a:lnTo>
                    <a:pt x="1606924" y="527664"/>
                  </a:lnTo>
                  <a:lnTo>
                    <a:pt x="1633810" y="536493"/>
                  </a:lnTo>
                  <a:lnTo>
                    <a:pt x="1659978" y="545086"/>
                  </a:lnTo>
                  <a:lnTo>
                    <a:pt x="1685467" y="553455"/>
                  </a:lnTo>
                  <a:lnTo>
                    <a:pt x="1710310" y="561613"/>
                  </a:lnTo>
                  <a:lnTo>
                    <a:pt x="1734540" y="569570"/>
                  </a:lnTo>
                  <a:lnTo>
                    <a:pt x="1758186" y="577334"/>
                  </a:lnTo>
                  <a:lnTo>
                    <a:pt x="1781276" y="584916"/>
                  </a:lnTo>
                  <a:lnTo>
                    <a:pt x="1803835" y="592324"/>
                  </a:lnTo>
                  <a:lnTo>
                    <a:pt x="1825887" y="599565"/>
                  </a:lnTo>
                  <a:lnTo>
                    <a:pt x="1847454" y="606647"/>
                  </a:lnTo>
                  <a:lnTo>
                    <a:pt x="1868557" y="613576"/>
                  </a:lnTo>
                  <a:lnTo>
                    <a:pt x="1889216" y="620360"/>
                  </a:lnTo>
                  <a:lnTo>
                    <a:pt x="1909449" y="627004"/>
                  </a:lnTo>
                  <a:lnTo>
                    <a:pt x="1929273" y="633514"/>
                  </a:lnTo>
                  <a:lnTo>
                    <a:pt x="1948705" y="639894"/>
                  </a:lnTo>
                  <a:lnTo>
                    <a:pt x="1967759" y="646151"/>
                  </a:lnTo>
                  <a:lnTo>
                    <a:pt x="1986450" y="652289"/>
                  </a:lnTo>
                  <a:lnTo>
                    <a:pt x="2004792" y="658312"/>
                  </a:lnTo>
                  <a:lnTo>
                    <a:pt x="2022797" y="664224"/>
                  </a:lnTo>
                  <a:lnTo>
                    <a:pt x="2040478" y="67003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9498203" y="7392027"/>
              <a:ext cx="2040478" cy="872550"/>
            </a:xfrm>
            <a:custGeom>
              <a:avLst/>
              <a:pathLst>
                <a:path w="2040478" h="872550">
                  <a:moveTo>
                    <a:pt x="0" y="0"/>
                  </a:moveTo>
                  <a:lnTo>
                    <a:pt x="131029" y="56030"/>
                  </a:lnTo>
                  <a:lnTo>
                    <a:pt x="246605" y="105453"/>
                  </a:lnTo>
                  <a:lnTo>
                    <a:pt x="349991" y="149663"/>
                  </a:lnTo>
                  <a:lnTo>
                    <a:pt x="443516" y="189656"/>
                  </a:lnTo>
                  <a:lnTo>
                    <a:pt x="528897" y="226167"/>
                  </a:lnTo>
                  <a:lnTo>
                    <a:pt x="607440" y="259753"/>
                  </a:lnTo>
                  <a:lnTo>
                    <a:pt x="680159" y="290850"/>
                  </a:lnTo>
                  <a:lnTo>
                    <a:pt x="747859" y="319800"/>
                  </a:lnTo>
                  <a:lnTo>
                    <a:pt x="811188" y="346880"/>
                  </a:lnTo>
                  <a:lnTo>
                    <a:pt x="870677" y="372319"/>
                  </a:lnTo>
                  <a:lnTo>
                    <a:pt x="926765" y="396303"/>
                  </a:lnTo>
                  <a:lnTo>
                    <a:pt x="979819" y="418990"/>
                  </a:lnTo>
                  <a:lnTo>
                    <a:pt x="1030151" y="440513"/>
                  </a:lnTo>
                  <a:lnTo>
                    <a:pt x="1078027" y="460986"/>
                  </a:lnTo>
                  <a:lnTo>
                    <a:pt x="1123675" y="480506"/>
                  </a:lnTo>
                  <a:lnTo>
                    <a:pt x="1167294" y="499158"/>
                  </a:lnTo>
                  <a:lnTo>
                    <a:pt x="1209056" y="517017"/>
                  </a:lnTo>
                  <a:lnTo>
                    <a:pt x="1249113" y="534146"/>
                  </a:lnTo>
                  <a:lnTo>
                    <a:pt x="1287599" y="550603"/>
                  </a:lnTo>
                  <a:lnTo>
                    <a:pt x="1324632" y="566440"/>
                  </a:lnTo>
                  <a:lnTo>
                    <a:pt x="1360319" y="581700"/>
                  </a:lnTo>
                  <a:lnTo>
                    <a:pt x="1394752" y="596424"/>
                  </a:lnTo>
                  <a:lnTo>
                    <a:pt x="1428019" y="610650"/>
                  </a:lnTo>
                  <a:lnTo>
                    <a:pt x="1460194" y="624408"/>
                  </a:lnTo>
                  <a:lnTo>
                    <a:pt x="1491348" y="637731"/>
                  </a:lnTo>
                  <a:lnTo>
                    <a:pt x="1521543" y="650643"/>
                  </a:lnTo>
                  <a:lnTo>
                    <a:pt x="1550837" y="663169"/>
                  </a:lnTo>
                  <a:lnTo>
                    <a:pt x="1579281" y="675332"/>
                  </a:lnTo>
                  <a:lnTo>
                    <a:pt x="1606924" y="687153"/>
                  </a:lnTo>
                  <a:lnTo>
                    <a:pt x="1633810" y="698650"/>
                  </a:lnTo>
                  <a:lnTo>
                    <a:pt x="1659978" y="709840"/>
                  </a:lnTo>
                  <a:lnTo>
                    <a:pt x="1685467" y="720740"/>
                  </a:lnTo>
                  <a:lnTo>
                    <a:pt x="1710310" y="731363"/>
                  </a:lnTo>
                  <a:lnTo>
                    <a:pt x="1734540" y="741725"/>
                  </a:lnTo>
                  <a:lnTo>
                    <a:pt x="1758186" y="751836"/>
                  </a:lnTo>
                  <a:lnTo>
                    <a:pt x="1781276" y="761710"/>
                  </a:lnTo>
                  <a:lnTo>
                    <a:pt x="1803835" y="771356"/>
                  </a:lnTo>
                  <a:lnTo>
                    <a:pt x="1825887" y="780786"/>
                  </a:lnTo>
                  <a:lnTo>
                    <a:pt x="1847454" y="790009"/>
                  </a:lnTo>
                  <a:lnTo>
                    <a:pt x="1868557" y="799033"/>
                  </a:lnTo>
                  <a:lnTo>
                    <a:pt x="1889216" y="807867"/>
                  </a:lnTo>
                  <a:lnTo>
                    <a:pt x="1909449" y="816519"/>
                  </a:lnTo>
                  <a:lnTo>
                    <a:pt x="1929273" y="824996"/>
                  </a:lnTo>
                  <a:lnTo>
                    <a:pt x="1948705" y="833305"/>
                  </a:lnTo>
                  <a:lnTo>
                    <a:pt x="1967759" y="841453"/>
                  </a:lnTo>
                  <a:lnTo>
                    <a:pt x="1986450" y="849446"/>
                  </a:lnTo>
                  <a:lnTo>
                    <a:pt x="2004792" y="857290"/>
                  </a:lnTo>
                  <a:lnTo>
                    <a:pt x="2022797" y="864989"/>
                  </a:lnTo>
                  <a:lnTo>
                    <a:pt x="2040478" y="87255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9498203" y="8277493"/>
              <a:ext cx="2040478" cy="53367"/>
            </a:xfrm>
            <a:custGeom>
              <a:avLst/>
              <a:pathLst>
                <a:path w="2040478" h="53367">
                  <a:moveTo>
                    <a:pt x="0" y="53367"/>
                  </a:moveTo>
                  <a:lnTo>
                    <a:pt x="131029" y="49940"/>
                  </a:lnTo>
                  <a:lnTo>
                    <a:pt x="246605" y="46917"/>
                  </a:lnTo>
                  <a:lnTo>
                    <a:pt x="349991" y="44213"/>
                  </a:lnTo>
                  <a:lnTo>
                    <a:pt x="443516" y="41767"/>
                  </a:lnTo>
                  <a:lnTo>
                    <a:pt x="528897" y="39534"/>
                  </a:lnTo>
                  <a:lnTo>
                    <a:pt x="607440" y="37480"/>
                  </a:lnTo>
                  <a:lnTo>
                    <a:pt x="680159" y="35578"/>
                  </a:lnTo>
                  <a:lnTo>
                    <a:pt x="747859" y="33807"/>
                  </a:lnTo>
                  <a:lnTo>
                    <a:pt x="811188" y="32151"/>
                  </a:lnTo>
                  <a:lnTo>
                    <a:pt x="870677" y="30595"/>
                  </a:lnTo>
                  <a:lnTo>
                    <a:pt x="926765" y="29128"/>
                  </a:lnTo>
                  <a:lnTo>
                    <a:pt x="979819" y="27740"/>
                  </a:lnTo>
                  <a:lnTo>
                    <a:pt x="1030151" y="26424"/>
                  </a:lnTo>
                  <a:lnTo>
                    <a:pt x="1078027" y="25172"/>
                  </a:lnTo>
                  <a:lnTo>
                    <a:pt x="1123675" y="23978"/>
                  </a:lnTo>
                  <a:lnTo>
                    <a:pt x="1167294" y="22837"/>
                  </a:lnTo>
                  <a:lnTo>
                    <a:pt x="1209056" y="21745"/>
                  </a:lnTo>
                  <a:lnTo>
                    <a:pt x="1249113" y="20697"/>
                  </a:lnTo>
                  <a:lnTo>
                    <a:pt x="1287599" y="19691"/>
                  </a:lnTo>
                  <a:lnTo>
                    <a:pt x="1324632" y="18722"/>
                  </a:lnTo>
                  <a:lnTo>
                    <a:pt x="1360319" y="17789"/>
                  </a:lnTo>
                  <a:lnTo>
                    <a:pt x="1394752" y="16888"/>
                  </a:lnTo>
                  <a:lnTo>
                    <a:pt x="1428019" y="16018"/>
                  </a:lnTo>
                  <a:lnTo>
                    <a:pt x="1460194" y="15176"/>
                  </a:lnTo>
                  <a:lnTo>
                    <a:pt x="1491348" y="14362"/>
                  </a:lnTo>
                  <a:lnTo>
                    <a:pt x="1521543" y="13572"/>
                  </a:lnTo>
                  <a:lnTo>
                    <a:pt x="1550837" y="12806"/>
                  </a:lnTo>
                  <a:lnTo>
                    <a:pt x="1579281" y="12062"/>
                  </a:lnTo>
                  <a:lnTo>
                    <a:pt x="1606924" y="11339"/>
                  </a:lnTo>
                  <a:lnTo>
                    <a:pt x="1633810" y="10636"/>
                  </a:lnTo>
                  <a:lnTo>
                    <a:pt x="1659978" y="9951"/>
                  </a:lnTo>
                  <a:lnTo>
                    <a:pt x="1685467" y="9285"/>
                  </a:lnTo>
                  <a:lnTo>
                    <a:pt x="1710310" y="8635"/>
                  </a:lnTo>
                  <a:lnTo>
                    <a:pt x="1734540" y="8001"/>
                  </a:lnTo>
                  <a:lnTo>
                    <a:pt x="1758186" y="7383"/>
                  </a:lnTo>
                  <a:lnTo>
                    <a:pt x="1781276" y="6779"/>
                  </a:lnTo>
                  <a:lnTo>
                    <a:pt x="1803835" y="6189"/>
                  </a:lnTo>
                  <a:lnTo>
                    <a:pt x="1825887" y="5612"/>
                  </a:lnTo>
                  <a:lnTo>
                    <a:pt x="1847454" y="5048"/>
                  </a:lnTo>
                  <a:lnTo>
                    <a:pt x="1868557" y="4496"/>
                  </a:lnTo>
                  <a:lnTo>
                    <a:pt x="1889216" y="3956"/>
                  </a:lnTo>
                  <a:lnTo>
                    <a:pt x="1909449" y="3426"/>
                  </a:lnTo>
                  <a:lnTo>
                    <a:pt x="1929273" y="2908"/>
                  </a:lnTo>
                  <a:lnTo>
                    <a:pt x="1948705" y="2400"/>
                  </a:lnTo>
                  <a:lnTo>
                    <a:pt x="1967759" y="1901"/>
                  </a:lnTo>
                  <a:lnTo>
                    <a:pt x="1986450" y="1413"/>
                  </a:lnTo>
                  <a:lnTo>
                    <a:pt x="2004792" y="933"/>
                  </a:lnTo>
                  <a:lnTo>
                    <a:pt x="2022797" y="462"/>
                  </a:lnTo>
                  <a:lnTo>
                    <a:pt x="204047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9498203" y="8018021"/>
              <a:ext cx="2040478" cy="159969"/>
            </a:xfrm>
            <a:custGeom>
              <a:avLst/>
              <a:pathLst>
                <a:path w="2040478" h="159969">
                  <a:moveTo>
                    <a:pt x="0" y="159969"/>
                  </a:moveTo>
                  <a:lnTo>
                    <a:pt x="131029" y="149696"/>
                  </a:lnTo>
                  <a:lnTo>
                    <a:pt x="246605" y="140635"/>
                  </a:lnTo>
                  <a:lnTo>
                    <a:pt x="349991" y="132530"/>
                  </a:lnTo>
                  <a:lnTo>
                    <a:pt x="443516" y="125198"/>
                  </a:lnTo>
                  <a:lnTo>
                    <a:pt x="528897" y="118504"/>
                  </a:lnTo>
                  <a:lnTo>
                    <a:pt x="607440" y="112347"/>
                  </a:lnTo>
                  <a:lnTo>
                    <a:pt x="680159" y="106646"/>
                  </a:lnTo>
                  <a:lnTo>
                    <a:pt x="747859" y="101338"/>
                  </a:lnTo>
                  <a:lnTo>
                    <a:pt x="811188" y="96373"/>
                  </a:lnTo>
                  <a:lnTo>
                    <a:pt x="870677" y="91709"/>
                  </a:lnTo>
                  <a:lnTo>
                    <a:pt x="926765" y="87312"/>
                  </a:lnTo>
                  <a:lnTo>
                    <a:pt x="979819" y="83153"/>
                  </a:lnTo>
                  <a:lnTo>
                    <a:pt x="1030151" y="79207"/>
                  </a:lnTo>
                  <a:lnTo>
                    <a:pt x="1078027" y="75454"/>
                  </a:lnTo>
                  <a:lnTo>
                    <a:pt x="1123675" y="71875"/>
                  </a:lnTo>
                  <a:lnTo>
                    <a:pt x="1167294" y="68455"/>
                  </a:lnTo>
                  <a:lnTo>
                    <a:pt x="1209056" y="65181"/>
                  </a:lnTo>
                  <a:lnTo>
                    <a:pt x="1249113" y="62041"/>
                  </a:lnTo>
                  <a:lnTo>
                    <a:pt x="1287599" y="59024"/>
                  </a:lnTo>
                  <a:lnTo>
                    <a:pt x="1324632" y="56120"/>
                  </a:lnTo>
                  <a:lnTo>
                    <a:pt x="1360319" y="53323"/>
                  </a:lnTo>
                  <a:lnTo>
                    <a:pt x="1394752" y="50623"/>
                  </a:lnTo>
                  <a:lnTo>
                    <a:pt x="1428019" y="48015"/>
                  </a:lnTo>
                  <a:lnTo>
                    <a:pt x="1460194" y="45492"/>
                  </a:lnTo>
                  <a:lnTo>
                    <a:pt x="1491348" y="43050"/>
                  </a:lnTo>
                  <a:lnTo>
                    <a:pt x="1521543" y="40683"/>
                  </a:lnTo>
                  <a:lnTo>
                    <a:pt x="1550837" y="38386"/>
                  </a:lnTo>
                  <a:lnTo>
                    <a:pt x="1579281" y="36156"/>
                  </a:lnTo>
                  <a:lnTo>
                    <a:pt x="1606924" y="33989"/>
                  </a:lnTo>
                  <a:lnTo>
                    <a:pt x="1633810" y="31881"/>
                  </a:lnTo>
                  <a:lnTo>
                    <a:pt x="1659978" y="29830"/>
                  </a:lnTo>
                  <a:lnTo>
                    <a:pt x="1685467" y="27832"/>
                  </a:lnTo>
                  <a:lnTo>
                    <a:pt x="1710310" y="25884"/>
                  </a:lnTo>
                  <a:lnTo>
                    <a:pt x="1734540" y="23984"/>
                  </a:lnTo>
                  <a:lnTo>
                    <a:pt x="1758186" y="22131"/>
                  </a:lnTo>
                  <a:lnTo>
                    <a:pt x="1781276" y="20320"/>
                  </a:lnTo>
                  <a:lnTo>
                    <a:pt x="1803835" y="18552"/>
                  </a:lnTo>
                  <a:lnTo>
                    <a:pt x="1825887" y="16823"/>
                  </a:lnTo>
                  <a:lnTo>
                    <a:pt x="1847454" y="15132"/>
                  </a:lnTo>
                  <a:lnTo>
                    <a:pt x="1868557" y="13478"/>
                  </a:lnTo>
                  <a:lnTo>
                    <a:pt x="1889216" y="11858"/>
                  </a:lnTo>
                  <a:lnTo>
                    <a:pt x="1909449" y="10272"/>
                  </a:lnTo>
                  <a:lnTo>
                    <a:pt x="1929273" y="8718"/>
                  </a:lnTo>
                  <a:lnTo>
                    <a:pt x="1948705" y="7194"/>
                  </a:lnTo>
                  <a:lnTo>
                    <a:pt x="1967759" y="5701"/>
                  </a:lnTo>
                  <a:lnTo>
                    <a:pt x="1986450" y="4235"/>
                  </a:lnTo>
                  <a:lnTo>
                    <a:pt x="2004792" y="2797"/>
                  </a:lnTo>
                  <a:lnTo>
                    <a:pt x="2022797" y="1386"/>
                  </a:lnTo>
                  <a:lnTo>
                    <a:pt x="204047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9498203" y="8125833"/>
              <a:ext cx="2040478" cy="243384"/>
            </a:xfrm>
            <a:custGeom>
              <a:avLst/>
              <a:pathLst>
                <a:path w="2040478" h="243384">
                  <a:moveTo>
                    <a:pt x="0" y="243384"/>
                  </a:moveTo>
                  <a:lnTo>
                    <a:pt x="131029" y="227755"/>
                  </a:lnTo>
                  <a:lnTo>
                    <a:pt x="246605" y="213970"/>
                  </a:lnTo>
                  <a:lnTo>
                    <a:pt x="349991" y="201638"/>
                  </a:lnTo>
                  <a:lnTo>
                    <a:pt x="443516" y="190482"/>
                  </a:lnTo>
                  <a:lnTo>
                    <a:pt x="528897" y="180298"/>
                  </a:lnTo>
                  <a:lnTo>
                    <a:pt x="607440" y="170930"/>
                  </a:lnTo>
                  <a:lnTo>
                    <a:pt x="680159" y="162256"/>
                  </a:lnTo>
                  <a:lnTo>
                    <a:pt x="747859" y="154181"/>
                  </a:lnTo>
                  <a:lnTo>
                    <a:pt x="811188" y="146627"/>
                  </a:lnTo>
                  <a:lnTo>
                    <a:pt x="870677" y="139531"/>
                  </a:lnTo>
                  <a:lnTo>
                    <a:pt x="926765" y="132841"/>
                  </a:lnTo>
                  <a:lnTo>
                    <a:pt x="979819" y="126513"/>
                  </a:lnTo>
                  <a:lnTo>
                    <a:pt x="1030151" y="120510"/>
                  </a:lnTo>
                  <a:lnTo>
                    <a:pt x="1078027" y="114799"/>
                  </a:lnTo>
                  <a:lnTo>
                    <a:pt x="1123675" y="109354"/>
                  </a:lnTo>
                  <a:lnTo>
                    <a:pt x="1167294" y="104151"/>
                  </a:lnTo>
                  <a:lnTo>
                    <a:pt x="1209056" y="99170"/>
                  </a:lnTo>
                  <a:lnTo>
                    <a:pt x="1249113" y="94392"/>
                  </a:lnTo>
                  <a:lnTo>
                    <a:pt x="1287599" y="89802"/>
                  </a:lnTo>
                  <a:lnTo>
                    <a:pt x="1324632" y="85384"/>
                  </a:lnTo>
                  <a:lnTo>
                    <a:pt x="1360319" y="81128"/>
                  </a:lnTo>
                  <a:lnTo>
                    <a:pt x="1394752" y="77021"/>
                  </a:lnTo>
                  <a:lnTo>
                    <a:pt x="1428019" y="73053"/>
                  </a:lnTo>
                  <a:lnTo>
                    <a:pt x="1460194" y="69215"/>
                  </a:lnTo>
                  <a:lnTo>
                    <a:pt x="1491348" y="65499"/>
                  </a:lnTo>
                  <a:lnTo>
                    <a:pt x="1521543" y="61897"/>
                  </a:lnTo>
                  <a:lnTo>
                    <a:pt x="1550837" y="58403"/>
                  </a:lnTo>
                  <a:lnTo>
                    <a:pt x="1579281" y="55010"/>
                  </a:lnTo>
                  <a:lnTo>
                    <a:pt x="1606924" y="51713"/>
                  </a:lnTo>
                  <a:lnTo>
                    <a:pt x="1633810" y="48506"/>
                  </a:lnTo>
                  <a:lnTo>
                    <a:pt x="1659978" y="45385"/>
                  </a:lnTo>
                  <a:lnTo>
                    <a:pt x="1685467" y="42345"/>
                  </a:lnTo>
                  <a:lnTo>
                    <a:pt x="1710310" y="39381"/>
                  </a:lnTo>
                  <a:lnTo>
                    <a:pt x="1734540" y="36491"/>
                  </a:lnTo>
                  <a:lnTo>
                    <a:pt x="1758186" y="33671"/>
                  </a:lnTo>
                  <a:lnTo>
                    <a:pt x="1781276" y="30917"/>
                  </a:lnTo>
                  <a:lnTo>
                    <a:pt x="1803835" y="28226"/>
                  </a:lnTo>
                  <a:lnTo>
                    <a:pt x="1825887" y="25596"/>
                  </a:lnTo>
                  <a:lnTo>
                    <a:pt x="1847454" y="23023"/>
                  </a:lnTo>
                  <a:lnTo>
                    <a:pt x="1868557" y="20506"/>
                  </a:lnTo>
                  <a:lnTo>
                    <a:pt x="1889216" y="18042"/>
                  </a:lnTo>
                  <a:lnTo>
                    <a:pt x="1909449" y="15628"/>
                  </a:lnTo>
                  <a:lnTo>
                    <a:pt x="1929273" y="13264"/>
                  </a:lnTo>
                  <a:lnTo>
                    <a:pt x="1948705" y="10946"/>
                  </a:lnTo>
                  <a:lnTo>
                    <a:pt x="1967759" y="8673"/>
                  </a:lnTo>
                  <a:lnTo>
                    <a:pt x="1986450" y="6444"/>
                  </a:lnTo>
                  <a:lnTo>
                    <a:pt x="2004792" y="4256"/>
                  </a:lnTo>
                  <a:lnTo>
                    <a:pt x="2022797" y="2108"/>
                  </a:lnTo>
                  <a:lnTo>
                    <a:pt x="204047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9498203" y="7901825"/>
              <a:ext cx="2040478" cy="201043"/>
            </a:xfrm>
            <a:custGeom>
              <a:avLst/>
              <a:pathLst>
                <a:path w="2040478" h="201043">
                  <a:moveTo>
                    <a:pt x="0" y="0"/>
                  </a:moveTo>
                  <a:lnTo>
                    <a:pt x="131029" y="12910"/>
                  </a:lnTo>
                  <a:lnTo>
                    <a:pt x="246605" y="24297"/>
                  </a:lnTo>
                  <a:lnTo>
                    <a:pt x="349991" y="34483"/>
                  </a:lnTo>
                  <a:lnTo>
                    <a:pt x="443516" y="43698"/>
                  </a:lnTo>
                  <a:lnTo>
                    <a:pt x="528897" y="52111"/>
                  </a:lnTo>
                  <a:lnTo>
                    <a:pt x="607440" y="59849"/>
                  </a:lnTo>
                  <a:lnTo>
                    <a:pt x="680159" y="67014"/>
                  </a:lnTo>
                  <a:lnTo>
                    <a:pt x="747859" y="73684"/>
                  </a:lnTo>
                  <a:lnTo>
                    <a:pt x="811188" y="79924"/>
                  </a:lnTo>
                  <a:lnTo>
                    <a:pt x="870677" y="85785"/>
                  </a:lnTo>
                  <a:lnTo>
                    <a:pt x="926765" y="91312"/>
                  </a:lnTo>
                  <a:lnTo>
                    <a:pt x="979819" y="96539"/>
                  </a:lnTo>
                  <a:lnTo>
                    <a:pt x="1030151" y="101498"/>
                  </a:lnTo>
                  <a:lnTo>
                    <a:pt x="1078027" y="106215"/>
                  </a:lnTo>
                  <a:lnTo>
                    <a:pt x="1123675" y="110713"/>
                  </a:lnTo>
                  <a:lnTo>
                    <a:pt x="1167294" y="115010"/>
                  </a:lnTo>
                  <a:lnTo>
                    <a:pt x="1209056" y="119125"/>
                  </a:lnTo>
                  <a:lnTo>
                    <a:pt x="1249113" y="123072"/>
                  </a:lnTo>
                  <a:lnTo>
                    <a:pt x="1287599" y="126864"/>
                  </a:lnTo>
                  <a:lnTo>
                    <a:pt x="1324632" y="130513"/>
                  </a:lnTo>
                  <a:lnTo>
                    <a:pt x="1360319" y="134029"/>
                  </a:lnTo>
                  <a:lnTo>
                    <a:pt x="1394752" y="137421"/>
                  </a:lnTo>
                  <a:lnTo>
                    <a:pt x="1428019" y="140699"/>
                  </a:lnTo>
                  <a:lnTo>
                    <a:pt x="1460194" y="143869"/>
                  </a:lnTo>
                  <a:lnTo>
                    <a:pt x="1491348" y="146939"/>
                  </a:lnTo>
                  <a:lnTo>
                    <a:pt x="1521543" y="149914"/>
                  </a:lnTo>
                  <a:lnTo>
                    <a:pt x="1550837" y="152800"/>
                  </a:lnTo>
                  <a:lnTo>
                    <a:pt x="1579281" y="155603"/>
                  </a:lnTo>
                  <a:lnTo>
                    <a:pt x="1606924" y="158326"/>
                  </a:lnTo>
                  <a:lnTo>
                    <a:pt x="1633810" y="160975"/>
                  </a:lnTo>
                  <a:lnTo>
                    <a:pt x="1659978" y="163554"/>
                  </a:lnTo>
                  <a:lnTo>
                    <a:pt x="1685467" y="166065"/>
                  </a:lnTo>
                  <a:lnTo>
                    <a:pt x="1710310" y="168513"/>
                  </a:lnTo>
                  <a:lnTo>
                    <a:pt x="1734540" y="170900"/>
                  </a:lnTo>
                  <a:lnTo>
                    <a:pt x="1758186" y="173230"/>
                  </a:lnTo>
                  <a:lnTo>
                    <a:pt x="1781276" y="175505"/>
                  </a:lnTo>
                  <a:lnTo>
                    <a:pt x="1803835" y="177727"/>
                  </a:lnTo>
                  <a:lnTo>
                    <a:pt x="1825887" y="179900"/>
                  </a:lnTo>
                  <a:lnTo>
                    <a:pt x="1847454" y="182025"/>
                  </a:lnTo>
                  <a:lnTo>
                    <a:pt x="1868557" y="184104"/>
                  </a:lnTo>
                  <a:lnTo>
                    <a:pt x="1889216" y="186140"/>
                  </a:lnTo>
                  <a:lnTo>
                    <a:pt x="1909449" y="188133"/>
                  </a:lnTo>
                  <a:lnTo>
                    <a:pt x="1929273" y="190087"/>
                  </a:lnTo>
                  <a:lnTo>
                    <a:pt x="1948705" y="192001"/>
                  </a:lnTo>
                  <a:lnTo>
                    <a:pt x="1967759" y="193879"/>
                  </a:lnTo>
                  <a:lnTo>
                    <a:pt x="1986450" y="195720"/>
                  </a:lnTo>
                  <a:lnTo>
                    <a:pt x="2004792" y="197527"/>
                  </a:lnTo>
                  <a:lnTo>
                    <a:pt x="2022797" y="199301"/>
                  </a:lnTo>
                  <a:lnTo>
                    <a:pt x="2040478" y="20104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9498203" y="7929748"/>
              <a:ext cx="2040478" cy="437862"/>
            </a:xfrm>
            <a:custGeom>
              <a:avLst/>
              <a:pathLst>
                <a:path w="2040478" h="437862">
                  <a:moveTo>
                    <a:pt x="0" y="0"/>
                  </a:moveTo>
                  <a:lnTo>
                    <a:pt x="131029" y="28117"/>
                  </a:lnTo>
                  <a:lnTo>
                    <a:pt x="246605" y="52918"/>
                  </a:lnTo>
                  <a:lnTo>
                    <a:pt x="349991" y="75104"/>
                  </a:lnTo>
                  <a:lnTo>
                    <a:pt x="443516" y="95173"/>
                  </a:lnTo>
                  <a:lnTo>
                    <a:pt x="528897" y="113495"/>
                  </a:lnTo>
                  <a:lnTo>
                    <a:pt x="607440" y="130349"/>
                  </a:lnTo>
                  <a:lnTo>
                    <a:pt x="680159" y="145954"/>
                  </a:lnTo>
                  <a:lnTo>
                    <a:pt x="747859" y="160481"/>
                  </a:lnTo>
                  <a:lnTo>
                    <a:pt x="811188" y="174071"/>
                  </a:lnTo>
                  <a:lnTo>
                    <a:pt x="870677" y="186837"/>
                  </a:lnTo>
                  <a:lnTo>
                    <a:pt x="926765" y="198872"/>
                  </a:lnTo>
                  <a:lnTo>
                    <a:pt x="979819" y="210257"/>
                  </a:lnTo>
                  <a:lnTo>
                    <a:pt x="1030151" y="221058"/>
                  </a:lnTo>
                  <a:lnTo>
                    <a:pt x="1078027" y="231332"/>
                  </a:lnTo>
                  <a:lnTo>
                    <a:pt x="1123675" y="241127"/>
                  </a:lnTo>
                  <a:lnTo>
                    <a:pt x="1167294" y="250487"/>
                  </a:lnTo>
                  <a:lnTo>
                    <a:pt x="1209056" y="259449"/>
                  </a:lnTo>
                  <a:lnTo>
                    <a:pt x="1249113" y="268045"/>
                  </a:lnTo>
                  <a:lnTo>
                    <a:pt x="1287599" y="276303"/>
                  </a:lnTo>
                  <a:lnTo>
                    <a:pt x="1324632" y="284250"/>
                  </a:lnTo>
                  <a:lnTo>
                    <a:pt x="1360319" y="291908"/>
                  </a:lnTo>
                  <a:lnTo>
                    <a:pt x="1394752" y="299297"/>
                  </a:lnTo>
                  <a:lnTo>
                    <a:pt x="1428019" y="306436"/>
                  </a:lnTo>
                  <a:lnTo>
                    <a:pt x="1460194" y="313340"/>
                  </a:lnTo>
                  <a:lnTo>
                    <a:pt x="1491348" y="320025"/>
                  </a:lnTo>
                  <a:lnTo>
                    <a:pt x="1521543" y="326505"/>
                  </a:lnTo>
                  <a:lnTo>
                    <a:pt x="1550837" y="332791"/>
                  </a:lnTo>
                  <a:lnTo>
                    <a:pt x="1579281" y="338895"/>
                  </a:lnTo>
                  <a:lnTo>
                    <a:pt x="1606924" y="344827"/>
                  </a:lnTo>
                  <a:lnTo>
                    <a:pt x="1633810" y="350596"/>
                  </a:lnTo>
                  <a:lnTo>
                    <a:pt x="1659978" y="356211"/>
                  </a:lnTo>
                  <a:lnTo>
                    <a:pt x="1685467" y="361681"/>
                  </a:lnTo>
                  <a:lnTo>
                    <a:pt x="1710310" y="367012"/>
                  </a:lnTo>
                  <a:lnTo>
                    <a:pt x="1734540" y="372212"/>
                  </a:lnTo>
                  <a:lnTo>
                    <a:pt x="1758186" y="377286"/>
                  </a:lnTo>
                  <a:lnTo>
                    <a:pt x="1781276" y="382241"/>
                  </a:lnTo>
                  <a:lnTo>
                    <a:pt x="1803835" y="387081"/>
                  </a:lnTo>
                  <a:lnTo>
                    <a:pt x="1825887" y="391813"/>
                  </a:lnTo>
                  <a:lnTo>
                    <a:pt x="1847454" y="396441"/>
                  </a:lnTo>
                  <a:lnTo>
                    <a:pt x="1868557" y="400970"/>
                  </a:lnTo>
                  <a:lnTo>
                    <a:pt x="1889216" y="405403"/>
                  </a:lnTo>
                  <a:lnTo>
                    <a:pt x="1909449" y="409745"/>
                  </a:lnTo>
                  <a:lnTo>
                    <a:pt x="1929273" y="413999"/>
                  </a:lnTo>
                  <a:lnTo>
                    <a:pt x="1948705" y="418169"/>
                  </a:lnTo>
                  <a:lnTo>
                    <a:pt x="1967759" y="422258"/>
                  </a:lnTo>
                  <a:lnTo>
                    <a:pt x="1986450" y="426268"/>
                  </a:lnTo>
                  <a:lnTo>
                    <a:pt x="2004792" y="430204"/>
                  </a:lnTo>
                  <a:lnTo>
                    <a:pt x="2022797" y="434068"/>
                  </a:lnTo>
                  <a:lnTo>
                    <a:pt x="2040478" y="43786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9498203" y="8145313"/>
              <a:ext cx="2040478" cy="421494"/>
            </a:xfrm>
            <a:custGeom>
              <a:avLst/>
              <a:pathLst>
                <a:path w="2040478" h="421494">
                  <a:moveTo>
                    <a:pt x="0" y="0"/>
                  </a:moveTo>
                  <a:lnTo>
                    <a:pt x="131029" y="27066"/>
                  </a:lnTo>
                  <a:lnTo>
                    <a:pt x="246605" y="50940"/>
                  </a:lnTo>
                  <a:lnTo>
                    <a:pt x="349991" y="72296"/>
                  </a:lnTo>
                  <a:lnTo>
                    <a:pt x="443516" y="91615"/>
                  </a:lnTo>
                  <a:lnTo>
                    <a:pt x="528897" y="109252"/>
                  </a:lnTo>
                  <a:lnTo>
                    <a:pt x="607440" y="125476"/>
                  </a:lnTo>
                  <a:lnTo>
                    <a:pt x="680159" y="140498"/>
                  </a:lnTo>
                  <a:lnTo>
                    <a:pt x="747859" y="154482"/>
                  </a:lnTo>
                  <a:lnTo>
                    <a:pt x="811188" y="167564"/>
                  </a:lnTo>
                  <a:lnTo>
                    <a:pt x="870677" y="179853"/>
                  </a:lnTo>
                  <a:lnTo>
                    <a:pt x="926765" y="191438"/>
                  </a:lnTo>
                  <a:lnTo>
                    <a:pt x="979819" y="202398"/>
                  </a:lnTo>
                  <a:lnTo>
                    <a:pt x="1030151" y="212794"/>
                  </a:lnTo>
                  <a:lnTo>
                    <a:pt x="1078027" y="222684"/>
                  </a:lnTo>
                  <a:lnTo>
                    <a:pt x="1123675" y="232113"/>
                  </a:lnTo>
                  <a:lnTo>
                    <a:pt x="1167294" y="241124"/>
                  </a:lnTo>
                  <a:lnTo>
                    <a:pt x="1209056" y="249750"/>
                  </a:lnTo>
                  <a:lnTo>
                    <a:pt x="1249113" y="258025"/>
                  </a:lnTo>
                  <a:lnTo>
                    <a:pt x="1287599" y="265975"/>
                  </a:lnTo>
                  <a:lnTo>
                    <a:pt x="1324632" y="273625"/>
                  </a:lnTo>
                  <a:lnTo>
                    <a:pt x="1360319" y="280996"/>
                  </a:lnTo>
                  <a:lnTo>
                    <a:pt x="1394752" y="288109"/>
                  </a:lnTo>
                  <a:lnTo>
                    <a:pt x="1428019" y="294981"/>
                  </a:lnTo>
                  <a:lnTo>
                    <a:pt x="1460194" y="301627"/>
                  </a:lnTo>
                  <a:lnTo>
                    <a:pt x="1491348" y="308062"/>
                  </a:lnTo>
                  <a:lnTo>
                    <a:pt x="1521543" y="314300"/>
                  </a:lnTo>
                  <a:lnTo>
                    <a:pt x="1550837" y="320351"/>
                  </a:lnTo>
                  <a:lnTo>
                    <a:pt x="1579281" y="326226"/>
                  </a:lnTo>
                  <a:lnTo>
                    <a:pt x="1606924" y="331937"/>
                  </a:lnTo>
                  <a:lnTo>
                    <a:pt x="1633810" y="337490"/>
                  </a:lnTo>
                  <a:lnTo>
                    <a:pt x="1659978" y="342896"/>
                  </a:lnTo>
                  <a:lnTo>
                    <a:pt x="1685467" y="348161"/>
                  </a:lnTo>
                  <a:lnTo>
                    <a:pt x="1710310" y="353293"/>
                  </a:lnTo>
                  <a:lnTo>
                    <a:pt x="1734540" y="358298"/>
                  </a:lnTo>
                  <a:lnTo>
                    <a:pt x="1758186" y="363182"/>
                  </a:lnTo>
                  <a:lnTo>
                    <a:pt x="1781276" y="367952"/>
                  </a:lnTo>
                  <a:lnTo>
                    <a:pt x="1803835" y="372612"/>
                  </a:lnTo>
                  <a:lnTo>
                    <a:pt x="1825887" y="377167"/>
                  </a:lnTo>
                  <a:lnTo>
                    <a:pt x="1847454" y="381622"/>
                  </a:lnTo>
                  <a:lnTo>
                    <a:pt x="1868557" y="385981"/>
                  </a:lnTo>
                  <a:lnTo>
                    <a:pt x="1889216" y="390249"/>
                  </a:lnTo>
                  <a:lnTo>
                    <a:pt x="1909449" y="394428"/>
                  </a:lnTo>
                  <a:lnTo>
                    <a:pt x="1929273" y="398523"/>
                  </a:lnTo>
                  <a:lnTo>
                    <a:pt x="1948705" y="402537"/>
                  </a:lnTo>
                  <a:lnTo>
                    <a:pt x="1967759" y="406473"/>
                  </a:lnTo>
                  <a:lnTo>
                    <a:pt x="1986450" y="410334"/>
                  </a:lnTo>
                  <a:lnTo>
                    <a:pt x="2004792" y="414123"/>
                  </a:lnTo>
                  <a:lnTo>
                    <a:pt x="2022797" y="417842"/>
                  </a:lnTo>
                  <a:lnTo>
                    <a:pt x="2040478" y="42149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9498203" y="8133529"/>
              <a:ext cx="2040478" cy="163475"/>
            </a:xfrm>
            <a:custGeom>
              <a:avLst/>
              <a:pathLst>
                <a:path w="2040478" h="163475">
                  <a:moveTo>
                    <a:pt x="0" y="0"/>
                  </a:moveTo>
                  <a:lnTo>
                    <a:pt x="131029" y="10497"/>
                  </a:lnTo>
                  <a:lnTo>
                    <a:pt x="246605" y="19757"/>
                  </a:lnTo>
                  <a:lnTo>
                    <a:pt x="349991" y="28040"/>
                  </a:lnTo>
                  <a:lnTo>
                    <a:pt x="443516" y="35532"/>
                  </a:lnTo>
                  <a:lnTo>
                    <a:pt x="528897" y="42373"/>
                  </a:lnTo>
                  <a:lnTo>
                    <a:pt x="607440" y="48665"/>
                  </a:lnTo>
                  <a:lnTo>
                    <a:pt x="680159" y="54491"/>
                  </a:lnTo>
                  <a:lnTo>
                    <a:pt x="747859" y="59915"/>
                  </a:lnTo>
                  <a:lnTo>
                    <a:pt x="811188" y="64989"/>
                  </a:lnTo>
                  <a:lnTo>
                    <a:pt x="870677" y="69755"/>
                  </a:lnTo>
                  <a:lnTo>
                    <a:pt x="926765" y="74248"/>
                  </a:lnTo>
                  <a:lnTo>
                    <a:pt x="979819" y="78499"/>
                  </a:lnTo>
                  <a:lnTo>
                    <a:pt x="1030151" y="82531"/>
                  </a:lnTo>
                  <a:lnTo>
                    <a:pt x="1078027" y="86367"/>
                  </a:lnTo>
                  <a:lnTo>
                    <a:pt x="1123675" y="90024"/>
                  </a:lnTo>
                  <a:lnTo>
                    <a:pt x="1167294" y="93519"/>
                  </a:lnTo>
                  <a:lnTo>
                    <a:pt x="1209056" y="96865"/>
                  </a:lnTo>
                  <a:lnTo>
                    <a:pt x="1249113" y="100074"/>
                  </a:lnTo>
                  <a:lnTo>
                    <a:pt x="1287599" y="103157"/>
                  </a:lnTo>
                  <a:lnTo>
                    <a:pt x="1324632" y="106124"/>
                  </a:lnTo>
                  <a:lnTo>
                    <a:pt x="1360319" y="108983"/>
                  </a:lnTo>
                  <a:lnTo>
                    <a:pt x="1394752" y="111742"/>
                  </a:lnTo>
                  <a:lnTo>
                    <a:pt x="1428019" y="114407"/>
                  </a:lnTo>
                  <a:lnTo>
                    <a:pt x="1460194" y="116985"/>
                  </a:lnTo>
                  <a:lnTo>
                    <a:pt x="1491348" y="119481"/>
                  </a:lnTo>
                  <a:lnTo>
                    <a:pt x="1521543" y="121900"/>
                  </a:lnTo>
                  <a:lnTo>
                    <a:pt x="1550837" y="124247"/>
                  </a:lnTo>
                  <a:lnTo>
                    <a:pt x="1579281" y="126526"/>
                  </a:lnTo>
                  <a:lnTo>
                    <a:pt x="1606924" y="128740"/>
                  </a:lnTo>
                  <a:lnTo>
                    <a:pt x="1633810" y="130894"/>
                  </a:lnTo>
                  <a:lnTo>
                    <a:pt x="1659978" y="132991"/>
                  </a:lnTo>
                  <a:lnTo>
                    <a:pt x="1685467" y="135033"/>
                  </a:lnTo>
                  <a:lnTo>
                    <a:pt x="1710310" y="137023"/>
                  </a:lnTo>
                  <a:lnTo>
                    <a:pt x="1734540" y="138964"/>
                  </a:lnTo>
                  <a:lnTo>
                    <a:pt x="1758186" y="140859"/>
                  </a:lnTo>
                  <a:lnTo>
                    <a:pt x="1781276" y="142709"/>
                  </a:lnTo>
                  <a:lnTo>
                    <a:pt x="1803835" y="144516"/>
                  </a:lnTo>
                  <a:lnTo>
                    <a:pt x="1825887" y="146283"/>
                  </a:lnTo>
                  <a:lnTo>
                    <a:pt x="1847454" y="148010"/>
                  </a:lnTo>
                  <a:lnTo>
                    <a:pt x="1868557" y="149701"/>
                  </a:lnTo>
                  <a:lnTo>
                    <a:pt x="1889216" y="151356"/>
                  </a:lnTo>
                  <a:lnTo>
                    <a:pt x="1909449" y="152977"/>
                  </a:lnTo>
                  <a:lnTo>
                    <a:pt x="1929273" y="154566"/>
                  </a:lnTo>
                  <a:lnTo>
                    <a:pt x="1948705" y="156122"/>
                  </a:lnTo>
                  <a:lnTo>
                    <a:pt x="1967759" y="157649"/>
                  </a:lnTo>
                  <a:lnTo>
                    <a:pt x="1986450" y="159146"/>
                  </a:lnTo>
                  <a:lnTo>
                    <a:pt x="2004792" y="160616"/>
                  </a:lnTo>
                  <a:lnTo>
                    <a:pt x="2022797" y="162058"/>
                  </a:lnTo>
                  <a:lnTo>
                    <a:pt x="2040478" y="16347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9498203" y="8271881"/>
              <a:ext cx="2040478" cy="38455"/>
            </a:xfrm>
            <a:custGeom>
              <a:avLst/>
              <a:pathLst>
                <a:path w="2040478" h="38455">
                  <a:moveTo>
                    <a:pt x="0" y="0"/>
                  </a:moveTo>
                  <a:lnTo>
                    <a:pt x="131029" y="2469"/>
                  </a:lnTo>
                  <a:lnTo>
                    <a:pt x="246605" y="4647"/>
                  </a:lnTo>
                  <a:lnTo>
                    <a:pt x="349991" y="6596"/>
                  </a:lnTo>
                  <a:lnTo>
                    <a:pt x="443516" y="8358"/>
                  </a:lnTo>
                  <a:lnTo>
                    <a:pt x="528897" y="9967"/>
                  </a:lnTo>
                  <a:lnTo>
                    <a:pt x="607440" y="11448"/>
                  </a:lnTo>
                  <a:lnTo>
                    <a:pt x="680159" y="12818"/>
                  </a:lnTo>
                  <a:lnTo>
                    <a:pt x="747859" y="14094"/>
                  </a:lnTo>
                  <a:lnTo>
                    <a:pt x="811188" y="15288"/>
                  </a:lnTo>
                  <a:lnTo>
                    <a:pt x="870677" y="16409"/>
                  </a:lnTo>
                  <a:lnTo>
                    <a:pt x="926765" y="17466"/>
                  </a:lnTo>
                  <a:lnTo>
                    <a:pt x="979819" y="18466"/>
                  </a:lnTo>
                  <a:lnTo>
                    <a:pt x="1030151" y="19414"/>
                  </a:lnTo>
                  <a:lnTo>
                    <a:pt x="1078027" y="20317"/>
                  </a:lnTo>
                  <a:lnTo>
                    <a:pt x="1123675" y="21177"/>
                  </a:lnTo>
                  <a:lnTo>
                    <a:pt x="1167294" y="21999"/>
                  </a:lnTo>
                  <a:lnTo>
                    <a:pt x="1209056" y="22786"/>
                  </a:lnTo>
                  <a:lnTo>
                    <a:pt x="1249113" y="23541"/>
                  </a:lnTo>
                  <a:lnTo>
                    <a:pt x="1287599" y="24266"/>
                  </a:lnTo>
                  <a:lnTo>
                    <a:pt x="1324632" y="24964"/>
                  </a:lnTo>
                  <a:lnTo>
                    <a:pt x="1360319" y="25637"/>
                  </a:lnTo>
                  <a:lnTo>
                    <a:pt x="1394752" y="26286"/>
                  </a:lnTo>
                  <a:lnTo>
                    <a:pt x="1428019" y="26913"/>
                  </a:lnTo>
                  <a:lnTo>
                    <a:pt x="1460194" y="27519"/>
                  </a:lnTo>
                  <a:lnTo>
                    <a:pt x="1491348" y="28106"/>
                  </a:lnTo>
                  <a:lnTo>
                    <a:pt x="1521543" y="28675"/>
                  </a:lnTo>
                  <a:lnTo>
                    <a:pt x="1550837" y="29227"/>
                  </a:lnTo>
                  <a:lnTo>
                    <a:pt x="1579281" y="29763"/>
                  </a:lnTo>
                  <a:lnTo>
                    <a:pt x="1606924" y="30284"/>
                  </a:lnTo>
                  <a:lnTo>
                    <a:pt x="1633810" y="30791"/>
                  </a:lnTo>
                  <a:lnTo>
                    <a:pt x="1659978" y="31284"/>
                  </a:lnTo>
                  <a:lnTo>
                    <a:pt x="1685467" y="31765"/>
                  </a:lnTo>
                  <a:lnTo>
                    <a:pt x="1710310" y="32233"/>
                  </a:lnTo>
                  <a:lnTo>
                    <a:pt x="1734540" y="32690"/>
                  </a:lnTo>
                  <a:lnTo>
                    <a:pt x="1758186" y="33135"/>
                  </a:lnTo>
                  <a:lnTo>
                    <a:pt x="1781276" y="33570"/>
                  </a:lnTo>
                  <a:lnTo>
                    <a:pt x="1803835" y="33996"/>
                  </a:lnTo>
                  <a:lnTo>
                    <a:pt x="1825887" y="34411"/>
                  </a:lnTo>
                  <a:lnTo>
                    <a:pt x="1847454" y="34818"/>
                  </a:lnTo>
                  <a:lnTo>
                    <a:pt x="1868557" y="35215"/>
                  </a:lnTo>
                  <a:lnTo>
                    <a:pt x="1889216" y="35605"/>
                  </a:lnTo>
                  <a:lnTo>
                    <a:pt x="1909449" y="35986"/>
                  </a:lnTo>
                  <a:lnTo>
                    <a:pt x="1929273" y="36360"/>
                  </a:lnTo>
                  <a:lnTo>
                    <a:pt x="1948705" y="36726"/>
                  </a:lnTo>
                  <a:lnTo>
                    <a:pt x="1967759" y="37085"/>
                  </a:lnTo>
                  <a:lnTo>
                    <a:pt x="1986450" y="37437"/>
                  </a:lnTo>
                  <a:lnTo>
                    <a:pt x="2004792" y="37783"/>
                  </a:lnTo>
                  <a:lnTo>
                    <a:pt x="2022797" y="38122"/>
                  </a:lnTo>
                  <a:lnTo>
                    <a:pt x="2040478" y="3845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9324432" y="82503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9324432" y="75433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9324432" y="68362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949820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017836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1085852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1153868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945934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013950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1081966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1149981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5350220" y="94870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5307520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5350220" y="97429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5307520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5899312" y="94870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5856612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5899312" y="97429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5856612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6440632" y="94870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6397932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6440632" y="97429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6397932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6966498" y="94870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6923798" y="95163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6966498" y="97429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6923798" y="9772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7507818" y="94870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7465118" y="95163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7507818" y="97429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7465118" y="9772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2026-07-20T00:49:26Z</dcterms:modified>
  <cp:category/>
</cp:coreProperties>
</file>