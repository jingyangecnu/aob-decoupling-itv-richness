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19999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626762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591772" y="952357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055778" y="952357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19783" y="952357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26189"/>
              <a:ext cx="1626762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591772" y="2426189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055778" y="2426189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00020"/>
              <a:ext cx="1626762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591772" y="3900020"/>
              <a:ext cx="1464005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055778" y="3900020"/>
              <a:ext cx="1464005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19783" y="3900020"/>
              <a:ext cx="1464005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42663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14301" y="198628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89883" y="179614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68658" y="188667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86867" y="162266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390591" y="227486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370507" y="187538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92487" y="209130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99854" y="195874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00441" y="174926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372072" y="189477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39836" y="178440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51110" y="167441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64634" y="165775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49274" y="19255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22408" y="187029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62850" y="173843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17825" y="183942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55297" y="203644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37599" y="196161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44432" y="163095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15348" y="165774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27447" y="19026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44862" y="196468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62521" y="209466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62539" y="195416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20778" y="180067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60301" y="194837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24974" y="181584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068729" y="179091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077523" y="182502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85561" y="198229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04351" y="169171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064313" y="181577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2159" y="18293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080786" y="187878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87592" y="181703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094898" y="193017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093133" y="151377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08973" y="159933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94009" y="156832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098368" y="152761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91393" y="179601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81352" y="175304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95106" y="165792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79544" y="197114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64653" y="184538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97771" y="179035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03166" y="171596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26705" y="165605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57292" y="17044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34783" y="191953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55150" y="172731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51778" y="188584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53203" y="198176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31936" y="179929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15346" y="178551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39778" y="172605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22553" y="18808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12615" y="174734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25956" y="129279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39557" y="189606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22940" y="139393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56970" y="181394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58202" y="155870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28726" y="152185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37265" y="154561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42896" y="187047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53728" y="170699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42819" y="184189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32338" y="175883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09375" y="142056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28753" y="120983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21352" y="1821566"/>
              <a:ext cx="1040465" cy="138622"/>
            </a:xfrm>
            <a:custGeom>
              <a:avLst/>
              <a:pathLst>
                <a:path w="1040465" h="138622">
                  <a:moveTo>
                    <a:pt x="0" y="138622"/>
                  </a:moveTo>
                  <a:lnTo>
                    <a:pt x="66813" y="129720"/>
                  </a:lnTo>
                  <a:lnTo>
                    <a:pt x="125747" y="121868"/>
                  </a:lnTo>
                  <a:lnTo>
                    <a:pt x="178465" y="114845"/>
                  </a:lnTo>
                  <a:lnTo>
                    <a:pt x="226154" y="108491"/>
                  </a:lnTo>
                  <a:lnTo>
                    <a:pt x="269691" y="102690"/>
                  </a:lnTo>
                  <a:lnTo>
                    <a:pt x="309741" y="97355"/>
                  </a:lnTo>
                  <a:lnTo>
                    <a:pt x="346821" y="92414"/>
                  </a:lnTo>
                  <a:lnTo>
                    <a:pt x="381342" y="87815"/>
                  </a:lnTo>
                  <a:lnTo>
                    <a:pt x="413635" y="83513"/>
                  </a:lnTo>
                  <a:lnTo>
                    <a:pt x="443969" y="79471"/>
                  </a:lnTo>
                  <a:lnTo>
                    <a:pt x="472568" y="75661"/>
                  </a:lnTo>
                  <a:lnTo>
                    <a:pt x="499621" y="72057"/>
                  </a:lnTo>
                  <a:lnTo>
                    <a:pt x="525286" y="68637"/>
                  </a:lnTo>
                  <a:lnTo>
                    <a:pt x="549699" y="65385"/>
                  </a:lnTo>
                  <a:lnTo>
                    <a:pt x="572976" y="62284"/>
                  </a:lnTo>
                  <a:lnTo>
                    <a:pt x="595217" y="59320"/>
                  </a:lnTo>
                  <a:lnTo>
                    <a:pt x="616513" y="56483"/>
                  </a:lnTo>
                  <a:lnTo>
                    <a:pt x="636938" y="53762"/>
                  </a:lnTo>
                  <a:lnTo>
                    <a:pt x="656563" y="51147"/>
                  </a:lnTo>
                  <a:lnTo>
                    <a:pt x="675446" y="48631"/>
                  </a:lnTo>
                  <a:lnTo>
                    <a:pt x="693643" y="46207"/>
                  </a:lnTo>
                  <a:lnTo>
                    <a:pt x="711201" y="43868"/>
                  </a:lnTo>
                  <a:lnTo>
                    <a:pt x="728164" y="41608"/>
                  </a:lnTo>
                  <a:lnTo>
                    <a:pt x="744571" y="39422"/>
                  </a:lnTo>
                  <a:lnTo>
                    <a:pt x="760457" y="37305"/>
                  </a:lnTo>
                  <a:lnTo>
                    <a:pt x="775853" y="35254"/>
                  </a:lnTo>
                  <a:lnTo>
                    <a:pt x="790791" y="33264"/>
                  </a:lnTo>
                  <a:lnTo>
                    <a:pt x="805295" y="31331"/>
                  </a:lnTo>
                  <a:lnTo>
                    <a:pt x="819390" y="29453"/>
                  </a:lnTo>
                  <a:lnTo>
                    <a:pt x="833100" y="27627"/>
                  </a:lnTo>
                  <a:lnTo>
                    <a:pt x="846443" y="25849"/>
                  </a:lnTo>
                  <a:lnTo>
                    <a:pt x="859440" y="24118"/>
                  </a:lnTo>
                  <a:lnTo>
                    <a:pt x="872108" y="22430"/>
                  </a:lnTo>
                  <a:lnTo>
                    <a:pt x="884463" y="20784"/>
                  </a:lnTo>
                  <a:lnTo>
                    <a:pt x="896521" y="19177"/>
                  </a:lnTo>
                  <a:lnTo>
                    <a:pt x="908294" y="17609"/>
                  </a:lnTo>
                  <a:lnTo>
                    <a:pt x="919797" y="16076"/>
                  </a:lnTo>
                  <a:lnTo>
                    <a:pt x="931042" y="14578"/>
                  </a:lnTo>
                  <a:lnTo>
                    <a:pt x="942039" y="13113"/>
                  </a:lnTo>
                  <a:lnTo>
                    <a:pt x="952800" y="11679"/>
                  </a:lnTo>
                  <a:lnTo>
                    <a:pt x="963334" y="10276"/>
                  </a:lnTo>
                  <a:lnTo>
                    <a:pt x="973651" y="8901"/>
                  </a:lnTo>
                  <a:lnTo>
                    <a:pt x="983760" y="7554"/>
                  </a:lnTo>
                  <a:lnTo>
                    <a:pt x="993668" y="6234"/>
                  </a:lnTo>
                  <a:lnTo>
                    <a:pt x="1003384" y="4940"/>
                  </a:lnTo>
                  <a:lnTo>
                    <a:pt x="1012915" y="3670"/>
                  </a:lnTo>
                  <a:lnTo>
                    <a:pt x="1022268" y="2424"/>
                  </a:lnTo>
                  <a:lnTo>
                    <a:pt x="1031449" y="1201"/>
                  </a:lnTo>
                  <a:lnTo>
                    <a:pt x="104046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21352" y="1543991"/>
              <a:ext cx="1040465" cy="321038"/>
            </a:xfrm>
            <a:custGeom>
              <a:avLst/>
              <a:pathLst>
                <a:path w="1040465" h="321038">
                  <a:moveTo>
                    <a:pt x="0" y="321038"/>
                  </a:moveTo>
                  <a:lnTo>
                    <a:pt x="66813" y="300423"/>
                  </a:lnTo>
                  <a:lnTo>
                    <a:pt x="125747" y="282238"/>
                  </a:lnTo>
                  <a:lnTo>
                    <a:pt x="178465" y="265972"/>
                  </a:lnTo>
                  <a:lnTo>
                    <a:pt x="226154" y="251258"/>
                  </a:lnTo>
                  <a:lnTo>
                    <a:pt x="269691" y="237824"/>
                  </a:lnTo>
                  <a:lnTo>
                    <a:pt x="309741" y="225467"/>
                  </a:lnTo>
                  <a:lnTo>
                    <a:pt x="346821" y="214025"/>
                  </a:lnTo>
                  <a:lnTo>
                    <a:pt x="381342" y="203374"/>
                  </a:lnTo>
                  <a:lnTo>
                    <a:pt x="413635" y="193410"/>
                  </a:lnTo>
                  <a:lnTo>
                    <a:pt x="443969" y="184050"/>
                  </a:lnTo>
                  <a:lnTo>
                    <a:pt x="472568" y="175226"/>
                  </a:lnTo>
                  <a:lnTo>
                    <a:pt x="499621" y="166878"/>
                  </a:lnTo>
                  <a:lnTo>
                    <a:pt x="525286" y="158959"/>
                  </a:lnTo>
                  <a:lnTo>
                    <a:pt x="549699" y="151427"/>
                  </a:lnTo>
                  <a:lnTo>
                    <a:pt x="572976" y="144245"/>
                  </a:lnTo>
                  <a:lnTo>
                    <a:pt x="595217" y="137382"/>
                  </a:lnTo>
                  <a:lnTo>
                    <a:pt x="616513" y="130811"/>
                  </a:lnTo>
                  <a:lnTo>
                    <a:pt x="636938" y="124509"/>
                  </a:lnTo>
                  <a:lnTo>
                    <a:pt x="656563" y="118454"/>
                  </a:lnTo>
                  <a:lnTo>
                    <a:pt x="675446" y="112627"/>
                  </a:lnTo>
                  <a:lnTo>
                    <a:pt x="693643" y="107012"/>
                  </a:lnTo>
                  <a:lnTo>
                    <a:pt x="711201" y="101595"/>
                  </a:lnTo>
                  <a:lnTo>
                    <a:pt x="728164" y="96361"/>
                  </a:lnTo>
                  <a:lnTo>
                    <a:pt x="744571" y="91298"/>
                  </a:lnTo>
                  <a:lnTo>
                    <a:pt x="760457" y="86397"/>
                  </a:lnTo>
                  <a:lnTo>
                    <a:pt x="775853" y="81646"/>
                  </a:lnTo>
                  <a:lnTo>
                    <a:pt x="790791" y="77037"/>
                  </a:lnTo>
                  <a:lnTo>
                    <a:pt x="805295" y="72562"/>
                  </a:lnTo>
                  <a:lnTo>
                    <a:pt x="819390" y="68213"/>
                  </a:lnTo>
                  <a:lnTo>
                    <a:pt x="833100" y="63983"/>
                  </a:lnTo>
                  <a:lnTo>
                    <a:pt x="846443" y="59865"/>
                  </a:lnTo>
                  <a:lnTo>
                    <a:pt x="859440" y="55855"/>
                  </a:lnTo>
                  <a:lnTo>
                    <a:pt x="872108" y="51946"/>
                  </a:lnTo>
                  <a:lnTo>
                    <a:pt x="884463" y="48134"/>
                  </a:lnTo>
                  <a:lnTo>
                    <a:pt x="896521" y="44414"/>
                  </a:lnTo>
                  <a:lnTo>
                    <a:pt x="908294" y="40781"/>
                  </a:lnTo>
                  <a:lnTo>
                    <a:pt x="919797" y="37232"/>
                  </a:lnTo>
                  <a:lnTo>
                    <a:pt x="931042" y="33762"/>
                  </a:lnTo>
                  <a:lnTo>
                    <a:pt x="942039" y="30369"/>
                  </a:lnTo>
                  <a:lnTo>
                    <a:pt x="952800" y="27049"/>
                  </a:lnTo>
                  <a:lnTo>
                    <a:pt x="963334" y="23798"/>
                  </a:lnTo>
                  <a:lnTo>
                    <a:pt x="973651" y="20615"/>
                  </a:lnTo>
                  <a:lnTo>
                    <a:pt x="983760" y="17496"/>
                  </a:lnTo>
                  <a:lnTo>
                    <a:pt x="993668" y="14439"/>
                  </a:lnTo>
                  <a:lnTo>
                    <a:pt x="1003384" y="11441"/>
                  </a:lnTo>
                  <a:lnTo>
                    <a:pt x="1012915" y="8500"/>
                  </a:lnTo>
                  <a:lnTo>
                    <a:pt x="1022268" y="5614"/>
                  </a:lnTo>
                  <a:lnTo>
                    <a:pt x="1031449" y="2781"/>
                  </a:lnTo>
                  <a:lnTo>
                    <a:pt x="104046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21352" y="1883873"/>
              <a:ext cx="1040465" cy="66209"/>
            </a:xfrm>
            <a:custGeom>
              <a:avLst/>
              <a:pathLst>
                <a:path w="1040465" h="66209">
                  <a:moveTo>
                    <a:pt x="0" y="66209"/>
                  </a:moveTo>
                  <a:lnTo>
                    <a:pt x="66813" y="61957"/>
                  </a:lnTo>
                  <a:lnTo>
                    <a:pt x="125747" y="58207"/>
                  </a:lnTo>
                  <a:lnTo>
                    <a:pt x="178465" y="54853"/>
                  </a:lnTo>
                  <a:lnTo>
                    <a:pt x="226154" y="51818"/>
                  </a:lnTo>
                  <a:lnTo>
                    <a:pt x="269691" y="49047"/>
                  </a:lnTo>
                  <a:lnTo>
                    <a:pt x="309741" y="46499"/>
                  </a:lnTo>
                  <a:lnTo>
                    <a:pt x="346821" y="44139"/>
                  </a:lnTo>
                  <a:lnTo>
                    <a:pt x="381342" y="41943"/>
                  </a:lnTo>
                  <a:lnTo>
                    <a:pt x="413635" y="39888"/>
                  </a:lnTo>
                  <a:lnTo>
                    <a:pt x="443969" y="37957"/>
                  </a:lnTo>
                  <a:lnTo>
                    <a:pt x="472568" y="36137"/>
                  </a:lnTo>
                  <a:lnTo>
                    <a:pt x="499621" y="34416"/>
                  </a:lnTo>
                  <a:lnTo>
                    <a:pt x="525286" y="32783"/>
                  </a:lnTo>
                  <a:lnTo>
                    <a:pt x="549699" y="31229"/>
                  </a:lnTo>
                  <a:lnTo>
                    <a:pt x="572976" y="29748"/>
                  </a:lnTo>
                  <a:lnTo>
                    <a:pt x="595217" y="28333"/>
                  </a:lnTo>
                  <a:lnTo>
                    <a:pt x="616513" y="26978"/>
                  </a:lnTo>
                  <a:lnTo>
                    <a:pt x="636938" y="25678"/>
                  </a:lnTo>
                  <a:lnTo>
                    <a:pt x="656563" y="24429"/>
                  </a:lnTo>
                  <a:lnTo>
                    <a:pt x="675446" y="23227"/>
                  </a:lnTo>
                  <a:lnTo>
                    <a:pt x="693643" y="22069"/>
                  </a:lnTo>
                  <a:lnTo>
                    <a:pt x="711201" y="20952"/>
                  </a:lnTo>
                  <a:lnTo>
                    <a:pt x="728164" y="19873"/>
                  </a:lnTo>
                  <a:lnTo>
                    <a:pt x="744571" y="18829"/>
                  </a:lnTo>
                  <a:lnTo>
                    <a:pt x="760457" y="17818"/>
                  </a:lnTo>
                  <a:lnTo>
                    <a:pt x="775853" y="16838"/>
                  </a:lnTo>
                  <a:lnTo>
                    <a:pt x="790791" y="15887"/>
                  </a:lnTo>
                  <a:lnTo>
                    <a:pt x="805295" y="14964"/>
                  </a:lnTo>
                  <a:lnTo>
                    <a:pt x="819390" y="14067"/>
                  </a:lnTo>
                  <a:lnTo>
                    <a:pt x="833100" y="13195"/>
                  </a:lnTo>
                  <a:lnTo>
                    <a:pt x="846443" y="12346"/>
                  </a:lnTo>
                  <a:lnTo>
                    <a:pt x="859440" y="11519"/>
                  </a:lnTo>
                  <a:lnTo>
                    <a:pt x="872108" y="10713"/>
                  </a:lnTo>
                  <a:lnTo>
                    <a:pt x="884463" y="9927"/>
                  </a:lnTo>
                  <a:lnTo>
                    <a:pt x="896521" y="9159"/>
                  </a:lnTo>
                  <a:lnTo>
                    <a:pt x="908294" y="8410"/>
                  </a:lnTo>
                  <a:lnTo>
                    <a:pt x="919797" y="7678"/>
                  </a:lnTo>
                  <a:lnTo>
                    <a:pt x="931042" y="6963"/>
                  </a:lnTo>
                  <a:lnTo>
                    <a:pt x="942039" y="6263"/>
                  </a:lnTo>
                  <a:lnTo>
                    <a:pt x="952800" y="5578"/>
                  </a:lnTo>
                  <a:lnTo>
                    <a:pt x="963334" y="4908"/>
                  </a:lnTo>
                  <a:lnTo>
                    <a:pt x="973651" y="4251"/>
                  </a:lnTo>
                  <a:lnTo>
                    <a:pt x="983760" y="3608"/>
                  </a:lnTo>
                  <a:lnTo>
                    <a:pt x="993668" y="2977"/>
                  </a:lnTo>
                  <a:lnTo>
                    <a:pt x="1003384" y="2359"/>
                  </a:lnTo>
                  <a:lnTo>
                    <a:pt x="1012915" y="1753"/>
                  </a:lnTo>
                  <a:lnTo>
                    <a:pt x="1022268" y="1157"/>
                  </a:lnTo>
                  <a:lnTo>
                    <a:pt x="1031449" y="573"/>
                  </a:lnTo>
                  <a:lnTo>
                    <a:pt x="104046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21352" y="1506784"/>
              <a:ext cx="1040465" cy="707677"/>
            </a:xfrm>
            <a:custGeom>
              <a:avLst/>
              <a:pathLst>
                <a:path w="1040465" h="707677">
                  <a:moveTo>
                    <a:pt x="0" y="707677"/>
                  </a:moveTo>
                  <a:lnTo>
                    <a:pt x="66813" y="662233"/>
                  </a:lnTo>
                  <a:lnTo>
                    <a:pt x="125747" y="622149"/>
                  </a:lnTo>
                  <a:lnTo>
                    <a:pt x="178465" y="586293"/>
                  </a:lnTo>
                  <a:lnTo>
                    <a:pt x="226154" y="553857"/>
                  </a:lnTo>
                  <a:lnTo>
                    <a:pt x="269691" y="524245"/>
                  </a:lnTo>
                  <a:lnTo>
                    <a:pt x="309741" y="497005"/>
                  </a:lnTo>
                  <a:lnTo>
                    <a:pt x="346821" y="471784"/>
                  </a:lnTo>
                  <a:lnTo>
                    <a:pt x="381342" y="448305"/>
                  </a:lnTo>
                  <a:lnTo>
                    <a:pt x="413635" y="426341"/>
                  </a:lnTo>
                  <a:lnTo>
                    <a:pt x="443969" y="405709"/>
                  </a:lnTo>
                  <a:lnTo>
                    <a:pt x="472568" y="386257"/>
                  </a:lnTo>
                  <a:lnTo>
                    <a:pt x="499621" y="367857"/>
                  </a:lnTo>
                  <a:lnTo>
                    <a:pt x="525286" y="350400"/>
                  </a:lnTo>
                  <a:lnTo>
                    <a:pt x="549699" y="333796"/>
                  </a:lnTo>
                  <a:lnTo>
                    <a:pt x="572976" y="317964"/>
                  </a:lnTo>
                  <a:lnTo>
                    <a:pt x="595217" y="302837"/>
                  </a:lnTo>
                  <a:lnTo>
                    <a:pt x="616513" y="288353"/>
                  </a:lnTo>
                  <a:lnTo>
                    <a:pt x="636938" y="274460"/>
                  </a:lnTo>
                  <a:lnTo>
                    <a:pt x="656563" y="261112"/>
                  </a:lnTo>
                  <a:lnTo>
                    <a:pt x="675446" y="248269"/>
                  </a:lnTo>
                  <a:lnTo>
                    <a:pt x="693643" y="235892"/>
                  </a:lnTo>
                  <a:lnTo>
                    <a:pt x="711201" y="223950"/>
                  </a:lnTo>
                  <a:lnTo>
                    <a:pt x="728164" y="212412"/>
                  </a:lnTo>
                  <a:lnTo>
                    <a:pt x="744571" y="201253"/>
                  </a:lnTo>
                  <a:lnTo>
                    <a:pt x="760457" y="190448"/>
                  </a:lnTo>
                  <a:lnTo>
                    <a:pt x="775853" y="179976"/>
                  </a:lnTo>
                  <a:lnTo>
                    <a:pt x="790791" y="169817"/>
                  </a:lnTo>
                  <a:lnTo>
                    <a:pt x="805295" y="159952"/>
                  </a:lnTo>
                  <a:lnTo>
                    <a:pt x="819390" y="150364"/>
                  </a:lnTo>
                  <a:lnTo>
                    <a:pt x="833100" y="141040"/>
                  </a:lnTo>
                  <a:lnTo>
                    <a:pt x="846443" y="131964"/>
                  </a:lnTo>
                  <a:lnTo>
                    <a:pt x="859440" y="123124"/>
                  </a:lnTo>
                  <a:lnTo>
                    <a:pt x="872108" y="114508"/>
                  </a:lnTo>
                  <a:lnTo>
                    <a:pt x="884463" y="106105"/>
                  </a:lnTo>
                  <a:lnTo>
                    <a:pt x="896521" y="97904"/>
                  </a:lnTo>
                  <a:lnTo>
                    <a:pt x="908294" y="89896"/>
                  </a:lnTo>
                  <a:lnTo>
                    <a:pt x="919797" y="82072"/>
                  </a:lnTo>
                  <a:lnTo>
                    <a:pt x="931042" y="74424"/>
                  </a:lnTo>
                  <a:lnTo>
                    <a:pt x="942039" y="66944"/>
                  </a:lnTo>
                  <a:lnTo>
                    <a:pt x="952800" y="59625"/>
                  </a:lnTo>
                  <a:lnTo>
                    <a:pt x="963334" y="52460"/>
                  </a:lnTo>
                  <a:lnTo>
                    <a:pt x="973651" y="45443"/>
                  </a:lnTo>
                  <a:lnTo>
                    <a:pt x="983760" y="38568"/>
                  </a:lnTo>
                  <a:lnTo>
                    <a:pt x="993668" y="31828"/>
                  </a:lnTo>
                  <a:lnTo>
                    <a:pt x="1003384" y="25220"/>
                  </a:lnTo>
                  <a:lnTo>
                    <a:pt x="1012915" y="18737"/>
                  </a:lnTo>
                  <a:lnTo>
                    <a:pt x="1022268" y="12376"/>
                  </a:lnTo>
                  <a:lnTo>
                    <a:pt x="1031449" y="6132"/>
                  </a:lnTo>
                  <a:lnTo>
                    <a:pt x="104046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21352" y="1826241"/>
              <a:ext cx="1040465" cy="111187"/>
            </a:xfrm>
            <a:custGeom>
              <a:avLst/>
              <a:pathLst>
                <a:path w="1040465" h="111187">
                  <a:moveTo>
                    <a:pt x="0" y="111187"/>
                  </a:moveTo>
                  <a:lnTo>
                    <a:pt x="66813" y="104047"/>
                  </a:lnTo>
                  <a:lnTo>
                    <a:pt x="125747" y="97750"/>
                  </a:lnTo>
                  <a:lnTo>
                    <a:pt x="178465" y="92116"/>
                  </a:lnTo>
                  <a:lnTo>
                    <a:pt x="226154" y="87020"/>
                  </a:lnTo>
                  <a:lnTo>
                    <a:pt x="269691" y="82367"/>
                  </a:lnTo>
                  <a:lnTo>
                    <a:pt x="309741" y="78087"/>
                  </a:lnTo>
                  <a:lnTo>
                    <a:pt x="346821" y="74125"/>
                  </a:lnTo>
                  <a:lnTo>
                    <a:pt x="381342" y="70436"/>
                  </a:lnTo>
                  <a:lnTo>
                    <a:pt x="413635" y="66985"/>
                  </a:lnTo>
                  <a:lnTo>
                    <a:pt x="443969" y="63743"/>
                  </a:lnTo>
                  <a:lnTo>
                    <a:pt x="472568" y="60687"/>
                  </a:lnTo>
                  <a:lnTo>
                    <a:pt x="499621" y="57796"/>
                  </a:lnTo>
                  <a:lnTo>
                    <a:pt x="525286" y="55053"/>
                  </a:lnTo>
                  <a:lnTo>
                    <a:pt x="549699" y="52444"/>
                  </a:lnTo>
                  <a:lnTo>
                    <a:pt x="572976" y="49957"/>
                  </a:lnTo>
                  <a:lnTo>
                    <a:pt x="595217" y="47580"/>
                  </a:lnTo>
                  <a:lnTo>
                    <a:pt x="616513" y="45305"/>
                  </a:lnTo>
                  <a:lnTo>
                    <a:pt x="636938" y="43122"/>
                  </a:lnTo>
                  <a:lnTo>
                    <a:pt x="656563" y="41025"/>
                  </a:lnTo>
                  <a:lnTo>
                    <a:pt x="675446" y="39007"/>
                  </a:lnTo>
                  <a:lnTo>
                    <a:pt x="693643" y="37062"/>
                  </a:lnTo>
                  <a:lnTo>
                    <a:pt x="711201" y="35186"/>
                  </a:lnTo>
                  <a:lnTo>
                    <a:pt x="728164" y="33373"/>
                  </a:lnTo>
                  <a:lnTo>
                    <a:pt x="744571" y="31620"/>
                  </a:lnTo>
                  <a:lnTo>
                    <a:pt x="760457" y="29922"/>
                  </a:lnTo>
                  <a:lnTo>
                    <a:pt x="775853" y="28277"/>
                  </a:lnTo>
                  <a:lnTo>
                    <a:pt x="790791" y="26681"/>
                  </a:lnTo>
                  <a:lnTo>
                    <a:pt x="805295" y="25131"/>
                  </a:lnTo>
                  <a:lnTo>
                    <a:pt x="819390" y="23624"/>
                  </a:lnTo>
                  <a:lnTo>
                    <a:pt x="833100" y="22159"/>
                  </a:lnTo>
                  <a:lnTo>
                    <a:pt x="846443" y="20733"/>
                  </a:lnTo>
                  <a:lnTo>
                    <a:pt x="859440" y="19344"/>
                  </a:lnTo>
                  <a:lnTo>
                    <a:pt x="872108" y="17991"/>
                  </a:lnTo>
                  <a:lnTo>
                    <a:pt x="884463" y="16670"/>
                  </a:lnTo>
                  <a:lnTo>
                    <a:pt x="896521" y="15382"/>
                  </a:lnTo>
                  <a:lnTo>
                    <a:pt x="908294" y="14124"/>
                  </a:lnTo>
                  <a:lnTo>
                    <a:pt x="919797" y="12894"/>
                  </a:lnTo>
                  <a:lnTo>
                    <a:pt x="931042" y="11693"/>
                  </a:lnTo>
                  <a:lnTo>
                    <a:pt x="942039" y="10518"/>
                  </a:lnTo>
                  <a:lnTo>
                    <a:pt x="952800" y="9368"/>
                  </a:lnTo>
                  <a:lnTo>
                    <a:pt x="963334" y="8242"/>
                  </a:lnTo>
                  <a:lnTo>
                    <a:pt x="973651" y="7139"/>
                  </a:lnTo>
                  <a:lnTo>
                    <a:pt x="983760" y="6059"/>
                  </a:lnTo>
                  <a:lnTo>
                    <a:pt x="993668" y="5000"/>
                  </a:lnTo>
                  <a:lnTo>
                    <a:pt x="1003384" y="3962"/>
                  </a:lnTo>
                  <a:lnTo>
                    <a:pt x="1012915" y="2944"/>
                  </a:lnTo>
                  <a:lnTo>
                    <a:pt x="1022268" y="1944"/>
                  </a:lnTo>
                  <a:lnTo>
                    <a:pt x="1031449" y="963"/>
                  </a:lnTo>
                  <a:lnTo>
                    <a:pt x="104046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421352" y="1775198"/>
              <a:ext cx="1040465" cy="21452"/>
            </a:xfrm>
            <a:custGeom>
              <a:avLst/>
              <a:pathLst>
                <a:path w="1040465" h="21452">
                  <a:moveTo>
                    <a:pt x="0" y="0"/>
                  </a:moveTo>
                  <a:lnTo>
                    <a:pt x="66813" y="1377"/>
                  </a:lnTo>
                  <a:lnTo>
                    <a:pt x="125747" y="2592"/>
                  </a:lnTo>
                  <a:lnTo>
                    <a:pt x="178465" y="3679"/>
                  </a:lnTo>
                  <a:lnTo>
                    <a:pt x="226154" y="4662"/>
                  </a:lnTo>
                  <a:lnTo>
                    <a:pt x="269691" y="5560"/>
                  </a:lnTo>
                  <a:lnTo>
                    <a:pt x="309741" y="6386"/>
                  </a:lnTo>
                  <a:lnTo>
                    <a:pt x="346821" y="7150"/>
                  </a:lnTo>
                  <a:lnTo>
                    <a:pt x="381342" y="7862"/>
                  </a:lnTo>
                  <a:lnTo>
                    <a:pt x="413635" y="8528"/>
                  </a:lnTo>
                  <a:lnTo>
                    <a:pt x="443969" y="9153"/>
                  </a:lnTo>
                  <a:lnTo>
                    <a:pt x="472568" y="9743"/>
                  </a:lnTo>
                  <a:lnTo>
                    <a:pt x="499621" y="10301"/>
                  </a:lnTo>
                  <a:lnTo>
                    <a:pt x="525286" y="10830"/>
                  </a:lnTo>
                  <a:lnTo>
                    <a:pt x="549699" y="11333"/>
                  </a:lnTo>
                  <a:lnTo>
                    <a:pt x="572976" y="11813"/>
                  </a:lnTo>
                  <a:lnTo>
                    <a:pt x="595217" y="12272"/>
                  </a:lnTo>
                  <a:lnTo>
                    <a:pt x="616513" y="12711"/>
                  </a:lnTo>
                  <a:lnTo>
                    <a:pt x="636938" y="13132"/>
                  </a:lnTo>
                  <a:lnTo>
                    <a:pt x="656563" y="13537"/>
                  </a:lnTo>
                  <a:lnTo>
                    <a:pt x="675446" y="13926"/>
                  </a:lnTo>
                  <a:lnTo>
                    <a:pt x="693643" y="14301"/>
                  </a:lnTo>
                  <a:lnTo>
                    <a:pt x="711201" y="14663"/>
                  </a:lnTo>
                  <a:lnTo>
                    <a:pt x="728164" y="15013"/>
                  </a:lnTo>
                  <a:lnTo>
                    <a:pt x="744571" y="15351"/>
                  </a:lnTo>
                  <a:lnTo>
                    <a:pt x="760457" y="15679"/>
                  </a:lnTo>
                  <a:lnTo>
                    <a:pt x="775853" y="15996"/>
                  </a:lnTo>
                  <a:lnTo>
                    <a:pt x="790791" y="16304"/>
                  </a:lnTo>
                  <a:lnTo>
                    <a:pt x="805295" y="16603"/>
                  </a:lnTo>
                  <a:lnTo>
                    <a:pt x="819390" y="16894"/>
                  </a:lnTo>
                  <a:lnTo>
                    <a:pt x="833100" y="17176"/>
                  </a:lnTo>
                  <a:lnTo>
                    <a:pt x="846443" y="17452"/>
                  </a:lnTo>
                  <a:lnTo>
                    <a:pt x="859440" y="17720"/>
                  </a:lnTo>
                  <a:lnTo>
                    <a:pt x="872108" y="17981"/>
                  </a:lnTo>
                  <a:lnTo>
                    <a:pt x="884463" y="18235"/>
                  </a:lnTo>
                  <a:lnTo>
                    <a:pt x="896521" y="18484"/>
                  </a:lnTo>
                  <a:lnTo>
                    <a:pt x="908294" y="18727"/>
                  </a:lnTo>
                  <a:lnTo>
                    <a:pt x="919797" y="18964"/>
                  </a:lnTo>
                  <a:lnTo>
                    <a:pt x="931042" y="19196"/>
                  </a:lnTo>
                  <a:lnTo>
                    <a:pt x="942039" y="19423"/>
                  </a:lnTo>
                  <a:lnTo>
                    <a:pt x="952800" y="19644"/>
                  </a:lnTo>
                  <a:lnTo>
                    <a:pt x="963334" y="19862"/>
                  </a:lnTo>
                  <a:lnTo>
                    <a:pt x="973651" y="20074"/>
                  </a:lnTo>
                  <a:lnTo>
                    <a:pt x="983760" y="20283"/>
                  </a:lnTo>
                  <a:lnTo>
                    <a:pt x="993668" y="20487"/>
                  </a:lnTo>
                  <a:lnTo>
                    <a:pt x="1003384" y="20687"/>
                  </a:lnTo>
                  <a:lnTo>
                    <a:pt x="1012915" y="20884"/>
                  </a:lnTo>
                  <a:lnTo>
                    <a:pt x="1022268" y="21077"/>
                  </a:lnTo>
                  <a:lnTo>
                    <a:pt x="1031449" y="21266"/>
                  </a:lnTo>
                  <a:lnTo>
                    <a:pt x="1040465" y="2145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21352" y="1764496"/>
              <a:ext cx="1040465" cy="129616"/>
            </a:xfrm>
            <a:custGeom>
              <a:avLst/>
              <a:pathLst>
                <a:path w="1040465" h="129616">
                  <a:moveTo>
                    <a:pt x="0" y="129616"/>
                  </a:moveTo>
                  <a:lnTo>
                    <a:pt x="66813" y="121293"/>
                  </a:lnTo>
                  <a:lnTo>
                    <a:pt x="125747" y="113951"/>
                  </a:lnTo>
                  <a:lnTo>
                    <a:pt x="178465" y="107384"/>
                  </a:lnTo>
                  <a:lnTo>
                    <a:pt x="226154" y="101443"/>
                  </a:lnTo>
                  <a:lnTo>
                    <a:pt x="269691" y="96019"/>
                  </a:lnTo>
                  <a:lnTo>
                    <a:pt x="309741" y="91030"/>
                  </a:lnTo>
                  <a:lnTo>
                    <a:pt x="346821" y="86411"/>
                  </a:lnTo>
                  <a:lnTo>
                    <a:pt x="381342" y="82110"/>
                  </a:lnTo>
                  <a:lnTo>
                    <a:pt x="413635" y="78087"/>
                  </a:lnTo>
                  <a:lnTo>
                    <a:pt x="443969" y="74309"/>
                  </a:lnTo>
                  <a:lnTo>
                    <a:pt x="472568" y="70746"/>
                  </a:lnTo>
                  <a:lnTo>
                    <a:pt x="499621" y="67376"/>
                  </a:lnTo>
                  <a:lnTo>
                    <a:pt x="525286" y="64178"/>
                  </a:lnTo>
                  <a:lnTo>
                    <a:pt x="549699" y="61137"/>
                  </a:lnTo>
                  <a:lnTo>
                    <a:pt x="572976" y="58237"/>
                  </a:lnTo>
                  <a:lnTo>
                    <a:pt x="595217" y="55467"/>
                  </a:lnTo>
                  <a:lnTo>
                    <a:pt x="616513" y="52814"/>
                  </a:lnTo>
                  <a:lnTo>
                    <a:pt x="636938" y="50269"/>
                  </a:lnTo>
                  <a:lnTo>
                    <a:pt x="656563" y="47824"/>
                  </a:lnTo>
                  <a:lnTo>
                    <a:pt x="675446" y="45472"/>
                  </a:lnTo>
                  <a:lnTo>
                    <a:pt x="693643" y="43205"/>
                  </a:lnTo>
                  <a:lnTo>
                    <a:pt x="711201" y="41018"/>
                  </a:lnTo>
                  <a:lnTo>
                    <a:pt x="728164" y="38905"/>
                  </a:lnTo>
                  <a:lnTo>
                    <a:pt x="744571" y="36861"/>
                  </a:lnTo>
                  <a:lnTo>
                    <a:pt x="760457" y="34882"/>
                  </a:lnTo>
                  <a:lnTo>
                    <a:pt x="775853" y="32964"/>
                  </a:lnTo>
                  <a:lnTo>
                    <a:pt x="790791" y="31103"/>
                  </a:lnTo>
                  <a:lnTo>
                    <a:pt x="805295" y="29296"/>
                  </a:lnTo>
                  <a:lnTo>
                    <a:pt x="819390" y="27540"/>
                  </a:lnTo>
                  <a:lnTo>
                    <a:pt x="833100" y="25832"/>
                  </a:lnTo>
                  <a:lnTo>
                    <a:pt x="846443" y="24170"/>
                  </a:lnTo>
                  <a:lnTo>
                    <a:pt x="859440" y="22551"/>
                  </a:lnTo>
                  <a:lnTo>
                    <a:pt x="872108" y="20973"/>
                  </a:lnTo>
                  <a:lnTo>
                    <a:pt x="884463" y="19434"/>
                  </a:lnTo>
                  <a:lnTo>
                    <a:pt x="896521" y="17931"/>
                  </a:lnTo>
                  <a:lnTo>
                    <a:pt x="908294" y="16465"/>
                  </a:lnTo>
                  <a:lnTo>
                    <a:pt x="919797" y="15032"/>
                  </a:lnTo>
                  <a:lnTo>
                    <a:pt x="931042" y="13631"/>
                  </a:lnTo>
                  <a:lnTo>
                    <a:pt x="942039" y="12261"/>
                  </a:lnTo>
                  <a:lnTo>
                    <a:pt x="952800" y="10920"/>
                  </a:lnTo>
                  <a:lnTo>
                    <a:pt x="963334" y="9608"/>
                  </a:lnTo>
                  <a:lnTo>
                    <a:pt x="973651" y="8323"/>
                  </a:lnTo>
                  <a:lnTo>
                    <a:pt x="983760" y="7064"/>
                  </a:lnTo>
                  <a:lnTo>
                    <a:pt x="993668" y="5829"/>
                  </a:lnTo>
                  <a:lnTo>
                    <a:pt x="1003384" y="4619"/>
                  </a:lnTo>
                  <a:lnTo>
                    <a:pt x="1012915" y="3432"/>
                  </a:lnTo>
                  <a:lnTo>
                    <a:pt x="1022268" y="2266"/>
                  </a:lnTo>
                  <a:lnTo>
                    <a:pt x="1031449" y="1123"/>
                  </a:lnTo>
                  <a:lnTo>
                    <a:pt x="1040465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421352" y="1561516"/>
              <a:ext cx="1040465" cy="496125"/>
            </a:xfrm>
            <a:custGeom>
              <a:avLst/>
              <a:pathLst>
                <a:path w="1040465" h="496125">
                  <a:moveTo>
                    <a:pt x="0" y="496125"/>
                  </a:moveTo>
                  <a:lnTo>
                    <a:pt x="66813" y="464266"/>
                  </a:lnTo>
                  <a:lnTo>
                    <a:pt x="125747" y="436165"/>
                  </a:lnTo>
                  <a:lnTo>
                    <a:pt x="178465" y="411027"/>
                  </a:lnTo>
                  <a:lnTo>
                    <a:pt x="226154" y="388288"/>
                  </a:lnTo>
                  <a:lnTo>
                    <a:pt x="269691" y="367528"/>
                  </a:lnTo>
                  <a:lnTo>
                    <a:pt x="309741" y="348431"/>
                  </a:lnTo>
                  <a:lnTo>
                    <a:pt x="346821" y="330750"/>
                  </a:lnTo>
                  <a:lnTo>
                    <a:pt x="381342" y="314289"/>
                  </a:lnTo>
                  <a:lnTo>
                    <a:pt x="413635" y="298891"/>
                  </a:lnTo>
                  <a:lnTo>
                    <a:pt x="443969" y="284427"/>
                  </a:lnTo>
                  <a:lnTo>
                    <a:pt x="472568" y="270790"/>
                  </a:lnTo>
                  <a:lnTo>
                    <a:pt x="499621" y="257890"/>
                  </a:lnTo>
                  <a:lnTo>
                    <a:pt x="525286" y="245652"/>
                  </a:lnTo>
                  <a:lnTo>
                    <a:pt x="549699" y="234011"/>
                  </a:lnTo>
                  <a:lnTo>
                    <a:pt x="572976" y="222912"/>
                  </a:lnTo>
                  <a:lnTo>
                    <a:pt x="595217" y="212307"/>
                  </a:lnTo>
                  <a:lnTo>
                    <a:pt x="616513" y="202153"/>
                  </a:lnTo>
                  <a:lnTo>
                    <a:pt x="636938" y="192413"/>
                  </a:lnTo>
                  <a:lnTo>
                    <a:pt x="656563" y="183056"/>
                  </a:lnTo>
                  <a:lnTo>
                    <a:pt x="675446" y="174051"/>
                  </a:lnTo>
                  <a:lnTo>
                    <a:pt x="693643" y="165375"/>
                  </a:lnTo>
                  <a:lnTo>
                    <a:pt x="711201" y="157002"/>
                  </a:lnTo>
                  <a:lnTo>
                    <a:pt x="728164" y="148914"/>
                  </a:lnTo>
                  <a:lnTo>
                    <a:pt x="744571" y="141091"/>
                  </a:lnTo>
                  <a:lnTo>
                    <a:pt x="760457" y="133516"/>
                  </a:lnTo>
                  <a:lnTo>
                    <a:pt x="775853" y="126174"/>
                  </a:lnTo>
                  <a:lnTo>
                    <a:pt x="790791" y="119052"/>
                  </a:lnTo>
                  <a:lnTo>
                    <a:pt x="805295" y="112136"/>
                  </a:lnTo>
                  <a:lnTo>
                    <a:pt x="819390" y="105415"/>
                  </a:lnTo>
                  <a:lnTo>
                    <a:pt x="833100" y="98878"/>
                  </a:lnTo>
                  <a:lnTo>
                    <a:pt x="846443" y="92515"/>
                  </a:lnTo>
                  <a:lnTo>
                    <a:pt x="859440" y="86317"/>
                  </a:lnTo>
                  <a:lnTo>
                    <a:pt x="872108" y="80277"/>
                  </a:lnTo>
                  <a:lnTo>
                    <a:pt x="884463" y="74386"/>
                  </a:lnTo>
                  <a:lnTo>
                    <a:pt x="896521" y="68636"/>
                  </a:lnTo>
                  <a:lnTo>
                    <a:pt x="908294" y="63022"/>
                  </a:lnTo>
                  <a:lnTo>
                    <a:pt x="919797" y="57537"/>
                  </a:lnTo>
                  <a:lnTo>
                    <a:pt x="931042" y="52176"/>
                  </a:lnTo>
                  <a:lnTo>
                    <a:pt x="942039" y="46932"/>
                  </a:lnTo>
                  <a:lnTo>
                    <a:pt x="952800" y="41801"/>
                  </a:lnTo>
                  <a:lnTo>
                    <a:pt x="963334" y="36778"/>
                  </a:lnTo>
                  <a:lnTo>
                    <a:pt x="973651" y="31858"/>
                  </a:lnTo>
                  <a:lnTo>
                    <a:pt x="983760" y="27038"/>
                  </a:lnTo>
                  <a:lnTo>
                    <a:pt x="993668" y="22313"/>
                  </a:lnTo>
                  <a:lnTo>
                    <a:pt x="1003384" y="17681"/>
                  </a:lnTo>
                  <a:lnTo>
                    <a:pt x="1012915" y="13136"/>
                  </a:lnTo>
                  <a:lnTo>
                    <a:pt x="1022268" y="8676"/>
                  </a:lnTo>
                  <a:lnTo>
                    <a:pt x="1031449" y="4298"/>
                  </a:lnTo>
                  <a:lnTo>
                    <a:pt x="104046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421352" y="1645976"/>
              <a:ext cx="1040465" cy="366145"/>
            </a:xfrm>
            <a:custGeom>
              <a:avLst/>
              <a:pathLst>
                <a:path w="1040465" h="366145">
                  <a:moveTo>
                    <a:pt x="0" y="366145"/>
                  </a:moveTo>
                  <a:lnTo>
                    <a:pt x="66813" y="342633"/>
                  </a:lnTo>
                  <a:lnTo>
                    <a:pt x="125747" y="321894"/>
                  </a:lnTo>
                  <a:lnTo>
                    <a:pt x="178465" y="303342"/>
                  </a:lnTo>
                  <a:lnTo>
                    <a:pt x="226154" y="286560"/>
                  </a:lnTo>
                  <a:lnTo>
                    <a:pt x="269691" y="271239"/>
                  </a:lnTo>
                  <a:lnTo>
                    <a:pt x="309741" y="257146"/>
                  </a:lnTo>
                  <a:lnTo>
                    <a:pt x="346821" y="244097"/>
                  </a:lnTo>
                  <a:lnTo>
                    <a:pt x="381342" y="231949"/>
                  </a:lnTo>
                  <a:lnTo>
                    <a:pt x="413635" y="220585"/>
                  </a:lnTo>
                  <a:lnTo>
                    <a:pt x="443969" y="209910"/>
                  </a:lnTo>
                  <a:lnTo>
                    <a:pt x="472568" y="199846"/>
                  </a:lnTo>
                  <a:lnTo>
                    <a:pt x="499621" y="190325"/>
                  </a:lnTo>
                  <a:lnTo>
                    <a:pt x="525286" y="181294"/>
                  </a:lnTo>
                  <a:lnTo>
                    <a:pt x="549699" y="172703"/>
                  </a:lnTo>
                  <a:lnTo>
                    <a:pt x="572976" y="164512"/>
                  </a:lnTo>
                  <a:lnTo>
                    <a:pt x="595217" y="156685"/>
                  </a:lnTo>
                  <a:lnTo>
                    <a:pt x="616513" y="149191"/>
                  </a:lnTo>
                  <a:lnTo>
                    <a:pt x="636938" y="142003"/>
                  </a:lnTo>
                  <a:lnTo>
                    <a:pt x="656563" y="135097"/>
                  </a:lnTo>
                  <a:lnTo>
                    <a:pt x="675446" y="128452"/>
                  </a:lnTo>
                  <a:lnTo>
                    <a:pt x="693643" y="122048"/>
                  </a:lnTo>
                  <a:lnTo>
                    <a:pt x="711201" y="115869"/>
                  </a:lnTo>
                  <a:lnTo>
                    <a:pt x="728164" y="109900"/>
                  </a:lnTo>
                  <a:lnTo>
                    <a:pt x="744571" y="104126"/>
                  </a:lnTo>
                  <a:lnTo>
                    <a:pt x="760457" y="98536"/>
                  </a:lnTo>
                  <a:lnTo>
                    <a:pt x="775853" y="93118"/>
                  </a:lnTo>
                  <a:lnTo>
                    <a:pt x="790791" y="87861"/>
                  </a:lnTo>
                  <a:lnTo>
                    <a:pt x="805295" y="82757"/>
                  </a:lnTo>
                  <a:lnTo>
                    <a:pt x="819390" y="77797"/>
                  </a:lnTo>
                  <a:lnTo>
                    <a:pt x="833100" y="72973"/>
                  </a:lnTo>
                  <a:lnTo>
                    <a:pt x="846443" y="68277"/>
                  </a:lnTo>
                  <a:lnTo>
                    <a:pt x="859440" y="63703"/>
                  </a:lnTo>
                  <a:lnTo>
                    <a:pt x="872108" y="59245"/>
                  </a:lnTo>
                  <a:lnTo>
                    <a:pt x="884463" y="54897"/>
                  </a:lnTo>
                  <a:lnTo>
                    <a:pt x="896521" y="50654"/>
                  </a:lnTo>
                  <a:lnTo>
                    <a:pt x="908294" y="46511"/>
                  </a:lnTo>
                  <a:lnTo>
                    <a:pt x="919797" y="42463"/>
                  </a:lnTo>
                  <a:lnTo>
                    <a:pt x="931042" y="38506"/>
                  </a:lnTo>
                  <a:lnTo>
                    <a:pt x="942039" y="34636"/>
                  </a:lnTo>
                  <a:lnTo>
                    <a:pt x="952800" y="30849"/>
                  </a:lnTo>
                  <a:lnTo>
                    <a:pt x="963334" y="27142"/>
                  </a:lnTo>
                  <a:lnTo>
                    <a:pt x="973651" y="23512"/>
                  </a:lnTo>
                  <a:lnTo>
                    <a:pt x="983760" y="19954"/>
                  </a:lnTo>
                  <a:lnTo>
                    <a:pt x="993668" y="16467"/>
                  </a:lnTo>
                  <a:lnTo>
                    <a:pt x="1003384" y="13048"/>
                  </a:lnTo>
                  <a:lnTo>
                    <a:pt x="1012915" y="9694"/>
                  </a:lnTo>
                  <a:lnTo>
                    <a:pt x="1022268" y="6403"/>
                  </a:lnTo>
                  <a:lnTo>
                    <a:pt x="1031449" y="3172"/>
                  </a:lnTo>
                  <a:lnTo>
                    <a:pt x="104046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421352" y="1850216"/>
              <a:ext cx="1040465" cy="51516"/>
            </a:xfrm>
            <a:custGeom>
              <a:avLst/>
              <a:pathLst>
                <a:path w="1040465" h="51516">
                  <a:moveTo>
                    <a:pt x="0" y="0"/>
                  </a:moveTo>
                  <a:lnTo>
                    <a:pt x="66813" y="3308"/>
                  </a:lnTo>
                  <a:lnTo>
                    <a:pt x="125747" y="6226"/>
                  </a:lnTo>
                  <a:lnTo>
                    <a:pt x="178465" y="8836"/>
                  </a:lnTo>
                  <a:lnTo>
                    <a:pt x="226154" y="11197"/>
                  </a:lnTo>
                  <a:lnTo>
                    <a:pt x="269691" y="13353"/>
                  </a:lnTo>
                  <a:lnTo>
                    <a:pt x="309741" y="15336"/>
                  </a:lnTo>
                  <a:lnTo>
                    <a:pt x="346821" y="17172"/>
                  </a:lnTo>
                  <a:lnTo>
                    <a:pt x="381342" y="18881"/>
                  </a:lnTo>
                  <a:lnTo>
                    <a:pt x="413635" y="20480"/>
                  </a:lnTo>
                  <a:lnTo>
                    <a:pt x="443969" y="21982"/>
                  </a:lnTo>
                  <a:lnTo>
                    <a:pt x="472568" y="23398"/>
                  </a:lnTo>
                  <a:lnTo>
                    <a:pt x="499621" y="24737"/>
                  </a:lnTo>
                  <a:lnTo>
                    <a:pt x="525286" y="26008"/>
                  </a:lnTo>
                  <a:lnTo>
                    <a:pt x="549699" y="27217"/>
                  </a:lnTo>
                  <a:lnTo>
                    <a:pt x="572976" y="28369"/>
                  </a:lnTo>
                  <a:lnTo>
                    <a:pt x="595217" y="29470"/>
                  </a:lnTo>
                  <a:lnTo>
                    <a:pt x="616513" y="30525"/>
                  </a:lnTo>
                  <a:lnTo>
                    <a:pt x="636938" y="31536"/>
                  </a:lnTo>
                  <a:lnTo>
                    <a:pt x="656563" y="32508"/>
                  </a:lnTo>
                  <a:lnTo>
                    <a:pt x="675446" y="33443"/>
                  </a:lnTo>
                  <a:lnTo>
                    <a:pt x="693643" y="34344"/>
                  </a:lnTo>
                  <a:lnTo>
                    <a:pt x="711201" y="35213"/>
                  </a:lnTo>
                  <a:lnTo>
                    <a:pt x="728164" y="36053"/>
                  </a:lnTo>
                  <a:lnTo>
                    <a:pt x="744571" y="36865"/>
                  </a:lnTo>
                  <a:lnTo>
                    <a:pt x="760457" y="37652"/>
                  </a:lnTo>
                  <a:lnTo>
                    <a:pt x="775853" y="38414"/>
                  </a:lnTo>
                  <a:lnTo>
                    <a:pt x="790791" y="39154"/>
                  </a:lnTo>
                  <a:lnTo>
                    <a:pt x="805295" y="39872"/>
                  </a:lnTo>
                  <a:lnTo>
                    <a:pt x="819390" y="40570"/>
                  </a:lnTo>
                  <a:lnTo>
                    <a:pt x="833100" y="41249"/>
                  </a:lnTo>
                  <a:lnTo>
                    <a:pt x="846443" y="41909"/>
                  </a:lnTo>
                  <a:lnTo>
                    <a:pt x="859440" y="42553"/>
                  </a:lnTo>
                  <a:lnTo>
                    <a:pt x="872108" y="43180"/>
                  </a:lnTo>
                  <a:lnTo>
                    <a:pt x="884463" y="43792"/>
                  </a:lnTo>
                  <a:lnTo>
                    <a:pt x="896521" y="44389"/>
                  </a:lnTo>
                  <a:lnTo>
                    <a:pt x="908294" y="44972"/>
                  </a:lnTo>
                  <a:lnTo>
                    <a:pt x="919797" y="45541"/>
                  </a:lnTo>
                  <a:lnTo>
                    <a:pt x="931042" y="46098"/>
                  </a:lnTo>
                  <a:lnTo>
                    <a:pt x="942039" y="46643"/>
                  </a:lnTo>
                  <a:lnTo>
                    <a:pt x="952800" y="47175"/>
                  </a:lnTo>
                  <a:lnTo>
                    <a:pt x="963334" y="47697"/>
                  </a:lnTo>
                  <a:lnTo>
                    <a:pt x="973651" y="48208"/>
                  </a:lnTo>
                  <a:lnTo>
                    <a:pt x="983760" y="48708"/>
                  </a:lnTo>
                  <a:lnTo>
                    <a:pt x="993668" y="49199"/>
                  </a:lnTo>
                  <a:lnTo>
                    <a:pt x="1003384" y="49680"/>
                  </a:lnTo>
                  <a:lnTo>
                    <a:pt x="1012915" y="50152"/>
                  </a:lnTo>
                  <a:lnTo>
                    <a:pt x="1022268" y="50615"/>
                  </a:lnTo>
                  <a:lnTo>
                    <a:pt x="1031449" y="51070"/>
                  </a:lnTo>
                  <a:lnTo>
                    <a:pt x="1040465" y="5151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342663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42663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152636" y="227283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152636" y="199618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152636" y="171953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152636" y="144288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152636" y="116623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311032" y="23138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11032" y="203719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311032" y="176054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311032" y="148389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311032" y="12072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342663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42135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76817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14995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6181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>
              <a:off x="1342663" y="990315"/>
              <a:ext cx="51224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8" name="rc117"/>
            <p:cNvSpPr/>
            <p:nvPr/>
          </p:nvSpPr>
          <p:spPr>
            <a:xfrm>
              <a:off x="2806669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45524" y="193912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61313" y="192230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33208" y="182931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35939" y="175882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54745" y="219410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32664" y="226327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59783" y="183030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51714" y="220678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45210" y="182311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56773" y="166323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216693" y="18416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69800" y="188422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92732" y="132496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86579" y="182270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04860" y="140799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201236" y="173244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194146" y="167316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92368" y="192701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179214" y="183612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80679" y="209208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09623" y="210589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87216" y="202821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72691" y="226918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95343" y="214333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209295" y="219019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207723" y="201737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186089" y="211203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174892" y="186192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66852" y="146559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68834" y="193316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52562" y="165855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65968" y="191542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47912" y="173838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61860" y="191366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61480" y="142341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50046" y="173069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42081" y="180963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49489" y="204839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52353" y="18185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27102" y="130105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60598" y="167257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32422" y="19143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49911" y="192398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34085" y="204297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54824" y="224385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64137" y="211222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44344" y="207296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34524" y="171122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878787" y="166026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02600" y="156720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90738" y="179977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88615" y="188233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76112" y="227486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76426" y="188231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22208" y="22727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99124" y="181321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80529" y="189393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17426" y="21699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95607" y="175463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83032" y="120983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15627" y="195505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01982" y="16589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76262" y="170078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13858" y="156593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92363" y="176473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13443" y="158316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08696" y="196701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77605" y="173107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915097" y="192351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894192" y="215814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894709" y="137892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913208" y="16451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2868592" y="1697327"/>
              <a:ext cx="1057528" cy="166678"/>
            </a:xfrm>
            <a:custGeom>
              <a:avLst/>
              <a:pathLst>
                <a:path w="1057528" h="166678">
                  <a:moveTo>
                    <a:pt x="0" y="166678"/>
                  </a:moveTo>
                  <a:lnTo>
                    <a:pt x="67909" y="155974"/>
                  </a:lnTo>
                  <a:lnTo>
                    <a:pt x="127809" y="146534"/>
                  </a:lnTo>
                  <a:lnTo>
                    <a:pt x="181391" y="138088"/>
                  </a:lnTo>
                  <a:lnTo>
                    <a:pt x="229863" y="130449"/>
                  </a:lnTo>
                  <a:lnTo>
                    <a:pt x="274114" y="123474"/>
                  </a:lnTo>
                  <a:lnTo>
                    <a:pt x="314820" y="117058"/>
                  </a:lnTo>
                  <a:lnTo>
                    <a:pt x="352509" y="111118"/>
                  </a:lnTo>
                  <a:lnTo>
                    <a:pt x="387596" y="105588"/>
                  </a:lnTo>
                  <a:lnTo>
                    <a:pt x="420418" y="100415"/>
                  </a:lnTo>
                  <a:lnTo>
                    <a:pt x="451250" y="95556"/>
                  </a:lnTo>
                  <a:lnTo>
                    <a:pt x="480318" y="90974"/>
                  </a:lnTo>
                  <a:lnTo>
                    <a:pt x="507815" y="86640"/>
                  </a:lnTo>
                  <a:lnTo>
                    <a:pt x="533901" y="82529"/>
                  </a:lnTo>
                  <a:lnTo>
                    <a:pt x="558714" y="78618"/>
                  </a:lnTo>
                  <a:lnTo>
                    <a:pt x="582372" y="74889"/>
                  </a:lnTo>
                  <a:lnTo>
                    <a:pt x="604979" y="71326"/>
                  </a:lnTo>
                  <a:lnTo>
                    <a:pt x="626623" y="67915"/>
                  </a:lnTo>
                  <a:lnTo>
                    <a:pt x="647384" y="64643"/>
                  </a:lnTo>
                  <a:lnTo>
                    <a:pt x="667330" y="61499"/>
                  </a:lnTo>
                  <a:lnTo>
                    <a:pt x="686523" y="58474"/>
                  </a:lnTo>
                  <a:lnTo>
                    <a:pt x="705018" y="55559"/>
                  </a:lnTo>
                  <a:lnTo>
                    <a:pt x="722865" y="52746"/>
                  </a:lnTo>
                  <a:lnTo>
                    <a:pt x="740106" y="50029"/>
                  </a:lnTo>
                  <a:lnTo>
                    <a:pt x="756781" y="47400"/>
                  </a:lnTo>
                  <a:lnTo>
                    <a:pt x="772928" y="44856"/>
                  </a:lnTo>
                  <a:lnTo>
                    <a:pt x="788577" y="42389"/>
                  </a:lnTo>
                  <a:lnTo>
                    <a:pt x="803759" y="39996"/>
                  </a:lnTo>
                  <a:lnTo>
                    <a:pt x="818501" y="37673"/>
                  </a:lnTo>
                  <a:lnTo>
                    <a:pt x="832828" y="35415"/>
                  </a:lnTo>
                  <a:lnTo>
                    <a:pt x="846762" y="33219"/>
                  </a:lnTo>
                  <a:lnTo>
                    <a:pt x="860324" y="31081"/>
                  </a:lnTo>
                  <a:lnTo>
                    <a:pt x="873535" y="28999"/>
                  </a:lnTo>
                  <a:lnTo>
                    <a:pt x="886410" y="26970"/>
                  </a:lnTo>
                  <a:lnTo>
                    <a:pt x="898968" y="24990"/>
                  </a:lnTo>
                  <a:lnTo>
                    <a:pt x="911223" y="23059"/>
                  </a:lnTo>
                  <a:lnTo>
                    <a:pt x="923190" y="21173"/>
                  </a:lnTo>
                  <a:lnTo>
                    <a:pt x="934882" y="19330"/>
                  </a:lnTo>
                  <a:lnTo>
                    <a:pt x="946311" y="17529"/>
                  </a:lnTo>
                  <a:lnTo>
                    <a:pt x="957488" y="15767"/>
                  </a:lnTo>
                  <a:lnTo>
                    <a:pt x="968425" y="14043"/>
                  </a:lnTo>
                  <a:lnTo>
                    <a:pt x="979132" y="12355"/>
                  </a:lnTo>
                  <a:lnTo>
                    <a:pt x="989619" y="10703"/>
                  </a:lnTo>
                  <a:lnTo>
                    <a:pt x="999893" y="9083"/>
                  </a:lnTo>
                  <a:lnTo>
                    <a:pt x="1009964" y="7496"/>
                  </a:lnTo>
                  <a:lnTo>
                    <a:pt x="1019839" y="5940"/>
                  </a:lnTo>
                  <a:lnTo>
                    <a:pt x="1029527" y="4413"/>
                  </a:lnTo>
                  <a:lnTo>
                    <a:pt x="1039033" y="2915"/>
                  </a:lnTo>
                  <a:lnTo>
                    <a:pt x="1048364" y="1444"/>
                  </a:lnTo>
                  <a:lnTo>
                    <a:pt x="105752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868592" y="1437772"/>
              <a:ext cx="1057528" cy="282152"/>
            </a:xfrm>
            <a:custGeom>
              <a:avLst/>
              <a:pathLst>
                <a:path w="1057528" h="282152">
                  <a:moveTo>
                    <a:pt x="0" y="282152"/>
                  </a:moveTo>
                  <a:lnTo>
                    <a:pt x="67909" y="264034"/>
                  </a:lnTo>
                  <a:lnTo>
                    <a:pt x="127809" y="248052"/>
                  </a:lnTo>
                  <a:lnTo>
                    <a:pt x="181391" y="233756"/>
                  </a:lnTo>
                  <a:lnTo>
                    <a:pt x="229863" y="220824"/>
                  </a:lnTo>
                  <a:lnTo>
                    <a:pt x="274114" y="209018"/>
                  </a:lnTo>
                  <a:lnTo>
                    <a:pt x="314820" y="198157"/>
                  </a:lnTo>
                  <a:lnTo>
                    <a:pt x="352509" y="188101"/>
                  </a:lnTo>
                  <a:lnTo>
                    <a:pt x="387596" y="178740"/>
                  </a:lnTo>
                  <a:lnTo>
                    <a:pt x="420418" y="169983"/>
                  </a:lnTo>
                  <a:lnTo>
                    <a:pt x="451250" y="161757"/>
                  </a:lnTo>
                  <a:lnTo>
                    <a:pt x="480318" y="154001"/>
                  </a:lnTo>
                  <a:lnTo>
                    <a:pt x="507815" y="146665"/>
                  </a:lnTo>
                  <a:lnTo>
                    <a:pt x="533901" y="139705"/>
                  </a:lnTo>
                  <a:lnTo>
                    <a:pt x="558714" y="133085"/>
                  </a:lnTo>
                  <a:lnTo>
                    <a:pt x="582372" y="126773"/>
                  </a:lnTo>
                  <a:lnTo>
                    <a:pt x="604979" y="120741"/>
                  </a:lnTo>
                  <a:lnTo>
                    <a:pt x="626623" y="114967"/>
                  </a:lnTo>
                  <a:lnTo>
                    <a:pt x="647384" y="109428"/>
                  </a:lnTo>
                  <a:lnTo>
                    <a:pt x="667330" y="104106"/>
                  </a:lnTo>
                  <a:lnTo>
                    <a:pt x="686523" y="98985"/>
                  </a:lnTo>
                  <a:lnTo>
                    <a:pt x="705018" y="94050"/>
                  </a:lnTo>
                  <a:lnTo>
                    <a:pt x="722865" y="89289"/>
                  </a:lnTo>
                  <a:lnTo>
                    <a:pt x="740106" y="84689"/>
                  </a:lnTo>
                  <a:lnTo>
                    <a:pt x="756781" y="80240"/>
                  </a:lnTo>
                  <a:lnTo>
                    <a:pt x="772928" y="75932"/>
                  </a:lnTo>
                  <a:lnTo>
                    <a:pt x="788577" y="71757"/>
                  </a:lnTo>
                  <a:lnTo>
                    <a:pt x="803759" y="67706"/>
                  </a:lnTo>
                  <a:lnTo>
                    <a:pt x="818501" y="63773"/>
                  </a:lnTo>
                  <a:lnTo>
                    <a:pt x="832828" y="59950"/>
                  </a:lnTo>
                  <a:lnTo>
                    <a:pt x="846762" y="56233"/>
                  </a:lnTo>
                  <a:lnTo>
                    <a:pt x="860324" y="52614"/>
                  </a:lnTo>
                  <a:lnTo>
                    <a:pt x="873535" y="49090"/>
                  </a:lnTo>
                  <a:lnTo>
                    <a:pt x="886410" y="45654"/>
                  </a:lnTo>
                  <a:lnTo>
                    <a:pt x="898968" y="42304"/>
                  </a:lnTo>
                  <a:lnTo>
                    <a:pt x="911223" y="39034"/>
                  </a:lnTo>
                  <a:lnTo>
                    <a:pt x="923190" y="35841"/>
                  </a:lnTo>
                  <a:lnTo>
                    <a:pt x="934882" y="32722"/>
                  </a:lnTo>
                  <a:lnTo>
                    <a:pt x="946311" y="29673"/>
                  </a:lnTo>
                  <a:lnTo>
                    <a:pt x="957488" y="26691"/>
                  </a:lnTo>
                  <a:lnTo>
                    <a:pt x="968425" y="23772"/>
                  </a:lnTo>
                  <a:lnTo>
                    <a:pt x="979132" y="20916"/>
                  </a:lnTo>
                  <a:lnTo>
                    <a:pt x="989619" y="18118"/>
                  </a:lnTo>
                  <a:lnTo>
                    <a:pt x="999893" y="15377"/>
                  </a:lnTo>
                  <a:lnTo>
                    <a:pt x="1009964" y="12690"/>
                  </a:lnTo>
                  <a:lnTo>
                    <a:pt x="1019839" y="10055"/>
                  </a:lnTo>
                  <a:lnTo>
                    <a:pt x="1029527" y="7470"/>
                  </a:lnTo>
                  <a:lnTo>
                    <a:pt x="1039033" y="4934"/>
                  </a:lnTo>
                  <a:lnTo>
                    <a:pt x="1048364" y="2444"/>
                  </a:lnTo>
                  <a:lnTo>
                    <a:pt x="105752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68592" y="1773111"/>
              <a:ext cx="1057528" cy="50405"/>
            </a:xfrm>
            <a:custGeom>
              <a:avLst/>
              <a:pathLst>
                <a:path w="1057528" h="50405">
                  <a:moveTo>
                    <a:pt x="0" y="50405"/>
                  </a:moveTo>
                  <a:lnTo>
                    <a:pt x="67909" y="47168"/>
                  </a:lnTo>
                  <a:lnTo>
                    <a:pt x="127809" y="44313"/>
                  </a:lnTo>
                  <a:lnTo>
                    <a:pt x="181391" y="41759"/>
                  </a:lnTo>
                  <a:lnTo>
                    <a:pt x="229863" y="39449"/>
                  </a:lnTo>
                  <a:lnTo>
                    <a:pt x="274114" y="37340"/>
                  </a:lnTo>
                  <a:lnTo>
                    <a:pt x="314820" y="35400"/>
                  </a:lnTo>
                  <a:lnTo>
                    <a:pt x="352509" y="33603"/>
                  </a:lnTo>
                  <a:lnTo>
                    <a:pt x="387596" y="31931"/>
                  </a:lnTo>
                  <a:lnTo>
                    <a:pt x="420418" y="30367"/>
                  </a:lnTo>
                  <a:lnTo>
                    <a:pt x="451250" y="28897"/>
                  </a:lnTo>
                  <a:lnTo>
                    <a:pt x="480318" y="27511"/>
                  </a:lnTo>
                  <a:lnTo>
                    <a:pt x="507815" y="26201"/>
                  </a:lnTo>
                  <a:lnTo>
                    <a:pt x="533901" y="24958"/>
                  </a:lnTo>
                  <a:lnTo>
                    <a:pt x="558714" y="23775"/>
                  </a:lnTo>
                  <a:lnTo>
                    <a:pt x="582372" y="22647"/>
                  </a:lnTo>
                  <a:lnTo>
                    <a:pt x="604979" y="21570"/>
                  </a:lnTo>
                  <a:lnTo>
                    <a:pt x="626623" y="20538"/>
                  </a:lnTo>
                  <a:lnTo>
                    <a:pt x="647384" y="19549"/>
                  </a:lnTo>
                  <a:lnTo>
                    <a:pt x="667330" y="18598"/>
                  </a:lnTo>
                  <a:lnTo>
                    <a:pt x="686523" y="17683"/>
                  </a:lnTo>
                  <a:lnTo>
                    <a:pt x="705018" y="16801"/>
                  </a:lnTo>
                  <a:lnTo>
                    <a:pt x="722865" y="15951"/>
                  </a:lnTo>
                  <a:lnTo>
                    <a:pt x="740106" y="15129"/>
                  </a:lnTo>
                  <a:lnTo>
                    <a:pt x="756781" y="14334"/>
                  </a:lnTo>
                  <a:lnTo>
                    <a:pt x="772928" y="13565"/>
                  </a:lnTo>
                  <a:lnTo>
                    <a:pt x="788577" y="12819"/>
                  </a:lnTo>
                  <a:lnTo>
                    <a:pt x="803759" y="12095"/>
                  </a:lnTo>
                  <a:lnTo>
                    <a:pt x="818501" y="11392"/>
                  </a:lnTo>
                  <a:lnTo>
                    <a:pt x="832828" y="10710"/>
                  </a:lnTo>
                  <a:lnTo>
                    <a:pt x="846762" y="10045"/>
                  </a:lnTo>
                  <a:lnTo>
                    <a:pt x="860324" y="9399"/>
                  </a:lnTo>
                  <a:lnTo>
                    <a:pt x="873535" y="8769"/>
                  </a:lnTo>
                  <a:lnTo>
                    <a:pt x="886410" y="8156"/>
                  </a:lnTo>
                  <a:lnTo>
                    <a:pt x="898968" y="7557"/>
                  </a:lnTo>
                  <a:lnTo>
                    <a:pt x="911223" y="6973"/>
                  </a:lnTo>
                  <a:lnTo>
                    <a:pt x="923190" y="6403"/>
                  </a:lnTo>
                  <a:lnTo>
                    <a:pt x="934882" y="5845"/>
                  </a:lnTo>
                  <a:lnTo>
                    <a:pt x="946311" y="5301"/>
                  </a:lnTo>
                  <a:lnTo>
                    <a:pt x="957488" y="4768"/>
                  </a:lnTo>
                  <a:lnTo>
                    <a:pt x="968425" y="4246"/>
                  </a:lnTo>
                  <a:lnTo>
                    <a:pt x="979132" y="3736"/>
                  </a:lnTo>
                  <a:lnTo>
                    <a:pt x="989619" y="3236"/>
                  </a:lnTo>
                  <a:lnTo>
                    <a:pt x="999893" y="2747"/>
                  </a:lnTo>
                  <a:lnTo>
                    <a:pt x="1009964" y="2267"/>
                  </a:lnTo>
                  <a:lnTo>
                    <a:pt x="1019839" y="1796"/>
                  </a:lnTo>
                  <a:lnTo>
                    <a:pt x="1029527" y="1334"/>
                  </a:lnTo>
                  <a:lnTo>
                    <a:pt x="1039033" y="881"/>
                  </a:lnTo>
                  <a:lnTo>
                    <a:pt x="1048364" y="436"/>
                  </a:lnTo>
                  <a:lnTo>
                    <a:pt x="105752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68592" y="1695653"/>
              <a:ext cx="1057528" cy="431641"/>
            </a:xfrm>
            <a:custGeom>
              <a:avLst/>
              <a:pathLst>
                <a:path w="1057528" h="431641">
                  <a:moveTo>
                    <a:pt x="0" y="431641"/>
                  </a:moveTo>
                  <a:lnTo>
                    <a:pt x="67909" y="403923"/>
                  </a:lnTo>
                  <a:lnTo>
                    <a:pt x="127809" y="379474"/>
                  </a:lnTo>
                  <a:lnTo>
                    <a:pt x="181391" y="357604"/>
                  </a:lnTo>
                  <a:lnTo>
                    <a:pt x="229863" y="337820"/>
                  </a:lnTo>
                  <a:lnTo>
                    <a:pt x="274114" y="319758"/>
                  </a:lnTo>
                  <a:lnTo>
                    <a:pt x="314820" y="303143"/>
                  </a:lnTo>
                  <a:lnTo>
                    <a:pt x="352509" y="287760"/>
                  </a:lnTo>
                  <a:lnTo>
                    <a:pt x="387596" y="273439"/>
                  </a:lnTo>
                  <a:lnTo>
                    <a:pt x="420418" y="260043"/>
                  </a:lnTo>
                  <a:lnTo>
                    <a:pt x="451250" y="247458"/>
                  </a:lnTo>
                  <a:lnTo>
                    <a:pt x="480318" y="235594"/>
                  </a:lnTo>
                  <a:lnTo>
                    <a:pt x="507815" y="224371"/>
                  </a:lnTo>
                  <a:lnTo>
                    <a:pt x="533901" y="213723"/>
                  </a:lnTo>
                  <a:lnTo>
                    <a:pt x="558714" y="203596"/>
                  </a:lnTo>
                  <a:lnTo>
                    <a:pt x="582372" y="193939"/>
                  </a:lnTo>
                  <a:lnTo>
                    <a:pt x="604979" y="184712"/>
                  </a:lnTo>
                  <a:lnTo>
                    <a:pt x="626623" y="175878"/>
                  </a:lnTo>
                  <a:lnTo>
                    <a:pt x="647384" y="167404"/>
                  </a:lnTo>
                  <a:lnTo>
                    <a:pt x="667330" y="159263"/>
                  </a:lnTo>
                  <a:lnTo>
                    <a:pt x="686523" y="151429"/>
                  </a:lnTo>
                  <a:lnTo>
                    <a:pt x="705018" y="143880"/>
                  </a:lnTo>
                  <a:lnTo>
                    <a:pt x="722865" y="136596"/>
                  </a:lnTo>
                  <a:lnTo>
                    <a:pt x="740106" y="129559"/>
                  </a:lnTo>
                  <a:lnTo>
                    <a:pt x="756781" y="122752"/>
                  </a:lnTo>
                  <a:lnTo>
                    <a:pt x="772928" y="116162"/>
                  </a:lnTo>
                  <a:lnTo>
                    <a:pt x="788577" y="109775"/>
                  </a:lnTo>
                  <a:lnTo>
                    <a:pt x="803759" y="103578"/>
                  </a:lnTo>
                  <a:lnTo>
                    <a:pt x="818501" y="97561"/>
                  </a:lnTo>
                  <a:lnTo>
                    <a:pt x="832828" y="91713"/>
                  </a:lnTo>
                  <a:lnTo>
                    <a:pt x="846762" y="86026"/>
                  </a:lnTo>
                  <a:lnTo>
                    <a:pt x="860324" y="80490"/>
                  </a:lnTo>
                  <a:lnTo>
                    <a:pt x="873535" y="75098"/>
                  </a:lnTo>
                  <a:lnTo>
                    <a:pt x="886410" y="69843"/>
                  </a:lnTo>
                  <a:lnTo>
                    <a:pt x="898968" y="64717"/>
                  </a:lnTo>
                  <a:lnTo>
                    <a:pt x="911223" y="59715"/>
                  </a:lnTo>
                  <a:lnTo>
                    <a:pt x="923190" y="54831"/>
                  </a:lnTo>
                  <a:lnTo>
                    <a:pt x="934882" y="50059"/>
                  </a:lnTo>
                  <a:lnTo>
                    <a:pt x="946311" y="45394"/>
                  </a:lnTo>
                  <a:lnTo>
                    <a:pt x="957488" y="40832"/>
                  </a:lnTo>
                  <a:lnTo>
                    <a:pt x="968425" y="36368"/>
                  </a:lnTo>
                  <a:lnTo>
                    <a:pt x="979132" y="31997"/>
                  </a:lnTo>
                  <a:lnTo>
                    <a:pt x="989619" y="27717"/>
                  </a:lnTo>
                  <a:lnTo>
                    <a:pt x="999893" y="23524"/>
                  </a:lnTo>
                  <a:lnTo>
                    <a:pt x="1009964" y="19413"/>
                  </a:lnTo>
                  <a:lnTo>
                    <a:pt x="1019839" y="15383"/>
                  </a:lnTo>
                  <a:lnTo>
                    <a:pt x="1029527" y="11429"/>
                  </a:lnTo>
                  <a:lnTo>
                    <a:pt x="1039033" y="7549"/>
                  </a:lnTo>
                  <a:lnTo>
                    <a:pt x="1048364" y="3740"/>
                  </a:lnTo>
                  <a:lnTo>
                    <a:pt x="105752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68592" y="2040754"/>
              <a:ext cx="1057528" cy="215495"/>
            </a:xfrm>
            <a:custGeom>
              <a:avLst/>
              <a:pathLst>
                <a:path w="1057528" h="215495">
                  <a:moveTo>
                    <a:pt x="0" y="215495"/>
                  </a:moveTo>
                  <a:lnTo>
                    <a:pt x="67909" y="201657"/>
                  </a:lnTo>
                  <a:lnTo>
                    <a:pt x="127809" y="189451"/>
                  </a:lnTo>
                  <a:lnTo>
                    <a:pt x="181391" y="178532"/>
                  </a:lnTo>
                  <a:lnTo>
                    <a:pt x="229863" y="168655"/>
                  </a:lnTo>
                  <a:lnTo>
                    <a:pt x="274114" y="159638"/>
                  </a:lnTo>
                  <a:lnTo>
                    <a:pt x="314820" y="151343"/>
                  </a:lnTo>
                  <a:lnTo>
                    <a:pt x="352509" y="143663"/>
                  </a:lnTo>
                  <a:lnTo>
                    <a:pt x="387596" y="136513"/>
                  </a:lnTo>
                  <a:lnTo>
                    <a:pt x="420418" y="129825"/>
                  </a:lnTo>
                  <a:lnTo>
                    <a:pt x="451250" y="123542"/>
                  </a:lnTo>
                  <a:lnTo>
                    <a:pt x="480318" y="117619"/>
                  </a:lnTo>
                  <a:lnTo>
                    <a:pt x="507815" y="112016"/>
                  </a:lnTo>
                  <a:lnTo>
                    <a:pt x="533901" y="106700"/>
                  </a:lnTo>
                  <a:lnTo>
                    <a:pt x="558714" y="101644"/>
                  </a:lnTo>
                  <a:lnTo>
                    <a:pt x="582372" y="96823"/>
                  </a:lnTo>
                  <a:lnTo>
                    <a:pt x="604979" y="92217"/>
                  </a:lnTo>
                  <a:lnTo>
                    <a:pt x="626623" y="87806"/>
                  </a:lnTo>
                  <a:lnTo>
                    <a:pt x="647384" y="83576"/>
                  </a:lnTo>
                  <a:lnTo>
                    <a:pt x="667330" y="79511"/>
                  </a:lnTo>
                  <a:lnTo>
                    <a:pt x="686523" y="75600"/>
                  </a:lnTo>
                  <a:lnTo>
                    <a:pt x="705018" y="71831"/>
                  </a:lnTo>
                  <a:lnTo>
                    <a:pt x="722865" y="68195"/>
                  </a:lnTo>
                  <a:lnTo>
                    <a:pt x="740106" y="64681"/>
                  </a:lnTo>
                  <a:lnTo>
                    <a:pt x="756781" y="61283"/>
                  </a:lnTo>
                  <a:lnTo>
                    <a:pt x="772928" y="57993"/>
                  </a:lnTo>
                  <a:lnTo>
                    <a:pt x="788577" y="54804"/>
                  </a:lnTo>
                  <a:lnTo>
                    <a:pt x="803759" y="51711"/>
                  </a:lnTo>
                  <a:lnTo>
                    <a:pt x="818501" y="48707"/>
                  </a:lnTo>
                  <a:lnTo>
                    <a:pt x="832828" y="45787"/>
                  </a:lnTo>
                  <a:lnTo>
                    <a:pt x="846762" y="42948"/>
                  </a:lnTo>
                  <a:lnTo>
                    <a:pt x="860324" y="40184"/>
                  </a:lnTo>
                  <a:lnTo>
                    <a:pt x="873535" y="37492"/>
                  </a:lnTo>
                  <a:lnTo>
                    <a:pt x="886410" y="34869"/>
                  </a:lnTo>
                  <a:lnTo>
                    <a:pt x="898968" y="32310"/>
                  </a:lnTo>
                  <a:lnTo>
                    <a:pt x="911223" y="29812"/>
                  </a:lnTo>
                  <a:lnTo>
                    <a:pt x="923190" y="27374"/>
                  </a:lnTo>
                  <a:lnTo>
                    <a:pt x="934882" y="24991"/>
                  </a:lnTo>
                  <a:lnTo>
                    <a:pt x="946311" y="22663"/>
                  </a:lnTo>
                  <a:lnTo>
                    <a:pt x="957488" y="20385"/>
                  </a:lnTo>
                  <a:lnTo>
                    <a:pt x="968425" y="18156"/>
                  </a:lnTo>
                  <a:lnTo>
                    <a:pt x="979132" y="15974"/>
                  </a:lnTo>
                  <a:lnTo>
                    <a:pt x="989619" y="13838"/>
                  </a:lnTo>
                  <a:lnTo>
                    <a:pt x="999893" y="11744"/>
                  </a:lnTo>
                  <a:lnTo>
                    <a:pt x="1009964" y="9692"/>
                  </a:lnTo>
                  <a:lnTo>
                    <a:pt x="1019839" y="7679"/>
                  </a:lnTo>
                  <a:lnTo>
                    <a:pt x="1029527" y="5705"/>
                  </a:lnTo>
                  <a:lnTo>
                    <a:pt x="1039033" y="3768"/>
                  </a:lnTo>
                  <a:lnTo>
                    <a:pt x="1048364" y="1867"/>
                  </a:lnTo>
                  <a:lnTo>
                    <a:pt x="105752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68592" y="2187665"/>
              <a:ext cx="1057528" cy="6701"/>
            </a:xfrm>
            <a:custGeom>
              <a:avLst/>
              <a:pathLst>
                <a:path w="1057528" h="6701">
                  <a:moveTo>
                    <a:pt x="0" y="6701"/>
                  </a:moveTo>
                  <a:lnTo>
                    <a:pt x="67909" y="6271"/>
                  </a:lnTo>
                  <a:lnTo>
                    <a:pt x="127809" y="5891"/>
                  </a:lnTo>
                  <a:lnTo>
                    <a:pt x="181391" y="5552"/>
                  </a:lnTo>
                  <a:lnTo>
                    <a:pt x="229863" y="5244"/>
                  </a:lnTo>
                  <a:lnTo>
                    <a:pt x="274114" y="4964"/>
                  </a:lnTo>
                  <a:lnTo>
                    <a:pt x="314820" y="4706"/>
                  </a:lnTo>
                  <a:lnTo>
                    <a:pt x="352509" y="4467"/>
                  </a:lnTo>
                  <a:lnTo>
                    <a:pt x="387596" y="4245"/>
                  </a:lnTo>
                  <a:lnTo>
                    <a:pt x="420418" y="4037"/>
                  </a:lnTo>
                  <a:lnTo>
                    <a:pt x="451250" y="3841"/>
                  </a:lnTo>
                  <a:lnTo>
                    <a:pt x="480318" y="3657"/>
                  </a:lnTo>
                  <a:lnTo>
                    <a:pt x="507815" y="3483"/>
                  </a:lnTo>
                  <a:lnTo>
                    <a:pt x="533901" y="3318"/>
                  </a:lnTo>
                  <a:lnTo>
                    <a:pt x="558714" y="3160"/>
                  </a:lnTo>
                  <a:lnTo>
                    <a:pt x="582372" y="3011"/>
                  </a:lnTo>
                  <a:lnTo>
                    <a:pt x="604979" y="2867"/>
                  </a:lnTo>
                  <a:lnTo>
                    <a:pt x="626623" y="2730"/>
                  </a:lnTo>
                  <a:lnTo>
                    <a:pt x="647384" y="2599"/>
                  </a:lnTo>
                  <a:lnTo>
                    <a:pt x="667330" y="2472"/>
                  </a:lnTo>
                  <a:lnTo>
                    <a:pt x="686523" y="2351"/>
                  </a:lnTo>
                  <a:lnTo>
                    <a:pt x="705018" y="2233"/>
                  </a:lnTo>
                  <a:lnTo>
                    <a:pt x="722865" y="2120"/>
                  </a:lnTo>
                  <a:lnTo>
                    <a:pt x="740106" y="2011"/>
                  </a:lnTo>
                  <a:lnTo>
                    <a:pt x="756781" y="1905"/>
                  </a:lnTo>
                  <a:lnTo>
                    <a:pt x="772928" y="1803"/>
                  </a:lnTo>
                  <a:lnTo>
                    <a:pt x="788577" y="1704"/>
                  </a:lnTo>
                  <a:lnTo>
                    <a:pt x="803759" y="1608"/>
                  </a:lnTo>
                  <a:lnTo>
                    <a:pt x="818501" y="1514"/>
                  </a:lnTo>
                  <a:lnTo>
                    <a:pt x="832828" y="1423"/>
                  </a:lnTo>
                  <a:lnTo>
                    <a:pt x="846762" y="1335"/>
                  </a:lnTo>
                  <a:lnTo>
                    <a:pt x="860324" y="1249"/>
                  </a:lnTo>
                  <a:lnTo>
                    <a:pt x="873535" y="1165"/>
                  </a:lnTo>
                  <a:lnTo>
                    <a:pt x="886410" y="1084"/>
                  </a:lnTo>
                  <a:lnTo>
                    <a:pt x="898968" y="1004"/>
                  </a:lnTo>
                  <a:lnTo>
                    <a:pt x="911223" y="927"/>
                  </a:lnTo>
                  <a:lnTo>
                    <a:pt x="923190" y="851"/>
                  </a:lnTo>
                  <a:lnTo>
                    <a:pt x="934882" y="777"/>
                  </a:lnTo>
                  <a:lnTo>
                    <a:pt x="946311" y="704"/>
                  </a:lnTo>
                  <a:lnTo>
                    <a:pt x="957488" y="633"/>
                  </a:lnTo>
                  <a:lnTo>
                    <a:pt x="968425" y="564"/>
                  </a:lnTo>
                  <a:lnTo>
                    <a:pt x="979132" y="496"/>
                  </a:lnTo>
                  <a:lnTo>
                    <a:pt x="989619" y="430"/>
                  </a:lnTo>
                  <a:lnTo>
                    <a:pt x="999893" y="365"/>
                  </a:lnTo>
                  <a:lnTo>
                    <a:pt x="1009964" y="301"/>
                  </a:lnTo>
                  <a:lnTo>
                    <a:pt x="1019839" y="238"/>
                  </a:lnTo>
                  <a:lnTo>
                    <a:pt x="1029527" y="177"/>
                  </a:lnTo>
                  <a:lnTo>
                    <a:pt x="1039033" y="117"/>
                  </a:lnTo>
                  <a:lnTo>
                    <a:pt x="1048364" y="58"/>
                  </a:lnTo>
                  <a:lnTo>
                    <a:pt x="105752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68592" y="1726756"/>
              <a:ext cx="1057528" cy="80991"/>
            </a:xfrm>
            <a:custGeom>
              <a:avLst/>
              <a:pathLst>
                <a:path w="1057528" h="80991">
                  <a:moveTo>
                    <a:pt x="0" y="0"/>
                  </a:moveTo>
                  <a:lnTo>
                    <a:pt x="67909" y="5200"/>
                  </a:lnTo>
                  <a:lnTo>
                    <a:pt x="127809" y="9788"/>
                  </a:lnTo>
                  <a:lnTo>
                    <a:pt x="181391" y="13892"/>
                  </a:lnTo>
                  <a:lnTo>
                    <a:pt x="229863" y="17604"/>
                  </a:lnTo>
                  <a:lnTo>
                    <a:pt x="274114" y="20993"/>
                  </a:lnTo>
                  <a:lnTo>
                    <a:pt x="314820" y="24110"/>
                  </a:lnTo>
                  <a:lnTo>
                    <a:pt x="352509" y="26997"/>
                  </a:lnTo>
                  <a:lnTo>
                    <a:pt x="387596" y="29684"/>
                  </a:lnTo>
                  <a:lnTo>
                    <a:pt x="420418" y="32198"/>
                  </a:lnTo>
                  <a:lnTo>
                    <a:pt x="451250" y="34559"/>
                  </a:lnTo>
                  <a:lnTo>
                    <a:pt x="480318" y="36785"/>
                  </a:lnTo>
                  <a:lnTo>
                    <a:pt x="507815" y="38891"/>
                  </a:lnTo>
                  <a:lnTo>
                    <a:pt x="533901" y="40889"/>
                  </a:lnTo>
                  <a:lnTo>
                    <a:pt x="558714" y="42789"/>
                  </a:lnTo>
                  <a:lnTo>
                    <a:pt x="582372" y="44601"/>
                  </a:lnTo>
                  <a:lnTo>
                    <a:pt x="604979" y="46332"/>
                  </a:lnTo>
                  <a:lnTo>
                    <a:pt x="626623" y="47990"/>
                  </a:lnTo>
                  <a:lnTo>
                    <a:pt x="647384" y="49580"/>
                  </a:lnTo>
                  <a:lnTo>
                    <a:pt x="667330" y="51108"/>
                  </a:lnTo>
                  <a:lnTo>
                    <a:pt x="686523" y="52578"/>
                  </a:lnTo>
                  <a:lnTo>
                    <a:pt x="705018" y="53994"/>
                  </a:lnTo>
                  <a:lnTo>
                    <a:pt x="722865" y="55361"/>
                  </a:lnTo>
                  <a:lnTo>
                    <a:pt x="740106" y="56681"/>
                  </a:lnTo>
                  <a:lnTo>
                    <a:pt x="756781" y="57958"/>
                  </a:lnTo>
                  <a:lnTo>
                    <a:pt x="772928" y="59195"/>
                  </a:lnTo>
                  <a:lnTo>
                    <a:pt x="788577" y="60394"/>
                  </a:lnTo>
                  <a:lnTo>
                    <a:pt x="803759" y="61556"/>
                  </a:lnTo>
                  <a:lnTo>
                    <a:pt x="818501" y="62685"/>
                  </a:lnTo>
                  <a:lnTo>
                    <a:pt x="832828" y="63783"/>
                  </a:lnTo>
                  <a:lnTo>
                    <a:pt x="846762" y="64850"/>
                  </a:lnTo>
                  <a:lnTo>
                    <a:pt x="860324" y="65888"/>
                  </a:lnTo>
                  <a:lnTo>
                    <a:pt x="873535" y="66900"/>
                  </a:lnTo>
                  <a:lnTo>
                    <a:pt x="886410" y="67886"/>
                  </a:lnTo>
                  <a:lnTo>
                    <a:pt x="898968" y="68848"/>
                  </a:lnTo>
                  <a:lnTo>
                    <a:pt x="911223" y="69787"/>
                  </a:lnTo>
                  <a:lnTo>
                    <a:pt x="923190" y="70703"/>
                  </a:lnTo>
                  <a:lnTo>
                    <a:pt x="934882" y="71598"/>
                  </a:lnTo>
                  <a:lnTo>
                    <a:pt x="946311" y="72474"/>
                  </a:lnTo>
                  <a:lnTo>
                    <a:pt x="957488" y="73330"/>
                  </a:lnTo>
                  <a:lnTo>
                    <a:pt x="968425" y="74167"/>
                  </a:lnTo>
                  <a:lnTo>
                    <a:pt x="979132" y="74987"/>
                  </a:lnTo>
                  <a:lnTo>
                    <a:pt x="989619" y="75791"/>
                  </a:lnTo>
                  <a:lnTo>
                    <a:pt x="999893" y="76577"/>
                  </a:lnTo>
                  <a:lnTo>
                    <a:pt x="1009964" y="77349"/>
                  </a:lnTo>
                  <a:lnTo>
                    <a:pt x="1019839" y="78105"/>
                  </a:lnTo>
                  <a:lnTo>
                    <a:pt x="1029527" y="78847"/>
                  </a:lnTo>
                  <a:lnTo>
                    <a:pt x="1039033" y="79575"/>
                  </a:lnTo>
                  <a:lnTo>
                    <a:pt x="1048364" y="80290"/>
                  </a:lnTo>
                  <a:lnTo>
                    <a:pt x="1057528" y="8099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868592" y="1815311"/>
              <a:ext cx="1057528" cy="144030"/>
            </a:xfrm>
            <a:custGeom>
              <a:avLst/>
              <a:pathLst>
                <a:path w="1057528" h="144030">
                  <a:moveTo>
                    <a:pt x="0" y="144030"/>
                  </a:moveTo>
                  <a:lnTo>
                    <a:pt x="67909" y="134781"/>
                  </a:lnTo>
                  <a:lnTo>
                    <a:pt x="127809" y="126623"/>
                  </a:lnTo>
                  <a:lnTo>
                    <a:pt x="181391" y="119325"/>
                  </a:lnTo>
                  <a:lnTo>
                    <a:pt x="229863" y="112723"/>
                  </a:lnTo>
                  <a:lnTo>
                    <a:pt x="274114" y="106697"/>
                  </a:lnTo>
                  <a:lnTo>
                    <a:pt x="314820" y="101153"/>
                  </a:lnTo>
                  <a:lnTo>
                    <a:pt x="352509" y="96020"/>
                  </a:lnTo>
                  <a:lnTo>
                    <a:pt x="387596" y="91241"/>
                  </a:lnTo>
                  <a:lnTo>
                    <a:pt x="420418" y="86771"/>
                  </a:lnTo>
                  <a:lnTo>
                    <a:pt x="451250" y="82572"/>
                  </a:lnTo>
                  <a:lnTo>
                    <a:pt x="480318" y="78613"/>
                  </a:lnTo>
                  <a:lnTo>
                    <a:pt x="507815" y="74868"/>
                  </a:lnTo>
                  <a:lnTo>
                    <a:pt x="533901" y="71315"/>
                  </a:lnTo>
                  <a:lnTo>
                    <a:pt x="558714" y="67936"/>
                  </a:lnTo>
                  <a:lnTo>
                    <a:pt x="582372" y="64713"/>
                  </a:lnTo>
                  <a:lnTo>
                    <a:pt x="604979" y="61635"/>
                  </a:lnTo>
                  <a:lnTo>
                    <a:pt x="626623" y="58687"/>
                  </a:lnTo>
                  <a:lnTo>
                    <a:pt x="647384" y="55859"/>
                  </a:lnTo>
                  <a:lnTo>
                    <a:pt x="667330" y="53143"/>
                  </a:lnTo>
                  <a:lnTo>
                    <a:pt x="686523" y="50529"/>
                  </a:lnTo>
                  <a:lnTo>
                    <a:pt x="705018" y="48010"/>
                  </a:lnTo>
                  <a:lnTo>
                    <a:pt x="722865" y="45579"/>
                  </a:lnTo>
                  <a:lnTo>
                    <a:pt x="740106" y="43231"/>
                  </a:lnTo>
                  <a:lnTo>
                    <a:pt x="756781" y="40960"/>
                  </a:lnTo>
                  <a:lnTo>
                    <a:pt x="772928" y="38761"/>
                  </a:lnTo>
                  <a:lnTo>
                    <a:pt x="788577" y="36629"/>
                  </a:lnTo>
                  <a:lnTo>
                    <a:pt x="803759" y="34562"/>
                  </a:lnTo>
                  <a:lnTo>
                    <a:pt x="818501" y="32554"/>
                  </a:lnTo>
                  <a:lnTo>
                    <a:pt x="832828" y="30603"/>
                  </a:lnTo>
                  <a:lnTo>
                    <a:pt x="846762" y="28705"/>
                  </a:lnTo>
                  <a:lnTo>
                    <a:pt x="860324" y="26858"/>
                  </a:lnTo>
                  <a:lnTo>
                    <a:pt x="873535" y="25058"/>
                  </a:lnTo>
                  <a:lnTo>
                    <a:pt x="886410" y="23305"/>
                  </a:lnTo>
                  <a:lnTo>
                    <a:pt x="898968" y="21595"/>
                  </a:lnTo>
                  <a:lnTo>
                    <a:pt x="911223" y="19925"/>
                  </a:lnTo>
                  <a:lnTo>
                    <a:pt x="923190" y="18296"/>
                  </a:lnTo>
                  <a:lnTo>
                    <a:pt x="934882" y="16703"/>
                  </a:lnTo>
                  <a:lnTo>
                    <a:pt x="946311" y="15147"/>
                  </a:lnTo>
                  <a:lnTo>
                    <a:pt x="957488" y="13624"/>
                  </a:lnTo>
                  <a:lnTo>
                    <a:pt x="968425" y="12135"/>
                  </a:lnTo>
                  <a:lnTo>
                    <a:pt x="979132" y="10677"/>
                  </a:lnTo>
                  <a:lnTo>
                    <a:pt x="989619" y="9248"/>
                  </a:lnTo>
                  <a:lnTo>
                    <a:pt x="999893" y="7849"/>
                  </a:lnTo>
                  <a:lnTo>
                    <a:pt x="1009964" y="6477"/>
                  </a:lnTo>
                  <a:lnTo>
                    <a:pt x="1019839" y="5133"/>
                  </a:lnTo>
                  <a:lnTo>
                    <a:pt x="1029527" y="3813"/>
                  </a:lnTo>
                  <a:lnTo>
                    <a:pt x="1039033" y="2518"/>
                  </a:lnTo>
                  <a:lnTo>
                    <a:pt x="1048364" y="1248"/>
                  </a:lnTo>
                  <a:lnTo>
                    <a:pt x="105752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68592" y="1558959"/>
              <a:ext cx="1057528" cy="330450"/>
            </a:xfrm>
            <a:custGeom>
              <a:avLst/>
              <a:pathLst>
                <a:path w="1057528" h="330450">
                  <a:moveTo>
                    <a:pt x="0" y="330450"/>
                  </a:moveTo>
                  <a:lnTo>
                    <a:pt x="67909" y="309230"/>
                  </a:lnTo>
                  <a:lnTo>
                    <a:pt x="127809" y="290513"/>
                  </a:lnTo>
                  <a:lnTo>
                    <a:pt x="181391" y="273770"/>
                  </a:lnTo>
                  <a:lnTo>
                    <a:pt x="229863" y="258624"/>
                  </a:lnTo>
                  <a:lnTo>
                    <a:pt x="274114" y="244797"/>
                  </a:lnTo>
                  <a:lnTo>
                    <a:pt x="314820" y="232077"/>
                  </a:lnTo>
                  <a:lnTo>
                    <a:pt x="352509" y="220300"/>
                  </a:lnTo>
                  <a:lnTo>
                    <a:pt x="387596" y="209336"/>
                  </a:lnTo>
                  <a:lnTo>
                    <a:pt x="420418" y="199080"/>
                  </a:lnTo>
                  <a:lnTo>
                    <a:pt x="451250" y="189446"/>
                  </a:lnTo>
                  <a:lnTo>
                    <a:pt x="480318" y="180363"/>
                  </a:lnTo>
                  <a:lnTo>
                    <a:pt x="507815" y="171771"/>
                  </a:lnTo>
                  <a:lnTo>
                    <a:pt x="533901" y="163620"/>
                  </a:lnTo>
                  <a:lnTo>
                    <a:pt x="558714" y="155866"/>
                  </a:lnTo>
                  <a:lnTo>
                    <a:pt x="582372" y="148474"/>
                  </a:lnTo>
                  <a:lnTo>
                    <a:pt x="604979" y="141410"/>
                  </a:lnTo>
                  <a:lnTo>
                    <a:pt x="626623" y="134646"/>
                  </a:lnTo>
                  <a:lnTo>
                    <a:pt x="647384" y="128159"/>
                  </a:lnTo>
                  <a:lnTo>
                    <a:pt x="667330" y="121927"/>
                  </a:lnTo>
                  <a:lnTo>
                    <a:pt x="686523" y="115929"/>
                  </a:lnTo>
                  <a:lnTo>
                    <a:pt x="705018" y="110150"/>
                  </a:lnTo>
                  <a:lnTo>
                    <a:pt x="722865" y="104573"/>
                  </a:lnTo>
                  <a:lnTo>
                    <a:pt x="740106" y="99186"/>
                  </a:lnTo>
                  <a:lnTo>
                    <a:pt x="756781" y="93975"/>
                  </a:lnTo>
                  <a:lnTo>
                    <a:pt x="772928" y="88930"/>
                  </a:lnTo>
                  <a:lnTo>
                    <a:pt x="788577" y="84040"/>
                  </a:lnTo>
                  <a:lnTo>
                    <a:pt x="803759" y="79296"/>
                  </a:lnTo>
                  <a:lnTo>
                    <a:pt x="818501" y="74689"/>
                  </a:lnTo>
                  <a:lnTo>
                    <a:pt x="832828" y="70213"/>
                  </a:lnTo>
                  <a:lnTo>
                    <a:pt x="846762" y="65859"/>
                  </a:lnTo>
                  <a:lnTo>
                    <a:pt x="860324" y="61621"/>
                  </a:lnTo>
                  <a:lnTo>
                    <a:pt x="873535" y="57493"/>
                  </a:lnTo>
                  <a:lnTo>
                    <a:pt x="886410" y="53469"/>
                  </a:lnTo>
                  <a:lnTo>
                    <a:pt x="898968" y="49545"/>
                  </a:lnTo>
                  <a:lnTo>
                    <a:pt x="911223" y="45716"/>
                  </a:lnTo>
                  <a:lnTo>
                    <a:pt x="923190" y="41977"/>
                  </a:lnTo>
                  <a:lnTo>
                    <a:pt x="934882" y="38323"/>
                  </a:lnTo>
                  <a:lnTo>
                    <a:pt x="946311" y="34752"/>
                  </a:lnTo>
                  <a:lnTo>
                    <a:pt x="957488" y="31259"/>
                  </a:lnTo>
                  <a:lnTo>
                    <a:pt x="968425" y="27842"/>
                  </a:lnTo>
                  <a:lnTo>
                    <a:pt x="979132" y="24496"/>
                  </a:lnTo>
                  <a:lnTo>
                    <a:pt x="989619" y="21219"/>
                  </a:lnTo>
                  <a:lnTo>
                    <a:pt x="999893" y="18009"/>
                  </a:lnTo>
                  <a:lnTo>
                    <a:pt x="1009964" y="14862"/>
                  </a:lnTo>
                  <a:lnTo>
                    <a:pt x="1019839" y="11776"/>
                  </a:lnTo>
                  <a:lnTo>
                    <a:pt x="1029527" y="8749"/>
                  </a:lnTo>
                  <a:lnTo>
                    <a:pt x="1039033" y="5779"/>
                  </a:lnTo>
                  <a:lnTo>
                    <a:pt x="1048364" y="2863"/>
                  </a:lnTo>
                  <a:lnTo>
                    <a:pt x="105752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868592" y="2029667"/>
              <a:ext cx="1057528" cy="14868"/>
            </a:xfrm>
            <a:custGeom>
              <a:avLst/>
              <a:pathLst>
                <a:path w="1057528" h="14868">
                  <a:moveTo>
                    <a:pt x="0" y="14868"/>
                  </a:moveTo>
                  <a:lnTo>
                    <a:pt x="67909" y="13914"/>
                  </a:lnTo>
                  <a:lnTo>
                    <a:pt x="127809" y="13071"/>
                  </a:lnTo>
                  <a:lnTo>
                    <a:pt x="181391" y="12318"/>
                  </a:lnTo>
                  <a:lnTo>
                    <a:pt x="229863" y="11637"/>
                  </a:lnTo>
                  <a:lnTo>
                    <a:pt x="274114" y="11014"/>
                  </a:lnTo>
                  <a:lnTo>
                    <a:pt x="314820" y="10442"/>
                  </a:lnTo>
                  <a:lnTo>
                    <a:pt x="352509" y="9912"/>
                  </a:lnTo>
                  <a:lnTo>
                    <a:pt x="387596" y="9419"/>
                  </a:lnTo>
                  <a:lnTo>
                    <a:pt x="420418" y="8957"/>
                  </a:lnTo>
                  <a:lnTo>
                    <a:pt x="451250" y="8524"/>
                  </a:lnTo>
                  <a:lnTo>
                    <a:pt x="480318" y="8115"/>
                  </a:lnTo>
                  <a:lnTo>
                    <a:pt x="507815" y="7729"/>
                  </a:lnTo>
                  <a:lnTo>
                    <a:pt x="533901" y="7362"/>
                  </a:lnTo>
                  <a:lnTo>
                    <a:pt x="558714" y="7013"/>
                  </a:lnTo>
                  <a:lnTo>
                    <a:pt x="582372" y="6680"/>
                  </a:lnTo>
                  <a:lnTo>
                    <a:pt x="604979" y="6362"/>
                  </a:lnTo>
                  <a:lnTo>
                    <a:pt x="626623" y="6058"/>
                  </a:lnTo>
                  <a:lnTo>
                    <a:pt x="647384" y="5766"/>
                  </a:lnTo>
                  <a:lnTo>
                    <a:pt x="667330" y="5486"/>
                  </a:lnTo>
                  <a:lnTo>
                    <a:pt x="686523" y="5216"/>
                  </a:lnTo>
                  <a:lnTo>
                    <a:pt x="705018" y="4956"/>
                  </a:lnTo>
                  <a:lnTo>
                    <a:pt x="722865" y="4705"/>
                  </a:lnTo>
                  <a:lnTo>
                    <a:pt x="740106" y="4463"/>
                  </a:lnTo>
                  <a:lnTo>
                    <a:pt x="756781" y="4228"/>
                  </a:lnTo>
                  <a:lnTo>
                    <a:pt x="772928" y="4001"/>
                  </a:lnTo>
                  <a:lnTo>
                    <a:pt x="788577" y="3781"/>
                  </a:lnTo>
                  <a:lnTo>
                    <a:pt x="803759" y="3568"/>
                  </a:lnTo>
                  <a:lnTo>
                    <a:pt x="818501" y="3360"/>
                  </a:lnTo>
                  <a:lnTo>
                    <a:pt x="832828" y="3159"/>
                  </a:lnTo>
                  <a:lnTo>
                    <a:pt x="846762" y="2963"/>
                  </a:lnTo>
                  <a:lnTo>
                    <a:pt x="860324" y="2772"/>
                  </a:lnTo>
                  <a:lnTo>
                    <a:pt x="873535" y="2586"/>
                  </a:lnTo>
                  <a:lnTo>
                    <a:pt x="886410" y="2405"/>
                  </a:lnTo>
                  <a:lnTo>
                    <a:pt x="898968" y="2229"/>
                  </a:lnTo>
                  <a:lnTo>
                    <a:pt x="911223" y="2057"/>
                  </a:lnTo>
                  <a:lnTo>
                    <a:pt x="923190" y="1888"/>
                  </a:lnTo>
                  <a:lnTo>
                    <a:pt x="934882" y="1724"/>
                  </a:lnTo>
                  <a:lnTo>
                    <a:pt x="946311" y="1563"/>
                  </a:lnTo>
                  <a:lnTo>
                    <a:pt x="957488" y="1406"/>
                  </a:lnTo>
                  <a:lnTo>
                    <a:pt x="968425" y="1252"/>
                  </a:lnTo>
                  <a:lnTo>
                    <a:pt x="979132" y="1102"/>
                  </a:lnTo>
                  <a:lnTo>
                    <a:pt x="989619" y="954"/>
                  </a:lnTo>
                  <a:lnTo>
                    <a:pt x="999893" y="810"/>
                  </a:lnTo>
                  <a:lnTo>
                    <a:pt x="1009964" y="668"/>
                  </a:lnTo>
                  <a:lnTo>
                    <a:pt x="1019839" y="529"/>
                  </a:lnTo>
                  <a:lnTo>
                    <a:pt x="1029527" y="393"/>
                  </a:lnTo>
                  <a:lnTo>
                    <a:pt x="1039033" y="260"/>
                  </a:lnTo>
                  <a:lnTo>
                    <a:pt x="1048364" y="128"/>
                  </a:lnTo>
                  <a:lnTo>
                    <a:pt x="105752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rc200"/>
            <p:cNvSpPr/>
            <p:nvPr/>
          </p:nvSpPr>
          <p:spPr>
            <a:xfrm>
              <a:off x="2806669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2806669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tx202"/>
            <p:cNvSpPr/>
            <p:nvPr/>
          </p:nvSpPr>
          <p:spPr>
            <a:xfrm rot="-5400000">
              <a:off x="2616642" y="203472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04" name="tx203"/>
            <p:cNvSpPr/>
            <p:nvPr/>
          </p:nvSpPr>
          <p:spPr>
            <a:xfrm rot="-5400000">
              <a:off x="2616642" y="166234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05" name="tx204"/>
            <p:cNvSpPr/>
            <p:nvPr/>
          </p:nvSpPr>
          <p:spPr>
            <a:xfrm rot="-5400000">
              <a:off x="2616642" y="128995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06" name="pl205"/>
            <p:cNvSpPr/>
            <p:nvPr/>
          </p:nvSpPr>
          <p:spPr>
            <a:xfrm>
              <a:off x="2775038" y="207573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775038" y="17033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2775038" y="133096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2806669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286859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3221101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1"/>
            <p:cNvSpPr/>
            <p:nvPr/>
          </p:nvSpPr>
          <p:spPr>
            <a:xfrm>
              <a:off x="357361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2"/>
            <p:cNvSpPr/>
            <p:nvPr/>
          </p:nvSpPr>
          <p:spPr>
            <a:xfrm>
              <a:off x="392612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tx213"/>
            <p:cNvSpPr/>
            <p:nvPr/>
          </p:nvSpPr>
          <p:spPr>
            <a:xfrm>
              <a:off x="2806669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5" name="rc214"/>
            <p:cNvSpPr/>
            <p:nvPr/>
          </p:nvSpPr>
          <p:spPr>
            <a:xfrm>
              <a:off x="4270675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324394" y="206864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315971" y="208930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296670" y="218987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306606" y="189341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314135" y="192379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302330" y="187516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329527" y="216196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326520" y="204249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342046" y="211987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301701" y="171632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70391" y="22266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48426" y="204034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46364" y="165289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57417" y="20499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69576" y="226958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74774" y="226536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58414" y="210277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63988" y="22382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73010" y="16380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48035" y="120983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59157" y="200328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70185" y="212031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68409" y="209555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47379" y="214685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68856" y="202231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684040" y="189653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650487" y="196452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677133" y="204606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92215" y="220816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99672" y="22204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5016064" y="211746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5008513" y="208845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5033095" y="127664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5007917" y="211468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5026191" y="165762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5034871" y="175175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94779" y="221932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025362" y="123587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008732" y="22215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027714" y="217634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002307" y="172765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996704" y="203071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003488" y="207109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036116" y="134113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990507" y="210807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014391" y="21220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019968" y="186909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020276" y="190305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38027" y="215767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44521" y="218315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39446" y="221815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71573" y="21554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86214" y="162695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40061" y="217491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71631" y="176452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68984" y="222319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70320" y="131354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67681" y="136320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48599" y="207292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77028" y="207991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79461" y="194233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43856" y="206986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51964" y="199151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47565" y="219928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352230" y="218596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56448" y="201281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80325" y="204820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70546" y="187862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358022" y="123948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5374089" y="183174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5370527" y="211983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5378291" y="17856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347236" y="2056289"/>
              <a:ext cx="1042572" cy="83779"/>
            </a:xfrm>
            <a:custGeom>
              <a:avLst/>
              <a:pathLst>
                <a:path w="1042572" h="83779">
                  <a:moveTo>
                    <a:pt x="0" y="83779"/>
                  </a:moveTo>
                  <a:lnTo>
                    <a:pt x="66948" y="78399"/>
                  </a:lnTo>
                  <a:lnTo>
                    <a:pt x="126001" y="73654"/>
                  </a:lnTo>
                  <a:lnTo>
                    <a:pt x="178826" y="69409"/>
                  </a:lnTo>
                  <a:lnTo>
                    <a:pt x="226612" y="65569"/>
                  </a:lnTo>
                  <a:lnTo>
                    <a:pt x="270237" y="62063"/>
                  </a:lnTo>
                  <a:lnTo>
                    <a:pt x="310368" y="58838"/>
                  </a:lnTo>
                  <a:lnTo>
                    <a:pt x="347524" y="55853"/>
                  </a:lnTo>
                  <a:lnTo>
                    <a:pt x="382115" y="53073"/>
                  </a:lnTo>
                  <a:lnTo>
                    <a:pt x="414472" y="50473"/>
                  </a:lnTo>
                  <a:lnTo>
                    <a:pt x="444868" y="48030"/>
                  </a:lnTo>
                  <a:lnTo>
                    <a:pt x="473525" y="45727"/>
                  </a:lnTo>
                  <a:lnTo>
                    <a:pt x="500633" y="43549"/>
                  </a:lnTo>
                  <a:lnTo>
                    <a:pt x="526350" y="41482"/>
                  </a:lnTo>
                  <a:lnTo>
                    <a:pt x="550812" y="39517"/>
                  </a:lnTo>
                  <a:lnTo>
                    <a:pt x="574136" y="37642"/>
                  </a:lnTo>
                  <a:lnTo>
                    <a:pt x="596423" y="35851"/>
                  </a:lnTo>
                  <a:lnTo>
                    <a:pt x="617761" y="34137"/>
                  </a:lnTo>
                  <a:lnTo>
                    <a:pt x="638228" y="32492"/>
                  </a:lnTo>
                  <a:lnTo>
                    <a:pt x="657892" y="30912"/>
                  </a:lnTo>
                  <a:lnTo>
                    <a:pt x="676814" y="29391"/>
                  </a:lnTo>
                  <a:lnTo>
                    <a:pt x="695048" y="27926"/>
                  </a:lnTo>
                  <a:lnTo>
                    <a:pt x="712641" y="26512"/>
                  </a:lnTo>
                  <a:lnTo>
                    <a:pt x="729639" y="25146"/>
                  </a:lnTo>
                  <a:lnTo>
                    <a:pt x="746079" y="23825"/>
                  </a:lnTo>
                  <a:lnTo>
                    <a:pt x="761996" y="22546"/>
                  </a:lnTo>
                  <a:lnTo>
                    <a:pt x="777424" y="21306"/>
                  </a:lnTo>
                  <a:lnTo>
                    <a:pt x="792392" y="20104"/>
                  </a:lnTo>
                  <a:lnTo>
                    <a:pt x="806925" y="18936"/>
                  </a:lnTo>
                  <a:lnTo>
                    <a:pt x="821049" y="17801"/>
                  </a:lnTo>
                  <a:lnTo>
                    <a:pt x="834786" y="16697"/>
                  </a:lnTo>
                  <a:lnTo>
                    <a:pt x="848157" y="15622"/>
                  </a:lnTo>
                  <a:lnTo>
                    <a:pt x="861181" y="14576"/>
                  </a:lnTo>
                  <a:lnTo>
                    <a:pt x="873874" y="13556"/>
                  </a:lnTo>
                  <a:lnTo>
                    <a:pt x="886254" y="12561"/>
                  </a:lnTo>
                  <a:lnTo>
                    <a:pt x="898336" y="11590"/>
                  </a:lnTo>
                  <a:lnTo>
                    <a:pt x="910134" y="10642"/>
                  </a:lnTo>
                  <a:lnTo>
                    <a:pt x="921660" y="9716"/>
                  </a:lnTo>
                  <a:lnTo>
                    <a:pt x="932927" y="8810"/>
                  </a:lnTo>
                  <a:lnTo>
                    <a:pt x="943947" y="7925"/>
                  </a:lnTo>
                  <a:lnTo>
                    <a:pt x="954729" y="7058"/>
                  </a:lnTo>
                  <a:lnTo>
                    <a:pt x="965285" y="6210"/>
                  </a:lnTo>
                  <a:lnTo>
                    <a:pt x="975623" y="5379"/>
                  </a:lnTo>
                  <a:lnTo>
                    <a:pt x="985752" y="4565"/>
                  </a:lnTo>
                  <a:lnTo>
                    <a:pt x="995680" y="3768"/>
                  </a:lnTo>
                  <a:lnTo>
                    <a:pt x="1005416" y="2985"/>
                  </a:lnTo>
                  <a:lnTo>
                    <a:pt x="1014966" y="2218"/>
                  </a:lnTo>
                  <a:lnTo>
                    <a:pt x="1024338" y="1465"/>
                  </a:lnTo>
                  <a:lnTo>
                    <a:pt x="1033538" y="725"/>
                  </a:lnTo>
                  <a:lnTo>
                    <a:pt x="104257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347236" y="2040953"/>
              <a:ext cx="1042572" cy="90303"/>
            </a:xfrm>
            <a:custGeom>
              <a:avLst/>
              <a:pathLst>
                <a:path w="1042572" h="90303">
                  <a:moveTo>
                    <a:pt x="0" y="0"/>
                  </a:moveTo>
                  <a:lnTo>
                    <a:pt x="66948" y="5798"/>
                  </a:lnTo>
                  <a:lnTo>
                    <a:pt x="126001" y="10913"/>
                  </a:lnTo>
                  <a:lnTo>
                    <a:pt x="178826" y="15489"/>
                  </a:lnTo>
                  <a:lnTo>
                    <a:pt x="226612" y="19628"/>
                  </a:lnTo>
                  <a:lnTo>
                    <a:pt x="270237" y="23406"/>
                  </a:lnTo>
                  <a:lnTo>
                    <a:pt x="310368" y="26882"/>
                  </a:lnTo>
                  <a:lnTo>
                    <a:pt x="347524" y="30101"/>
                  </a:lnTo>
                  <a:lnTo>
                    <a:pt x="382115" y="33097"/>
                  </a:lnTo>
                  <a:lnTo>
                    <a:pt x="414472" y="35899"/>
                  </a:lnTo>
                  <a:lnTo>
                    <a:pt x="444868" y="38532"/>
                  </a:lnTo>
                  <a:lnTo>
                    <a:pt x="473525" y="41014"/>
                  </a:lnTo>
                  <a:lnTo>
                    <a:pt x="500633" y="43362"/>
                  </a:lnTo>
                  <a:lnTo>
                    <a:pt x="526350" y="45590"/>
                  </a:lnTo>
                  <a:lnTo>
                    <a:pt x="550812" y="47709"/>
                  </a:lnTo>
                  <a:lnTo>
                    <a:pt x="574136" y="49729"/>
                  </a:lnTo>
                  <a:lnTo>
                    <a:pt x="596423" y="51659"/>
                  </a:lnTo>
                  <a:lnTo>
                    <a:pt x="617761" y="53508"/>
                  </a:lnTo>
                  <a:lnTo>
                    <a:pt x="638228" y="55280"/>
                  </a:lnTo>
                  <a:lnTo>
                    <a:pt x="657892" y="56984"/>
                  </a:lnTo>
                  <a:lnTo>
                    <a:pt x="676814" y="58622"/>
                  </a:lnTo>
                  <a:lnTo>
                    <a:pt x="695048" y="60202"/>
                  </a:lnTo>
                  <a:lnTo>
                    <a:pt x="712641" y="61726"/>
                  </a:lnTo>
                  <a:lnTo>
                    <a:pt x="729639" y="63198"/>
                  </a:lnTo>
                  <a:lnTo>
                    <a:pt x="746079" y="64622"/>
                  </a:lnTo>
                  <a:lnTo>
                    <a:pt x="761996" y="66001"/>
                  </a:lnTo>
                  <a:lnTo>
                    <a:pt x="777424" y="67337"/>
                  </a:lnTo>
                  <a:lnTo>
                    <a:pt x="792392" y="68633"/>
                  </a:lnTo>
                  <a:lnTo>
                    <a:pt x="806925" y="69892"/>
                  </a:lnTo>
                  <a:lnTo>
                    <a:pt x="821049" y="71116"/>
                  </a:lnTo>
                  <a:lnTo>
                    <a:pt x="834786" y="72305"/>
                  </a:lnTo>
                  <a:lnTo>
                    <a:pt x="848157" y="73464"/>
                  </a:lnTo>
                  <a:lnTo>
                    <a:pt x="861181" y="74592"/>
                  </a:lnTo>
                  <a:lnTo>
                    <a:pt x="873874" y="75691"/>
                  </a:lnTo>
                  <a:lnTo>
                    <a:pt x="886254" y="76763"/>
                  </a:lnTo>
                  <a:lnTo>
                    <a:pt x="898336" y="77810"/>
                  </a:lnTo>
                  <a:lnTo>
                    <a:pt x="910134" y="78832"/>
                  </a:lnTo>
                  <a:lnTo>
                    <a:pt x="921660" y="79830"/>
                  </a:lnTo>
                  <a:lnTo>
                    <a:pt x="932927" y="80806"/>
                  </a:lnTo>
                  <a:lnTo>
                    <a:pt x="943947" y="81760"/>
                  </a:lnTo>
                  <a:lnTo>
                    <a:pt x="954729" y="82694"/>
                  </a:lnTo>
                  <a:lnTo>
                    <a:pt x="965285" y="83609"/>
                  </a:lnTo>
                  <a:lnTo>
                    <a:pt x="975623" y="84504"/>
                  </a:lnTo>
                  <a:lnTo>
                    <a:pt x="985752" y="85381"/>
                  </a:lnTo>
                  <a:lnTo>
                    <a:pt x="995680" y="86241"/>
                  </a:lnTo>
                  <a:lnTo>
                    <a:pt x="1005416" y="87085"/>
                  </a:lnTo>
                  <a:lnTo>
                    <a:pt x="1014966" y="87912"/>
                  </a:lnTo>
                  <a:lnTo>
                    <a:pt x="1024338" y="88724"/>
                  </a:lnTo>
                  <a:lnTo>
                    <a:pt x="1033538" y="89520"/>
                  </a:lnTo>
                  <a:lnTo>
                    <a:pt x="1042572" y="9030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347236" y="2198066"/>
              <a:ext cx="1042572" cy="13058"/>
            </a:xfrm>
            <a:custGeom>
              <a:avLst/>
              <a:pathLst>
                <a:path w="1042572" h="13058">
                  <a:moveTo>
                    <a:pt x="0" y="0"/>
                  </a:moveTo>
                  <a:lnTo>
                    <a:pt x="66948" y="838"/>
                  </a:lnTo>
                  <a:lnTo>
                    <a:pt x="126001" y="1578"/>
                  </a:lnTo>
                  <a:lnTo>
                    <a:pt x="178826" y="2239"/>
                  </a:lnTo>
                  <a:lnTo>
                    <a:pt x="226612" y="2838"/>
                  </a:lnTo>
                  <a:lnTo>
                    <a:pt x="270237" y="3384"/>
                  </a:lnTo>
                  <a:lnTo>
                    <a:pt x="310368" y="3887"/>
                  </a:lnTo>
                  <a:lnTo>
                    <a:pt x="347524" y="4352"/>
                  </a:lnTo>
                  <a:lnTo>
                    <a:pt x="382115" y="4786"/>
                  </a:lnTo>
                  <a:lnTo>
                    <a:pt x="414472" y="5191"/>
                  </a:lnTo>
                  <a:lnTo>
                    <a:pt x="444868" y="5572"/>
                  </a:lnTo>
                  <a:lnTo>
                    <a:pt x="473525" y="5930"/>
                  </a:lnTo>
                  <a:lnTo>
                    <a:pt x="500633" y="6270"/>
                  </a:lnTo>
                  <a:lnTo>
                    <a:pt x="526350" y="6592"/>
                  </a:lnTo>
                  <a:lnTo>
                    <a:pt x="550812" y="6899"/>
                  </a:lnTo>
                  <a:lnTo>
                    <a:pt x="574136" y="7191"/>
                  </a:lnTo>
                  <a:lnTo>
                    <a:pt x="596423" y="7470"/>
                  </a:lnTo>
                  <a:lnTo>
                    <a:pt x="617761" y="7737"/>
                  </a:lnTo>
                  <a:lnTo>
                    <a:pt x="638228" y="7993"/>
                  </a:lnTo>
                  <a:lnTo>
                    <a:pt x="657892" y="8240"/>
                  </a:lnTo>
                  <a:lnTo>
                    <a:pt x="676814" y="8477"/>
                  </a:lnTo>
                  <a:lnTo>
                    <a:pt x="695048" y="8705"/>
                  </a:lnTo>
                  <a:lnTo>
                    <a:pt x="712641" y="8925"/>
                  </a:lnTo>
                  <a:lnTo>
                    <a:pt x="729639" y="9138"/>
                  </a:lnTo>
                  <a:lnTo>
                    <a:pt x="746079" y="9344"/>
                  </a:lnTo>
                  <a:lnTo>
                    <a:pt x="761996" y="9544"/>
                  </a:lnTo>
                  <a:lnTo>
                    <a:pt x="777424" y="9737"/>
                  </a:lnTo>
                  <a:lnTo>
                    <a:pt x="792392" y="9924"/>
                  </a:lnTo>
                  <a:lnTo>
                    <a:pt x="806925" y="10106"/>
                  </a:lnTo>
                  <a:lnTo>
                    <a:pt x="821049" y="10283"/>
                  </a:lnTo>
                  <a:lnTo>
                    <a:pt x="834786" y="10455"/>
                  </a:lnTo>
                  <a:lnTo>
                    <a:pt x="848157" y="10623"/>
                  </a:lnTo>
                  <a:lnTo>
                    <a:pt x="861181" y="10786"/>
                  </a:lnTo>
                  <a:lnTo>
                    <a:pt x="873874" y="10945"/>
                  </a:lnTo>
                  <a:lnTo>
                    <a:pt x="886254" y="11100"/>
                  </a:lnTo>
                  <a:lnTo>
                    <a:pt x="898336" y="11251"/>
                  </a:lnTo>
                  <a:lnTo>
                    <a:pt x="910134" y="11399"/>
                  </a:lnTo>
                  <a:lnTo>
                    <a:pt x="921660" y="11543"/>
                  </a:lnTo>
                  <a:lnTo>
                    <a:pt x="932927" y="11685"/>
                  </a:lnTo>
                  <a:lnTo>
                    <a:pt x="943947" y="11823"/>
                  </a:lnTo>
                  <a:lnTo>
                    <a:pt x="954729" y="11958"/>
                  </a:lnTo>
                  <a:lnTo>
                    <a:pt x="965285" y="12090"/>
                  </a:lnTo>
                  <a:lnTo>
                    <a:pt x="975623" y="12219"/>
                  </a:lnTo>
                  <a:lnTo>
                    <a:pt x="985752" y="12346"/>
                  </a:lnTo>
                  <a:lnTo>
                    <a:pt x="995680" y="12471"/>
                  </a:lnTo>
                  <a:lnTo>
                    <a:pt x="1005416" y="12592"/>
                  </a:lnTo>
                  <a:lnTo>
                    <a:pt x="1014966" y="12712"/>
                  </a:lnTo>
                  <a:lnTo>
                    <a:pt x="1024338" y="12829"/>
                  </a:lnTo>
                  <a:lnTo>
                    <a:pt x="1033538" y="12945"/>
                  </a:lnTo>
                  <a:lnTo>
                    <a:pt x="1042572" y="1305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347236" y="1946701"/>
              <a:ext cx="1042572" cy="193021"/>
            </a:xfrm>
            <a:custGeom>
              <a:avLst/>
              <a:pathLst>
                <a:path w="1042572" h="193021">
                  <a:moveTo>
                    <a:pt x="0" y="0"/>
                  </a:moveTo>
                  <a:lnTo>
                    <a:pt x="66948" y="12394"/>
                  </a:lnTo>
                  <a:lnTo>
                    <a:pt x="126001" y="23327"/>
                  </a:lnTo>
                  <a:lnTo>
                    <a:pt x="178826" y="33107"/>
                  </a:lnTo>
                  <a:lnTo>
                    <a:pt x="226612" y="41954"/>
                  </a:lnTo>
                  <a:lnTo>
                    <a:pt x="270237" y="50031"/>
                  </a:lnTo>
                  <a:lnTo>
                    <a:pt x="310368" y="57461"/>
                  </a:lnTo>
                  <a:lnTo>
                    <a:pt x="347524" y="64340"/>
                  </a:lnTo>
                  <a:lnTo>
                    <a:pt x="382115" y="70744"/>
                  </a:lnTo>
                  <a:lnTo>
                    <a:pt x="414472" y="76735"/>
                  </a:lnTo>
                  <a:lnTo>
                    <a:pt x="444868" y="82362"/>
                  </a:lnTo>
                  <a:lnTo>
                    <a:pt x="473525" y="87668"/>
                  </a:lnTo>
                  <a:lnTo>
                    <a:pt x="500633" y="92687"/>
                  </a:lnTo>
                  <a:lnTo>
                    <a:pt x="526350" y="97448"/>
                  </a:lnTo>
                  <a:lnTo>
                    <a:pt x="550812" y="101977"/>
                  </a:lnTo>
                  <a:lnTo>
                    <a:pt x="574136" y="106295"/>
                  </a:lnTo>
                  <a:lnTo>
                    <a:pt x="596423" y="110421"/>
                  </a:lnTo>
                  <a:lnTo>
                    <a:pt x="617761" y="114372"/>
                  </a:lnTo>
                  <a:lnTo>
                    <a:pt x="638228" y="118161"/>
                  </a:lnTo>
                  <a:lnTo>
                    <a:pt x="657892" y="121801"/>
                  </a:lnTo>
                  <a:lnTo>
                    <a:pt x="676814" y="125305"/>
                  </a:lnTo>
                  <a:lnTo>
                    <a:pt x="695048" y="128680"/>
                  </a:lnTo>
                  <a:lnTo>
                    <a:pt x="712641" y="131938"/>
                  </a:lnTo>
                  <a:lnTo>
                    <a:pt x="729639" y="135085"/>
                  </a:lnTo>
                  <a:lnTo>
                    <a:pt x="746079" y="138128"/>
                  </a:lnTo>
                  <a:lnTo>
                    <a:pt x="761996" y="141075"/>
                  </a:lnTo>
                  <a:lnTo>
                    <a:pt x="777424" y="143932"/>
                  </a:lnTo>
                  <a:lnTo>
                    <a:pt x="792392" y="146703"/>
                  </a:lnTo>
                  <a:lnTo>
                    <a:pt x="806925" y="149393"/>
                  </a:lnTo>
                  <a:lnTo>
                    <a:pt x="821049" y="152008"/>
                  </a:lnTo>
                  <a:lnTo>
                    <a:pt x="834786" y="154552"/>
                  </a:lnTo>
                  <a:lnTo>
                    <a:pt x="848157" y="157027"/>
                  </a:lnTo>
                  <a:lnTo>
                    <a:pt x="861181" y="159438"/>
                  </a:lnTo>
                  <a:lnTo>
                    <a:pt x="873874" y="161788"/>
                  </a:lnTo>
                  <a:lnTo>
                    <a:pt x="886254" y="164080"/>
                  </a:lnTo>
                  <a:lnTo>
                    <a:pt x="898336" y="166317"/>
                  </a:lnTo>
                  <a:lnTo>
                    <a:pt x="910134" y="168501"/>
                  </a:lnTo>
                  <a:lnTo>
                    <a:pt x="921660" y="170635"/>
                  </a:lnTo>
                  <a:lnTo>
                    <a:pt x="932927" y="172721"/>
                  </a:lnTo>
                  <a:lnTo>
                    <a:pt x="943947" y="174762"/>
                  </a:lnTo>
                  <a:lnTo>
                    <a:pt x="954729" y="176758"/>
                  </a:lnTo>
                  <a:lnTo>
                    <a:pt x="965285" y="178712"/>
                  </a:lnTo>
                  <a:lnTo>
                    <a:pt x="975623" y="180626"/>
                  </a:lnTo>
                  <a:lnTo>
                    <a:pt x="985752" y="182501"/>
                  </a:lnTo>
                  <a:lnTo>
                    <a:pt x="995680" y="184340"/>
                  </a:lnTo>
                  <a:lnTo>
                    <a:pt x="1005416" y="186142"/>
                  </a:lnTo>
                  <a:lnTo>
                    <a:pt x="1014966" y="187910"/>
                  </a:lnTo>
                  <a:lnTo>
                    <a:pt x="1024338" y="189645"/>
                  </a:lnTo>
                  <a:lnTo>
                    <a:pt x="1033538" y="191348"/>
                  </a:lnTo>
                  <a:lnTo>
                    <a:pt x="1042572" y="193021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347236" y="1565160"/>
              <a:ext cx="1042572" cy="738188"/>
            </a:xfrm>
            <a:custGeom>
              <a:avLst/>
              <a:pathLst>
                <a:path w="1042572" h="738188">
                  <a:moveTo>
                    <a:pt x="0" y="738188"/>
                  </a:moveTo>
                  <a:lnTo>
                    <a:pt x="66948" y="690785"/>
                  </a:lnTo>
                  <a:lnTo>
                    <a:pt x="126001" y="648973"/>
                  </a:lnTo>
                  <a:lnTo>
                    <a:pt x="178826" y="611570"/>
                  </a:lnTo>
                  <a:lnTo>
                    <a:pt x="226612" y="577736"/>
                  </a:lnTo>
                  <a:lnTo>
                    <a:pt x="270237" y="546847"/>
                  </a:lnTo>
                  <a:lnTo>
                    <a:pt x="310368" y="518433"/>
                  </a:lnTo>
                  <a:lnTo>
                    <a:pt x="347524" y="492125"/>
                  </a:lnTo>
                  <a:lnTo>
                    <a:pt x="382115" y="467633"/>
                  </a:lnTo>
                  <a:lnTo>
                    <a:pt x="414472" y="444722"/>
                  </a:lnTo>
                  <a:lnTo>
                    <a:pt x="444868" y="423201"/>
                  </a:lnTo>
                  <a:lnTo>
                    <a:pt x="473525" y="402910"/>
                  </a:lnTo>
                  <a:lnTo>
                    <a:pt x="500633" y="383716"/>
                  </a:lnTo>
                  <a:lnTo>
                    <a:pt x="526350" y="365508"/>
                  </a:lnTo>
                  <a:lnTo>
                    <a:pt x="550812" y="348187"/>
                  </a:lnTo>
                  <a:lnTo>
                    <a:pt x="574136" y="331673"/>
                  </a:lnTo>
                  <a:lnTo>
                    <a:pt x="596423" y="315893"/>
                  </a:lnTo>
                  <a:lnTo>
                    <a:pt x="617761" y="300785"/>
                  </a:lnTo>
                  <a:lnTo>
                    <a:pt x="638228" y="286293"/>
                  </a:lnTo>
                  <a:lnTo>
                    <a:pt x="657892" y="272370"/>
                  </a:lnTo>
                  <a:lnTo>
                    <a:pt x="676814" y="258972"/>
                  </a:lnTo>
                  <a:lnTo>
                    <a:pt x="695048" y="246062"/>
                  </a:lnTo>
                  <a:lnTo>
                    <a:pt x="712641" y="233605"/>
                  </a:lnTo>
                  <a:lnTo>
                    <a:pt x="729639" y="221570"/>
                  </a:lnTo>
                  <a:lnTo>
                    <a:pt x="746079" y="209930"/>
                  </a:lnTo>
                  <a:lnTo>
                    <a:pt x="761996" y="198659"/>
                  </a:lnTo>
                  <a:lnTo>
                    <a:pt x="777424" y="187736"/>
                  </a:lnTo>
                  <a:lnTo>
                    <a:pt x="792392" y="177138"/>
                  </a:lnTo>
                  <a:lnTo>
                    <a:pt x="806925" y="166848"/>
                  </a:lnTo>
                  <a:lnTo>
                    <a:pt x="821049" y="156847"/>
                  </a:lnTo>
                  <a:lnTo>
                    <a:pt x="834786" y="147121"/>
                  </a:lnTo>
                  <a:lnTo>
                    <a:pt x="848157" y="137654"/>
                  </a:lnTo>
                  <a:lnTo>
                    <a:pt x="861181" y="128433"/>
                  </a:lnTo>
                  <a:lnTo>
                    <a:pt x="873874" y="119445"/>
                  </a:lnTo>
                  <a:lnTo>
                    <a:pt x="886254" y="110679"/>
                  </a:lnTo>
                  <a:lnTo>
                    <a:pt x="898336" y="102125"/>
                  </a:lnTo>
                  <a:lnTo>
                    <a:pt x="910134" y="93772"/>
                  </a:lnTo>
                  <a:lnTo>
                    <a:pt x="921660" y="85610"/>
                  </a:lnTo>
                  <a:lnTo>
                    <a:pt x="932927" y="77633"/>
                  </a:lnTo>
                  <a:lnTo>
                    <a:pt x="943947" y="69830"/>
                  </a:lnTo>
                  <a:lnTo>
                    <a:pt x="954729" y="62196"/>
                  </a:lnTo>
                  <a:lnTo>
                    <a:pt x="965285" y="54722"/>
                  </a:lnTo>
                  <a:lnTo>
                    <a:pt x="975623" y="47402"/>
                  </a:lnTo>
                  <a:lnTo>
                    <a:pt x="985752" y="40230"/>
                  </a:lnTo>
                  <a:lnTo>
                    <a:pt x="995680" y="33201"/>
                  </a:lnTo>
                  <a:lnTo>
                    <a:pt x="1005416" y="26307"/>
                  </a:lnTo>
                  <a:lnTo>
                    <a:pt x="1014966" y="19545"/>
                  </a:lnTo>
                  <a:lnTo>
                    <a:pt x="1024338" y="12910"/>
                  </a:lnTo>
                  <a:lnTo>
                    <a:pt x="1033538" y="6396"/>
                  </a:lnTo>
                  <a:lnTo>
                    <a:pt x="104257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347236" y="1619590"/>
              <a:ext cx="1042572" cy="250"/>
            </a:xfrm>
            <a:custGeom>
              <a:avLst/>
              <a:pathLst>
                <a:path w="1042572" h="250">
                  <a:moveTo>
                    <a:pt x="0" y="250"/>
                  </a:moveTo>
                  <a:lnTo>
                    <a:pt x="66948" y="234"/>
                  </a:lnTo>
                  <a:lnTo>
                    <a:pt x="126001" y="220"/>
                  </a:lnTo>
                  <a:lnTo>
                    <a:pt x="178826" y="207"/>
                  </a:lnTo>
                  <a:lnTo>
                    <a:pt x="226612" y="196"/>
                  </a:lnTo>
                  <a:lnTo>
                    <a:pt x="270237" y="185"/>
                  </a:lnTo>
                  <a:lnTo>
                    <a:pt x="310368" y="176"/>
                  </a:lnTo>
                  <a:lnTo>
                    <a:pt x="347524" y="167"/>
                  </a:lnTo>
                  <a:lnTo>
                    <a:pt x="382115" y="158"/>
                  </a:lnTo>
                  <a:lnTo>
                    <a:pt x="414472" y="151"/>
                  </a:lnTo>
                  <a:lnTo>
                    <a:pt x="444868" y="143"/>
                  </a:lnTo>
                  <a:lnTo>
                    <a:pt x="473525" y="136"/>
                  </a:lnTo>
                  <a:lnTo>
                    <a:pt x="500633" y="130"/>
                  </a:lnTo>
                  <a:lnTo>
                    <a:pt x="526350" y="124"/>
                  </a:lnTo>
                  <a:lnTo>
                    <a:pt x="550812" y="118"/>
                  </a:lnTo>
                  <a:lnTo>
                    <a:pt x="574136" y="112"/>
                  </a:lnTo>
                  <a:lnTo>
                    <a:pt x="596423" y="107"/>
                  </a:lnTo>
                  <a:lnTo>
                    <a:pt x="617761" y="102"/>
                  </a:lnTo>
                  <a:lnTo>
                    <a:pt x="638228" y="97"/>
                  </a:lnTo>
                  <a:lnTo>
                    <a:pt x="657892" y="92"/>
                  </a:lnTo>
                  <a:lnTo>
                    <a:pt x="676814" y="87"/>
                  </a:lnTo>
                  <a:lnTo>
                    <a:pt x="695048" y="83"/>
                  </a:lnTo>
                  <a:lnTo>
                    <a:pt x="712641" y="79"/>
                  </a:lnTo>
                  <a:lnTo>
                    <a:pt x="729639" y="75"/>
                  </a:lnTo>
                  <a:lnTo>
                    <a:pt x="746079" y="71"/>
                  </a:lnTo>
                  <a:lnTo>
                    <a:pt x="761996" y="67"/>
                  </a:lnTo>
                  <a:lnTo>
                    <a:pt x="777424" y="63"/>
                  </a:lnTo>
                  <a:lnTo>
                    <a:pt x="792392" y="60"/>
                  </a:lnTo>
                  <a:lnTo>
                    <a:pt x="806925" y="56"/>
                  </a:lnTo>
                  <a:lnTo>
                    <a:pt x="821049" y="53"/>
                  </a:lnTo>
                  <a:lnTo>
                    <a:pt x="834786" y="49"/>
                  </a:lnTo>
                  <a:lnTo>
                    <a:pt x="848157" y="46"/>
                  </a:lnTo>
                  <a:lnTo>
                    <a:pt x="861181" y="43"/>
                  </a:lnTo>
                  <a:lnTo>
                    <a:pt x="873874" y="40"/>
                  </a:lnTo>
                  <a:lnTo>
                    <a:pt x="886254" y="37"/>
                  </a:lnTo>
                  <a:lnTo>
                    <a:pt x="898336" y="34"/>
                  </a:lnTo>
                  <a:lnTo>
                    <a:pt x="910134" y="31"/>
                  </a:lnTo>
                  <a:lnTo>
                    <a:pt x="921660" y="29"/>
                  </a:lnTo>
                  <a:lnTo>
                    <a:pt x="932927" y="26"/>
                  </a:lnTo>
                  <a:lnTo>
                    <a:pt x="943947" y="23"/>
                  </a:lnTo>
                  <a:lnTo>
                    <a:pt x="954729" y="21"/>
                  </a:lnTo>
                  <a:lnTo>
                    <a:pt x="965285" y="18"/>
                  </a:lnTo>
                  <a:lnTo>
                    <a:pt x="975623" y="16"/>
                  </a:lnTo>
                  <a:lnTo>
                    <a:pt x="985752" y="13"/>
                  </a:lnTo>
                  <a:lnTo>
                    <a:pt x="995680" y="11"/>
                  </a:lnTo>
                  <a:lnTo>
                    <a:pt x="1005416" y="8"/>
                  </a:lnTo>
                  <a:lnTo>
                    <a:pt x="1014966" y="6"/>
                  </a:lnTo>
                  <a:lnTo>
                    <a:pt x="1024338" y="4"/>
                  </a:lnTo>
                  <a:lnTo>
                    <a:pt x="1033538" y="2"/>
                  </a:lnTo>
                  <a:lnTo>
                    <a:pt x="104257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347236" y="1722420"/>
              <a:ext cx="1042572" cy="270535"/>
            </a:xfrm>
            <a:custGeom>
              <a:avLst/>
              <a:pathLst>
                <a:path w="1042572" h="270535">
                  <a:moveTo>
                    <a:pt x="0" y="0"/>
                  </a:moveTo>
                  <a:lnTo>
                    <a:pt x="66948" y="17372"/>
                  </a:lnTo>
                  <a:lnTo>
                    <a:pt x="126001" y="32695"/>
                  </a:lnTo>
                  <a:lnTo>
                    <a:pt x="178826" y="46403"/>
                  </a:lnTo>
                  <a:lnTo>
                    <a:pt x="226612" y="58803"/>
                  </a:lnTo>
                  <a:lnTo>
                    <a:pt x="270237" y="70123"/>
                  </a:lnTo>
                  <a:lnTo>
                    <a:pt x="310368" y="80536"/>
                  </a:lnTo>
                  <a:lnTo>
                    <a:pt x="347524" y="90178"/>
                  </a:lnTo>
                  <a:lnTo>
                    <a:pt x="382115" y="99154"/>
                  </a:lnTo>
                  <a:lnTo>
                    <a:pt x="414472" y="107550"/>
                  </a:lnTo>
                  <a:lnTo>
                    <a:pt x="444868" y="115438"/>
                  </a:lnTo>
                  <a:lnTo>
                    <a:pt x="473525" y="122874"/>
                  </a:lnTo>
                  <a:lnTo>
                    <a:pt x="500633" y="129908"/>
                  </a:lnTo>
                  <a:lnTo>
                    <a:pt x="526350" y="136581"/>
                  </a:lnTo>
                  <a:lnTo>
                    <a:pt x="550812" y="142929"/>
                  </a:lnTo>
                  <a:lnTo>
                    <a:pt x="574136" y="148981"/>
                  </a:lnTo>
                  <a:lnTo>
                    <a:pt x="596423" y="154764"/>
                  </a:lnTo>
                  <a:lnTo>
                    <a:pt x="617761" y="160301"/>
                  </a:lnTo>
                  <a:lnTo>
                    <a:pt x="638228" y="165612"/>
                  </a:lnTo>
                  <a:lnTo>
                    <a:pt x="657892" y="170715"/>
                  </a:lnTo>
                  <a:lnTo>
                    <a:pt x="676814" y="175625"/>
                  </a:lnTo>
                  <a:lnTo>
                    <a:pt x="695048" y="180356"/>
                  </a:lnTo>
                  <a:lnTo>
                    <a:pt x="712641" y="184922"/>
                  </a:lnTo>
                  <a:lnTo>
                    <a:pt x="729639" y="189332"/>
                  </a:lnTo>
                  <a:lnTo>
                    <a:pt x="746079" y="193598"/>
                  </a:lnTo>
                  <a:lnTo>
                    <a:pt x="761996" y="197729"/>
                  </a:lnTo>
                  <a:lnTo>
                    <a:pt x="777424" y="201732"/>
                  </a:lnTo>
                  <a:lnTo>
                    <a:pt x="792392" y="205616"/>
                  </a:lnTo>
                  <a:lnTo>
                    <a:pt x="806925" y="209387"/>
                  </a:lnTo>
                  <a:lnTo>
                    <a:pt x="821049" y="213052"/>
                  </a:lnTo>
                  <a:lnTo>
                    <a:pt x="834786" y="216617"/>
                  </a:lnTo>
                  <a:lnTo>
                    <a:pt x="848157" y="220086"/>
                  </a:lnTo>
                  <a:lnTo>
                    <a:pt x="861181" y="223466"/>
                  </a:lnTo>
                  <a:lnTo>
                    <a:pt x="873874" y="226760"/>
                  </a:lnTo>
                  <a:lnTo>
                    <a:pt x="886254" y="229972"/>
                  </a:lnTo>
                  <a:lnTo>
                    <a:pt x="898336" y="233107"/>
                  </a:lnTo>
                  <a:lnTo>
                    <a:pt x="910134" y="236169"/>
                  </a:lnTo>
                  <a:lnTo>
                    <a:pt x="921660" y="239160"/>
                  </a:lnTo>
                  <a:lnTo>
                    <a:pt x="932927" y="242083"/>
                  </a:lnTo>
                  <a:lnTo>
                    <a:pt x="943947" y="244943"/>
                  </a:lnTo>
                  <a:lnTo>
                    <a:pt x="954729" y="247741"/>
                  </a:lnTo>
                  <a:lnTo>
                    <a:pt x="965285" y="250480"/>
                  </a:lnTo>
                  <a:lnTo>
                    <a:pt x="975623" y="253162"/>
                  </a:lnTo>
                  <a:lnTo>
                    <a:pt x="985752" y="255791"/>
                  </a:lnTo>
                  <a:lnTo>
                    <a:pt x="995680" y="258367"/>
                  </a:lnTo>
                  <a:lnTo>
                    <a:pt x="1005416" y="260893"/>
                  </a:lnTo>
                  <a:lnTo>
                    <a:pt x="1014966" y="263371"/>
                  </a:lnTo>
                  <a:lnTo>
                    <a:pt x="1024338" y="265803"/>
                  </a:lnTo>
                  <a:lnTo>
                    <a:pt x="1033538" y="268190"/>
                  </a:lnTo>
                  <a:lnTo>
                    <a:pt x="1042572" y="27053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4347236" y="2080830"/>
              <a:ext cx="1042572" cy="54883"/>
            </a:xfrm>
            <a:custGeom>
              <a:avLst/>
              <a:pathLst>
                <a:path w="1042572" h="54883">
                  <a:moveTo>
                    <a:pt x="0" y="54883"/>
                  </a:moveTo>
                  <a:lnTo>
                    <a:pt x="66948" y="51359"/>
                  </a:lnTo>
                  <a:lnTo>
                    <a:pt x="126001" y="48250"/>
                  </a:lnTo>
                  <a:lnTo>
                    <a:pt x="178826" y="45469"/>
                  </a:lnTo>
                  <a:lnTo>
                    <a:pt x="226612" y="42954"/>
                  </a:lnTo>
                  <a:lnTo>
                    <a:pt x="270237" y="40657"/>
                  </a:lnTo>
                  <a:lnTo>
                    <a:pt x="310368" y="38544"/>
                  </a:lnTo>
                  <a:lnTo>
                    <a:pt x="347524" y="36588"/>
                  </a:lnTo>
                  <a:lnTo>
                    <a:pt x="382115" y="34768"/>
                  </a:lnTo>
                  <a:lnTo>
                    <a:pt x="414472" y="33064"/>
                  </a:lnTo>
                  <a:lnTo>
                    <a:pt x="444868" y="31464"/>
                  </a:lnTo>
                  <a:lnTo>
                    <a:pt x="473525" y="29955"/>
                  </a:lnTo>
                  <a:lnTo>
                    <a:pt x="500633" y="28528"/>
                  </a:lnTo>
                  <a:lnTo>
                    <a:pt x="526350" y="27175"/>
                  </a:lnTo>
                  <a:lnTo>
                    <a:pt x="550812" y="25887"/>
                  </a:lnTo>
                  <a:lnTo>
                    <a:pt x="574136" y="24659"/>
                  </a:lnTo>
                  <a:lnTo>
                    <a:pt x="596423" y="23486"/>
                  </a:lnTo>
                  <a:lnTo>
                    <a:pt x="617761" y="22363"/>
                  </a:lnTo>
                  <a:lnTo>
                    <a:pt x="638228" y="21285"/>
                  </a:lnTo>
                  <a:lnTo>
                    <a:pt x="657892" y="20250"/>
                  </a:lnTo>
                  <a:lnTo>
                    <a:pt x="676814" y="19254"/>
                  </a:lnTo>
                  <a:lnTo>
                    <a:pt x="695048" y="18294"/>
                  </a:lnTo>
                  <a:lnTo>
                    <a:pt x="712641" y="17368"/>
                  </a:lnTo>
                  <a:lnTo>
                    <a:pt x="729639" y="16473"/>
                  </a:lnTo>
                  <a:lnTo>
                    <a:pt x="746079" y="15608"/>
                  </a:lnTo>
                  <a:lnTo>
                    <a:pt x="761996" y="14770"/>
                  </a:lnTo>
                  <a:lnTo>
                    <a:pt x="777424" y="13957"/>
                  </a:lnTo>
                  <a:lnTo>
                    <a:pt x="792392" y="13170"/>
                  </a:lnTo>
                  <a:lnTo>
                    <a:pt x="806925" y="12404"/>
                  </a:lnTo>
                  <a:lnTo>
                    <a:pt x="821049" y="11661"/>
                  </a:lnTo>
                  <a:lnTo>
                    <a:pt x="834786" y="10938"/>
                  </a:lnTo>
                  <a:lnTo>
                    <a:pt x="848157" y="10234"/>
                  </a:lnTo>
                  <a:lnTo>
                    <a:pt x="861181" y="9548"/>
                  </a:lnTo>
                  <a:lnTo>
                    <a:pt x="873874" y="8880"/>
                  </a:lnTo>
                  <a:lnTo>
                    <a:pt x="886254" y="8228"/>
                  </a:lnTo>
                  <a:lnTo>
                    <a:pt x="898336" y="7592"/>
                  </a:lnTo>
                  <a:lnTo>
                    <a:pt x="910134" y="6971"/>
                  </a:lnTo>
                  <a:lnTo>
                    <a:pt x="921660" y="6365"/>
                  </a:lnTo>
                  <a:lnTo>
                    <a:pt x="932927" y="5771"/>
                  </a:lnTo>
                  <a:lnTo>
                    <a:pt x="943947" y="5191"/>
                  </a:lnTo>
                  <a:lnTo>
                    <a:pt x="954729" y="4624"/>
                  </a:lnTo>
                  <a:lnTo>
                    <a:pt x="965285" y="4068"/>
                  </a:lnTo>
                  <a:lnTo>
                    <a:pt x="975623" y="3524"/>
                  </a:lnTo>
                  <a:lnTo>
                    <a:pt x="985752" y="2991"/>
                  </a:lnTo>
                  <a:lnTo>
                    <a:pt x="995680" y="2468"/>
                  </a:lnTo>
                  <a:lnTo>
                    <a:pt x="1005416" y="1955"/>
                  </a:lnTo>
                  <a:lnTo>
                    <a:pt x="1014966" y="1453"/>
                  </a:lnTo>
                  <a:lnTo>
                    <a:pt x="1024338" y="959"/>
                  </a:lnTo>
                  <a:lnTo>
                    <a:pt x="1033538" y="475"/>
                  </a:lnTo>
                  <a:lnTo>
                    <a:pt x="104257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4347236" y="2140288"/>
              <a:ext cx="1042572" cy="77971"/>
            </a:xfrm>
            <a:custGeom>
              <a:avLst/>
              <a:pathLst>
                <a:path w="1042572" h="77971">
                  <a:moveTo>
                    <a:pt x="0" y="0"/>
                  </a:moveTo>
                  <a:lnTo>
                    <a:pt x="66948" y="5006"/>
                  </a:lnTo>
                  <a:lnTo>
                    <a:pt x="126001" y="9423"/>
                  </a:lnTo>
                  <a:lnTo>
                    <a:pt x="178826" y="13374"/>
                  </a:lnTo>
                  <a:lnTo>
                    <a:pt x="226612" y="16947"/>
                  </a:lnTo>
                  <a:lnTo>
                    <a:pt x="270237" y="20210"/>
                  </a:lnTo>
                  <a:lnTo>
                    <a:pt x="310368" y="23211"/>
                  </a:lnTo>
                  <a:lnTo>
                    <a:pt x="347524" y="25990"/>
                  </a:lnTo>
                  <a:lnTo>
                    <a:pt x="382115" y="28577"/>
                  </a:lnTo>
                  <a:lnTo>
                    <a:pt x="414472" y="30997"/>
                  </a:lnTo>
                  <a:lnTo>
                    <a:pt x="444868" y="33270"/>
                  </a:lnTo>
                  <a:lnTo>
                    <a:pt x="473525" y="35414"/>
                  </a:lnTo>
                  <a:lnTo>
                    <a:pt x="500633" y="37441"/>
                  </a:lnTo>
                  <a:lnTo>
                    <a:pt x="526350" y="39364"/>
                  </a:lnTo>
                  <a:lnTo>
                    <a:pt x="550812" y="41194"/>
                  </a:lnTo>
                  <a:lnTo>
                    <a:pt x="574136" y="42938"/>
                  </a:lnTo>
                  <a:lnTo>
                    <a:pt x="596423" y="44605"/>
                  </a:lnTo>
                  <a:lnTo>
                    <a:pt x="617761" y="46201"/>
                  </a:lnTo>
                  <a:lnTo>
                    <a:pt x="638228" y="47731"/>
                  </a:lnTo>
                  <a:lnTo>
                    <a:pt x="657892" y="49202"/>
                  </a:lnTo>
                  <a:lnTo>
                    <a:pt x="676814" y="50617"/>
                  </a:lnTo>
                  <a:lnTo>
                    <a:pt x="695048" y="51981"/>
                  </a:lnTo>
                  <a:lnTo>
                    <a:pt x="712641" y="53297"/>
                  </a:lnTo>
                  <a:lnTo>
                    <a:pt x="729639" y="54568"/>
                  </a:lnTo>
                  <a:lnTo>
                    <a:pt x="746079" y="55797"/>
                  </a:lnTo>
                  <a:lnTo>
                    <a:pt x="761996" y="56988"/>
                  </a:lnTo>
                  <a:lnTo>
                    <a:pt x="777424" y="58142"/>
                  </a:lnTo>
                  <a:lnTo>
                    <a:pt x="792392" y="59261"/>
                  </a:lnTo>
                  <a:lnTo>
                    <a:pt x="806925" y="60348"/>
                  </a:lnTo>
                  <a:lnTo>
                    <a:pt x="821049" y="61404"/>
                  </a:lnTo>
                  <a:lnTo>
                    <a:pt x="834786" y="62432"/>
                  </a:lnTo>
                  <a:lnTo>
                    <a:pt x="848157" y="63431"/>
                  </a:lnTo>
                  <a:lnTo>
                    <a:pt x="861181" y="64405"/>
                  </a:lnTo>
                  <a:lnTo>
                    <a:pt x="873874" y="65355"/>
                  </a:lnTo>
                  <a:lnTo>
                    <a:pt x="886254" y="66281"/>
                  </a:lnTo>
                  <a:lnTo>
                    <a:pt x="898336" y="67184"/>
                  </a:lnTo>
                  <a:lnTo>
                    <a:pt x="910134" y="68067"/>
                  </a:lnTo>
                  <a:lnTo>
                    <a:pt x="921660" y="68929"/>
                  </a:lnTo>
                  <a:lnTo>
                    <a:pt x="932927" y="69771"/>
                  </a:lnTo>
                  <a:lnTo>
                    <a:pt x="943947" y="70595"/>
                  </a:lnTo>
                  <a:lnTo>
                    <a:pt x="954729" y="71402"/>
                  </a:lnTo>
                  <a:lnTo>
                    <a:pt x="965285" y="72191"/>
                  </a:lnTo>
                  <a:lnTo>
                    <a:pt x="975623" y="72964"/>
                  </a:lnTo>
                  <a:lnTo>
                    <a:pt x="985752" y="73722"/>
                  </a:lnTo>
                  <a:lnTo>
                    <a:pt x="995680" y="74464"/>
                  </a:lnTo>
                  <a:lnTo>
                    <a:pt x="1005416" y="75193"/>
                  </a:lnTo>
                  <a:lnTo>
                    <a:pt x="1014966" y="75907"/>
                  </a:lnTo>
                  <a:lnTo>
                    <a:pt x="1024338" y="76608"/>
                  </a:lnTo>
                  <a:lnTo>
                    <a:pt x="1033538" y="77296"/>
                  </a:lnTo>
                  <a:lnTo>
                    <a:pt x="1042572" y="7797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347236" y="1976364"/>
              <a:ext cx="1042572" cy="46009"/>
            </a:xfrm>
            <a:custGeom>
              <a:avLst/>
              <a:pathLst>
                <a:path w="1042572" h="46009">
                  <a:moveTo>
                    <a:pt x="0" y="46009"/>
                  </a:moveTo>
                  <a:lnTo>
                    <a:pt x="66948" y="43054"/>
                  </a:lnTo>
                  <a:lnTo>
                    <a:pt x="126001" y="40448"/>
                  </a:lnTo>
                  <a:lnTo>
                    <a:pt x="178826" y="38117"/>
                  </a:lnTo>
                  <a:lnTo>
                    <a:pt x="226612" y="36008"/>
                  </a:lnTo>
                  <a:lnTo>
                    <a:pt x="270237" y="34083"/>
                  </a:lnTo>
                  <a:lnTo>
                    <a:pt x="310368" y="32312"/>
                  </a:lnTo>
                  <a:lnTo>
                    <a:pt x="347524" y="30672"/>
                  </a:lnTo>
                  <a:lnTo>
                    <a:pt x="382115" y="29146"/>
                  </a:lnTo>
                  <a:lnTo>
                    <a:pt x="414472" y="27718"/>
                  </a:lnTo>
                  <a:lnTo>
                    <a:pt x="444868" y="26377"/>
                  </a:lnTo>
                  <a:lnTo>
                    <a:pt x="473525" y="25112"/>
                  </a:lnTo>
                  <a:lnTo>
                    <a:pt x="500633" y="23916"/>
                  </a:lnTo>
                  <a:lnTo>
                    <a:pt x="526350" y="22781"/>
                  </a:lnTo>
                  <a:lnTo>
                    <a:pt x="550812" y="21701"/>
                  </a:lnTo>
                  <a:lnTo>
                    <a:pt x="574136" y="20672"/>
                  </a:lnTo>
                  <a:lnTo>
                    <a:pt x="596423" y="19688"/>
                  </a:lnTo>
                  <a:lnTo>
                    <a:pt x="617761" y="18747"/>
                  </a:lnTo>
                  <a:lnTo>
                    <a:pt x="638228" y="17843"/>
                  </a:lnTo>
                  <a:lnTo>
                    <a:pt x="657892" y="16976"/>
                  </a:lnTo>
                  <a:lnTo>
                    <a:pt x="676814" y="16141"/>
                  </a:lnTo>
                  <a:lnTo>
                    <a:pt x="695048" y="15336"/>
                  </a:lnTo>
                  <a:lnTo>
                    <a:pt x="712641" y="14560"/>
                  </a:lnTo>
                  <a:lnTo>
                    <a:pt x="729639" y="13809"/>
                  </a:lnTo>
                  <a:lnTo>
                    <a:pt x="746079" y="13084"/>
                  </a:lnTo>
                  <a:lnTo>
                    <a:pt x="761996" y="12381"/>
                  </a:lnTo>
                  <a:lnTo>
                    <a:pt x="777424" y="11701"/>
                  </a:lnTo>
                  <a:lnTo>
                    <a:pt x="792392" y="11040"/>
                  </a:lnTo>
                  <a:lnTo>
                    <a:pt x="806925" y="10399"/>
                  </a:lnTo>
                  <a:lnTo>
                    <a:pt x="821049" y="9775"/>
                  </a:lnTo>
                  <a:lnTo>
                    <a:pt x="834786" y="9169"/>
                  </a:lnTo>
                  <a:lnTo>
                    <a:pt x="848157" y="8579"/>
                  </a:lnTo>
                  <a:lnTo>
                    <a:pt x="861181" y="8004"/>
                  </a:lnTo>
                  <a:lnTo>
                    <a:pt x="873874" y="7444"/>
                  </a:lnTo>
                  <a:lnTo>
                    <a:pt x="886254" y="6898"/>
                  </a:lnTo>
                  <a:lnTo>
                    <a:pt x="898336" y="6365"/>
                  </a:lnTo>
                  <a:lnTo>
                    <a:pt x="910134" y="5844"/>
                  </a:lnTo>
                  <a:lnTo>
                    <a:pt x="921660" y="5335"/>
                  </a:lnTo>
                  <a:lnTo>
                    <a:pt x="932927" y="4838"/>
                  </a:lnTo>
                  <a:lnTo>
                    <a:pt x="943947" y="4352"/>
                  </a:lnTo>
                  <a:lnTo>
                    <a:pt x="954729" y="3876"/>
                  </a:lnTo>
                  <a:lnTo>
                    <a:pt x="965285" y="3410"/>
                  </a:lnTo>
                  <a:lnTo>
                    <a:pt x="975623" y="2954"/>
                  </a:lnTo>
                  <a:lnTo>
                    <a:pt x="985752" y="2507"/>
                  </a:lnTo>
                  <a:lnTo>
                    <a:pt x="995680" y="2069"/>
                  </a:lnTo>
                  <a:lnTo>
                    <a:pt x="1005416" y="1639"/>
                  </a:lnTo>
                  <a:lnTo>
                    <a:pt x="1014966" y="1218"/>
                  </a:lnTo>
                  <a:lnTo>
                    <a:pt x="1024338" y="804"/>
                  </a:lnTo>
                  <a:lnTo>
                    <a:pt x="1033538" y="398"/>
                  </a:lnTo>
                  <a:lnTo>
                    <a:pt x="104257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8" name="rc297"/>
            <p:cNvSpPr/>
            <p:nvPr/>
          </p:nvSpPr>
          <p:spPr>
            <a:xfrm>
              <a:off x="4270675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270675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tx299"/>
            <p:cNvSpPr/>
            <p:nvPr/>
          </p:nvSpPr>
          <p:spPr>
            <a:xfrm rot="-5400000">
              <a:off x="4080648" y="206758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301" name="tx300"/>
            <p:cNvSpPr/>
            <p:nvPr/>
          </p:nvSpPr>
          <p:spPr>
            <a:xfrm rot="-5400000">
              <a:off x="4080648" y="172053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02" name="tx301"/>
            <p:cNvSpPr/>
            <p:nvPr/>
          </p:nvSpPr>
          <p:spPr>
            <a:xfrm rot="-5400000">
              <a:off x="4080648" y="137349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303" name="pl302"/>
            <p:cNvSpPr/>
            <p:nvPr/>
          </p:nvSpPr>
          <p:spPr>
            <a:xfrm>
              <a:off x="4239044" y="210859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4239044" y="17615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4239044" y="141450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5"/>
            <p:cNvSpPr/>
            <p:nvPr/>
          </p:nvSpPr>
          <p:spPr>
            <a:xfrm>
              <a:off x="4270675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434723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469476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504228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538980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tx310"/>
            <p:cNvSpPr/>
            <p:nvPr/>
          </p:nvSpPr>
          <p:spPr>
            <a:xfrm>
              <a:off x="4270675" y="990315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12" name="rc311"/>
            <p:cNvSpPr/>
            <p:nvPr/>
          </p:nvSpPr>
          <p:spPr>
            <a:xfrm>
              <a:off x="5734681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760676" y="204277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777669" y="195178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785780" y="188612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770460" y="212239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5767676" y="215992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765083" y="147914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766069" y="205578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789745" y="180637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773351" y="20512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800068" y="211996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131162" y="193962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149790" y="206031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146052" y="171248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121752" y="210200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143117" y="203775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139009" y="179940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125229" y="216338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134303" y="205520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127432" y="196834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119797" y="122921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132259" y="153683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125492" y="19795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149569" y="193303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113319" y="215408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144998" y="199455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121419" y="193418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109310" y="209015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149658" y="203336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72332" y="227486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95810" y="205695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98975" y="203747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60456" y="192096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61445" y="145599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91635" y="140961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64980" y="169594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454803" y="180948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52141" y="182492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477739" y="173574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461426" y="17907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473190" y="17320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484609" y="206577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478399" y="195991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462383" y="203256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487310" y="164574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480825" y="173889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497707" y="194014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453685" y="178818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472418" y="120983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836812" y="180102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17291" y="19175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13783" y="180354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48278" y="179420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829740" y="186408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46837" y="181313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835916" y="169705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849833" y="180048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847759" y="202493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38228" y="153336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832693" y="202755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823533" y="201002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807162" y="191401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814272" y="183388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834953" y="184862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843465" y="202546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818988" y="172012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801815" y="185355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841173" y="192009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849038" y="185632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816906" y="192416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6846240" y="159916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6811846" y="187152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6850220" y="181488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806099" y="1822137"/>
              <a:ext cx="1047469" cy="138498"/>
            </a:xfrm>
            <a:custGeom>
              <a:avLst/>
              <a:pathLst>
                <a:path w="1047469" h="138498">
                  <a:moveTo>
                    <a:pt x="0" y="138498"/>
                  </a:moveTo>
                  <a:lnTo>
                    <a:pt x="67263" y="129604"/>
                  </a:lnTo>
                  <a:lnTo>
                    <a:pt x="126593" y="121759"/>
                  </a:lnTo>
                  <a:lnTo>
                    <a:pt x="179666" y="114742"/>
                  </a:lnTo>
                  <a:lnTo>
                    <a:pt x="227676" y="108394"/>
                  </a:lnTo>
                  <a:lnTo>
                    <a:pt x="271506" y="102599"/>
                  </a:lnTo>
                  <a:lnTo>
                    <a:pt x="311826" y="97268"/>
                  </a:lnTo>
                  <a:lnTo>
                    <a:pt x="349156" y="92332"/>
                  </a:lnTo>
                  <a:lnTo>
                    <a:pt x="383910" y="87737"/>
                  </a:lnTo>
                  <a:lnTo>
                    <a:pt x="416419" y="83438"/>
                  </a:lnTo>
                  <a:lnTo>
                    <a:pt x="446958" y="79400"/>
                  </a:lnTo>
                  <a:lnTo>
                    <a:pt x="475750" y="75593"/>
                  </a:lnTo>
                  <a:lnTo>
                    <a:pt x="502985" y="71992"/>
                  </a:lnTo>
                  <a:lnTo>
                    <a:pt x="528823" y="68576"/>
                  </a:lnTo>
                  <a:lnTo>
                    <a:pt x="553400" y="65326"/>
                  </a:lnTo>
                  <a:lnTo>
                    <a:pt x="576833" y="62228"/>
                  </a:lnTo>
                  <a:lnTo>
                    <a:pt x="599224" y="59267"/>
                  </a:lnTo>
                  <a:lnTo>
                    <a:pt x="620663" y="56433"/>
                  </a:lnTo>
                  <a:lnTo>
                    <a:pt x="641226" y="53714"/>
                  </a:lnTo>
                  <a:lnTo>
                    <a:pt x="660982" y="51101"/>
                  </a:lnTo>
                  <a:lnTo>
                    <a:pt x="679993" y="48588"/>
                  </a:lnTo>
                  <a:lnTo>
                    <a:pt x="698313" y="46166"/>
                  </a:lnTo>
                  <a:lnTo>
                    <a:pt x="715989" y="43828"/>
                  </a:lnTo>
                  <a:lnTo>
                    <a:pt x="733066" y="41570"/>
                  </a:lnTo>
                  <a:lnTo>
                    <a:pt x="749583" y="39387"/>
                  </a:lnTo>
                  <a:lnTo>
                    <a:pt x="765576" y="37272"/>
                  </a:lnTo>
                  <a:lnTo>
                    <a:pt x="781076" y="35222"/>
                  </a:lnTo>
                  <a:lnTo>
                    <a:pt x="796114" y="33234"/>
                  </a:lnTo>
                  <a:lnTo>
                    <a:pt x="810716" y="31303"/>
                  </a:lnTo>
                  <a:lnTo>
                    <a:pt x="824906" y="29427"/>
                  </a:lnTo>
                  <a:lnTo>
                    <a:pt x="838708" y="27602"/>
                  </a:lnTo>
                  <a:lnTo>
                    <a:pt x="852141" y="25826"/>
                  </a:lnTo>
                  <a:lnTo>
                    <a:pt x="865226" y="24096"/>
                  </a:lnTo>
                  <a:lnTo>
                    <a:pt x="877979" y="22410"/>
                  </a:lnTo>
                  <a:lnTo>
                    <a:pt x="890418" y="20765"/>
                  </a:lnTo>
                  <a:lnTo>
                    <a:pt x="902556" y="19160"/>
                  </a:lnTo>
                  <a:lnTo>
                    <a:pt x="914409" y="17593"/>
                  </a:lnTo>
                  <a:lnTo>
                    <a:pt x="925989" y="16062"/>
                  </a:lnTo>
                  <a:lnTo>
                    <a:pt x="937310" y="14565"/>
                  </a:lnTo>
                  <a:lnTo>
                    <a:pt x="948381" y="13101"/>
                  </a:lnTo>
                  <a:lnTo>
                    <a:pt x="959214" y="11669"/>
                  </a:lnTo>
                  <a:lnTo>
                    <a:pt x="969819" y="10266"/>
                  </a:lnTo>
                  <a:lnTo>
                    <a:pt x="980206" y="8893"/>
                  </a:lnTo>
                  <a:lnTo>
                    <a:pt x="990383" y="7548"/>
                  </a:lnTo>
                  <a:lnTo>
                    <a:pt x="1000358" y="6229"/>
                  </a:lnTo>
                  <a:lnTo>
                    <a:pt x="1010139" y="4935"/>
                  </a:lnTo>
                  <a:lnTo>
                    <a:pt x="1019734" y="3667"/>
                  </a:lnTo>
                  <a:lnTo>
                    <a:pt x="1029150" y="2422"/>
                  </a:lnTo>
                  <a:lnTo>
                    <a:pt x="1038393" y="1200"/>
                  </a:lnTo>
                  <a:lnTo>
                    <a:pt x="104746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806099" y="1868026"/>
              <a:ext cx="1047469" cy="277055"/>
            </a:xfrm>
            <a:custGeom>
              <a:avLst/>
              <a:pathLst>
                <a:path w="1047469" h="277055">
                  <a:moveTo>
                    <a:pt x="0" y="277055"/>
                  </a:moveTo>
                  <a:lnTo>
                    <a:pt x="67263" y="259263"/>
                  </a:lnTo>
                  <a:lnTo>
                    <a:pt x="126593" y="243571"/>
                  </a:lnTo>
                  <a:lnTo>
                    <a:pt x="179666" y="229533"/>
                  </a:lnTo>
                  <a:lnTo>
                    <a:pt x="227676" y="216834"/>
                  </a:lnTo>
                  <a:lnTo>
                    <a:pt x="271506" y="205241"/>
                  </a:lnTo>
                  <a:lnTo>
                    <a:pt x="311826" y="194577"/>
                  </a:lnTo>
                  <a:lnTo>
                    <a:pt x="349156" y="184703"/>
                  </a:lnTo>
                  <a:lnTo>
                    <a:pt x="383910" y="175511"/>
                  </a:lnTo>
                  <a:lnTo>
                    <a:pt x="416419" y="166912"/>
                  </a:lnTo>
                  <a:lnTo>
                    <a:pt x="446958" y="158834"/>
                  </a:lnTo>
                  <a:lnTo>
                    <a:pt x="475750" y="151219"/>
                  </a:lnTo>
                  <a:lnTo>
                    <a:pt x="502985" y="144015"/>
                  </a:lnTo>
                  <a:lnTo>
                    <a:pt x="528823" y="137181"/>
                  </a:lnTo>
                  <a:lnTo>
                    <a:pt x="553400" y="130681"/>
                  </a:lnTo>
                  <a:lnTo>
                    <a:pt x="576833" y="124483"/>
                  </a:lnTo>
                  <a:lnTo>
                    <a:pt x="599224" y="118560"/>
                  </a:lnTo>
                  <a:lnTo>
                    <a:pt x="620663" y="112890"/>
                  </a:lnTo>
                  <a:lnTo>
                    <a:pt x="641226" y="107451"/>
                  </a:lnTo>
                  <a:lnTo>
                    <a:pt x="660982" y="102225"/>
                  </a:lnTo>
                  <a:lnTo>
                    <a:pt x="679993" y="97197"/>
                  </a:lnTo>
                  <a:lnTo>
                    <a:pt x="698313" y="92351"/>
                  </a:lnTo>
                  <a:lnTo>
                    <a:pt x="715989" y="87676"/>
                  </a:lnTo>
                  <a:lnTo>
                    <a:pt x="733066" y="83159"/>
                  </a:lnTo>
                  <a:lnTo>
                    <a:pt x="749583" y="78790"/>
                  </a:lnTo>
                  <a:lnTo>
                    <a:pt x="765576" y="74560"/>
                  </a:lnTo>
                  <a:lnTo>
                    <a:pt x="781076" y="70460"/>
                  </a:lnTo>
                  <a:lnTo>
                    <a:pt x="796114" y="66483"/>
                  </a:lnTo>
                  <a:lnTo>
                    <a:pt x="810716" y="62621"/>
                  </a:lnTo>
                  <a:lnTo>
                    <a:pt x="824906" y="58867"/>
                  </a:lnTo>
                  <a:lnTo>
                    <a:pt x="838708" y="55217"/>
                  </a:lnTo>
                  <a:lnTo>
                    <a:pt x="852141" y="51664"/>
                  </a:lnTo>
                  <a:lnTo>
                    <a:pt x="865226" y="48203"/>
                  </a:lnTo>
                  <a:lnTo>
                    <a:pt x="877979" y="44829"/>
                  </a:lnTo>
                  <a:lnTo>
                    <a:pt x="890418" y="41540"/>
                  </a:lnTo>
                  <a:lnTo>
                    <a:pt x="902556" y="38329"/>
                  </a:lnTo>
                  <a:lnTo>
                    <a:pt x="914409" y="35194"/>
                  </a:lnTo>
                  <a:lnTo>
                    <a:pt x="925989" y="32131"/>
                  </a:lnTo>
                  <a:lnTo>
                    <a:pt x="937310" y="29137"/>
                  </a:lnTo>
                  <a:lnTo>
                    <a:pt x="948381" y="26208"/>
                  </a:lnTo>
                  <a:lnTo>
                    <a:pt x="959214" y="23343"/>
                  </a:lnTo>
                  <a:lnTo>
                    <a:pt x="969819" y="20538"/>
                  </a:lnTo>
                  <a:lnTo>
                    <a:pt x="980206" y="17791"/>
                  </a:lnTo>
                  <a:lnTo>
                    <a:pt x="990383" y="15099"/>
                  </a:lnTo>
                  <a:lnTo>
                    <a:pt x="1000358" y="12460"/>
                  </a:lnTo>
                  <a:lnTo>
                    <a:pt x="1010139" y="9873"/>
                  </a:lnTo>
                  <a:lnTo>
                    <a:pt x="1019734" y="7335"/>
                  </a:lnTo>
                  <a:lnTo>
                    <a:pt x="1029150" y="4845"/>
                  </a:lnTo>
                  <a:lnTo>
                    <a:pt x="1038393" y="2400"/>
                  </a:lnTo>
                  <a:lnTo>
                    <a:pt x="104746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806099" y="1918322"/>
              <a:ext cx="1047469" cy="40776"/>
            </a:xfrm>
            <a:custGeom>
              <a:avLst/>
              <a:pathLst>
                <a:path w="1047469" h="40776">
                  <a:moveTo>
                    <a:pt x="0" y="40776"/>
                  </a:moveTo>
                  <a:lnTo>
                    <a:pt x="67263" y="38158"/>
                  </a:lnTo>
                  <a:lnTo>
                    <a:pt x="126593" y="35848"/>
                  </a:lnTo>
                  <a:lnTo>
                    <a:pt x="179666" y="33782"/>
                  </a:lnTo>
                  <a:lnTo>
                    <a:pt x="227676" y="31913"/>
                  </a:lnTo>
                  <a:lnTo>
                    <a:pt x="271506" y="30207"/>
                  </a:lnTo>
                  <a:lnTo>
                    <a:pt x="311826" y="28637"/>
                  </a:lnTo>
                  <a:lnTo>
                    <a:pt x="349156" y="27184"/>
                  </a:lnTo>
                  <a:lnTo>
                    <a:pt x="383910" y="25831"/>
                  </a:lnTo>
                  <a:lnTo>
                    <a:pt x="416419" y="24566"/>
                  </a:lnTo>
                  <a:lnTo>
                    <a:pt x="446958" y="23377"/>
                  </a:lnTo>
                  <a:lnTo>
                    <a:pt x="475750" y="22256"/>
                  </a:lnTo>
                  <a:lnTo>
                    <a:pt x="502985" y="21196"/>
                  </a:lnTo>
                  <a:lnTo>
                    <a:pt x="528823" y="20190"/>
                  </a:lnTo>
                  <a:lnTo>
                    <a:pt x="553400" y="19233"/>
                  </a:lnTo>
                  <a:lnTo>
                    <a:pt x="576833" y="18321"/>
                  </a:lnTo>
                  <a:lnTo>
                    <a:pt x="599224" y="17449"/>
                  </a:lnTo>
                  <a:lnTo>
                    <a:pt x="620663" y="16615"/>
                  </a:lnTo>
                  <a:lnTo>
                    <a:pt x="641226" y="15814"/>
                  </a:lnTo>
                  <a:lnTo>
                    <a:pt x="660982" y="15045"/>
                  </a:lnTo>
                  <a:lnTo>
                    <a:pt x="679993" y="14305"/>
                  </a:lnTo>
                  <a:lnTo>
                    <a:pt x="698313" y="13592"/>
                  </a:lnTo>
                  <a:lnTo>
                    <a:pt x="715989" y="12904"/>
                  </a:lnTo>
                  <a:lnTo>
                    <a:pt x="733066" y="12239"/>
                  </a:lnTo>
                  <a:lnTo>
                    <a:pt x="749583" y="11596"/>
                  </a:lnTo>
                  <a:lnTo>
                    <a:pt x="765576" y="10973"/>
                  </a:lnTo>
                  <a:lnTo>
                    <a:pt x="781076" y="10370"/>
                  </a:lnTo>
                  <a:lnTo>
                    <a:pt x="796114" y="9784"/>
                  </a:lnTo>
                  <a:lnTo>
                    <a:pt x="810716" y="9216"/>
                  </a:lnTo>
                  <a:lnTo>
                    <a:pt x="824906" y="8664"/>
                  </a:lnTo>
                  <a:lnTo>
                    <a:pt x="838708" y="8126"/>
                  </a:lnTo>
                  <a:lnTo>
                    <a:pt x="852141" y="7603"/>
                  </a:lnTo>
                  <a:lnTo>
                    <a:pt x="865226" y="7094"/>
                  </a:lnTo>
                  <a:lnTo>
                    <a:pt x="877979" y="6598"/>
                  </a:lnTo>
                  <a:lnTo>
                    <a:pt x="890418" y="6113"/>
                  </a:lnTo>
                  <a:lnTo>
                    <a:pt x="902556" y="5641"/>
                  </a:lnTo>
                  <a:lnTo>
                    <a:pt x="914409" y="5179"/>
                  </a:lnTo>
                  <a:lnTo>
                    <a:pt x="925989" y="4729"/>
                  </a:lnTo>
                  <a:lnTo>
                    <a:pt x="937310" y="4288"/>
                  </a:lnTo>
                  <a:lnTo>
                    <a:pt x="948381" y="3857"/>
                  </a:lnTo>
                  <a:lnTo>
                    <a:pt x="959214" y="3435"/>
                  </a:lnTo>
                  <a:lnTo>
                    <a:pt x="969819" y="3022"/>
                  </a:lnTo>
                  <a:lnTo>
                    <a:pt x="980206" y="2618"/>
                  </a:lnTo>
                  <a:lnTo>
                    <a:pt x="990383" y="2222"/>
                  </a:lnTo>
                  <a:lnTo>
                    <a:pt x="1000358" y="1834"/>
                  </a:lnTo>
                  <a:lnTo>
                    <a:pt x="1010139" y="1453"/>
                  </a:lnTo>
                  <a:lnTo>
                    <a:pt x="1019734" y="1079"/>
                  </a:lnTo>
                  <a:lnTo>
                    <a:pt x="1029150" y="713"/>
                  </a:lnTo>
                  <a:lnTo>
                    <a:pt x="1038393" y="353"/>
                  </a:lnTo>
                  <a:lnTo>
                    <a:pt x="104746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806099" y="1487775"/>
              <a:ext cx="1047469" cy="642928"/>
            </a:xfrm>
            <a:custGeom>
              <a:avLst/>
              <a:pathLst>
                <a:path w="1047469" h="642928">
                  <a:moveTo>
                    <a:pt x="0" y="642928"/>
                  </a:moveTo>
                  <a:lnTo>
                    <a:pt x="67263" y="601643"/>
                  </a:lnTo>
                  <a:lnTo>
                    <a:pt x="126593" y="565226"/>
                  </a:lnTo>
                  <a:lnTo>
                    <a:pt x="179666" y="532650"/>
                  </a:lnTo>
                  <a:lnTo>
                    <a:pt x="227676" y="503182"/>
                  </a:lnTo>
                  <a:lnTo>
                    <a:pt x="271506" y="476279"/>
                  </a:lnTo>
                  <a:lnTo>
                    <a:pt x="311826" y="451532"/>
                  </a:lnTo>
                  <a:lnTo>
                    <a:pt x="349156" y="428619"/>
                  </a:lnTo>
                  <a:lnTo>
                    <a:pt x="383910" y="407287"/>
                  </a:lnTo>
                  <a:lnTo>
                    <a:pt x="416419" y="387333"/>
                  </a:lnTo>
                  <a:lnTo>
                    <a:pt x="446958" y="368589"/>
                  </a:lnTo>
                  <a:lnTo>
                    <a:pt x="475750" y="350916"/>
                  </a:lnTo>
                  <a:lnTo>
                    <a:pt x="502985" y="334200"/>
                  </a:lnTo>
                  <a:lnTo>
                    <a:pt x="528823" y="318341"/>
                  </a:lnTo>
                  <a:lnTo>
                    <a:pt x="553400" y="303256"/>
                  </a:lnTo>
                  <a:lnTo>
                    <a:pt x="576833" y="288872"/>
                  </a:lnTo>
                  <a:lnTo>
                    <a:pt x="599224" y="275129"/>
                  </a:lnTo>
                  <a:lnTo>
                    <a:pt x="620663" y="261970"/>
                  </a:lnTo>
                  <a:lnTo>
                    <a:pt x="641226" y="249348"/>
                  </a:lnTo>
                  <a:lnTo>
                    <a:pt x="660982" y="237222"/>
                  </a:lnTo>
                  <a:lnTo>
                    <a:pt x="679993" y="225553"/>
                  </a:lnTo>
                  <a:lnTo>
                    <a:pt x="698313" y="214309"/>
                  </a:lnTo>
                  <a:lnTo>
                    <a:pt x="715989" y="203459"/>
                  </a:lnTo>
                  <a:lnTo>
                    <a:pt x="733066" y="192978"/>
                  </a:lnTo>
                  <a:lnTo>
                    <a:pt x="749583" y="182840"/>
                  </a:lnTo>
                  <a:lnTo>
                    <a:pt x="765576" y="173023"/>
                  </a:lnTo>
                  <a:lnTo>
                    <a:pt x="781076" y="163509"/>
                  </a:lnTo>
                  <a:lnTo>
                    <a:pt x="796114" y="154279"/>
                  </a:lnTo>
                  <a:lnTo>
                    <a:pt x="810716" y="145317"/>
                  </a:lnTo>
                  <a:lnTo>
                    <a:pt x="824906" y="136607"/>
                  </a:lnTo>
                  <a:lnTo>
                    <a:pt x="838708" y="128136"/>
                  </a:lnTo>
                  <a:lnTo>
                    <a:pt x="852141" y="119890"/>
                  </a:lnTo>
                  <a:lnTo>
                    <a:pt x="865226" y="111859"/>
                  </a:lnTo>
                  <a:lnTo>
                    <a:pt x="877979" y="104031"/>
                  </a:lnTo>
                  <a:lnTo>
                    <a:pt x="890418" y="96397"/>
                  </a:lnTo>
                  <a:lnTo>
                    <a:pt x="902556" y="88946"/>
                  </a:lnTo>
                  <a:lnTo>
                    <a:pt x="914409" y="81671"/>
                  </a:lnTo>
                  <a:lnTo>
                    <a:pt x="925989" y="74563"/>
                  </a:lnTo>
                  <a:lnTo>
                    <a:pt x="937310" y="67615"/>
                  </a:lnTo>
                  <a:lnTo>
                    <a:pt x="948381" y="60819"/>
                  </a:lnTo>
                  <a:lnTo>
                    <a:pt x="959214" y="54170"/>
                  </a:lnTo>
                  <a:lnTo>
                    <a:pt x="969819" y="47660"/>
                  </a:lnTo>
                  <a:lnTo>
                    <a:pt x="980206" y="41285"/>
                  </a:lnTo>
                  <a:lnTo>
                    <a:pt x="990383" y="35039"/>
                  </a:lnTo>
                  <a:lnTo>
                    <a:pt x="1000358" y="28916"/>
                  </a:lnTo>
                  <a:lnTo>
                    <a:pt x="1010139" y="22912"/>
                  </a:lnTo>
                  <a:lnTo>
                    <a:pt x="1019734" y="17023"/>
                  </a:lnTo>
                  <a:lnTo>
                    <a:pt x="1029150" y="11244"/>
                  </a:lnTo>
                  <a:lnTo>
                    <a:pt x="1038393" y="5571"/>
                  </a:lnTo>
                  <a:lnTo>
                    <a:pt x="104746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5806099" y="1825750"/>
              <a:ext cx="1047469" cy="165244"/>
            </a:xfrm>
            <a:custGeom>
              <a:avLst/>
              <a:pathLst>
                <a:path w="1047469" h="165244">
                  <a:moveTo>
                    <a:pt x="0" y="0"/>
                  </a:moveTo>
                  <a:lnTo>
                    <a:pt x="67263" y="10611"/>
                  </a:lnTo>
                  <a:lnTo>
                    <a:pt x="126593" y="19970"/>
                  </a:lnTo>
                  <a:lnTo>
                    <a:pt x="179666" y="28343"/>
                  </a:lnTo>
                  <a:lnTo>
                    <a:pt x="227676" y="35917"/>
                  </a:lnTo>
                  <a:lnTo>
                    <a:pt x="271506" y="42831"/>
                  </a:lnTo>
                  <a:lnTo>
                    <a:pt x="311826" y="49192"/>
                  </a:lnTo>
                  <a:lnTo>
                    <a:pt x="349156" y="55081"/>
                  </a:lnTo>
                  <a:lnTo>
                    <a:pt x="383910" y="60563"/>
                  </a:lnTo>
                  <a:lnTo>
                    <a:pt x="416419" y="65692"/>
                  </a:lnTo>
                  <a:lnTo>
                    <a:pt x="446958" y="70510"/>
                  </a:lnTo>
                  <a:lnTo>
                    <a:pt x="475750" y="75052"/>
                  </a:lnTo>
                  <a:lnTo>
                    <a:pt x="502985" y="79348"/>
                  </a:lnTo>
                  <a:lnTo>
                    <a:pt x="528823" y="83424"/>
                  </a:lnTo>
                  <a:lnTo>
                    <a:pt x="553400" y="87301"/>
                  </a:lnTo>
                  <a:lnTo>
                    <a:pt x="576833" y="90998"/>
                  </a:lnTo>
                  <a:lnTo>
                    <a:pt x="599224" y="94530"/>
                  </a:lnTo>
                  <a:lnTo>
                    <a:pt x="620663" y="97913"/>
                  </a:lnTo>
                  <a:lnTo>
                    <a:pt x="641226" y="101156"/>
                  </a:lnTo>
                  <a:lnTo>
                    <a:pt x="660982" y="104273"/>
                  </a:lnTo>
                  <a:lnTo>
                    <a:pt x="679993" y="107272"/>
                  </a:lnTo>
                  <a:lnTo>
                    <a:pt x="698313" y="110162"/>
                  </a:lnTo>
                  <a:lnTo>
                    <a:pt x="715989" y="112951"/>
                  </a:lnTo>
                  <a:lnTo>
                    <a:pt x="733066" y="115645"/>
                  </a:lnTo>
                  <a:lnTo>
                    <a:pt x="749583" y="118250"/>
                  </a:lnTo>
                  <a:lnTo>
                    <a:pt x="765576" y="120773"/>
                  </a:lnTo>
                  <a:lnTo>
                    <a:pt x="781076" y="123219"/>
                  </a:lnTo>
                  <a:lnTo>
                    <a:pt x="796114" y="125591"/>
                  </a:lnTo>
                  <a:lnTo>
                    <a:pt x="810716" y="127894"/>
                  </a:lnTo>
                  <a:lnTo>
                    <a:pt x="824906" y="130133"/>
                  </a:lnTo>
                  <a:lnTo>
                    <a:pt x="838708" y="132310"/>
                  </a:lnTo>
                  <a:lnTo>
                    <a:pt x="852141" y="134430"/>
                  </a:lnTo>
                  <a:lnTo>
                    <a:pt x="865226" y="136494"/>
                  </a:lnTo>
                  <a:lnTo>
                    <a:pt x="877979" y="138506"/>
                  </a:lnTo>
                  <a:lnTo>
                    <a:pt x="890418" y="140468"/>
                  </a:lnTo>
                  <a:lnTo>
                    <a:pt x="902556" y="142383"/>
                  </a:lnTo>
                  <a:lnTo>
                    <a:pt x="914409" y="144253"/>
                  </a:lnTo>
                  <a:lnTo>
                    <a:pt x="925989" y="146079"/>
                  </a:lnTo>
                  <a:lnTo>
                    <a:pt x="937310" y="147865"/>
                  </a:lnTo>
                  <a:lnTo>
                    <a:pt x="948381" y="149612"/>
                  </a:lnTo>
                  <a:lnTo>
                    <a:pt x="959214" y="151321"/>
                  </a:lnTo>
                  <a:lnTo>
                    <a:pt x="969819" y="152994"/>
                  </a:lnTo>
                  <a:lnTo>
                    <a:pt x="980206" y="154632"/>
                  </a:lnTo>
                  <a:lnTo>
                    <a:pt x="990383" y="156238"/>
                  </a:lnTo>
                  <a:lnTo>
                    <a:pt x="1000358" y="157811"/>
                  </a:lnTo>
                  <a:lnTo>
                    <a:pt x="1010139" y="159355"/>
                  </a:lnTo>
                  <a:lnTo>
                    <a:pt x="1019734" y="160868"/>
                  </a:lnTo>
                  <a:lnTo>
                    <a:pt x="1029150" y="162354"/>
                  </a:lnTo>
                  <a:lnTo>
                    <a:pt x="1038393" y="163812"/>
                  </a:lnTo>
                  <a:lnTo>
                    <a:pt x="1047469" y="165244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5806099" y="1450299"/>
              <a:ext cx="1047469" cy="240745"/>
            </a:xfrm>
            <a:custGeom>
              <a:avLst/>
              <a:pathLst>
                <a:path w="1047469" h="240745">
                  <a:moveTo>
                    <a:pt x="0" y="0"/>
                  </a:moveTo>
                  <a:lnTo>
                    <a:pt x="67263" y="15459"/>
                  </a:lnTo>
                  <a:lnTo>
                    <a:pt x="126593" y="29095"/>
                  </a:lnTo>
                  <a:lnTo>
                    <a:pt x="179666" y="41293"/>
                  </a:lnTo>
                  <a:lnTo>
                    <a:pt x="227676" y="52328"/>
                  </a:lnTo>
                  <a:lnTo>
                    <a:pt x="271506" y="62401"/>
                  </a:lnTo>
                  <a:lnTo>
                    <a:pt x="311826" y="71668"/>
                  </a:lnTo>
                  <a:lnTo>
                    <a:pt x="349156" y="80248"/>
                  </a:lnTo>
                  <a:lnTo>
                    <a:pt x="383910" y="88236"/>
                  </a:lnTo>
                  <a:lnTo>
                    <a:pt x="416419" y="95708"/>
                  </a:lnTo>
                  <a:lnTo>
                    <a:pt x="446958" y="102726"/>
                  </a:lnTo>
                  <a:lnTo>
                    <a:pt x="475750" y="109344"/>
                  </a:lnTo>
                  <a:lnTo>
                    <a:pt x="502985" y="115603"/>
                  </a:lnTo>
                  <a:lnTo>
                    <a:pt x="528823" y="121542"/>
                  </a:lnTo>
                  <a:lnTo>
                    <a:pt x="553400" y="127190"/>
                  </a:lnTo>
                  <a:lnTo>
                    <a:pt x="576833" y="132576"/>
                  </a:lnTo>
                  <a:lnTo>
                    <a:pt x="599224" y="137723"/>
                  </a:lnTo>
                  <a:lnTo>
                    <a:pt x="620663" y="142650"/>
                  </a:lnTo>
                  <a:lnTo>
                    <a:pt x="641226" y="147376"/>
                  </a:lnTo>
                  <a:lnTo>
                    <a:pt x="660982" y="151917"/>
                  </a:lnTo>
                  <a:lnTo>
                    <a:pt x="679993" y="156286"/>
                  </a:lnTo>
                  <a:lnTo>
                    <a:pt x="698313" y="160497"/>
                  </a:lnTo>
                  <a:lnTo>
                    <a:pt x="715989" y="164559"/>
                  </a:lnTo>
                  <a:lnTo>
                    <a:pt x="733066" y="168484"/>
                  </a:lnTo>
                  <a:lnTo>
                    <a:pt x="749583" y="172280"/>
                  </a:lnTo>
                  <a:lnTo>
                    <a:pt x="765576" y="175956"/>
                  </a:lnTo>
                  <a:lnTo>
                    <a:pt x="781076" y="179519"/>
                  </a:lnTo>
                  <a:lnTo>
                    <a:pt x="796114" y="182975"/>
                  </a:lnTo>
                  <a:lnTo>
                    <a:pt x="810716" y="186331"/>
                  </a:lnTo>
                  <a:lnTo>
                    <a:pt x="824906" y="189592"/>
                  </a:lnTo>
                  <a:lnTo>
                    <a:pt x="838708" y="192764"/>
                  </a:lnTo>
                  <a:lnTo>
                    <a:pt x="852141" y="195852"/>
                  </a:lnTo>
                  <a:lnTo>
                    <a:pt x="865226" y="198859"/>
                  </a:lnTo>
                  <a:lnTo>
                    <a:pt x="877979" y="201790"/>
                  </a:lnTo>
                  <a:lnTo>
                    <a:pt x="890418" y="204649"/>
                  </a:lnTo>
                  <a:lnTo>
                    <a:pt x="902556" y="207439"/>
                  </a:lnTo>
                  <a:lnTo>
                    <a:pt x="914409" y="210163"/>
                  </a:lnTo>
                  <a:lnTo>
                    <a:pt x="925989" y="212825"/>
                  </a:lnTo>
                  <a:lnTo>
                    <a:pt x="937310" y="215427"/>
                  </a:lnTo>
                  <a:lnTo>
                    <a:pt x="948381" y="217971"/>
                  </a:lnTo>
                  <a:lnTo>
                    <a:pt x="959214" y="220461"/>
                  </a:lnTo>
                  <a:lnTo>
                    <a:pt x="969819" y="222899"/>
                  </a:lnTo>
                  <a:lnTo>
                    <a:pt x="980206" y="225286"/>
                  </a:lnTo>
                  <a:lnTo>
                    <a:pt x="990383" y="227625"/>
                  </a:lnTo>
                  <a:lnTo>
                    <a:pt x="1000358" y="229917"/>
                  </a:lnTo>
                  <a:lnTo>
                    <a:pt x="1010139" y="232165"/>
                  </a:lnTo>
                  <a:lnTo>
                    <a:pt x="1019734" y="234371"/>
                  </a:lnTo>
                  <a:lnTo>
                    <a:pt x="1029150" y="236535"/>
                  </a:lnTo>
                  <a:lnTo>
                    <a:pt x="1038393" y="238659"/>
                  </a:lnTo>
                  <a:lnTo>
                    <a:pt x="1047469" y="240745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806099" y="1865633"/>
              <a:ext cx="1047469" cy="174682"/>
            </a:xfrm>
            <a:custGeom>
              <a:avLst/>
              <a:pathLst>
                <a:path w="1047469" h="174682">
                  <a:moveTo>
                    <a:pt x="0" y="174682"/>
                  </a:moveTo>
                  <a:lnTo>
                    <a:pt x="67263" y="163465"/>
                  </a:lnTo>
                  <a:lnTo>
                    <a:pt x="126593" y="153570"/>
                  </a:lnTo>
                  <a:lnTo>
                    <a:pt x="179666" y="144720"/>
                  </a:lnTo>
                  <a:lnTo>
                    <a:pt x="227676" y="136713"/>
                  </a:lnTo>
                  <a:lnTo>
                    <a:pt x="271506" y="129404"/>
                  </a:lnTo>
                  <a:lnTo>
                    <a:pt x="311826" y="122680"/>
                  </a:lnTo>
                  <a:lnTo>
                    <a:pt x="349156" y="116455"/>
                  </a:lnTo>
                  <a:lnTo>
                    <a:pt x="383910" y="110659"/>
                  </a:lnTo>
                  <a:lnTo>
                    <a:pt x="416419" y="105237"/>
                  </a:lnTo>
                  <a:lnTo>
                    <a:pt x="446958" y="100145"/>
                  </a:lnTo>
                  <a:lnTo>
                    <a:pt x="475750" y="95343"/>
                  </a:lnTo>
                  <a:lnTo>
                    <a:pt x="502985" y="90801"/>
                  </a:lnTo>
                  <a:lnTo>
                    <a:pt x="528823" y="86492"/>
                  </a:lnTo>
                  <a:lnTo>
                    <a:pt x="553400" y="82394"/>
                  </a:lnTo>
                  <a:lnTo>
                    <a:pt x="576833" y="78486"/>
                  </a:lnTo>
                  <a:lnTo>
                    <a:pt x="599224" y="74752"/>
                  </a:lnTo>
                  <a:lnTo>
                    <a:pt x="620663" y="71176"/>
                  </a:lnTo>
                  <a:lnTo>
                    <a:pt x="641226" y="67747"/>
                  </a:lnTo>
                  <a:lnTo>
                    <a:pt x="660982" y="64452"/>
                  </a:lnTo>
                  <a:lnTo>
                    <a:pt x="679993" y="61282"/>
                  </a:lnTo>
                  <a:lnTo>
                    <a:pt x="698313" y="58227"/>
                  </a:lnTo>
                  <a:lnTo>
                    <a:pt x="715989" y="55279"/>
                  </a:lnTo>
                  <a:lnTo>
                    <a:pt x="733066" y="52431"/>
                  </a:lnTo>
                  <a:lnTo>
                    <a:pt x="749583" y="49677"/>
                  </a:lnTo>
                  <a:lnTo>
                    <a:pt x="765576" y="47010"/>
                  </a:lnTo>
                  <a:lnTo>
                    <a:pt x="781076" y="44425"/>
                  </a:lnTo>
                  <a:lnTo>
                    <a:pt x="796114" y="41917"/>
                  </a:lnTo>
                  <a:lnTo>
                    <a:pt x="810716" y="39482"/>
                  </a:lnTo>
                  <a:lnTo>
                    <a:pt x="824906" y="37115"/>
                  </a:lnTo>
                  <a:lnTo>
                    <a:pt x="838708" y="34814"/>
                  </a:lnTo>
                  <a:lnTo>
                    <a:pt x="852141" y="32574"/>
                  </a:lnTo>
                  <a:lnTo>
                    <a:pt x="865226" y="30392"/>
                  </a:lnTo>
                  <a:lnTo>
                    <a:pt x="877979" y="28265"/>
                  </a:lnTo>
                  <a:lnTo>
                    <a:pt x="890418" y="26190"/>
                  </a:lnTo>
                  <a:lnTo>
                    <a:pt x="902556" y="24166"/>
                  </a:lnTo>
                  <a:lnTo>
                    <a:pt x="914409" y="22189"/>
                  </a:lnTo>
                  <a:lnTo>
                    <a:pt x="925989" y="20258"/>
                  </a:lnTo>
                  <a:lnTo>
                    <a:pt x="937310" y="18370"/>
                  </a:lnTo>
                  <a:lnTo>
                    <a:pt x="948381" y="16524"/>
                  </a:lnTo>
                  <a:lnTo>
                    <a:pt x="959214" y="14717"/>
                  </a:lnTo>
                  <a:lnTo>
                    <a:pt x="969819" y="12949"/>
                  </a:lnTo>
                  <a:lnTo>
                    <a:pt x="980206" y="11217"/>
                  </a:lnTo>
                  <a:lnTo>
                    <a:pt x="990383" y="9520"/>
                  </a:lnTo>
                  <a:lnTo>
                    <a:pt x="1000358" y="7856"/>
                  </a:lnTo>
                  <a:lnTo>
                    <a:pt x="1010139" y="6225"/>
                  </a:lnTo>
                  <a:lnTo>
                    <a:pt x="1019734" y="4625"/>
                  </a:lnTo>
                  <a:lnTo>
                    <a:pt x="1029150" y="3055"/>
                  </a:lnTo>
                  <a:lnTo>
                    <a:pt x="1038393" y="1513"/>
                  </a:lnTo>
                  <a:lnTo>
                    <a:pt x="104746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806099" y="1800822"/>
              <a:ext cx="1047469" cy="302794"/>
            </a:xfrm>
            <a:custGeom>
              <a:avLst/>
              <a:pathLst>
                <a:path w="1047469" h="302794">
                  <a:moveTo>
                    <a:pt x="0" y="302794"/>
                  </a:moveTo>
                  <a:lnTo>
                    <a:pt x="67263" y="283350"/>
                  </a:lnTo>
                  <a:lnTo>
                    <a:pt x="126593" y="266199"/>
                  </a:lnTo>
                  <a:lnTo>
                    <a:pt x="179666" y="250857"/>
                  </a:lnTo>
                  <a:lnTo>
                    <a:pt x="227676" y="236979"/>
                  </a:lnTo>
                  <a:lnTo>
                    <a:pt x="271506" y="224309"/>
                  </a:lnTo>
                  <a:lnTo>
                    <a:pt x="311826" y="212654"/>
                  </a:lnTo>
                  <a:lnTo>
                    <a:pt x="349156" y="201863"/>
                  </a:lnTo>
                  <a:lnTo>
                    <a:pt x="383910" y="191816"/>
                  </a:lnTo>
                  <a:lnTo>
                    <a:pt x="416419" y="182419"/>
                  </a:lnTo>
                  <a:lnTo>
                    <a:pt x="446958" y="173591"/>
                  </a:lnTo>
                  <a:lnTo>
                    <a:pt x="475750" y="165268"/>
                  </a:lnTo>
                  <a:lnTo>
                    <a:pt x="502985" y="157395"/>
                  </a:lnTo>
                  <a:lnTo>
                    <a:pt x="528823" y="149926"/>
                  </a:lnTo>
                  <a:lnTo>
                    <a:pt x="553400" y="142821"/>
                  </a:lnTo>
                  <a:lnTo>
                    <a:pt x="576833" y="136047"/>
                  </a:lnTo>
                  <a:lnTo>
                    <a:pt x="599224" y="129575"/>
                  </a:lnTo>
                  <a:lnTo>
                    <a:pt x="620663" y="123377"/>
                  </a:lnTo>
                  <a:lnTo>
                    <a:pt x="641226" y="117433"/>
                  </a:lnTo>
                  <a:lnTo>
                    <a:pt x="660982" y="111722"/>
                  </a:lnTo>
                  <a:lnTo>
                    <a:pt x="679993" y="106227"/>
                  </a:lnTo>
                  <a:lnTo>
                    <a:pt x="698313" y="100931"/>
                  </a:lnTo>
                  <a:lnTo>
                    <a:pt x="715989" y="95821"/>
                  </a:lnTo>
                  <a:lnTo>
                    <a:pt x="733066" y="90885"/>
                  </a:lnTo>
                  <a:lnTo>
                    <a:pt x="749583" y="86110"/>
                  </a:lnTo>
                  <a:lnTo>
                    <a:pt x="765576" y="81487"/>
                  </a:lnTo>
                  <a:lnTo>
                    <a:pt x="781076" y="77006"/>
                  </a:lnTo>
                  <a:lnTo>
                    <a:pt x="796114" y="72659"/>
                  </a:lnTo>
                  <a:lnTo>
                    <a:pt x="810716" y="68438"/>
                  </a:lnTo>
                  <a:lnTo>
                    <a:pt x="824906" y="64336"/>
                  </a:lnTo>
                  <a:lnTo>
                    <a:pt x="838708" y="60347"/>
                  </a:lnTo>
                  <a:lnTo>
                    <a:pt x="852141" y="56463"/>
                  </a:lnTo>
                  <a:lnTo>
                    <a:pt x="865226" y="52681"/>
                  </a:lnTo>
                  <a:lnTo>
                    <a:pt x="877979" y="48994"/>
                  </a:lnTo>
                  <a:lnTo>
                    <a:pt x="890418" y="45399"/>
                  </a:lnTo>
                  <a:lnTo>
                    <a:pt x="902556" y="41890"/>
                  </a:lnTo>
                  <a:lnTo>
                    <a:pt x="914409" y="38464"/>
                  </a:lnTo>
                  <a:lnTo>
                    <a:pt x="925989" y="35116"/>
                  </a:lnTo>
                  <a:lnTo>
                    <a:pt x="937310" y="31844"/>
                  </a:lnTo>
                  <a:lnTo>
                    <a:pt x="948381" y="28643"/>
                  </a:lnTo>
                  <a:lnTo>
                    <a:pt x="959214" y="25512"/>
                  </a:lnTo>
                  <a:lnTo>
                    <a:pt x="969819" y="22446"/>
                  </a:lnTo>
                  <a:lnTo>
                    <a:pt x="980206" y="19443"/>
                  </a:lnTo>
                  <a:lnTo>
                    <a:pt x="990383" y="16502"/>
                  </a:lnTo>
                  <a:lnTo>
                    <a:pt x="1000358" y="13618"/>
                  </a:lnTo>
                  <a:lnTo>
                    <a:pt x="1010139" y="10791"/>
                  </a:lnTo>
                  <a:lnTo>
                    <a:pt x="1019734" y="8017"/>
                  </a:lnTo>
                  <a:lnTo>
                    <a:pt x="1029150" y="5295"/>
                  </a:lnTo>
                  <a:lnTo>
                    <a:pt x="1038393" y="2623"/>
                  </a:lnTo>
                  <a:lnTo>
                    <a:pt x="104746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806099" y="2066596"/>
              <a:ext cx="1047469" cy="71633"/>
            </a:xfrm>
            <a:custGeom>
              <a:avLst/>
              <a:pathLst>
                <a:path w="1047469" h="71633">
                  <a:moveTo>
                    <a:pt x="0" y="71633"/>
                  </a:moveTo>
                  <a:lnTo>
                    <a:pt x="67263" y="67033"/>
                  </a:lnTo>
                  <a:lnTo>
                    <a:pt x="126593" y="62975"/>
                  </a:lnTo>
                  <a:lnTo>
                    <a:pt x="179666" y="59346"/>
                  </a:lnTo>
                  <a:lnTo>
                    <a:pt x="227676" y="56063"/>
                  </a:lnTo>
                  <a:lnTo>
                    <a:pt x="271506" y="53065"/>
                  </a:lnTo>
                  <a:lnTo>
                    <a:pt x="311826" y="50308"/>
                  </a:lnTo>
                  <a:lnTo>
                    <a:pt x="349156" y="47755"/>
                  </a:lnTo>
                  <a:lnTo>
                    <a:pt x="383910" y="45378"/>
                  </a:lnTo>
                  <a:lnTo>
                    <a:pt x="416419" y="43155"/>
                  </a:lnTo>
                  <a:lnTo>
                    <a:pt x="446958" y="41067"/>
                  </a:lnTo>
                  <a:lnTo>
                    <a:pt x="475750" y="39098"/>
                  </a:lnTo>
                  <a:lnTo>
                    <a:pt x="502985" y="37235"/>
                  </a:lnTo>
                  <a:lnTo>
                    <a:pt x="528823" y="35468"/>
                  </a:lnTo>
                  <a:lnTo>
                    <a:pt x="553400" y="33787"/>
                  </a:lnTo>
                  <a:lnTo>
                    <a:pt x="576833" y="32185"/>
                  </a:lnTo>
                  <a:lnTo>
                    <a:pt x="599224" y="30654"/>
                  </a:lnTo>
                  <a:lnTo>
                    <a:pt x="620663" y="29187"/>
                  </a:lnTo>
                  <a:lnTo>
                    <a:pt x="641226" y="27781"/>
                  </a:lnTo>
                  <a:lnTo>
                    <a:pt x="660982" y="26430"/>
                  </a:lnTo>
                  <a:lnTo>
                    <a:pt x="679993" y="25130"/>
                  </a:lnTo>
                  <a:lnTo>
                    <a:pt x="698313" y="23877"/>
                  </a:lnTo>
                  <a:lnTo>
                    <a:pt x="715989" y="22668"/>
                  </a:lnTo>
                  <a:lnTo>
                    <a:pt x="733066" y="21501"/>
                  </a:lnTo>
                  <a:lnTo>
                    <a:pt x="749583" y="20371"/>
                  </a:lnTo>
                  <a:lnTo>
                    <a:pt x="765576" y="19277"/>
                  </a:lnTo>
                  <a:lnTo>
                    <a:pt x="781076" y="18217"/>
                  </a:lnTo>
                  <a:lnTo>
                    <a:pt x="796114" y="17189"/>
                  </a:lnTo>
                  <a:lnTo>
                    <a:pt x="810716" y="16190"/>
                  </a:lnTo>
                  <a:lnTo>
                    <a:pt x="824906" y="15220"/>
                  </a:lnTo>
                  <a:lnTo>
                    <a:pt x="838708" y="14276"/>
                  </a:lnTo>
                  <a:lnTo>
                    <a:pt x="852141" y="13357"/>
                  </a:lnTo>
                  <a:lnTo>
                    <a:pt x="865226" y="12463"/>
                  </a:lnTo>
                  <a:lnTo>
                    <a:pt x="877979" y="11590"/>
                  </a:lnTo>
                  <a:lnTo>
                    <a:pt x="890418" y="10740"/>
                  </a:lnTo>
                  <a:lnTo>
                    <a:pt x="902556" y="9910"/>
                  </a:lnTo>
                  <a:lnTo>
                    <a:pt x="914409" y="9099"/>
                  </a:lnTo>
                  <a:lnTo>
                    <a:pt x="925989" y="8307"/>
                  </a:lnTo>
                  <a:lnTo>
                    <a:pt x="937310" y="7533"/>
                  </a:lnTo>
                  <a:lnTo>
                    <a:pt x="948381" y="6776"/>
                  </a:lnTo>
                  <a:lnTo>
                    <a:pt x="959214" y="6035"/>
                  </a:lnTo>
                  <a:lnTo>
                    <a:pt x="969819" y="5310"/>
                  </a:lnTo>
                  <a:lnTo>
                    <a:pt x="980206" y="4599"/>
                  </a:lnTo>
                  <a:lnTo>
                    <a:pt x="990383" y="3903"/>
                  </a:lnTo>
                  <a:lnTo>
                    <a:pt x="1000358" y="3221"/>
                  </a:lnTo>
                  <a:lnTo>
                    <a:pt x="1010139" y="2552"/>
                  </a:lnTo>
                  <a:lnTo>
                    <a:pt x="1019734" y="1896"/>
                  </a:lnTo>
                  <a:lnTo>
                    <a:pt x="1029150" y="1252"/>
                  </a:lnTo>
                  <a:lnTo>
                    <a:pt x="1038393" y="620"/>
                  </a:lnTo>
                  <a:lnTo>
                    <a:pt x="104746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806099" y="1920156"/>
              <a:ext cx="1047469" cy="93203"/>
            </a:xfrm>
            <a:custGeom>
              <a:avLst/>
              <a:pathLst>
                <a:path w="1047469" h="93203">
                  <a:moveTo>
                    <a:pt x="0" y="93203"/>
                  </a:moveTo>
                  <a:lnTo>
                    <a:pt x="67263" y="87217"/>
                  </a:lnTo>
                  <a:lnTo>
                    <a:pt x="126593" y="81938"/>
                  </a:lnTo>
                  <a:lnTo>
                    <a:pt x="179666" y="77216"/>
                  </a:lnTo>
                  <a:lnTo>
                    <a:pt x="227676" y="72944"/>
                  </a:lnTo>
                  <a:lnTo>
                    <a:pt x="271506" y="69044"/>
                  </a:lnTo>
                  <a:lnTo>
                    <a:pt x="311826" y="65456"/>
                  </a:lnTo>
                  <a:lnTo>
                    <a:pt x="349156" y="62135"/>
                  </a:lnTo>
                  <a:lnTo>
                    <a:pt x="383910" y="59043"/>
                  </a:lnTo>
                  <a:lnTo>
                    <a:pt x="416419" y="56150"/>
                  </a:lnTo>
                  <a:lnTo>
                    <a:pt x="446958" y="53433"/>
                  </a:lnTo>
                  <a:lnTo>
                    <a:pt x="475750" y="50871"/>
                  </a:lnTo>
                  <a:lnTo>
                    <a:pt x="502985" y="48447"/>
                  </a:lnTo>
                  <a:lnTo>
                    <a:pt x="528823" y="46148"/>
                  </a:lnTo>
                  <a:lnTo>
                    <a:pt x="553400" y="43961"/>
                  </a:lnTo>
                  <a:lnTo>
                    <a:pt x="576833" y="41876"/>
                  </a:lnTo>
                  <a:lnTo>
                    <a:pt x="599224" y="39884"/>
                  </a:lnTo>
                  <a:lnTo>
                    <a:pt x="620663" y="37976"/>
                  </a:lnTo>
                  <a:lnTo>
                    <a:pt x="641226" y="36147"/>
                  </a:lnTo>
                  <a:lnTo>
                    <a:pt x="660982" y="34389"/>
                  </a:lnTo>
                  <a:lnTo>
                    <a:pt x="679993" y="32697"/>
                  </a:lnTo>
                  <a:lnTo>
                    <a:pt x="698313" y="31067"/>
                  </a:lnTo>
                  <a:lnTo>
                    <a:pt x="715989" y="29494"/>
                  </a:lnTo>
                  <a:lnTo>
                    <a:pt x="733066" y="27975"/>
                  </a:lnTo>
                  <a:lnTo>
                    <a:pt x="749583" y="26505"/>
                  </a:lnTo>
                  <a:lnTo>
                    <a:pt x="765576" y="25082"/>
                  </a:lnTo>
                  <a:lnTo>
                    <a:pt x="781076" y="23703"/>
                  </a:lnTo>
                  <a:lnTo>
                    <a:pt x="796114" y="22365"/>
                  </a:lnTo>
                  <a:lnTo>
                    <a:pt x="810716" y="21066"/>
                  </a:lnTo>
                  <a:lnTo>
                    <a:pt x="824906" y="19803"/>
                  </a:lnTo>
                  <a:lnTo>
                    <a:pt x="838708" y="18575"/>
                  </a:lnTo>
                  <a:lnTo>
                    <a:pt x="852141" y="17380"/>
                  </a:lnTo>
                  <a:lnTo>
                    <a:pt x="865226" y="16215"/>
                  </a:lnTo>
                  <a:lnTo>
                    <a:pt x="877979" y="15081"/>
                  </a:lnTo>
                  <a:lnTo>
                    <a:pt x="890418" y="13974"/>
                  </a:lnTo>
                  <a:lnTo>
                    <a:pt x="902556" y="12894"/>
                  </a:lnTo>
                  <a:lnTo>
                    <a:pt x="914409" y="11839"/>
                  </a:lnTo>
                  <a:lnTo>
                    <a:pt x="925989" y="10809"/>
                  </a:lnTo>
                  <a:lnTo>
                    <a:pt x="937310" y="9801"/>
                  </a:lnTo>
                  <a:lnTo>
                    <a:pt x="948381" y="8816"/>
                  </a:lnTo>
                  <a:lnTo>
                    <a:pt x="959214" y="7852"/>
                  </a:lnTo>
                  <a:lnTo>
                    <a:pt x="969819" y="6909"/>
                  </a:lnTo>
                  <a:lnTo>
                    <a:pt x="980206" y="5985"/>
                  </a:lnTo>
                  <a:lnTo>
                    <a:pt x="990383" y="5079"/>
                  </a:lnTo>
                  <a:lnTo>
                    <a:pt x="1000358" y="4191"/>
                  </a:lnTo>
                  <a:lnTo>
                    <a:pt x="1010139" y="3321"/>
                  </a:lnTo>
                  <a:lnTo>
                    <a:pt x="1019734" y="2467"/>
                  </a:lnTo>
                  <a:lnTo>
                    <a:pt x="1029150" y="1630"/>
                  </a:lnTo>
                  <a:lnTo>
                    <a:pt x="1038393" y="807"/>
                  </a:lnTo>
                  <a:lnTo>
                    <a:pt x="104746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5" name="rc394"/>
            <p:cNvSpPr/>
            <p:nvPr/>
          </p:nvSpPr>
          <p:spPr>
            <a:xfrm>
              <a:off x="5734681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734681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tx396"/>
            <p:cNvSpPr/>
            <p:nvPr/>
          </p:nvSpPr>
          <p:spPr>
            <a:xfrm rot="-5400000">
              <a:off x="5544653" y="226177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398" name="tx397"/>
            <p:cNvSpPr/>
            <p:nvPr/>
          </p:nvSpPr>
          <p:spPr>
            <a:xfrm rot="-5400000">
              <a:off x="5544653" y="197555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99" name="tx398"/>
            <p:cNvSpPr/>
            <p:nvPr/>
          </p:nvSpPr>
          <p:spPr>
            <a:xfrm rot="-5400000">
              <a:off x="5544653" y="168934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00" name="tx399"/>
            <p:cNvSpPr/>
            <p:nvPr/>
          </p:nvSpPr>
          <p:spPr>
            <a:xfrm rot="-5400000">
              <a:off x="5544653" y="140312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01" name="pl400"/>
            <p:cNvSpPr/>
            <p:nvPr/>
          </p:nvSpPr>
          <p:spPr>
            <a:xfrm>
              <a:off x="5703049" y="230278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5703049" y="20165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2"/>
            <p:cNvSpPr/>
            <p:nvPr/>
          </p:nvSpPr>
          <p:spPr>
            <a:xfrm>
              <a:off x="5703049" y="17303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3"/>
            <p:cNvSpPr/>
            <p:nvPr/>
          </p:nvSpPr>
          <p:spPr>
            <a:xfrm>
              <a:off x="5703049" y="144413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4"/>
            <p:cNvSpPr/>
            <p:nvPr/>
          </p:nvSpPr>
          <p:spPr>
            <a:xfrm>
              <a:off x="5734681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5"/>
            <p:cNvSpPr/>
            <p:nvPr/>
          </p:nvSpPr>
          <p:spPr>
            <a:xfrm>
              <a:off x="580609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6"/>
            <p:cNvSpPr/>
            <p:nvPr/>
          </p:nvSpPr>
          <p:spPr>
            <a:xfrm>
              <a:off x="615525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7"/>
            <p:cNvSpPr/>
            <p:nvPr/>
          </p:nvSpPr>
          <p:spPr>
            <a:xfrm>
              <a:off x="650441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8"/>
            <p:cNvSpPr/>
            <p:nvPr/>
          </p:nvSpPr>
          <p:spPr>
            <a:xfrm>
              <a:off x="685356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tx409"/>
            <p:cNvSpPr/>
            <p:nvPr/>
          </p:nvSpPr>
          <p:spPr>
            <a:xfrm>
              <a:off x="5734681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11" name="rc410"/>
            <p:cNvSpPr/>
            <p:nvPr/>
          </p:nvSpPr>
          <p:spPr>
            <a:xfrm>
              <a:off x="1342663" y="2658900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372081" y="350259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408611" y="361194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389318" y="330617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390792" y="332837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385751" y="374640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414580" y="334336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380296" y="373128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385808" y="374869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368658" y="36277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415483" y="33917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16914" y="34255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47281" y="268366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44116" y="326772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18499" y="354107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46607" y="365170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18870" y="354903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26279" y="317920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18254" y="333116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748549" y="348871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1726660" y="285196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744318" y="318618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1737427" y="343001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755065" y="30779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1753488" y="307779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1738480" y="366444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1737278" y="285882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1741291" y="324156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1720882" y="333123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076898" y="337785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82757" y="331055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099095" y="340948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092067" y="341273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097631" y="313852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070316" y="347553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092683" y="333721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069194" y="355621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083970" y="355317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098691" y="310143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072167" y="32267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092296" y="310053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073816" y="305443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00605" y="366413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093782" y="346472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065518" y="313609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092968" y="294222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078942" y="356167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107332" y="315434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75448" y="331228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448109" y="341757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424640" y="350743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425538" y="346032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444704" y="374463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416410" y="353712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47105" y="360415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38731" y="275560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458202" y="362086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454409" y="344652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441034" y="333674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433597" y="354457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415387" y="335564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424806" y="356512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425518" y="357130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415512" y="358549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2440573" y="366823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437024" y="327000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433506" y="359640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454180" y="350262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412400" y="341481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438618" y="349473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428289" y="282124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415258" y="348502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433307" y="353853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420364" y="3503107"/>
              <a:ext cx="1044734" cy="86931"/>
            </a:xfrm>
            <a:custGeom>
              <a:avLst/>
              <a:pathLst>
                <a:path w="1044734" h="86931">
                  <a:moveTo>
                    <a:pt x="0" y="0"/>
                  </a:moveTo>
                  <a:lnTo>
                    <a:pt x="67087" y="5582"/>
                  </a:lnTo>
                  <a:lnTo>
                    <a:pt x="126263" y="10506"/>
                  </a:lnTo>
                  <a:lnTo>
                    <a:pt x="179197" y="14910"/>
                  </a:lnTo>
                  <a:lnTo>
                    <a:pt x="227082" y="18895"/>
                  </a:lnTo>
                  <a:lnTo>
                    <a:pt x="270797" y="22532"/>
                  </a:lnTo>
                  <a:lnTo>
                    <a:pt x="311012" y="25879"/>
                  </a:lnTo>
                  <a:lnTo>
                    <a:pt x="348244" y="28977"/>
                  </a:lnTo>
                  <a:lnTo>
                    <a:pt x="382907" y="31861"/>
                  </a:lnTo>
                  <a:lnTo>
                    <a:pt x="415332" y="34559"/>
                  </a:lnTo>
                  <a:lnTo>
                    <a:pt x="445791" y="37094"/>
                  </a:lnTo>
                  <a:lnTo>
                    <a:pt x="474508" y="39483"/>
                  </a:lnTo>
                  <a:lnTo>
                    <a:pt x="501672" y="41743"/>
                  </a:lnTo>
                  <a:lnTo>
                    <a:pt x="527442" y="43888"/>
                  </a:lnTo>
                  <a:lnTo>
                    <a:pt x="551955" y="45927"/>
                  </a:lnTo>
                  <a:lnTo>
                    <a:pt x="575327" y="47872"/>
                  </a:lnTo>
                  <a:lnTo>
                    <a:pt x="597660" y="49731"/>
                  </a:lnTo>
                  <a:lnTo>
                    <a:pt x="619042" y="51510"/>
                  </a:lnTo>
                  <a:lnTo>
                    <a:pt x="639552" y="53216"/>
                  </a:lnTo>
                  <a:lnTo>
                    <a:pt x="659257" y="54856"/>
                  </a:lnTo>
                  <a:lnTo>
                    <a:pt x="678218" y="56434"/>
                  </a:lnTo>
                  <a:lnTo>
                    <a:pt x="696489" y="57954"/>
                  </a:lnTo>
                  <a:lnTo>
                    <a:pt x="714120" y="59421"/>
                  </a:lnTo>
                  <a:lnTo>
                    <a:pt x="731152" y="60838"/>
                  </a:lnTo>
                  <a:lnTo>
                    <a:pt x="747626" y="62209"/>
                  </a:lnTo>
                  <a:lnTo>
                    <a:pt x="763577" y="63536"/>
                  </a:lnTo>
                  <a:lnTo>
                    <a:pt x="779037" y="64823"/>
                  </a:lnTo>
                  <a:lnTo>
                    <a:pt x="794036" y="66071"/>
                  </a:lnTo>
                  <a:lnTo>
                    <a:pt x="808599" y="67283"/>
                  </a:lnTo>
                  <a:lnTo>
                    <a:pt x="822753" y="68460"/>
                  </a:lnTo>
                  <a:lnTo>
                    <a:pt x="836518" y="69606"/>
                  </a:lnTo>
                  <a:lnTo>
                    <a:pt x="849917" y="70721"/>
                  </a:lnTo>
                  <a:lnTo>
                    <a:pt x="862967" y="71807"/>
                  </a:lnTo>
                  <a:lnTo>
                    <a:pt x="875687" y="72865"/>
                  </a:lnTo>
                  <a:lnTo>
                    <a:pt x="888093" y="73897"/>
                  </a:lnTo>
                  <a:lnTo>
                    <a:pt x="900200" y="74905"/>
                  </a:lnTo>
                  <a:lnTo>
                    <a:pt x="912022" y="75888"/>
                  </a:lnTo>
                  <a:lnTo>
                    <a:pt x="923572" y="76850"/>
                  </a:lnTo>
                  <a:lnTo>
                    <a:pt x="934862" y="77789"/>
                  </a:lnTo>
                  <a:lnTo>
                    <a:pt x="945905" y="78708"/>
                  </a:lnTo>
                  <a:lnTo>
                    <a:pt x="956710" y="79607"/>
                  </a:lnTo>
                  <a:lnTo>
                    <a:pt x="967287" y="80487"/>
                  </a:lnTo>
                  <a:lnTo>
                    <a:pt x="977647" y="81349"/>
                  </a:lnTo>
                  <a:lnTo>
                    <a:pt x="987797" y="82194"/>
                  </a:lnTo>
                  <a:lnTo>
                    <a:pt x="997746" y="83022"/>
                  </a:lnTo>
                  <a:lnTo>
                    <a:pt x="1007502" y="83833"/>
                  </a:lnTo>
                  <a:lnTo>
                    <a:pt x="1017072" y="84630"/>
                  </a:lnTo>
                  <a:lnTo>
                    <a:pt x="1026463" y="85411"/>
                  </a:lnTo>
                  <a:lnTo>
                    <a:pt x="1035682" y="86178"/>
                  </a:lnTo>
                  <a:lnTo>
                    <a:pt x="1044734" y="86931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420364" y="3380038"/>
              <a:ext cx="1044734" cy="52360"/>
            </a:xfrm>
            <a:custGeom>
              <a:avLst/>
              <a:pathLst>
                <a:path w="1044734" h="52360">
                  <a:moveTo>
                    <a:pt x="0" y="0"/>
                  </a:moveTo>
                  <a:lnTo>
                    <a:pt x="67087" y="3362"/>
                  </a:lnTo>
                  <a:lnTo>
                    <a:pt x="126263" y="6328"/>
                  </a:lnTo>
                  <a:lnTo>
                    <a:pt x="179197" y="8981"/>
                  </a:lnTo>
                  <a:lnTo>
                    <a:pt x="227082" y="11381"/>
                  </a:lnTo>
                  <a:lnTo>
                    <a:pt x="270797" y="13571"/>
                  </a:lnTo>
                  <a:lnTo>
                    <a:pt x="311012" y="15587"/>
                  </a:lnTo>
                  <a:lnTo>
                    <a:pt x="348244" y="17453"/>
                  </a:lnTo>
                  <a:lnTo>
                    <a:pt x="382907" y="19190"/>
                  </a:lnTo>
                  <a:lnTo>
                    <a:pt x="415332" y="20815"/>
                  </a:lnTo>
                  <a:lnTo>
                    <a:pt x="445791" y="22342"/>
                  </a:lnTo>
                  <a:lnTo>
                    <a:pt x="474508" y="23781"/>
                  </a:lnTo>
                  <a:lnTo>
                    <a:pt x="501672" y="25143"/>
                  </a:lnTo>
                  <a:lnTo>
                    <a:pt x="527442" y="26434"/>
                  </a:lnTo>
                  <a:lnTo>
                    <a:pt x="551955" y="27663"/>
                  </a:lnTo>
                  <a:lnTo>
                    <a:pt x="575327" y="28834"/>
                  </a:lnTo>
                  <a:lnTo>
                    <a:pt x="597660" y="29953"/>
                  </a:lnTo>
                  <a:lnTo>
                    <a:pt x="619042" y="31025"/>
                  </a:lnTo>
                  <a:lnTo>
                    <a:pt x="639552" y="32053"/>
                  </a:lnTo>
                  <a:lnTo>
                    <a:pt x="659257" y="33040"/>
                  </a:lnTo>
                  <a:lnTo>
                    <a:pt x="678218" y="33991"/>
                  </a:lnTo>
                  <a:lnTo>
                    <a:pt x="696489" y="34907"/>
                  </a:lnTo>
                  <a:lnTo>
                    <a:pt x="714120" y="35790"/>
                  </a:lnTo>
                  <a:lnTo>
                    <a:pt x="731152" y="36644"/>
                  </a:lnTo>
                  <a:lnTo>
                    <a:pt x="747626" y="37469"/>
                  </a:lnTo>
                  <a:lnTo>
                    <a:pt x="763577" y="38269"/>
                  </a:lnTo>
                  <a:lnTo>
                    <a:pt x="779037" y="39044"/>
                  </a:lnTo>
                  <a:lnTo>
                    <a:pt x="794036" y="39795"/>
                  </a:lnTo>
                  <a:lnTo>
                    <a:pt x="808599" y="40525"/>
                  </a:lnTo>
                  <a:lnTo>
                    <a:pt x="822753" y="41235"/>
                  </a:lnTo>
                  <a:lnTo>
                    <a:pt x="836518" y="41925"/>
                  </a:lnTo>
                  <a:lnTo>
                    <a:pt x="849917" y="42596"/>
                  </a:lnTo>
                  <a:lnTo>
                    <a:pt x="862967" y="43250"/>
                  </a:lnTo>
                  <a:lnTo>
                    <a:pt x="875687" y="43888"/>
                  </a:lnTo>
                  <a:lnTo>
                    <a:pt x="888093" y="44509"/>
                  </a:lnTo>
                  <a:lnTo>
                    <a:pt x="900200" y="45116"/>
                  </a:lnTo>
                  <a:lnTo>
                    <a:pt x="912022" y="45709"/>
                  </a:lnTo>
                  <a:lnTo>
                    <a:pt x="923572" y="46288"/>
                  </a:lnTo>
                  <a:lnTo>
                    <a:pt x="934862" y="46853"/>
                  </a:lnTo>
                  <a:lnTo>
                    <a:pt x="945905" y="47407"/>
                  </a:lnTo>
                  <a:lnTo>
                    <a:pt x="956710" y="47948"/>
                  </a:lnTo>
                  <a:lnTo>
                    <a:pt x="967287" y="48478"/>
                  </a:lnTo>
                  <a:lnTo>
                    <a:pt x="977647" y="48998"/>
                  </a:lnTo>
                  <a:lnTo>
                    <a:pt x="987797" y="49506"/>
                  </a:lnTo>
                  <a:lnTo>
                    <a:pt x="997746" y="50005"/>
                  </a:lnTo>
                  <a:lnTo>
                    <a:pt x="1007502" y="50494"/>
                  </a:lnTo>
                  <a:lnTo>
                    <a:pt x="1017072" y="50974"/>
                  </a:lnTo>
                  <a:lnTo>
                    <a:pt x="1026463" y="51444"/>
                  </a:lnTo>
                  <a:lnTo>
                    <a:pt x="1035682" y="51906"/>
                  </a:lnTo>
                  <a:lnTo>
                    <a:pt x="1044734" y="5236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420364" y="3311847"/>
              <a:ext cx="1044734" cy="291856"/>
            </a:xfrm>
            <a:custGeom>
              <a:avLst/>
              <a:pathLst>
                <a:path w="1044734" h="291856">
                  <a:moveTo>
                    <a:pt x="0" y="0"/>
                  </a:moveTo>
                  <a:lnTo>
                    <a:pt x="67087" y="18741"/>
                  </a:lnTo>
                  <a:lnTo>
                    <a:pt x="126263" y="35272"/>
                  </a:lnTo>
                  <a:lnTo>
                    <a:pt x="179197" y="50060"/>
                  </a:lnTo>
                  <a:lnTo>
                    <a:pt x="227082" y="63437"/>
                  </a:lnTo>
                  <a:lnTo>
                    <a:pt x="270797" y="75649"/>
                  </a:lnTo>
                  <a:lnTo>
                    <a:pt x="311012" y="86884"/>
                  </a:lnTo>
                  <a:lnTo>
                    <a:pt x="348244" y="97285"/>
                  </a:lnTo>
                  <a:lnTo>
                    <a:pt x="382907" y="106968"/>
                  </a:lnTo>
                  <a:lnTo>
                    <a:pt x="415332" y="116027"/>
                  </a:lnTo>
                  <a:lnTo>
                    <a:pt x="445791" y="124535"/>
                  </a:lnTo>
                  <a:lnTo>
                    <a:pt x="474508" y="132558"/>
                  </a:lnTo>
                  <a:lnTo>
                    <a:pt x="501672" y="140146"/>
                  </a:lnTo>
                  <a:lnTo>
                    <a:pt x="527442" y="147346"/>
                  </a:lnTo>
                  <a:lnTo>
                    <a:pt x="551955" y="154193"/>
                  </a:lnTo>
                  <a:lnTo>
                    <a:pt x="575327" y="160723"/>
                  </a:lnTo>
                  <a:lnTo>
                    <a:pt x="597660" y="166962"/>
                  </a:lnTo>
                  <a:lnTo>
                    <a:pt x="619042" y="172935"/>
                  </a:lnTo>
                  <a:lnTo>
                    <a:pt x="639552" y="178664"/>
                  </a:lnTo>
                  <a:lnTo>
                    <a:pt x="659257" y="184169"/>
                  </a:lnTo>
                  <a:lnTo>
                    <a:pt x="678218" y="189466"/>
                  </a:lnTo>
                  <a:lnTo>
                    <a:pt x="696489" y="194571"/>
                  </a:lnTo>
                  <a:lnTo>
                    <a:pt x="714120" y="199496"/>
                  </a:lnTo>
                  <a:lnTo>
                    <a:pt x="731152" y="204254"/>
                  </a:lnTo>
                  <a:lnTo>
                    <a:pt x="747626" y="208856"/>
                  </a:lnTo>
                  <a:lnTo>
                    <a:pt x="763577" y="213312"/>
                  </a:lnTo>
                  <a:lnTo>
                    <a:pt x="779037" y="217631"/>
                  </a:lnTo>
                  <a:lnTo>
                    <a:pt x="794036" y="221821"/>
                  </a:lnTo>
                  <a:lnTo>
                    <a:pt x="808599" y="225889"/>
                  </a:lnTo>
                  <a:lnTo>
                    <a:pt x="822753" y="229843"/>
                  </a:lnTo>
                  <a:lnTo>
                    <a:pt x="836518" y="233689"/>
                  </a:lnTo>
                  <a:lnTo>
                    <a:pt x="849917" y="237432"/>
                  </a:lnTo>
                  <a:lnTo>
                    <a:pt x="862967" y="241078"/>
                  </a:lnTo>
                  <a:lnTo>
                    <a:pt x="875687" y="244631"/>
                  </a:lnTo>
                  <a:lnTo>
                    <a:pt x="888093" y="248097"/>
                  </a:lnTo>
                  <a:lnTo>
                    <a:pt x="900200" y="251479"/>
                  </a:lnTo>
                  <a:lnTo>
                    <a:pt x="912022" y="254781"/>
                  </a:lnTo>
                  <a:lnTo>
                    <a:pt x="923572" y="258008"/>
                  </a:lnTo>
                  <a:lnTo>
                    <a:pt x="934862" y="261162"/>
                  </a:lnTo>
                  <a:lnTo>
                    <a:pt x="945905" y="264247"/>
                  </a:lnTo>
                  <a:lnTo>
                    <a:pt x="956710" y="267266"/>
                  </a:lnTo>
                  <a:lnTo>
                    <a:pt x="967287" y="270220"/>
                  </a:lnTo>
                  <a:lnTo>
                    <a:pt x="977647" y="273114"/>
                  </a:lnTo>
                  <a:lnTo>
                    <a:pt x="987797" y="275950"/>
                  </a:lnTo>
                  <a:lnTo>
                    <a:pt x="997746" y="278729"/>
                  </a:lnTo>
                  <a:lnTo>
                    <a:pt x="1007502" y="281455"/>
                  </a:lnTo>
                  <a:lnTo>
                    <a:pt x="1017072" y="284128"/>
                  </a:lnTo>
                  <a:lnTo>
                    <a:pt x="1026463" y="286752"/>
                  </a:lnTo>
                  <a:lnTo>
                    <a:pt x="1035682" y="289327"/>
                  </a:lnTo>
                  <a:lnTo>
                    <a:pt x="1044734" y="29185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7" name="pl486"/>
            <p:cNvSpPr/>
            <p:nvPr/>
          </p:nvSpPr>
          <p:spPr>
            <a:xfrm>
              <a:off x="1420364" y="3226234"/>
              <a:ext cx="1044734" cy="434452"/>
            </a:xfrm>
            <a:custGeom>
              <a:avLst/>
              <a:pathLst>
                <a:path w="1044734" h="434452">
                  <a:moveTo>
                    <a:pt x="0" y="434452"/>
                  </a:moveTo>
                  <a:lnTo>
                    <a:pt x="67087" y="406553"/>
                  </a:lnTo>
                  <a:lnTo>
                    <a:pt x="126263" y="381945"/>
                  </a:lnTo>
                  <a:lnTo>
                    <a:pt x="179197" y="359933"/>
                  </a:lnTo>
                  <a:lnTo>
                    <a:pt x="227082" y="340020"/>
                  </a:lnTo>
                  <a:lnTo>
                    <a:pt x="270797" y="321841"/>
                  </a:lnTo>
                  <a:lnTo>
                    <a:pt x="311012" y="305118"/>
                  </a:lnTo>
                  <a:lnTo>
                    <a:pt x="348244" y="289634"/>
                  </a:lnTo>
                  <a:lnTo>
                    <a:pt x="382907" y="275220"/>
                  </a:lnTo>
                  <a:lnTo>
                    <a:pt x="415332" y="261736"/>
                  </a:lnTo>
                  <a:lnTo>
                    <a:pt x="445791" y="249070"/>
                  </a:lnTo>
                  <a:lnTo>
                    <a:pt x="474508" y="237128"/>
                  </a:lnTo>
                  <a:lnTo>
                    <a:pt x="501672" y="225832"/>
                  </a:lnTo>
                  <a:lnTo>
                    <a:pt x="527442" y="215115"/>
                  </a:lnTo>
                  <a:lnTo>
                    <a:pt x="551955" y="204922"/>
                  </a:lnTo>
                  <a:lnTo>
                    <a:pt x="575327" y="195202"/>
                  </a:lnTo>
                  <a:lnTo>
                    <a:pt x="597660" y="185915"/>
                  </a:lnTo>
                  <a:lnTo>
                    <a:pt x="619042" y="177023"/>
                  </a:lnTo>
                  <a:lnTo>
                    <a:pt x="639552" y="168494"/>
                  </a:lnTo>
                  <a:lnTo>
                    <a:pt x="659257" y="160300"/>
                  </a:lnTo>
                  <a:lnTo>
                    <a:pt x="678218" y="152415"/>
                  </a:lnTo>
                  <a:lnTo>
                    <a:pt x="696489" y="144817"/>
                  </a:lnTo>
                  <a:lnTo>
                    <a:pt x="714120" y="137485"/>
                  </a:lnTo>
                  <a:lnTo>
                    <a:pt x="731152" y="130402"/>
                  </a:lnTo>
                  <a:lnTo>
                    <a:pt x="747626" y="123552"/>
                  </a:lnTo>
                  <a:lnTo>
                    <a:pt x="763577" y="116919"/>
                  </a:lnTo>
                  <a:lnTo>
                    <a:pt x="779037" y="110490"/>
                  </a:lnTo>
                  <a:lnTo>
                    <a:pt x="794036" y="104252"/>
                  </a:lnTo>
                  <a:lnTo>
                    <a:pt x="808599" y="98196"/>
                  </a:lnTo>
                  <a:lnTo>
                    <a:pt x="822753" y="92310"/>
                  </a:lnTo>
                  <a:lnTo>
                    <a:pt x="836518" y="86586"/>
                  </a:lnTo>
                  <a:lnTo>
                    <a:pt x="849917" y="81014"/>
                  </a:lnTo>
                  <a:lnTo>
                    <a:pt x="862967" y="75587"/>
                  </a:lnTo>
                  <a:lnTo>
                    <a:pt x="875687" y="70298"/>
                  </a:lnTo>
                  <a:lnTo>
                    <a:pt x="888093" y="65139"/>
                  </a:lnTo>
                  <a:lnTo>
                    <a:pt x="900200" y="60104"/>
                  </a:lnTo>
                  <a:lnTo>
                    <a:pt x="912022" y="55188"/>
                  </a:lnTo>
                  <a:lnTo>
                    <a:pt x="923572" y="50385"/>
                  </a:lnTo>
                  <a:lnTo>
                    <a:pt x="934862" y="45690"/>
                  </a:lnTo>
                  <a:lnTo>
                    <a:pt x="945905" y="41098"/>
                  </a:lnTo>
                  <a:lnTo>
                    <a:pt x="956710" y="36604"/>
                  </a:lnTo>
                  <a:lnTo>
                    <a:pt x="967287" y="32206"/>
                  </a:lnTo>
                  <a:lnTo>
                    <a:pt x="977647" y="27898"/>
                  </a:lnTo>
                  <a:lnTo>
                    <a:pt x="987797" y="23677"/>
                  </a:lnTo>
                  <a:lnTo>
                    <a:pt x="997746" y="19540"/>
                  </a:lnTo>
                  <a:lnTo>
                    <a:pt x="1007502" y="15483"/>
                  </a:lnTo>
                  <a:lnTo>
                    <a:pt x="1017072" y="11503"/>
                  </a:lnTo>
                  <a:lnTo>
                    <a:pt x="1026463" y="7598"/>
                  </a:lnTo>
                  <a:lnTo>
                    <a:pt x="1035682" y="3764"/>
                  </a:lnTo>
                  <a:lnTo>
                    <a:pt x="104473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420364" y="3490819"/>
              <a:ext cx="1044734" cy="5737"/>
            </a:xfrm>
            <a:custGeom>
              <a:avLst/>
              <a:pathLst>
                <a:path w="1044734" h="5737">
                  <a:moveTo>
                    <a:pt x="0" y="5737"/>
                  </a:moveTo>
                  <a:lnTo>
                    <a:pt x="67087" y="5368"/>
                  </a:lnTo>
                  <a:lnTo>
                    <a:pt x="126263" y="5043"/>
                  </a:lnTo>
                  <a:lnTo>
                    <a:pt x="179197" y="4753"/>
                  </a:lnTo>
                  <a:lnTo>
                    <a:pt x="227082" y="4490"/>
                  </a:lnTo>
                  <a:lnTo>
                    <a:pt x="270797" y="4250"/>
                  </a:lnTo>
                  <a:lnTo>
                    <a:pt x="311012" y="4029"/>
                  </a:lnTo>
                  <a:lnTo>
                    <a:pt x="348244" y="3824"/>
                  </a:lnTo>
                  <a:lnTo>
                    <a:pt x="382907" y="3634"/>
                  </a:lnTo>
                  <a:lnTo>
                    <a:pt x="415332" y="3456"/>
                  </a:lnTo>
                  <a:lnTo>
                    <a:pt x="445791" y="3289"/>
                  </a:lnTo>
                  <a:lnTo>
                    <a:pt x="474508" y="3131"/>
                  </a:lnTo>
                  <a:lnTo>
                    <a:pt x="501672" y="2982"/>
                  </a:lnTo>
                  <a:lnTo>
                    <a:pt x="527442" y="2840"/>
                  </a:lnTo>
                  <a:lnTo>
                    <a:pt x="551955" y="2706"/>
                  </a:lnTo>
                  <a:lnTo>
                    <a:pt x="575327" y="2577"/>
                  </a:lnTo>
                  <a:lnTo>
                    <a:pt x="597660" y="2455"/>
                  </a:lnTo>
                  <a:lnTo>
                    <a:pt x="619042" y="2337"/>
                  </a:lnTo>
                  <a:lnTo>
                    <a:pt x="639552" y="2225"/>
                  </a:lnTo>
                  <a:lnTo>
                    <a:pt x="659257" y="2116"/>
                  </a:lnTo>
                  <a:lnTo>
                    <a:pt x="678218" y="2012"/>
                  </a:lnTo>
                  <a:lnTo>
                    <a:pt x="696489" y="1912"/>
                  </a:lnTo>
                  <a:lnTo>
                    <a:pt x="714120" y="1815"/>
                  </a:lnTo>
                  <a:lnTo>
                    <a:pt x="731152" y="1722"/>
                  </a:lnTo>
                  <a:lnTo>
                    <a:pt x="747626" y="1631"/>
                  </a:lnTo>
                  <a:lnTo>
                    <a:pt x="763577" y="1544"/>
                  </a:lnTo>
                  <a:lnTo>
                    <a:pt x="779037" y="1459"/>
                  </a:lnTo>
                  <a:lnTo>
                    <a:pt x="794036" y="1376"/>
                  </a:lnTo>
                  <a:lnTo>
                    <a:pt x="808599" y="1296"/>
                  </a:lnTo>
                  <a:lnTo>
                    <a:pt x="822753" y="1219"/>
                  </a:lnTo>
                  <a:lnTo>
                    <a:pt x="836518" y="1143"/>
                  </a:lnTo>
                  <a:lnTo>
                    <a:pt x="849917" y="1069"/>
                  </a:lnTo>
                  <a:lnTo>
                    <a:pt x="862967" y="998"/>
                  </a:lnTo>
                  <a:lnTo>
                    <a:pt x="875687" y="928"/>
                  </a:lnTo>
                  <a:lnTo>
                    <a:pt x="888093" y="860"/>
                  </a:lnTo>
                  <a:lnTo>
                    <a:pt x="900200" y="793"/>
                  </a:lnTo>
                  <a:lnTo>
                    <a:pt x="912022" y="728"/>
                  </a:lnTo>
                  <a:lnTo>
                    <a:pt x="923572" y="665"/>
                  </a:lnTo>
                  <a:lnTo>
                    <a:pt x="934862" y="603"/>
                  </a:lnTo>
                  <a:lnTo>
                    <a:pt x="945905" y="542"/>
                  </a:lnTo>
                  <a:lnTo>
                    <a:pt x="956710" y="483"/>
                  </a:lnTo>
                  <a:lnTo>
                    <a:pt x="967287" y="425"/>
                  </a:lnTo>
                  <a:lnTo>
                    <a:pt x="977647" y="368"/>
                  </a:lnTo>
                  <a:lnTo>
                    <a:pt x="987797" y="312"/>
                  </a:lnTo>
                  <a:lnTo>
                    <a:pt x="997746" y="258"/>
                  </a:lnTo>
                  <a:lnTo>
                    <a:pt x="1007502" y="204"/>
                  </a:lnTo>
                  <a:lnTo>
                    <a:pt x="1017072" y="151"/>
                  </a:lnTo>
                  <a:lnTo>
                    <a:pt x="1026463" y="100"/>
                  </a:lnTo>
                  <a:lnTo>
                    <a:pt x="1035682" y="49"/>
                  </a:lnTo>
                  <a:lnTo>
                    <a:pt x="104473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420364" y="2986428"/>
              <a:ext cx="1044734" cy="234411"/>
            </a:xfrm>
            <a:custGeom>
              <a:avLst/>
              <a:pathLst>
                <a:path w="1044734" h="234411">
                  <a:moveTo>
                    <a:pt x="0" y="234411"/>
                  </a:moveTo>
                  <a:lnTo>
                    <a:pt x="67087" y="219358"/>
                  </a:lnTo>
                  <a:lnTo>
                    <a:pt x="126263" y="206081"/>
                  </a:lnTo>
                  <a:lnTo>
                    <a:pt x="179197" y="194204"/>
                  </a:lnTo>
                  <a:lnTo>
                    <a:pt x="227082" y="183460"/>
                  </a:lnTo>
                  <a:lnTo>
                    <a:pt x="270797" y="173651"/>
                  </a:lnTo>
                  <a:lnTo>
                    <a:pt x="311012" y="164628"/>
                  </a:lnTo>
                  <a:lnTo>
                    <a:pt x="348244" y="156274"/>
                  </a:lnTo>
                  <a:lnTo>
                    <a:pt x="382907" y="148496"/>
                  </a:lnTo>
                  <a:lnTo>
                    <a:pt x="415332" y="141221"/>
                  </a:lnTo>
                  <a:lnTo>
                    <a:pt x="445791" y="134387"/>
                  </a:lnTo>
                  <a:lnTo>
                    <a:pt x="474508" y="127944"/>
                  </a:lnTo>
                  <a:lnTo>
                    <a:pt x="501672" y="121849"/>
                  </a:lnTo>
                  <a:lnTo>
                    <a:pt x="527442" y="116067"/>
                  </a:lnTo>
                  <a:lnTo>
                    <a:pt x="551955" y="110566"/>
                  </a:lnTo>
                  <a:lnTo>
                    <a:pt x="575327" y="105322"/>
                  </a:lnTo>
                  <a:lnTo>
                    <a:pt x="597660" y="100311"/>
                  </a:lnTo>
                  <a:lnTo>
                    <a:pt x="619042" y="95514"/>
                  </a:lnTo>
                  <a:lnTo>
                    <a:pt x="639552" y="90912"/>
                  </a:lnTo>
                  <a:lnTo>
                    <a:pt x="659257" y="86491"/>
                  </a:lnTo>
                  <a:lnTo>
                    <a:pt x="678218" y="82236"/>
                  </a:lnTo>
                  <a:lnTo>
                    <a:pt x="696489" y="78137"/>
                  </a:lnTo>
                  <a:lnTo>
                    <a:pt x="714120" y="74181"/>
                  </a:lnTo>
                  <a:lnTo>
                    <a:pt x="731152" y="70359"/>
                  </a:lnTo>
                  <a:lnTo>
                    <a:pt x="747626" y="66663"/>
                  </a:lnTo>
                  <a:lnTo>
                    <a:pt x="763577" y="63084"/>
                  </a:lnTo>
                  <a:lnTo>
                    <a:pt x="779037" y="59615"/>
                  </a:lnTo>
                  <a:lnTo>
                    <a:pt x="794036" y="56250"/>
                  </a:lnTo>
                  <a:lnTo>
                    <a:pt x="808599" y="52982"/>
                  </a:lnTo>
                  <a:lnTo>
                    <a:pt x="822753" y="49806"/>
                  </a:lnTo>
                  <a:lnTo>
                    <a:pt x="836518" y="46718"/>
                  </a:lnTo>
                  <a:lnTo>
                    <a:pt x="849917" y="43712"/>
                  </a:lnTo>
                  <a:lnTo>
                    <a:pt x="862967" y="40783"/>
                  </a:lnTo>
                  <a:lnTo>
                    <a:pt x="875687" y="37929"/>
                  </a:lnTo>
                  <a:lnTo>
                    <a:pt x="888093" y="35146"/>
                  </a:lnTo>
                  <a:lnTo>
                    <a:pt x="900200" y="32429"/>
                  </a:lnTo>
                  <a:lnTo>
                    <a:pt x="912022" y="29777"/>
                  </a:lnTo>
                  <a:lnTo>
                    <a:pt x="923572" y="27185"/>
                  </a:lnTo>
                  <a:lnTo>
                    <a:pt x="934862" y="24652"/>
                  </a:lnTo>
                  <a:lnTo>
                    <a:pt x="945905" y="22174"/>
                  </a:lnTo>
                  <a:lnTo>
                    <a:pt x="956710" y="19750"/>
                  </a:lnTo>
                  <a:lnTo>
                    <a:pt x="967287" y="17377"/>
                  </a:lnTo>
                  <a:lnTo>
                    <a:pt x="977647" y="15052"/>
                  </a:lnTo>
                  <a:lnTo>
                    <a:pt x="987797" y="12775"/>
                  </a:lnTo>
                  <a:lnTo>
                    <a:pt x="997746" y="10543"/>
                  </a:lnTo>
                  <a:lnTo>
                    <a:pt x="1007502" y="8354"/>
                  </a:lnTo>
                  <a:lnTo>
                    <a:pt x="1017072" y="6206"/>
                  </a:lnTo>
                  <a:lnTo>
                    <a:pt x="1026463" y="4099"/>
                  </a:lnTo>
                  <a:lnTo>
                    <a:pt x="1035682" y="2031"/>
                  </a:lnTo>
                  <a:lnTo>
                    <a:pt x="1044734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420364" y="3208424"/>
              <a:ext cx="1044734" cy="201732"/>
            </a:xfrm>
            <a:custGeom>
              <a:avLst/>
              <a:pathLst>
                <a:path w="1044734" h="201732">
                  <a:moveTo>
                    <a:pt x="0" y="0"/>
                  </a:moveTo>
                  <a:lnTo>
                    <a:pt x="67087" y="12954"/>
                  </a:lnTo>
                  <a:lnTo>
                    <a:pt x="126263" y="24380"/>
                  </a:lnTo>
                  <a:lnTo>
                    <a:pt x="179197" y="34601"/>
                  </a:lnTo>
                  <a:lnTo>
                    <a:pt x="227082" y="43848"/>
                  </a:lnTo>
                  <a:lnTo>
                    <a:pt x="270797" y="52289"/>
                  </a:lnTo>
                  <a:lnTo>
                    <a:pt x="311012" y="60054"/>
                  </a:lnTo>
                  <a:lnTo>
                    <a:pt x="348244" y="67244"/>
                  </a:lnTo>
                  <a:lnTo>
                    <a:pt x="382907" y="73937"/>
                  </a:lnTo>
                  <a:lnTo>
                    <a:pt x="415332" y="80198"/>
                  </a:lnTo>
                  <a:lnTo>
                    <a:pt x="445791" y="86079"/>
                  </a:lnTo>
                  <a:lnTo>
                    <a:pt x="474508" y="91624"/>
                  </a:lnTo>
                  <a:lnTo>
                    <a:pt x="501672" y="96869"/>
                  </a:lnTo>
                  <a:lnTo>
                    <a:pt x="527442" y="101846"/>
                  </a:lnTo>
                  <a:lnTo>
                    <a:pt x="551955" y="106579"/>
                  </a:lnTo>
                  <a:lnTo>
                    <a:pt x="575327" y="111092"/>
                  </a:lnTo>
                  <a:lnTo>
                    <a:pt x="597660" y="115404"/>
                  </a:lnTo>
                  <a:lnTo>
                    <a:pt x="619042" y="119533"/>
                  </a:lnTo>
                  <a:lnTo>
                    <a:pt x="639552" y="123493"/>
                  </a:lnTo>
                  <a:lnTo>
                    <a:pt x="659257" y="127298"/>
                  </a:lnTo>
                  <a:lnTo>
                    <a:pt x="678218" y="130960"/>
                  </a:lnTo>
                  <a:lnTo>
                    <a:pt x="696489" y="134488"/>
                  </a:lnTo>
                  <a:lnTo>
                    <a:pt x="714120" y="137892"/>
                  </a:lnTo>
                  <a:lnTo>
                    <a:pt x="731152" y="141181"/>
                  </a:lnTo>
                  <a:lnTo>
                    <a:pt x="747626" y="144362"/>
                  </a:lnTo>
                  <a:lnTo>
                    <a:pt x="763577" y="147442"/>
                  </a:lnTo>
                  <a:lnTo>
                    <a:pt x="779037" y="150427"/>
                  </a:lnTo>
                  <a:lnTo>
                    <a:pt x="794036" y="153323"/>
                  </a:lnTo>
                  <a:lnTo>
                    <a:pt x="808599" y="156135"/>
                  </a:lnTo>
                  <a:lnTo>
                    <a:pt x="822753" y="158868"/>
                  </a:lnTo>
                  <a:lnTo>
                    <a:pt x="836518" y="161526"/>
                  </a:lnTo>
                  <a:lnTo>
                    <a:pt x="849917" y="164114"/>
                  </a:lnTo>
                  <a:lnTo>
                    <a:pt x="862967" y="166633"/>
                  </a:lnTo>
                  <a:lnTo>
                    <a:pt x="875687" y="169090"/>
                  </a:lnTo>
                  <a:lnTo>
                    <a:pt x="888093" y="171485"/>
                  </a:lnTo>
                  <a:lnTo>
                    <a:pt x="900200" y="173823"/>
                  </a:lnTo>
                  <a:lnTo>
                    <a:pt x="912022" y="176106"/>
                  </a:lnTo>
                  <a:lnTo>
                    <a:pt x="923572" y="178336"/>
                  </a:lnTo>
                  <a:lnTo>
                    <a:pt x="934862" y="180516"/>
                  </a:lnTo>
                  <a:lnTo>
                    <a:pt x="945905" y="182648"/>
                  </a:lnTo>
                  <a:lnTo>
                    <a:pt x="956710" y="184735"/>
                  </a:lnTo>
                  <a:lnTo>
                    <a:pt x="967287" y="186777"/>
                  </a:lnTo>
                  <a:lnTo>
                    <a:pt x="977647" y="188777"/>
                  </a:lnTo>
                  <a:lnTo>
                    <a:pt x="987797" y="190737"/>
                  </a:lnTo>
                  <a:lnTo>
                    <a:pt x="997746" y="192659"/>
                  </a:lnTo>
                  <a:lnTo>
                    <a:pt x="1007502" y="194542"/>
                  </a:lnTo>
                  <a:lnTo>
                    <a:pt x="1017072" y="196390"/>
                  </a:lnTo>
                  <a:lnTo>
                    <a:pt x="1026463" y="198204"/>
                  </a:lnTo>
                  <a:lnTo>
                    <a:pt x="1035682" y="199984"/>
                  </a:lnTo>
                  <a:lnTo>
                    <a:pt x="1044734" y="20173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420364" y="3464831"/>
              <a:ext cx="1044734" cy="95895"/>
            </a:xfrm>
            <a:custGeom>
              <a:avLst/>
              <a:pathLst>
                <a:path w="1044734" h="95895">
                  <a:moveTo>
                    <a:pt x="0" y="0"/>
                  </a:moveTo>
                  <a:lnTo>
                    <a:pt x="67087" y="6157"/>
                  </a:lnTo>
                  <a:lnTo>
                    <a:pt x="126263" y="11589"/>
                  </a:lnTo>
                  <a:lnTo>
                    <a:pt x="179197" y="16448"/>
                  </a:lnTo>
                  <a:lnTo>
                    <a:pt x="227082" y="20843"/>
                  </a:lnTo>
                  <a:lnTo>
                    <a:pt x="270797" y="24856"/>
                  </a:lnTo>
                  <a:lnTo>
                    <a:pt x="311012" y="28547"/>
                  </a:lnTo>
                  <a:lnTo>
                    <a:pt x="348244" y="31965"/>
                  </a:lnTo>
                  <a:lnTo>
                    <a:pt x="382907" y="35146"/>
                  </a:lnTo>
                  <a:lnTo>
                    <a:pt x="415332" y="38123"/>
                  </a:lnTo>
                  <a:lnTo>
                    <a:pt x="445791" y="40918"/>
                  </a:lnTo>
                  <a:lnTo>
                    <a:pt x="474508" y="43554"/>
                  </a:lnTo>
                  <a:lnTo>
                    <a:pt x="501672" y="46048"/>
                  </a:lnTo>
                  <a:lnTo>
                    <a:pt x="527442" y="48413"/>
                  </a:lnTo>
                  <a:lnTo>
                    <a:pt x="551955" y="50663"/>
                  </a:lnTo>
                  <a:lnTo>
                    <a:pt x="575327" y="52808"/>
                  </a:lnTo>
                  <a:lnTo>
                    <a:pt x="597660" y="54858"/>
                  </a:lnTo>
                  <a:lnTo>
                    <a:pt x="619042" y="56821"/>
                  </a:lnTo>
                  <a:lnTo>
                    <a:pt x="639552" y="58704"/>
                  </a:lnTo>
                  <a:lnTo>
                    <a:pt x="659257" y="60512"/>
                  </a:lnTo>
                  <a:lnTo>
                    <a:pt x="678218" y="62253"/>
                  </a:lnTo>
                  <a:lnTo>
                    <a:pt x="696489" y="63930"/>
                  </a:lnTo>
                  <a:lnTo>
                    <a:pt x="714120" y="65548"/>
                  </a:lnTo>
                  <a:lnTo>
                    <a:pt x="731152" y="67112"/>
                  </a:lnTo>
                  <a:lnTo>
                    <a:pt x="747626" y="68624"/>
                  </a:lnTo>
                  <a:lnTo>
                    <a:pt x="763577" y="70088"/>
                  </a:lnTo>
                  <a:lnTo>
                    <a:pt x="779037" y="71507"/>
                  </a:lnTo>
                  <a:lnTo>
                    <a:pt x="794036" y="72884"/>
                  </a:lnTo>
                  <a:lnTo>
                    <a:pt x="808599" y="74220"/>
                  </a:lnTo>
                  <a:lnTo>
                    <a:pt x="822753" y="75520"/>
                  </a:lnTo>
                  <a:lnTo>
                    <a:pt x="836518" y="76783"/>
                  </a:lnTo>
                  <a:lnTo>
                    <a:pt x="849917" y="78013"/>
                  </a:lnTo>
                  <a:lnTo>
                    <a:pt x="862967" y="79211"/>
                  </a:lnTo>
                  <a:lnTo>
                    <a:pt x="875687" y="80378"/>
                  </a:lnTo>
                  <a:lnTo>
                    <a:pt x="888093" y="81517"/>
                  </a:lnTo>
                  <a:lnTo>
                    <a:pt x="900200" y="82628"/>
                  </a:lnTo>
                  <a:lnTo>
                    <a:pt x="912022" y="83714"/>
                  </a:lnTo>
                  <a:lnTo>
                    <a:pt x="923572" y="84774"/>
                  </a:lnTo>
                  <a:lnTo>
                    <a:pt x="934862" y="85810"/>
                  </a:lnTo>
                  <a:lnTo>
                    <a:pt x="945905" y="86824"/>
                  </a:lnTo>
                  <a:lnTo>
                    <a:pt x="956710" y="87815"/>
                  </a:lnTo>
                  <a:lnTo>
                    <a:pt x="967287" y="88786"/>
                  </a:lnTo>
                  <a:lnTo>
                    <a:pt x="977647" y="89737"/>
                  </a:lnTo>
                  <a:lnTo>
                    <a:pt x="987797" y="90669"/>
                  </a:lnTo>
                  <a:lnTo>
                    <a:pt x="997746" y="91582"/>
                  </a:lnTo>
                  <a:lnTo>
                    <a:pt x="1007502" y="92478"/>
                  </a:lnTo>
                  <a:lnTo>
                    <a:pt x="1017072" y="93356"/>
                  </a:lnTo>
                  <a:lnTo>
                    <a:pt x="1026463" y="94218"/>
                  </a:lnTo>
                  <a:lnTo>
                    <a:pt x="1035682" y="95064"/>
                  </a:lnTo>
                  <a:lnTo>
                    <a:pt x="1044734" y="9589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420364" y="3310172"/>
              <a:ext cx="1044734" cy="186677"/>
            </a:xfrm>
            <a:custGeom>
              <a:avLst/>
              <a:pathLst>
                <a:path w="1044734" h="186677">
                  <a:moveTo>
                    <a:pt x="0" y="0"/>
                  </a:moveTo>
                  <a:lnTo>
                    <a:pt x="67087" y="11987"/>
                  </a:lnTo>
                  <a:lnTo>
                    <a:pt x="126263" y="22561"/>
                  </a:lnTo>
                  <a:lnTo>
                    <a:pt x="179197" y="32019"/>
                  </a:lnTo>
                  <a:lnTo>
                    <a:pt x="227082" y="40576"/>
                  </a:lnTo>
                  <a:lnTo>
                    <a:pt x="270797" y="48387"/>
                  </a:lnTo>
                  <a:lnTo>
                    <a:pt x="311012" y="55572"/>
                  </a:lnTo>
                  <a:lnTo>
                    <a:pt x="348244" y="62225"/>
                  </a:lnTo>
                  <a:lnTo>
                    <a:pt x="382907" y="68419"/>
                  </a:lnTo>
                  <a:lnTo>
                    <a:pt x="415332" y="74213"/>
                  </a:lnTo>
                  <a:lnTo>
                    <a:pt x="445791" y="79655"/>
                  </a:lnTo>
                  <a:lnTo>
                    <a:pt x="474508" y="84787"/>
                  </a:lnTo>
                  <a:lnTo>
                    <a:pt x="501672" y="89640"/>
                  </a:lnTo>
                  <a:lnTo>
                    <a:pt x="527442" y="94245"/>
                  </a:lnTo>
                  <a:lnTo>
                    <a:pt x="551955" y="98625"/>
                  </a:lnTo>
                  <a:lnTo>
                    <a:pt x="575327" y="102801"/>
                  </a:lnTo>
                  <a:lnTo>
                    <a:pt x="597660" y="106792"/>
                  </a:lnTo>
                  <a:lnTo>
                    <a:pt x="619042" y="110613"/>
                  </a:lnTo>
                  <a:lnTo>
                    <a:pt x="639552" y="114277"/>
                  </a:lnTo>
                  <a:lnTo>
                    <a:pt x="659257" y="117798"/>
                  </a:lnTo>
                  <a:lnTo>
                    <a:pt x="678218" y="121186"/>
                  </a:lnTo>
                  <a:lnTo>
                    <a:pt x="696489" y="124451"/>
                  </a:lnTo>
                  <a:lnTo>
                    <a:pt x="714120" y="127601"/>
                  </a:lnTo>
                  <a:lnTo>
                    <a:pt x="731152" y="130645"/>
                  </a:lnTo>
                  <a:lnTo>
                    <a:pt x="747626" y="133588"/>
                  </a:lnTo>
                  <a:lnTo>
                    <a:pt x="763577" y="136439"/>
                  </a:lnTo>
                  <a:lnTo>
                    <a:pt x="779037" y="139201"/>
                  </a:lnTo>
                  <a:lnTo>
                    <a:pt x="794036" y="141881"/>
                  </a:lnTo>
                  <a:lnTo>
                    <a:pt x="808599" y="144483"/>
                  </a:lnTo>
                  <a:lnTo>
                    <a:pt x="822753" y="147012"/>
                  </a:lnTo>
                  <a:lnTo>
                    <a:pt x="836518" y="149472"/>
                  </a:lnTo>
                  <a:lnTo>
                    <a:pt x="849917" y="151866"/>
                  </a:lnTo>
                  <a:lnTo>
                    <a:pt x="862967" y="154198"/>
                  </a:lnTo>
                  <a:lnTo>
                    <a:pt x="875687" y="156471"/>
                  </a:lnTo>
                  <a:lnTo>
                    <a:pt x="888093" y="158688"/>
                  </a:lnTo>
                  <a:lnTo>
                    <a:pt x="900200" y="160851"/>
                  </a:lnTo>
                  <a:lnTo>
                    <a:pt x="912022" y="162963"/>
                  </a:lnTo>
                  <a:lnTo>
                    <a:pt x="923572" y="165027"/>
                  </a:lnTo>
                  <a:lnTo>
                    <a:pt x="934862" y="167045"/>
                  </a:lnTo>
                  <a:lnTo>
                    <a:pt x="945905" y="169018"/>
                  </a:lnTo>
                  <a:lnTo>
                    <a:pt x="956710" y="170948"/>
                  </a:lnTo>
                  <a:lnTo>
                    <a:pt x="967287" y="172838"/>
                  </a:lnTo>
                  <a:lnTo>
                    <a:pt x="977647" y="174690"/>
                  </a:lnTo>
                  <a:lnTo>
                    <a:pt x="987797" y="176503"/>
                  </a:lnTo>
                  <a:lnTo>
                    <a:pt x="997746" y="178281"/>
                  </a:lnTo>
                  <a:lnTo>
                    <a:pt x="1007502" y="180024"/>
                  </a:lnTo>
                  <a:lnTo>
                    <a:pt x="1017072" y="181734"/>
                  </a:lnTo>
                  <a:lnTo>
                    <a:pt x="1026463" y="183412"/>
                  </a:lnTo>
                  <a:lnTo>
                    <a:pt x="1035682" y="185059"/>
                  </a:lnTo>
                  <a:lnTo>
                    <a:pt x="1044734" y="186677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420364" y="3262636"/>
              <a:ext cx="1044734" cy="158848"/>
            </a:xfrm>
            <a:custGeom>
              <a:avLst/>
              <a:pathLst>
                <a:path w="1044734" h="158848">
                  <a:moveTo>
                    <a:pt x="0" y="0"/>
                  </a:moveTo>
                  <a:lnTo>
                    <a:pt x="67087" y="10200"/>
                  </a:lnTo>
                  <a:lnTo>
                    <a:pt x="126263" y="19197"/>
                  </a:lnTo>
                  <a:lnTo>
                    <a:pt x="179197" y="27246"/>
                  </a:lnTo>
                  <a:lnTo>
                    <a:pt x="227082" y="34527"/>
                  </a:lnTo>
                  <a:lnTo>
                    <a:pt x="270797" y="41174"/>
                  </a:lnTo>
                  <a:lnTo>
                    <a:pt x="311012" y="47288"/>
                  </a:lnTo>
                  <a:lnTo>
                    <a:pt x="348244" y="52949"/>
                  </a:lnTo>
                  <a:lnTo>
                    <a:pt x="382907" y="58219"/>
                  </a:lnTo>
                  <a:lnTo>
                    <a:pt x="415332" y="63150"/>
                  </a:lnTo>
                  <a:lnTo>
                    <a:pt x="445791" y="67781"/>
                  </a:lnTo>
                  <a:lnTo>
                    <a:pt x="474508" y="72147"/>
                  </a:lnTo>
                  <a:lnTo>
                    <a:pt x="501672" y="76277"/>
                  </a:lnTo>
                  <a:lnTo>
                    <a:pt x="527442" y="80196"/>
                  </a:lnTo>
                  <a:lnTo>
                    <a:pt x="551955" y="83923"/>
                  </a:lnTo>
                  <a:lnTo>
                    <a:pt x="575327" y="87476"/>
                  </a:lnTo>
                  <a:lnTo>
                    <a:pt x="597660" y="90872"/>
                  </a:lnTo>
                  <a:lnTo>
                    <a:pt x="619042" y="94123"/>
                  </a:lnTo>
                  <a:lnTo>
                    <a:pt x="639552" y="97242"/>
                  </a:lnTo>
                  <a:lnTo>
                    <a:pt x="659257" y="100238"/>
                  </a:lnTo>
                  <a:lnTo>
                    <a:pt x="678218" y="103121"/>
                  </a:lnTo>
                  <a:lnTo>
                    <a:pt x="696489" y="105899"/>
                  </a:lnTo>
                  <a:lnTo>
                    <a:pt x="714120" y="108579"/>
                  </a:lnTo>
                  <a:lnTo>
                    <a:pt x="731152" y="111169"/>
                  </a:lnTo>
                  <a:lnTo>
                    <a:pt x="747626" y="113674"/>
                  </a:lnTo>
                  <a:lnTo>
                    <a:pt x="763577" y="116099"/>
                  </a:lnTo>
                  <a:lnTo>
                    <a:pt x="779037" y="118450"/>
                  </a:lnTo>
                  <a:lnTo>
                    <a:pt x="794036" y="120730"/>
                  </a:lnTo>
                  <a:lnTo>
                    <a:pt x="808599" y="122945"/>
                  </a:lnTo>
                  <a:lnTo>
                    <a:pt x="822753" y="125097"/>
                  </a:lnTo>
                  <a:lnTo>
                    <a:pt x="836518" y="127190"/>
                  </a:lnTo>
                  <a:lnTo>
                    <a:pt x="849917" y="129227"/>
                  </a:lnTo>
                  <a:lnTo>
                    <a:pt x="862967" y="131211"/>
                  </a:lnTo>
                  <a:lnTo>
                    <a:pt x="875687" y="133145"/>
                  </a:lnTo>
                  <a:lnTo>
                    <a:pt x="888093" y="135031"/>
                  </a:lnTo>
                  <a:lnTo>
                    <a:pt x="900200" y="136872"/>
                  </a:lnTo>
                  <a:lnTo>
                    <a:pt x="912022" y="138670"/>
                  </a:lnTo>
                  <a:lnTo>
                    <a:pt x="923572" y="140426"/>
                  </a:lnTo>
                  <a:lnTo>
                    <a:pt x="934862" y="142143"/>
                  </a:lnTo>
                  <a:lnTo>
                    <a:pt x="945905" y="143822"/>
                  </a:lnTo>
                  <a:lnTo>
                    <a:pt x="956710" y="145464"/>
                  </a:lnTo>
                  <a:lnTo>
                    <a:pt x="967287" y="147073"/>
                  </a:lnTo>
                  <a:lnTo>
                    <a:pt x="977647" y="148648"/>
                  </a:lnTo>
                  <a:lnTo>
                    <a:pt x="987797" y="150191"/>
                  </a:lnTo>
                  <a:lnTo>
                    <a:pt x="997746" y="151704"/>
                  </a:lnTo>
                  <a:lnTo>
                    <a:pt x="1007502" y="153187"/>
                  </a:lnTo>
                  <a:lnTo>
                    <a:pt x="1017072" y="154642"/>
                  </a:lnTo>
                  <a:lnTo>
                    <a:pt x="1026463" y="156070"/>
                  </a:lnTo>
                  <a:lnTo>
                    <a:pt x="1035682" y="157472"/>
                  </a:lnTo>
                  <a:lnTo>
                    <a:pt x="1044734" y="15884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4" name="rc493"/>
            <p:cNvSpPr/>
            <p:nvPr/>
          </p:nvSpPr>
          <p:spPr>
            <a:xfrm>
              <a:off x="1342663" y="2658900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42663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 rot="-5400000">
              <a:off x="1152636" y="368818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97" name="tx496"/>
            <p:cNvSpPr/>
            <p:nvPr/>
          </p:nvSpPr>
          <p:spPr>
            <a:xfrm rot="-5400000">
              <a:off x="1152636" y="341344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98" name="tx497"/>
            <p:cNvSpPr/>
            <p:nvPr/>
          </p:nvSpPr>
          <p:spPr>
            <a:xfrm rot="-5400000">
              <a:off x="1152636" y="313871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99" name="tx498"/>
            <p:cNvSpPr/>
            <p:nvPr/>
          </p:nvSpPr>
          <p:spPr>
            <a:xfrm rot="-5400000">
              <a:off x="1152636" y="286397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500" name="pl499"/>
            <p:cNvSpPr/>
            <p:nvPr/>
          </p:nvSpPr>
          <p:spPr>
            <a:xfrm>
              <a:off x="1311032" y="37291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1311032" y="34544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1"/>
            <p:cNvSpPr/>
            <p:nvPr/>
          </p:nvSpPr>
          <p:spPr>
            <a:xfrm>
              <a:off x="1311032" y="317972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2"/>
            <p:cNvSpPr/>
            <p:nvPr/>
          </p:nvSpPr>
          <p:spPr>
            <a:xfrm>
              <a:off x="1311032" y="29049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3"/>
            <p:cNvSpPr/>
            <p:nvPr/>
          </p:nvSpPr>
          <p:spPr>
            <a:xfrm>
              <a:off x="1342663" y="3830431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4"/>
            <p:cNvSpPr/>
            <p:nvPr/>
          </p:nvSpPr>
          <p:spPr>
            <a:xfrm>
              <a:off x="1420364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5"/>
            <p:cNvSpPr/>
            <p:nvPr/>
          </p:nvSpPr>
          <p:spPr>
            <a:xfrm>
              <a:off x="1768609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6"/>
            <p:cNvSpPr/>
            <p:nvPr/>
          </p:nvSpPr>
          <p:spPr>
            <a:xfrm>
              <a:off x="2116854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7"/>
            <p:cNvSpPr/>
            <p:nvPr/>
          </p:nvSpPr>
          <p:spPr>
            <a:xfrm>
              <a:off x="2465099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8"/>
            <p:cNvSpPr/>
            <p:nvPr/>
          </p:nvSpPr>
          <p:spPr>
            <a:xfrm rot="-5400000">
              <a:off x="41327" y="3194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510" name="tx509"/>
            <p:cNvSpPr/>
            <p:nvPr/>
          </p:nvSpPr>
          <p:spPr>
            <a:xfrm>
              <a:off x="1342663" y="2464146"/>
              <a:ext cx="4347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11" name="rc510"/>
            <p:cNvSpPr/>
            <p:nvPr/>
          </p:nvSpPr>
          <p:spPr>
            <a:xfrm>
              <a:off x="2806669" y="2658900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866761" y="341786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832664" y="320477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835550" y="337338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866137" y="337517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837267" y="353885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866865" y="334871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867982" y="347415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866699" y="341394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846637" y="357092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872129" y="359508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203554" y="36661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209250" y="363676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202636" y="349129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201965" y="361724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188490" y="350298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181827" y="330134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199807" y="364220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224958" y="36334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186426" y="348565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183271" y="333589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219877" y="34270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192675" y="363456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187286" y="325971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222535" y="350794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224906" y="338122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186113" y="336798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208944" y="315322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204421" y="328185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53168" y="330531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35985" y="37152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58625" y="334997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35685" y="357553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33823" y="360517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72891" y="37486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25534" y="308510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62820" y="328979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30633" y="347573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27234" y="339859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574021" y="368762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538146" y="356629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574052" y="355594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555779" y="35752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547591" y="341568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554299" y="362156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552405" y="353888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545313" y="324896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559037" y="348148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527075" y="268366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889290" y="345599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922208" y="351268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884401" y="311276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908886" y="362711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894730" y="322088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872435" y="355851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875655" y="352123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890775" y="330698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921210" y="315932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872481" y="357487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885699" y="339238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875935" y="34911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872261" y="332499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876701" y="361581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3920673" y="325742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3882542" y="322554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3878326" y="349666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3919456" y="329323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3874450" y="323121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3892575" y="347450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3914422" y="324688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3918227" y="364824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3875013" y="355915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3905937" y="371025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2884117" y="3366311"/>
              <a:ext cx="1041669" cy="10473"/>
            </a:xfrm>
            <a:custGeom>
              <a:avLst/>
              <a:pathLst>
                <a:path w="1041669" h="10473">
                  <a:moveTo>
                    <a:pt x="0" y="10473"/>
                  </a:moveTo>
                  <a:lnTo>
                    <a:pt x="66890" y="9800"/>
                  </a:lnTo>
                  <a:lnTo>
                    <a:pt x="125892" y="9207"/>
                  </a:lnTo>
                  <a:lnTo>
                    <a:pt x="178671" y="8677"/>
                  </a:lnTo>
                  <a:lnTo>
                    <a:pt x="226416" y="8196"/>
                  </a:lnTo>
                  <a:lnTo>
                    <a:pt x="270003" y="7758"/>
                  </a:lnTo>
                  <a:lnTo>
                    <a:pt x="310099" y="7355"/>
                  </a:lnTo>
                  <a:lnTo>
                    <a:pt x="347223" y="6982"/>
                  </a:lnTo>
                  <a:lnTo>
                    <a:pt x="381784" y="6634"/>
                  </a:lnTo>
                  <a:lnTo>
                    <a:pt x="414114" y="6309"/>
                  </a:lnTo>
                  <a:lnTo>
                    <a:pt x="444483" y="6004"/>
                  </a:lnTo>
                  <a:lnTo>
                    <a:pt x="473116" y="5716"/>
                  </a:lnTo>
                  <a:lnTo>
                    <a:pt x="500200" y="5444"/>
                  </a:lnTo>
                  <a:lnTo>
                    <a:pt x="525895" y="5185"/>
                  </a:lnTo>
                  <a:lnTo>
                    <a:pt x="550335" y="4940"/>
                  </a:lnTo>
                  <a:lnTo>
                    <a:pt x="573639" y="4705"/>
                  </a:lnTo>
                  <a:lnTo>
                    <a:pt x="595907" y="4481"/>
                  </a:lnTo>
                  <a:lnTo>
                    <a:pt x="617226" y="4267"/>
                  </a:lnTo>
                  <a:lnTo>
                    <a:pt x="637675" y="4061"/>
                  </a:lnTo>
                  <a:lnTo>
                    <a:pt x="657323" y="3864"/>
                  </a:lnTo>
                  <a:lnTo>
                    <a:pt x="676228" y="3674"/>
                  </a:lnTo>
                  <a:lnTo>
                    <a:pt x="694446" y="3491"/>
                  </a:lnTo>
                  <a:lnTo>
                    <a:pt x="712025" y="3314"/>
                  </a:lnTo>
                  <a:lnTo>
                    <a:pt x="729007" y="3143"/>
                  </a:lnTo>
                  <a:lnTo>
                    <a:pt x="745433" y="2978"/>
                  </a:lnTo>
                  <a:lnTo>
                    <a:pt x="761337" y="2818"/>
                  </a:lnTo>
                  <a:lnTo>
                    <a:pt x="776752" y="2663"/>
                  </a:lnTo>
                  <a:lnTo>
                    <a:pt x="791706" y="2513"/>
                  </a:lnTo>
                  <a:lnTo>
                    <a:pt x="806227" y="2367"/>
                  </a:lnTo>
                  <a:lnTo>
                    <a:pt x="820339" y="2225"/>
                  </a:lnTo>
                  <a:lnTo>
                    <a:pt x="834064" y="2087"/>
                  </a:lnTo>
                  <a:lnTo>
                    <a:pt x="847423" y="1953"/>
                  </a:lnTo>
                  <a:lnTo>
                    <a:pt x="860435" y="1822"/>
                  </a:lnTo>
                  <a:lnTo>
                    <a:pt x="873118" y="1694"/>
                  </a:lnTo>
                  <a:lnTo>
                    <a:pt x="885487" y="1570"/>
                  </a:lnTo>
                  <a:lnTo>
                    <a:pt x="897559" y="1448"/>
                  </a:lnTo>
                  <a:lnTo>
                    <a:pt x="909346" y="1330"/>
                  </a:lnTo>
                  <a:lnTo>
                    <a:pt x="920862" y="1214"/>
                  </a:lnTo>
                  <a:lnTo>
                    <a:pt x="932120" y="1101"/>
                  </a:lnTo>
                  <a:lnTo>
                    <a:pt x="943130" y="990"/>
                  </a:lnTo>
                  <a:lnTo>
                    <a:pt x="953903" y="882"/>
                  </a:lnTo>
                  <a:lnTo>
                    <a:pt x="964450" y="776"/>
                  </a:lnTo>
                  <a:lnTo>
                    <a:pt x="974778" y="672"/>
                  </a:lnTo>
                  <a:lnTo>
                    <a:pt x="984899" y="570"/>
                  </a:lnTo>
                  <a:lnTo>
                    <a:pt x="994819" y="471"/>
                  </a:lnTo>
                  <a:lnTo>
                    <a:pt x="1004546" y="373"/>
                  </a:lnTo>
                  <a:lnTo>
                    <a:pt x="1014088" y="277"/>
                  </a:lnTo>
                  <a:lnTo>
                    <a:pt x="1023451" y="183"/>
                  </a:lnTo>
                  <a:lnTo>
                    <a:pt x="1032643" y="90"/>
                  </a:lnTo>
                  <a:lnTo>
                    <a:pt x="104166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2884117" y="3493521"/>
              <a:ext cx="1041669" cy="32473"/>
            </a:xfrm>
            <a:custGeom>
              <a:avLst/>
              <a:pathLst>
                <a:path w="1041669" h="32473">
                  <a:moveTo>
                    <a:pt x="0" y="0"/>
                  </a:moveTo>
                  <a:lnTo>
                    <a:pt x="66890" y="2085"/>
                  </a:lnTo>
                  <a:lnTo>
                    <a:pt x="125892" y="3924"/>
                  </a:lnTo>
                  <a:lnTo>
                    <a:pt x="178671" y="5569"/>
                  </a:lnTo>
                  <a:lnTo>
                    <a:pt x="226416" y="7058"/>
                  </a:lnTo>
                  <a:lnTo>
                    <a:pt x="270003" y="8417"/>
                  </a:lnTo>
                  <a:lnTo>
                    <a:pt x="310099" y="9667"/>
                  </a:lnTo>
                  <a:lnTo>
                    <a:pt x="347223" y="10824"/>
                  </a:lnTo>
                  <a:lnTo>
                    <a:pt x="381784" y="11901"/>
                  </a:lnTo>
                  <a:lnTo>
                    <a:pt x="414114" y="12909"/>
                  </a:lnTo>
                  <a:lnTo>
                    <a:pt x="444483" y="13856"/>
                  </a:lnTo>
                  <a:lnTo>
                    <a:pt x="473116" y="14749"/>
                  </a:lnTo>
                  <a:lnTo>
                    <a:pt x="500200" y="15593"/>
                  </a:lnTo>
                  <a:lnTo>
                    <a:pt x="525895" y="16394"/>
                  </a:lnTo>
                  <a:lnTo>
                    <a:pt x="550335" y="17156"/>
                  </a:lnTo>
                  <a:lnTo>
                    <a:pt x="573639" y="17882"/>
                  </a:lnTo>
                  <a:lnTo>
                    <a:pt x="595907" y="18576"/>
                  </a:lnTo>
                  <a:lnTo>
                    <a:pt x="617226" y="19241"/>
                  </a:lnTo>
                  <a:lnTo>
                    <a:pt x="637675" y="19879"/>
                  </a:lnTo>
                  <a:lnTo>
                    <a:pt x="657323" y="20491"/>
                  </a:lnTo>
                  <a:lnTo>
                    <a:pt x="676228" y="21080"/>
                  </a:lnTo>
                  <a:lnTo>
                    <a:pt x="694446" y="21648"/>
                  </a:lnTo>
                  <a:lnTo>
                    <a:pt x="712025" y="22196"/>
                  </a:lnTo>
                  <a:lnTo>
                    <a:pt x="729007" y="22726"/>
                  </a:lnTo>
                  <a:lnTo>
                    <a:pt x="745433" y="23238"/>
                  </a:lnTo>
                  <a:lnTo>
                    <a:pt x="761337" y="23734"/>
                  </a:lnTo>
                  <a:lnTo>
                    <a:pt x="776752" y="24214"/>
                  </a:lnTo>
                  <a:lnTo>
                    <a:pt x="791706" y="24680"/>
                  </a:lnTo>
                  <a:lnTo>
                    <a:pt x="806227" y="25133"/>
                  </a:lnTo>
                  <a:lnTo>
                    <a:pt x="820339" y="25573"/>
                  </a:lnTo>
                  <a:lnTo>
                    <a:pt x="834064" y="26001"/>
                  </a:lnTo>
                  <a:lnTo>
                    <a:pt x="847423" y="26417"/>
                  </a:lnTo>
                  <a:lnTo>
                    <a:pt x="860435" y="26823"/>
                  </a:lnTo>
                  <a:lnTo>
                    <a:pt x="873118" y="27218"/>
                  </a:lnTo>
                  <a:lnTo>
                    <a:pt x="885487" y="27604"/>
                  </a:lnTo>
                  <a:lnTo>
                    <a:pt x="897559" y="27980"/>
                  </a:lnTo>
                  <a:lnTo>
                    <a:pt x="909346" y="28348"/>
                  </a:lnTo>
                  <a:lnTo>
                    <a:pt x="920862" y="28707"/>
                  </a:lnTo>
                  <a:lnTo>
                    <a:pt x="932120" y="29058"/>
                  </a:lnTo>
                  <a:lnTo>
                    <a:pt x="943130" y="29401"/>
                  </a:lnTo>
                  <a:lnTo>
                    <a:pt x="953903" y="29737"/>
                  </a:lnTo>
                  <a:lnTo>
                    <a:pt x="964450" y="30066"/>
                  </a:lnTo>
                  <a:lnTo>
                    <a:pt x="974778" y="30388"/>
                  </a:lnTo>
                  <a:lnTo>
                    <a:pt x="984899" y="30703"/>
                  </a:lnTo>
                  <a:lnTo>
                    <a:pt x="994819" y="31012"/>
                  </a:lnTo>
                  <a:lnTo>
                    <a:pt x="1004546" y="31316"/>
                  </a:lnTo>
                  <a:lnTo>
                    <a:pt x="1014088" y="31613"/>
                  </a:lnTo>
                  <a:lnTo>
                    <a:pt x="1023451" y="31905"/>
                  </a:lnTo>
                  <a:lnTo>
                    <a:pt x="1032643" y="32191"/>
                  </a:lnTo>
                  <a:lnTo>
                    <a:pt x="1041669" y="3247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884117" y="3344397"/>
              <a:ext cx="1041669" cy="61933"/>
            </a:xfrm>
            <a:custGeom>
              <a:avLst/>
              <a:pathLst>
                <a:path w="1041669" h="61933">
                  <a:moveTo>
                    <a:pt x="0" y="61933"/>
                  </a:moveTo>
                  <a:lnTo>
                    <a:pt x="66890" y="57956"/>
                  </a:lnTo>
                  <a:lnTo>
                    <a:pt x="125892" y="54448"/>
                  </a:lnTo>
                  <a:lnTo>
                    <a:pt x="178671" y="51310"/>
                  </a:lnTo>
                  <a:lnTo>
                    <a:pt x="226416" y="48471"/>
                  </a:lnTo>
                  <a:lnTo>
                    <a:pt x="270003" y="45879"/>
                  </a:lnTo>
                  <a:lnTo>
                    <a:pt x="310099" y="43496"/>
                  </a:lnTo>
                  <a:lnTo>
                    <a:pt x="347223" y="41288"/>
                  </a:lnTo>
                  <a:lnTo>
                    <a:pt x="381784" y="39233"/>
                  </a:lnTo>
                  <a:lnTo>
                    <a:pt x="414114" y="37311"/>
                  </a:lnTo>
                  <a:lnTo>
                    <a:pt x="444483" y="35506"/>
                  </a:lnTo>
                  <a:lnTo>
                    <a:pt x="473116" y="33803"/>
                  </a:lnTo>
                  <a:lnTo>
                    <a:pt x="500200" y="32193"/>
                  </a:lnTo>
                  <a:lnTo>
                    <a:pt x="525895" y="30665"/>
                  </a:lnTo>
                  <a:lnTo>
                    <a:pt x="550335" y="29212"/>
                  </a:lnTo>
                  <a:lnTo>
                    <a:pt x="573639" y="27827"/>
                  </a:lnTo>
                  <a:lnTo>
                    <a:pt x="595907" y="26503"/>
                  </a:lnTo>
                  <a:lnTo>
                    <a:pt x="617226" y="25235"/>
                  </a:lnTo>
                  <a:lnTo>
                    <a:pt x="637675" y="24019"/>
                  </a:lnTo>
                  <a:lnTo>
                    <a:pt x="657323" y="22851"/>
                  </a:lnTo>
                  <a:lnTo>
                    <a:pt x="676228" y="21727"/>
                  </a:lnTo>
                  <a:lnTo>
                    <a:pt x="694446" y="20644"/>
                  </a:lnTo>
                  <a:lnTo>
                    <a:pt x="712025" y="19599"/>
                  </a:lnTo>
                  <a:lnTo>
                    <a:pt x="729007" y="18589"/>
                  </a:lnTo>
                  <a:lnTo>
                    <a:pt x="745433" y="17612"/>
                  </a:lnTo>
                  <a:lnTo>
                    <a:pt x="761337" y="16667"/>
                  </a:lnTo>
                  <a:lnTo>
                    <a:pt x="776752" y="15750"/>
                  </a:lnTo>
                  <a:lnTo>
                    <a:pt x="791706" y="14861"/>
                  </a:lnTo>
                  <a:lnTo>
                    <a:pt x="806227" y="13998"/>
                  </a:lnTo>
                  <a:lnTo>
                    <a:pt x="820339" y="13159"/>
                  </a:lnTo>
                  <a:lnTo>
                    <a:pt x="834064" y="12343"/>
                  </a:lnTo>
                  <a:lnTo>
                    <a:pt x="847423" y="11549"/>
                  </a:lnTo>
                  <a:lnTo>
                    <a:pt x="860435" y="10775"/>
                  </a:lnTo>
                  <a:lnTo>
                    <a:pt x="873118" y="10021"/>
                  </a:lnTo>
                  <a:lnTo>
                    <a:pt x="885487" y="9285"/>
                  </a:lnTo>
                  <a:lnTo>
                    <a:pt x="897559" y="8568"/>
                  </a:lnTo>
                  <a:lnTo>
                    <a:pt x="909346" y="7867"/>
                  </a:lnTo>
                  <a:lnTo>
                    <a:pt x="920862" y="7182"/>
                  </a:lnTo>
                  <a:lnTo>
                    <a:pt x="932120" y="6513"/>
                  </a:lnTo>
                  <a:lnTo>
                    <a:pt x="943130" y="5858"/>
                  </a:lnTo>
                  <a:lnTo>
                    <a:pt x="953903" y="5218"/>
                  </a:lnTo>
                  <a:lnTo>
                    <a:pt x="964450" y="4591"/>
                  </a:lnTo>
                  <a:lnTo>
                    <a:pt x="974778" y="3977"/>
                  </a:lnTo>
                  <a:lnTo>
                    <a:pt x="984899" y="3375"/>
                  </a:lnTo>
                  <a:lnTo>
                    <a:pt x="994819" y="2785"/>
                  </a:lnTo>
                  <a:lnTo>
                    <a:pt x="1004546" y="2207"/>
                  </a:lnTo>
                  <a:lnTo>
                    <a:pt x="1014088" y="1639"/>
                  </a:lnTo>
                  <a:lnTo>
                    <a:pt x="1023451" y="1083"/>
                  </a:lnTo>
                  <a:lnTo>
                    <a:pt x="1032643" y="536"/>
                  </a:lnTo>
                  <a:lnTo>
                    <a:pt x="104166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884117" y="3170036"/>
              <a:ext cx="1041669" cy="217424"/>
            </a:xfrm>
            <a:custGeom>
              <a:avLst/>
              <a:pathLst>
                <a:path w="1041669" h="217424">
                  <a:moveTo>
                    <a:pt x="0" y="217424"/>
                  </a:moveTo>
                  <a:lnTo>
                    <a:pt x="66890" y="203462"/>
                  </a:lnTo>
                  <a:lnTo>
                    <a:pt x="125892" y="191147"/>
                  </a:lnTo>
                  <a:lnTo>
                    <a:pt x="178671" y="180130"/>
                  </a:lnTo>
                  <a:lnTo>
                    <a:pt x="226416" y="170165"/>
                  </a:lnTo>
                  <a:lnTo>
                    <a:pt x="270003" y="161067"/>
                  </a:lnTo>
                  <a:lnTo>
                    <a:pt x="310099" y="152698"/>
                  </a:lnTo>
                  <a:lnTo>
                    <a:pt x="347223" y="144949"/>
                  </a:lnTo>
                  <a:lnTo>
                    <a:pt x="381784" y="137735"/>
                  </a:lnTo>
                  <a:lnTo>
                    <a:pt x="414114" y="130987"/>
                  </a:lnTo>
                  <a:lnTo>
                    <a:pt x="444483" y="124648"/>
                  </a:lnTo>
                  <a:lnTo>
                    <a:pt x="473116" y="118672"/>
                  </a:lnTo>
                  <a:lnTo>
                    <a:pt x="500200" y="113019"/>
                  </a:lnTo>
                  <a:lnTo>
                    <a:pt x="525895" y="107655"/>
                  </a:lnTo>
                  <a:lnTo>
                    <a:pt x="550335" y="102554"/>
                  </a:lnTo>
                  <a:lnTo>
                    <a:pt x="573639" y="97690"/>
                  </a:lnTo>
                  <a:lnTo>
                    <a:pt x="595907" y="93042"/>
                  </a:lnTo>
                  <a:lnTo>
                    <a:pt x="617226" y="88592"/>
                  </a:lnTo>
                  <a:lnTo>
                    <a:pt x="637675" y="84324"/>
                  </a:lnTo>
                  <a:lnTo>
                    <a:pt x="657323" y="80223"/>
                  </a:lnTo>
                  <a:lnTo>
                    <a:pt x="676228" y="76277"/>
                  </a:lnTo>
                  <a:lnTo>
                    <a:pt x="694446" y="72474"/>
                  </a:lnTo>
                  <a:lnTo>
                    <a:pt x="712025" y="68805"/>
                  </a:lnTo>
                  <a:lnTo>
                    <a:pt x="729007" y="65260"/>
                  </a:lnTo>
                  <a:lnTo>
                    <a:pt x="745433" y="61832"/>
                  </a:lnTo>
                  <a:lnTo>
                    <a:pt x="761337" y="58512"/>
                  </a:lnTo>
                  <a:lnTo>
                    <a:pt x="776752" y="55295"/>
                  </a:lnTo>
                  <a:lnTo>
                    <a:pt x="791706" y="52173"/>
                  </a:lnTo>
                  <a:lnTo>
                    <a:pt x="806227" y="49143"/>
                  </a:lnTo>
                  <a:lnTo>
                    <a:pt x="820339" y="46197"/>
                  </a:lnTo>
                  <a:lnTo>
                    <a:pt x="834064" y="43332"/>
                  </a:lnTo>
                  <a:lnTo>
                    <a:pt x="847423" y="40544"/>
                  </a:lnTo>
                  <a:lnTo>
                    <a:pt x="860435" y="37828"/>
                  </a:lnTo>
                  <a:lnTo>
                    <a:pt x="873118" y="35181"/>
                  </a:lnTo>
                  <a:lnTo>
                    <a:pt x="885487" y="32599"/>
                  </a:lnTo>
                  <a:lnTo>
                    <a:pt x="897559" y="30079"/>
                  </a:lnTo>
                  <a:lnTo>
                    <a:pt x="909346" y="27619"/>
                  </a:lnTo>
                  <a:lnTo>
                    <a:pt x="920862" y="25215"/>
                  </a:lnTo>
                  <a:lnTo>
                    <a:pt x="932120" y="22865"/>
                  </a:lnTo>
                  <a:lnTo>
                    <a:pt x="943130" y="20567"/>
                  </a:lnTo>
                  <a:lnTo>
                    <a:pt x="953903" y="18319"/>
                  </a:lnTo>
                  <a:lnTo>
                    <a:pt x="964450" y="16117"/>
                  </a:lnTo>
                  <a:lnTo>
                    <a:pt x="974778" y="13961"/>
                  </a:lnTo>
                  <a:lnTo>
                    <a:pt x="984899" y="11849"/>
                  </a:lnTo>
                  <a:lnTo>
                    <a:pt x="994819" y="9778"/>
                  </a:lnTo>
                  <a:lnTo>
                    <a:pt x="1004546" y="7748"/>
                  </a:lnTo>
                  <a:lnTo>
                    <a:pt x="1014088" y="5756"/>
                  </a:lnTo>
                  <a:lnTo>
                    <a:pt x="1023451" y="3802"/>
                  </a:lnTo>
                  <a:lnTo>
                    <a:pt x="1032643" y="1883"/>
                  </a:lnTo>
                  <a:lnTo>
                    <a:pt x="104166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884117" y="3253217"/>
              <a:ext cx="1041669" cy="204824"/>
            </a:xfrm>
            <a:custGeom>
              <a:avLst/>
              <a:pathLst>
                <a:path w="1041669" h="204824">
                  <a:moveTo>
                    <a:pt x="0" y="204824"/>
                  </a:moveTo>
                  <a:lnTo>
                    <a:pt x="66890" y="191671"/>
                  </a:lnTo>
                  <a:lnTo>
                    <a:pt x="125892" y="180069"/>
                  </a:lnTo>
                  <a:lnTo>
                    <a:pt x="178671" y="169691"/>
                  </a:lnTo>
                  <a:lnTo>
                    <a:pt x="226416" y="160303"/>
                  </a:lnTo>
                  <a:lnTo>
                    <a:pt x="270003" y="151733"/>
                  </a:lnTo>
                  <a:lnTo>
                    <a:pt x="310099" y="143848"/>
                  </a:lnTo>
                  <a:lnTo>
                    <a:pt x="347223" y="136549"/>
                  </a:lnTo>
                  <a:lnTo>
                    <a:pt x="381784" y="129753"/>
                  </a:lnTo>
                  <a:lnTo>
                    <a:pt x="414114" y="123396"/>
                  </a:lnTo>
                  <a:lnTo>
                    <a:pt x="444483" y="117425"/>
                  </a:lnTo>
                  <a:lnTo>
                    <a:pt x="473116" y="111795"/>
                  </a:lnTo>
                  <a:lnTo>
                    <a:pt x="500200" y="106469"/>
                  </a:lnTo>
                  <a:lnTo>
                    <a:pt x="525895" y="101417"/>
                  </a:lnTo>
                  <a:lnTo>
                    <a:pt x="550335" y="96611"/>
                  </a:lnTo>
                  <a:lnTo>
                    <a:pt x="573639" y="92029"/>
                  </a:lnTo>
                  <a:lnTo>
                    <a:pt x="595907" y="87650"/>
                  </a:lnTo>
                  <a:lnTo>
                    <a:pt x="617226" y="83458"/>
                  </a:lnTo>
                  <a:lnTo>
                    <a:pt x="637675" y="79437"/>
                  </a:lnTo>
                  <a:lnTo>
                    <a:pt x="657323" y="75574"/>
                  </a:lnTo>
                  <a:lnTo>
                    <a:pt x="676228" y="71856"/>
                  </a:lnTo>
                  <a:lnTo>
                    <a:pt x="694446" y="68274"/>
                  </a:lnTo>
                  <a:lnTo>
                    <a:pt x="712025" y="64818"/>
                  </a:lnTo>
                  <a:lnTo>
                    <a:pt x="729007" y="61478"/>
                  </a:lnTo>
                  <a:lnTo>
                    <a:pt x="745433" y="58249"/>
                  </a:lnTo>
                  <a:lnTo>
                    <a:pt x="761337" y="55121"/>
                  </a:lnTo>
                  <a:lnTo>
                    <a:pt x="776752" y="52090"/>
                  </a:lnTo>
                  <a:lnTo>
                    <a:pt x="791706" y="49150"/>
                  </a:lnTo>
                  <a:lnTo>
                    <a:pt x="806227" y="46295"/>
                  </a:lnTo>
                  <a:lnTo>
                    <a:pt x="820339" y="43520"/>
                  </a:lnTo>
                  <a:lnTo>
                    <a:pt x="834064" y="40821"/>
                  </a:lnTo>
                  <a:lnTo>
                    <a:pt x="847423" y="38194"/>
                  </a:lnTo>
                  <a:lnTo>
                    <a:pt x="860435" y="35636"/>
                  </a:lnTo>
                  <a:lnTo>
                    <a:pt x="873118" y="33142"/>
                  </a:lnTo>
                  <a:lnTo>
                    <a:pt x="885487" y="30710"/>
                  </a:lnTo>
                  <a:lnTo>
                    <a:pt x="897559" y="28336"/>
                  </a:lnTo>
                  <a:lnTo>
                    <a:pt x="909346" y="26018"/>
                  </a:lnTo>
                  <a:lnTo>
                    <a:pt x="920862" y="23754"/>
                  </a:lnTo>
                  <a:lnTo>
                    <a:pt x="932120" y="21540"/>
                  </a:lnTo>
                  <a:lnTo>
                    <a:pt x="943130" y="19375"/>
                  </a:lnTo>
                  <a:lnTo>
                    <a:pt x="953903" y="17257"/>
                  </a:lnTo>
                  <a:lnTo>
                    <a:pt x="964450" y="15183"/>
                  </a:lnTo>
                  <a:lnTo>
                    <a:pt x="974778" y="13152"/>
                  </a:lnTo>
                  <a:lnTo>
                    <a:pt x="984899" y="11162"/>
                  </a:lnTo>
                  <a:lnTo>
                    <a:pt x="994819" y="9212"/>
                  </a:lnTo>
                  <a:lnTo>
                    <a:pt x="1004546" y="7299"/>
                  </a:lnTo>
                  <a:lnTo>
                    <a:pt x="1014088" y="5423"/>
                  </a:lnTo>
                  <a:lnTo>
                    <a:pt x="1023451" y="3582"/>
                  </a:lnTo>
                  <a:lnTo>
                    <a:pt x="1032643" y="1774"/>
                  </a:lnTo>
                  <a:lnTo>
                    <a:pt x="104166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884117" y="3349226"/>
              <a:ext cx="1041669" cy="266637"/>
            </a:xfrm>
            <a:custGeom>
              <a:avLst/>
              <a:pathLst>
                <a:path w="1041669" h="266637">
                  <a:moveTo>
                    <a:pt x="0" y="0"/>
                  </a:moveTo>
                  <a:lnTo>
                    <a:pt x="66890" y="17122"/>
                  </a:lnTo>
                  <a:lnTo>
                    <a:pt x="125892" y="32224"/>
                  </a:lnTo>
                  <a:lnTo>
                    <a:pt x="178671" y="45734"/>
                  </a:lnTo>
                  <a:lnTo>
                    <a:pt x="226416" y="57955"/>
                  </a:lnTo>
                  <a:lnTo>
                    <a:pt x="270003" y="69112"/>
                  </a:lnTo>
                  <a:lnTo>
                    <a:pt x="310099" y="79376"/>
                  </a:lnTo>
                  <a:lnTo>
                    <a:pt x="347223" y="88879"/>
                  </a:lnTo>
                  <a:lnTo>
                    <a:pt x="381784" y="97725"/>
                  </a:lnTo>
                  <a:lnTo>
                    <a:pt x="414114" y="106001"/>
                  </a:lnTo>
                  <a:lnTo>
                    <a:pt x="444483" y="113774"/>
                  </a:lnTo>
                  <a:lnTo>
                    <a:pt x="473116" y="121103"/>
                  </a:lnTo>
                  <a:lnTo>
                    <a:pt x="500200" y="128036"/>
                  </a:lnTo>
                  <a:lnTo>
                    <a:pt x="525895" y="134613"/>
                  </a:lnTo>
                  <a:lnTo>
                    <a:pt x="550335" y="140869"/>
                  </a:lnTo>
                  <a:lnTo>
                    <a:pt x="573639" y="146834"/>
                  </a:lnTo>
                  <a:lnTo>
                    <a:pt x="595907" y="152534"/>
                  </a:lnTo>
                  <a:lnTo>
                    <a:pt x="617226" y="157991"/>
                  </a:lnTo>
                  <a:lnTo>
                    <a:pt x="637675" y="163226"/>
                  </a:lnTo>
                  <a:lnTo>
                    <a:pt x="657323" y="168255"/>
                  </a:lnTo>
                  <a:lnTo>
                    <a:pt x="676228" y="173094"/>
                  </a:lnTo>
                  <a:lnTo>
                    <a:pt x="694446" y="177758"/>
                  </a:lnTo>
                  <a:lnTo>
                    <a:pt x="712025" y="182257"/>
                  </a:lnTo>
                  <a:lnTo>
                    <a:pt x="729007" y="186604"/>
                  </a:lnTo>
                  <a:lnTo>
                    <a:pt x="745433" y="190809"/>
                  </a:lnTo>
                  <a:lnTo>
                    <a:pt x="761337" y="194880"/>
                  </a:lnTo>
                  <a:lnTo>
                    <a:pt x="776752" y="198825"/>
                  </a:lnTo>
                  <a:lnTo>
                    <a:pt x="791706" y="202653"/>
                  </a:lnTo>
                  <a:lnTo>
                    <a:pt x="806227" y="206370"/>
                  </a:lnTo>
                  <a:lnTo>
                    <a:pt x="820339" y="209982"/>
                  </a:lnTo>
                  <a:lnTo>
                    <a:pt x="834064" y="213496"/>
                  </a:lnTo>
                  <a:lnTo>
                    <a:pt x="847423" y="216915"/>
                  </a:lnTo>
                  <a:lnTo>
                    <a:pt x="860435" y="220246"/>
                  </a:lnTo>
                  <a:lnTo>
                    <a:pt x="873118" y="223492"/>
                  </a:lnTo>
                  <a:lnTo>
                    <a:pt x="885487" y="226658"/>
                  </a:lnTo>
                  <a:lnTo>
                    <a:pt x="897559" y="229748"/>
                  </a:lnTo>
                  <a:lnTo>
                    <a:pt x="909346" y="232766"/>
                  </a:lnTo>
                  <a:lnTo>
                    <a:pt x="920862" y="235713"/>
                  </a:lnTo>
                  <a:lnTo>
                    <a:pt x="932120" y="238595"/>
                  </a:lnTo>
                  <a:lnTo>
                    <a:pt x="943130" y="241413"/>
                  </a:lnTo>
                  <a:lnTo>
                    <a:pt x="953903" y="244171"/>
                  </a:lnTo>
                  <a:lnTo>
                    <a:pt x="964450" y="246870"/>
                  </a:lnTo>
                  <a:lnTo>
                    <a:pt x="974778" y="249514"/>
                  </a:lnTo>
                  <a:lnTo>
                    <a:pt x="984899" y="252105"/>
                  </a:lnTo>
                  <a:lnTo>
                    <a:pt x="994819" y="254644"/>
                  </a:lnTo>
                  <a:lnTo>
                    <a:pt x="1004546" y="257134"/>
                  </a:lnTo>
                  <a:lnTo>
                    <a:pt x="1014088" y="259576"/>
                  </a:lnTo>
                  <a:lnTo>
                    <a:pt x="1023451" y="261973"/>
                  </a:lnTo>
                  <a:lnTo>
                    <a:pt x="1032643" y="264326"/>
                  </a:lnTo>
                  <a:lnTo>
                    <a:pt x="1041669" y="26663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884117" y="3416094"/>
              <a:ext cx="1041669" cy="246640"/>
            </a:xfrm>
            <a:custGeom>
              <a:avLst/>
              <a:pathLst>
                <a:path w="1041669" h="246640">
                  <a:moveTo>
                    <a:pt x="0" y="246640"/>
                  </a:moveTo>
                  <a:lnTo>
                    <a:pt x="66890" y="230802"/>
                  </a:lnTo>
                  <a:lnTo>
                    <a:pt x="125892" y="216832"/>
                  </a:lnTo>
                  <a:lnTo>
                    <a:pt x="178671" y="204335"/>
                  </a:lnTo>
                  <a:lnTo>
                    <a:pt x="226416" y="193031"/>
                  </a:lnTo>
                  <a:lnTo>
                    <a:pt x="270003" y="182710"/>
                  </a:lnTo>
                  <a:lnTo>
                    <a:pt x="310099" y="173217"/>
                  </a:lnTo>
                  <a:lnTo>
                    <a:pt x="347223" y="164427"/>
                  </a:lnTo>
                  <a:lnTo>
                    <a:pt x="381784" y="156244"/>
                  </a:lnTo>
                  <a:lnTo>
                    <a:pt x="414114" y="148589"/>
                  </a:lnTo>
                  <a:lnTo>
                    <a:pt x="444483" y="141398"/>
                  </a:lnTo>
                  <a:lnTo>
                    <a:pt x="473116" y="134619"/>
                  </a:lnTo>
                  <a:lnTo>
                    <a:pt x="500200" y="128206"/>
                  </a:lnTo>
                  <a:lnTo>
                    <a:pt x="525895" y="122122"/>
                  </a:lnTo>
                  <a:lnTo>
                    <a:pt x="550335" y="116335"/>
                  </a:lnTo>
                  <a:lnTo>
                    <a:pt x="573639" y="110817"/>
                  </a:lnTo>
                  <a:lnTo>
                    <a:pt x="595907" y="105545"/>
                  </a:lnTo>
                  <a:lnTo>
                    <a:pt x="617226" y="100497"/>
                  </a:lnTo>
                  <a:lnTo>
                    <a:pt x="637675" y="95655"/>
                  </a:lnTo>
                  <a:lnTo>
                    <a:pt x="657323" y="91003"/>
                  </a:lnTo>
                  <a:lnTo>
                    <a:pt x="676228" y="86527"/>
                  </a:lnTo>
                  <a:lnTo>
                    <a:pt x="694446" y="82213"/>
                  </a:lnTo>
                  <a:lnTo>
                    <a:pt x="712025" y="78051"/>
                  </a:lnTo>
                  <a:lnTo>
                    <a:pt x="729007" y="74030"/>
                  </a:lnTo>
                  <a:lnTo>
                    <a:pt x="745433" y="70141"/>
                  </a:lnTo>
                  <a:lnTo>
                    <a:pt x="761337" y="66375"/>
                  </a:lnTo>
                  <a:lnTo>
                    <a:pt x="776752" y="62725"/>
                  </a:lnTo>
                  <a:lnTo>
                    <a:pt x="791706" y="59184"/>
                  </a:lnTo>
                  <a:lnTo>
                    <a:pt x="806227" y="55746"/>
                  </a:lnTo>
                  <a:lnTo>
                    <a:pt x="820339" y="52405"/>
                  </a:lnTo>
                  <a:lnTo>
                    <a:pt x="834064" y="49155"/>
                  </a:lnTo>
                  <a:lnTo>
                    <a:pt x="847423" y="45992"/>
                  </a:lnTo>
                  <a:lnTo>
                    <a:pt x="860435" y="42911"/>
                  </a:lnTo>
                  <a:lnTo>
                    <a:pt x="873118" y="39908"/>
                  </a:lnTo>
                  <a:lnTo>
                    <a:pt x="885487" y="36979"/>
                  </a:lnTo>
                  <a:lnTo>
                    <a:pt x="897559" y="34121"/>
                  </a:lnTo>
                  <a:lnTo>
                    <a:pt x="909346" y="31330"/>
                  </a:lnTo>
                  <a:lnTo>
                    <a:pt x="920862" y="28604"/>
                  </a:lnTo>
                  <a:lnTo>
                    <a:pt x="932120" y="25938"/>
                  </a:lnTo>
                  <a:lnTo>
                    <a:pt x="943130" y="23331"/>
                  </a:lnTo>
                  <a:lnTo>
                    <a:pt x="953903" y="20780"/>
                  </a:lnTo>
                  <a:lnTo>
                    <a:pt x="964450" y="18283"/>
                  </a:lnTo>
                  <a:lnTo>
                    <a:pt x="974778" y="15838"/>
                  </a:lnTo>
                  <a:lnTo>
                    <a:pt x="984899" y="13441"/>
                  </a:lnTo>
                  <a:lnTo>
                    <a:pt x="994819" y="11093"/>
                  </a:lnTo>
                  <a:lnTo>
                    <a:pt x="1004546" y="8789"/>
                  </a:lnTo>
                  <a:lnTo>
                    <a:pt x="1014088" y="6530"/>
                  </a:lnTo>
                  <a:lnTo>
                    <a:pt x="1023451" y="4313"/>
                  </a:lnTo>
                  <a:lnTo>
                    <a:pt x="1032643" y="2137"/>
                  </a:lnTo>
                  <a:lnTo>
                    <a:pt x="104166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84117" y="3615047"/>
              <a:ext cx="1041669" cy="90368"/>
            </a:xfrm>
            <a:custGeom>
              <a:avLst/>
              <a:pathLst>
                <a:path w="1041669" h="90368">
                  <a:moveTo>
                    <a:pt x="0" y="0"/>
                  </a:moveTo>
                  <a:lnTo>
                    <a:pt x="66890" y="5803"/>
                  </a:lnTo>
                  <a:lnTo>
                    <a:pt x="125892" y="10921"/>
                  </a:lnTo>
                  <a:lnTo>
                    <a:pt x="178671" y="15500"/>
                  </a:lnTo>
                  <a:lnTo>
                    <a:pt x="226416" y="19642"/>
                  </a:lnTo>
                  <a:lnTo>
                    <a:pt x="270003" y="23423"/>
                  </a:lnTo>
                  <a:lnTo>
                    <a:pt x="310099" y="26902"/>
                  </a:lnTo>
                  <a:lnTo>
                    <a:pt x="347223" y="30122"/>
                  </a:lnTo>
                  <a:lnTo>
                    <a:pt x="381784" y="33121"/>
                  </a:lnTo>
                  <a:lnTo>
                    <a:pt x="414114" y="35925"/>
                  </a:lnTo>
                  <a:lnTo>
                    <a:pt x="444483" y="38560"/>
                  </a:lnTo>
                  <a:lnTo>
                    <a:pt x="473116" y="41044"/>
                  </a:lnTo>
                  <a:lnTo>
                    <a:pt x="500200" y="43394"/>
                  </a:lnTo>
                  <a:lnTo>
                    <a:pt x="525895" y="45623"/>
                  </a:lnTo>
                  <a:lnTo>
                    <a:pt x="550335" y="47743"/>
                  </a:lnTo>
                  <a:lnTo>
                    <a:pt x="573639" y="49765"/>
                  </a:lnTo>
                  <a:lnTo>
                    <a:pt x="595907" y="51697"/>
                  </a:lnTo>
                  <a:lnTo>
                    <a:pt x="617226" y="53546"/>
                  </a:lnTo>
                  <a:lnTo>
                    <a:pt x="637675" y="55320"/>
                  </a:lnTo>
                  <a:lnTo>
                    <a:pt x="657323" y="57025"/>
                  </a:lnTo>
                  <a:lnTo>
                    <a:pt x="676228" y="58665"/>
                  </a:lnTo>
                  <a:lnTo>
                    <a:pt x="694446" y="60245"/>
                  </a:lnTo>
                  <a:lnTo>
                    <a:pt x="712025" y="61770"/>
                  </a:lnTo>
                  <a:lnTo>
                    <a:pt x="729007" y="63244"/>
                  </a:lnTo>
                  <a:lnTo>
                    <a:pt x="745433" y="64669"/>
                  </a:lnTo>
                  <a:lnTo>
                    <a:pt x="761337" y="66048"/>
                  </a:lnTo>
                  <a:lnTo>
                    <a:pt x="776752" y="67386"/>
                  </a:lnTo>
                  <a:lnTo>
                    <a:pt x="791706" y="68683"/>
                  </a:lnTo>
                  <a:lnTo>
                    <a:pt x="806227" y="69943"/>
                  </a:lnTo>
                  <a:lnTo>
                    <a:pt x="820339" y="71167"/>
                  </a:lnTo>
                  <a:lnTo>
                    <a:pt x="834064" y="72358"/>
                  </a:lnTo>
                  <a:lnTo>
                    <a:pt x="847423" y="73517"/>
                  </a:lnTo>
                  <a:lnTo>
                    <a:pt x="860435" y="74645"/>
                  </a:lnTo>
                  <a:lnTo>
                    <a:pt x="873118" y="75746"/>
                  </a:lnTo>
                  <a:lnTo>
                    <a:pt x="885487" y="76819"/>
                  </a:lnTo>
                  <a:lnTo>
                    <a:pt x="897559" y="77866"/>
                  </a:lnTo>
                  <a:lnTo>
                    <a:pt x="909346" y="78889"/>
                  </a:lnTo>
                  <a:lnTo>
                    <a:pt x="920862" y="79888"/>
                  </a:lnTo>
                  <a:lnTo>
                    <a:pt x="932120" y="80864"/>
                  </a:lnTo>
                  <a:lnTo>
                    <a:pt x="943130" y="81819"/>
                  </a:lnTo>
                  <a:lnTo>
                    <a:pt x="953903" y="82754"/>
                  </a:lnTo>
                  <a:lnTo>
                    <a:pt x="964450" y="83669"/>
                  </a:lnTo>
                  <a:lnTo>
                    <a:pt x="974778" y="84565"/>
                  </a:lnTo>
                  <a:lnTo>
                    <a:pt x="984899" y="85443"/>
                  </a:lnTo>
                  <a:lnTo>
                    <a:pt x="994819" y="86304"/>
                  </a:lnTo>
                  <a:lnTo>
                    <a:pt x="1004546" y="87148"/>
                  </a:lnTo>
                  <a:lnTo>
                    <a:pt x="1014088" y="87975"/>
                  </a:lnTo>
                  <a:lnTo>
                    <a:pt x="1023451" y="88788"/>
                  </a:lnTo>
                  <a:lnTo>
                    <a:pt x="1032643" y="89585"/>
                  </a:lnTo>
                  <a:lnTo>
                    <a:pt x="1041669" y="9036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2884117" y="3385963"/>
              <a:ext cx="1041669" cy="183522"/>
            </a:xfrm>
            <a:custGeom>
              <a:avLst/>
              <a:pathLst>
                <a:path w="1041669" h="183522">
                  <a:moveTo>
                    <a:pt x="0" y="183522"/>
                  </a:moveTo>
                  <a:lnTo>
                    <a:pt x="66890" y="171737"/>
                  </a:lnTo>
                  <a:lnTo>
                    <a:pt x="125892" y="161342"/>
                  </a:lnTo>
                  <a:lnTo>
                    <a:pt x="178671" y="152044"/>
                  </a:lnTo>
                  <a:lnTo>
                    <a:pt x="226416" y="143632"/>
                  </a:lnTo>
                  <a:lnTo>
                    <a:pt x="270003" y="135953"/>
                  </a:lnTo>
                  <a:lnTo>
                    <a:pt x="310099" y="128888"/>
                  </a:lnTo>
                  <a:lnTo>
                    <a:pt x="347223" y="122348"/>
                  </a:lnTo>
                  <a:lnTo>
                    <a:pt x="381784" y="116259"/>
                  </a:lnTo>
                  <a:lnTo>
                    <a:pt x="414114" y="110563"/>
                  </a:lnTo>
                  <a:lnTo>
                    <a:pt x="444483" y="105213"/>
                  </a:lnTo>
                  <a:lnTo>
                    <a:pt x="473116" y="100168"/>
                  </a:lnTo>
                  <a:lnTo>
                    <a:pt x="500200" y="95396"/>
                  </a:lnTo>
                  <a:lnTo>
                    <a:pt x="525895" y="90869"/>
                  </a:lnTo>
                  <a:lnTo>
                    <a:pt x="550335" y="86563"/>
                  </a:lnTo>
                  <a:lnTo>
                    <a:pt x="573639" y="82458"/>
                  </a:lnTo>
                  <a:lnTo>
                    <a:pt x="595907" y="78535"/>
                  </a:lnTo>
                  <a:lnTo>
                    <a:pt x="617226" y="74778"/>
                  </a:lnTo>
                  <a:lnTo>
                    <a:pt x="637675" y="71176"/>
                  </a:lnTo>
                  <a:lnTo>
                    <a:pt x="657323" y="67714"/>
                  </a:lnTo>
                  <a:lnTo>
                    <a:pt x="676228" y="64383"/>
                  </a:lnTo>
                  <a:lnTo>
                    <a:pt x="694446" y="61174"/>
                  </a:lnTo>
                  <a:lnTo>
                    <a:pt x="712025" y="58077"/>
                  </a:lnTo>
                  <a:lnTo>
                    <a:pt x="729007" y="55085"/>
                  </a:lnTo>
                  <a:lnTo>
                    <a:pt x="745433" y="52191"/>
                  </a:lnTo>
                  <a:lnTo>
                    <a:pt x="761337" y="49389"/>
                  </a:lnTo>
                  <a:lnTo>
                    <a:pt x="776752" y="46673"/>
                  </a:lnTo>
                  <a:lnTo>
                    <a:pt x="791706" y="44038"/>
                  </a:lnTo>
                  <a:lnTo>
                    <a:pt x="806227" y="41480"/>
                  </a:lnTo>
                  <a:lnTo>
                    <a:pt x="820339" y="38994"/>
                  </a:lnTo>
                  <a:lnTo>
                    <a:pt x="834064" y="36576"/>
                  </a:lnTo>
                  <a:lnTo>
                    <a:pt x="847423" y="34222"/>
                  </a:lnTo>
                  <a:lnTo>
                    <a:pt x="860435" y="31930"/>
                  </a:lnTo>
                  <a:lnTo>
                    <a:pt x="873118" y="29695"/>
                  </a:lnTo>
                  <a:lnTo>
                    <a:pt x="885487" y="27516"/>
                  </a:lnTo>
                  <a:lnTo>
                    <a:pt x="897559" y="25389"/>
                  </a:lnTo>
                  <a:lnTo>
                    <a:pt x="909346" y="23312"/>
                  </a:lnTo>
                  <a:lnTo>
                    <a:pt x="920862" y="21283"/>
                  </a:lnTo>
                  <a:lnTo>
                    <a:pt x="932120" y="19300"/>
                  </a:lnTo>
                  <a:lnTo>
                    <a:pt x="943130" y="17360"/>
                  </a:lnTo>
                  <a:lnTo>
                    <a:pt x="953903" y="15462"/>
                  </a:lnTo>
                  <a:lnTo>
                    <a:pt x="964450" y="13604"/>
                  </a:lnTo>
                  <a:lnTo>
                    <a:pt x="974778" y="11784"/>
                  </a:lnTo>
                  <a:lnTo>
                    <a:pt x="984899" y="10001"/>
                  </a:lnTo>
                  <a:lnTo>
                    <a:pt x="994819" y="8254"/>
                  </a:lnTo>
                  <a:lnTo>
                    <a:pt x="1004546" y="6540"/>
                  </a:lnTo>
                  <a:lnTo>
                    <a:pt x="1014088" y="4859"/>
                  </a:lnTo>
                  <a:lnTo>
                    <a:pt x="1023451" y="3209"/>
                  </a:lnTo>
                  <a:lnTo>
                    <a:pt x="1032643" y="1590"/>
                  </a:lnTo>
                  <a:lnTo>
                    <a:pt x="104166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2884117" y="3273941"/>
              <a:ext cx="1041669" cy="87281"/>
            </a:xfrm>
            <a:custGeom>
              <a:avLst/>
              <a:pathLst>
                <a:path w="1041669" h="87281">
                  <a:moveTo>
                    <a:pt x="0" y="0"/>
                  </a:moveTo>
                  <a:lnTo>
                    <a:pt x="66890" y="5604"/>
                  </a:lnTo>
                  <a:lnTo>
                    <a:pt x="125892" y="10548"/>
                  </a:lnTo>
                  <a:lnTo>
                    <a:pt x="178671" y="14970"/>
                  </a:lnTo>
                  <a:lnTo>
                    <a:pt x="226416" y="18971"/>
                  </a:lnTo>
                  <a:lnTo>
                    <a:pt x="270003" y="22623"/>
                  </a:lnTo>
                  <a:lnTo>
                    <a:pt x="310099" y="25983"/>
                  </a:lnTo>
                  <a:lnTo>
                    <a:pt x="347223" y="29093"/>
                  </a:lnTo>
                  <a:lnTo>
                    <a:pt x="381784" y="31989"/>
                  </a:lnTo>
                  <a:lnTo>
                    <a:pt x="414114" y="34698"/>
                  </a:lnTo>
                  <a:lnTo>
                    <a:pt x="444483" y="37243"/>
                  </a:lnTo>
                  <a:lnTo>
                    <a:pt x="473116" y="39642"/>
                  </a:lnTo>
                  <a:lnTo>
                    <a:pt x="500200" y="41911"/>
                  </a:lnTo>
                  <a:lnTo>
                    <a:pt x="525895" y="44064"/>
                  </a:lnTo>
                  <a:lnTo>
                    <a:pt x="550335" y="46112"/>
                  </a:lnTo>
                  <a:lnTo>
                    <a:pt x="573639" y="48065"/>
                  </a:lnTo>
                  <a:lnTo>
                    <a:pt x="595907" y="49930"/>
                  </a:lnTo>
                  <a:lnTo>
                    <a:pt x="617226" y="51717"/>
                  </a:lnTo>
                  <a:lnTo>
                    <a:pt x="637675" y="53430"/>
                  </a:lnTo>
                  <a:lnTo>
                    <a:pt x="657323" y="55076"/>
                  </a:lnTo>
                  <a:lnTo>
                    <a:pt x="676228" y="56660"/>
                  </a:lnTo>
                  <a:lnTo>
                    <a:pt x="694446" y="58187"/>
                  </a:lnTo>
                  <a:lnTo>
                    <a:pt x="712025" y="59660"/>
                  </a:lnTo>
                  <a:lnTo>
                    <a:pt x="729007" y="61083"/>
                  </a:lnTo>
                  <a:lnTo>
                    <a:pt x="745433" y="62459"/>
                  </a:lnTo>
                  <a:lnTo>
                    <a:pt x="761337" y="63792"/>
                  </a:lnTo>
                  <a:lnTo>
                    <a:pt x="776752" y="65083"/>
                  </a:lnTo>
                  <a:lnTo>
                    <a:pt x="791706" y="66336"/>
                  </a:lnTo>
                  <a:lnTo>
                    <a:pt x="806227" y="67553"/>
                  </a:lnTo>
                  <a:lnTo>
                    <a:pt x="820339" y="68735"/>
                  </a:lnTo>
                  <a:lnTo>
                    <a:pt x="834064" y="69886"/>
                  </a:lnTo>
                  <a:lnTo>
                    <a:pt x="847423" y="71005"/>
                  </a:lnTo>
                  <a:lnTo>
                    <a:pt x="860435" y="72095"/>
                  </a:lnTo>
                  <a:lnTo>
                    <a:pt x="873118" y="73158"/>
                  </a:lnTo>
                  <a:lnTo>
                    <a:pt x="885487" y="74194"/>
                  </a:lnTo>
                  <a:lnTo>
                    <a:pt x="897559" y="75206"/>
                  </a:lnTo>
                  <a:lnTo>
                    <a:pt x="909346" y="76193"/>
                  </a:lnTo>
                  <a:lnTo>
                    <a:pt x="920862" y="77158"/>
                  </a:lnTo>
                  <a:lnTo>
                    <a:pt x="932120" y="78102"/>
                  </a:lnTo>
                  <a:lnTo>
                    <a:pt x="943130" y="79024"/>
                  </a:lnTo>
                  <a:lnTo>
                    <a:pt x="953903" y="79927"/>
                  </a:lnTo>
                  <a:lnTo>
                    <a:pt x="964450" y="80810"/>
                  </a:lnTo>
                  <a:lnTo>
                    <a:pt x="974778" y="81676"/>
                  </a:lnTo>
                  <a:lnTo>
                    <a:pt x="984899" y="82524"/>
                  </a:lnTo>
                  <a:lnTo>
                    <a:pt x="994819" y="83355"/>
                  </a:lnTo>
                  <a:lnTo>
                    <a:pt x="1004546" y="84170"/>
                  </a:lnTo>
                  <a:lnTo>
                    <a:pt x="1014088" y="84970"/>
                  </a:lnTo>
                  <a:lnTo>
                    <a:pt x="1023451" y="85754"/>
                  </a:lnTo>
                  <a:lnTo>
                    <a:pt x="1032643" y="86524"/>
                  </a:lnTo>
                  <a:lnTo>
                    <a:pt x="1041669" y="8728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4" name="rc593"/>
            <p:cNvSpPr/>
            <p:nvPr/>
          </p:nvSpPr>
          <p:spPr>
            <a:xfrm>
              <a:off x="2806669" y="2658900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2806669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tx595"/>
            <p:cNvSpPr/>
            <p:nvPr/>
          </p:nvSpPr>
          <p:spPr>
            <a:xfrm rot="-5400000">
              <a:off x="2616642" y="374759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597" name="tx596"/>
            <p:cNvSpPr/>
            <p:nvPr/>
          </p:nvSpPr>
          <p:spPr>
            <a:xfrm rot="-5400000">
              <a:off x="2616642" y="341644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598" name="tx597"/>
            <p:cNvSpPr/>
            <p:nvPr/>
          </p:nvSpPr>
          <p:spPr>
            <a:xfrm rot="-5400000">
              <a:off x="2616642" y="308529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99" name="tx598"/>
            <p:cNvSpPr/>
            <p:nvPr/>
          </p:nvSpPr>
          <p:spPr>
            <a:xfrm rot="-5400000">
              <a:off x="2616642" y="275414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00" name="pl599"/>
            <p:cNvSpPr/>
            <p:nvPr/>
          </p:nvSpPr>
          <p:spPr>
            <a:xfrm>
              <a:off x="2775038" y="378860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0"/>
            <p:cNvSpPr/>
            <p:nvPr/>
          </p:nvSpPr>
          <p:spPr>
            <a:xfrm>
              <a:off x="2775038" y="345745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1"/>
            <p:cNvSpPr/>
            <p:nvPr/>
          </p:nvSpPr>
          <p:spPr>
            <a:xfrm>
              <a:off x="2775038" y="31263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2775038" y="27951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3"/>
            <p:cNvSpPr/>
            <p:nvPr/>
          </p:nvSpPr>
          <p:spPr>
            <a:xfrm>
              <a:off x="2806669" y="3830431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4"/>
            <p:cNvSpPr/>
            <p:nvPr/>
          </p:nvSpPr>
          <p:spPr>
            <a:xfrm>
              <a:off x="2884117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5"/>
            <p:cNvSpPr/>
            <p:nvPr/>
          </p:nvSpPr>
          <p:spPr>
            <a:xfrm>
              <a:off x="3231340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6"/>
            <p:cNvSpPr/>
            <p:nvPr/>
          </p:nvSpPr>
          <p:spPr>
            <a:xfrm>
              <a:off x="357856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7"/>
            <p:cNvSpPr/>
            <p:nvPr/>
          </p:nvSpPr>
          <p:spPr>
            <a:xfrm>
              <a:off x="3925786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tx608"/>
            <p:cNvSpPr/>
            <p:nvPr/>
          </p:nvSpPr>
          <p:spPr>
            <a:xfrm>
              <a:off x="2806669" y="2464146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610" name="rc609"/>
            <p:cNvSpPr/>
            <p:nvPr/>
          </p:nvSpPr>
          <p:spPr>
            <a:xfrm>
              <a:off x="4270675" y="2658900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297644" y="351396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335978" y="289624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296670" y="327420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334852" y="353303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302743" y="339551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300625" y="339693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323380" y="307920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333282" y="353059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326513" y="37486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321546" y="350306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91901" y="365539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77211" y="268366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73972" y="336068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83673" y="360051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685734" y="351563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676221" y="345388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680640" y="354003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682675" y="36855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662586" y="32957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649443" y="341057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650699" y="313696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670759" y="349320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680634" y="318775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677893" y="335755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664070" y="354389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673953" y="326944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678306" y="307308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669465" y="280844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037052" y="357447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024840" y="347574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038482" y="324511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5012998" y="345589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018572" y="337679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017827" y="365060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020241" y="360223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020327" y="339967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036171" y="337267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4991681" y="305223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029912" y="349615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030535" y="305685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019622" y="354223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000048" y="368023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4989653" y="332757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020757" y="321185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000611" y="360307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030337" y="332724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019397" y="303199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000440" y="331472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342531" y="326371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338095" y="333972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367924" y="347385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382179" y="352545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368681" y="351975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345795" y="348947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59759" y="321074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362356" y="329890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378907" y="322057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67733" y="296239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5338814" y="354226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5370587" y="309090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5384350" y="287399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5346874" y="36402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5377428" y="324817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5369297" y="355409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5359927" y="280095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5386214" y="327633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5338348" y="315952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5384746" y="339046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5357713" y="328917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5384290" y="351053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5337072" y="321134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5339158" y="35342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348501" y="3392397"/>
              <a:ext cx="1041792" cy="175444"/>
            </a:xfrm>
            <a:custGeom>
              <a:avLst/>
              <a:pathLst>
                <a:path w="1041792" h="175444">
                  <a:moveTo>
                    <a:pt x="0" y="175444"/>
                  </a:moveTo>
                  <a:lnTo>
                    <a:pt x="66898" y="164178"/>
                  </a:lnTo>
                  <a:lnTo>
                    <a:pt x="125907" y="154240"/>
                  </a:lnTo>
                  <a:lnTo>
                    <a:pt x="178692" y="145351"/>
                  </a:lnTo>
                  <a:lnTo>
                    <a:pt x="226442" y="137309"/>
                  </a:lnTo>
                  <a:lnTo>
                    <a:pt x="270035" y="129968"/>
                  </a:lnTo>
                  <a:lnTo>
                    <a:pt x="310136" y="123215"/>
                  </a:lnTo>
                  <a:lnTo>
                    <a:pt x="347264" y="116962"/>
                  </a:lnTo>
                  <a:lnTo>
                    <a:pt x="381829" y="111141"/>
                  </a:lnTo>
                  <a:lnTo>
                    <a:pt x="414162" y="105696"/>
                  </a:lnTo>
                  <a:lnTo>
                    <a:pt x="444535" y="100581"/>
                  </a:lnTo>
                  <a:lnTo>
                    <a:pt x="473171" y="95759"/>
                  </a:lnTo>
                  <a:lnTo>
                    <a:pt x="500259" y="91197"/>
                  </a:lnTo>
                  <a:lnTo>
                    <a:pt x="525956" y="86869"/>
                  </a:lnTo>
                  <a:lnTo>
                    <a:pt x="550400" y="82753"/>
                  </a:lnTo>
                  <a:lnTo>
                    <a:pt x="573706" y="78828"/>
                  </a:lnTo>
                  <a:lnTo>
                    <a:pt x="595977" y="75078"/>
                  </a:lnTo>
                  <a:lnTo>
                    <a:pt x="617299" y="71487"/>
                  </a:lnTo>
                  <a:lnTo>
                    <a:pt x="637750" y="68043"/>
                  </a:lnTo>
                  <a:lnTo>
                    <a:pt x="657400" y="64733"/>
                  </a:lnTo>
                  <a:lnTo>
                    <a:pt x="676308" y="61549"/>
                  </a:lnTo>
                  <a:lnTo>
                    <a:pt x="694528" y="58481"/>
                  </a:lnTo>
                  <a:lnTo>
                    <a:pt x="712108" y="55520"/>
                  </a:lnTo>
                  <a:lnTo>
                    <a:pt x="729093" y="52660"/>
                  </a:lnTo>
                  <a:lnTo>
                    <a:pt x="745520" y="49893"/>
                  </a:lnTo>
                  <a:lnTo>
                    <a:pt x="761426" y="47215"/>
                  </a:lnTo>
                  <a:lnTo>
                    <a:pt x="776843" y="44619"/>
                  </a:lnTo>
                  <a:lnTo>
                    <a:pt x="791799" y="42100"/>
                  </a:lnTo>
                  <a:lnTo>
                    <a:pt x="806322" y="39654"/>
                  </a:lnTo>
                  <a:lnTo>
                    <a:pt x="820435" y="37277"/>
                  </a:lnTo>
                  <a:lnTo>
                    <a:pt x="834162" y="34966"/>
                  </a:lnTo>
                  <a:lnTo>
                    <a:pt x="847523" y="32716"/>
                  </a:lnTo>
                  <a:lnTo>
                    <a:pt x="860536" y="30524"/>
                  </a:lnTo>
                  <a:lnTo>
                    <a:pt x="873221" y="28388"/>
                  </a:lnTo>
                  <a:lnTo>
                    <a:pt x="885591" y="26305"/>
                  </a:lnTo>
                  <a:lnTo>
                    <a:pt x="897664" y="24271"/>
                  </a:lnTo>
                  <a:lnTo>
                    <a:pt x="909453" y="22286"/>
                  </a:lnTo>
                  <a:lnTo>
                    <a:pt x="920971" y="20347"/>
                  </a:lnTo>
                  <a:lnTo>
                    <a:pt x="932229" y="18450"/>
                  </a:lnTo>
                  <a:lnTo>
                    <a:pt x="943241" y="16596"/>
                  </a:lnTo>
                  <a:lnTo>
                    <a:pt x="954015" y="14782"/>
                  </a:lnTo>
                  <a:lnTo>
                    <a:pt x="964563" y="13005"/>
                  </a:lnTo>
                  <a:lnTo>
                    <a:pt x="974893" y="11266"/>
                  </a:lnTo>
                  <a:lnTo>
                    <a:pt x="985015" y="9561"/>
                  </a:lnTo>
                  <a:lnTo>
                    <a:pt x="994936" y="7890"/>
                  </a:lnTo>
                  <a:lnTo>
                    <a:pt x="1004664" y="6252"/>
                  </a:lnTo>
                  <a:lnTo>
                    <a:pt x="1014207" y="4645"/>
                  </a:lnTo>
                  <a:lnTo>
                    <a:pt x="1023572" y="3068"/>
                  </a:lnTo>
                  <a:lnTo>
                    <a:pt x="1032765" y="1520"/>
                  </a:lnTo>
                  <a:lnTo>
                    <a:pt x="104179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348501" y="3199042"/>
              <a:ext cx="1041792" cy="415581"/>
            </a:xfrm>
            <a:custGeom>
              <a:avLst/>
              <a:pathLst>
                <a:path w="1041792" h="415581">
                  <a:moveTo>
                    <a:pt x="0" y="415581"/>
                  </a:moveTo>
                  <a:lnTo>
                    <a:pt x="66898" y="388895"/>
                  </a:lnTo>
                  <a:lnTo>
                    <a:pt x="125907" y="365356"/>
                  </a:lnTo>
                  <a:lnTo>
                    <a:pt x="178692" y="344299"/>
                  </a:lnTo>
                  <a:lnTo>
                    <a:pt x="226442" y="325251"/>
                  </a:lnTo>
                  <a:lnTo>
                    <a:pt x="270035" y="307862"/>
                  </a:lnTo>
                  <a:lnTo>
                    <a:pt x="310136" y="291865"/>
                  </a:lnTo>
                  <a:lnTo>
                    <a:pt x="347264" y="277054"/>
                  </a:lnTo>
                  <a:lnTo>
                    <a:pt x="381829" y="263266"/>
                  </a:lnTo>
                  <a:lnTo>
                    <a:pt x="414162" y="250368"/>
                  </a:lnTo>
                  <a:lnTo>
                    <a:pt x="444535" y="238252"/>
                  </a:lnTo>
                  <a:lnTo>
                    <a:pt x="473171" y="226828"/>
                  </a:lnTo>
                  <a:lnTo>
                    <a:pt x="500259" y="216023"/>
                  </a:lnTo>
                  <a:lnTo>
                    <a:pt x="525956" y="205772"/>
                  </a:lnTo>
                  <a:lnTo>
                    <a:pt x="550400" y="196021"/>
                  </a:lnTo>
                  <a:lnTo>
                    <a:pt x="573706" y="186724"/>
                  </a:lnTo>
                  <a:lnTo>
                    <a:pt x="595977" y="177840"/>
                  </a:lnTo>
                  <a:lnTo>
                    <a:pt x="617299" y="169334"/>
                  </a:lnTo>
                  <a:lnTo>
                    <a:pt x="637750" y="161176"/>
                  </a:lnTo>
                  <a:lnTo>
                    <a:pt x="657400" y="153337"/>
                  </a:lnTo>
                  <a:lnTo>
                    <a:pt x="676308" y="145795"/>
                  </a:lnTo>
                  <a:lnTo>
                    <a:pt x="694528" y="138527"/>
                  </a:lnTo>
                  <a:lnTo>
                    <a:pt x="712108" y="131514"/>
                  </a:lnTo>
                  <a:lnTo>
                    <a:pt x="729093" y="124738"/>
                  </a:lnTo>
                  <a:lnTo>
                    <a:pt x="745520" y="118185"/>
                  </a:lnTo>
                  <a:lnTo>
                    <a:pt x="761426" y="111840"/>
                  </a:lnTo>
                  <a:lnTo>
                    <a:pt x="776843" y="105690"/>
                  </a:lnTo>
                  <a:lnTo>
                    <a:pt x="791799" y="99724"/>
                  </a:lnTo>
                  <a:lnTo>
                    <a:pt x="806322" y="93931"/>
                  </a:lnTo>
                  <a:lnTo>
                    <a:pt x="820435" y="88301"/>
                  </a:lnTo>
                  <a:lnTo>
                    <a:pt x="834162" y="82825"/>
                  </a:lnTo>
                  <a:lnTo>
                    <a:pt x="847523" y="77495"/>
                  </a:lnTo>
                  <a:lnTo>
                    <a:pt x="860536" y="72304"/>
                  </a:lnTo>
                  <a:lnTo>
                    <a:pt x="873221" y="67244"/>
                  </a:lnTo>
                  <a:lnTo>
                    <a:pt x="885591" y="62309"/>
                  </a:lnTo>
                  <a:lnTo>
                    <a:pt x="897664" y="57494"/>
                  </a:lnTo>
                  <a:lnTo>
                    <a:pt x="909453" y="52791"/>
                  </a:lnTo>
                  <a:lnTo>
                    <a:pt x="920971" y="48196"/>
                  </a:lnTo>
                  <a:lnTo>
                    <a:pt x="932229" y="43705"/>
                  </a:lnTo>
                  <a:lnTo>
                    <a:pt x="943241" y="39313"/>
                  </a:lnTo>
                  <a:lnTo>
                    <a:pt x="954015" y="35015"/>
                  </a:lnTo>
                  <a:lnTo>
                    <a:pt x="964563" y="30807"/>
                  </a:lnTo>
                  <a:lnTo>
                    <a:pt x="974893" y="26686"/>
                  </a:lnTo>
                  <a:lnTo>
                    <a:pt x="985015" y="22649"/>
                  </a:lnTo>
                  <a:lnTo>
                    <a:pt x="994936" y="18691"/>
                  </a:lnTo>
                  <a:lnTo>
                    <a:pt x="1004664" y="14810"/>
                  </a:lnTo>
                  <a:lnTo>
                    <a:pt x="1014207" y="11003"/>
                  </a:lnTo>
                  <a:lnTo>
                    <a:pt x="1023572" y="7268"/>
                  </a:lnTo>
                  <a:lnTo>
                    <a:pt x="1032765" y="3601"/>
                  </a:lnTo>
                  <a:lnTo>
                    <a:pt x="104179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348501" y="3292913"/>
              <a:ext cx="1041792" cy="14948"/>
            </a:xfrm>
            <a:custGeom>
              <a:avLst/>
              <a:pathLst>
                <a:path w="1041792" h="14948">
                  <a:moveTo>
                    <a:pt x="0" y="0"/>
                  </a:moveTo>
                  <a:lnTo>
                    <a:pt x="66898" y="959"/>
                  </a:lnTo>
                  <a:lnTo>
                    <a:pt x="125907" y="1806"/>
                  </a:lnTo>
                  <a:lnTo>
                    <a:pt x="178692" y="2563"/>
                  </a:lnTo>
                  <a:lnTo>
                    <a:pt x="226442" y="3249"/>
                  </a:lnTo>
                  <a:lnTo>
                    <a:pt x="270035" y="3874"/>
                  </a:lnTo>
                  <a:lnTo>
                    <a:pt x="310136" y="4449"/>
                  </a:lnTo>
                  <a:lnTo>
                    <a:pt x="347264" y="4982"/>
                  </a:lnTo>
                  <a:lnTo>
                    <a:pt x="381829" y="5478"/>
                  </a:lnTo>
                  <a:lnTo>
                    <a:pt x="414162" y="5942"/>
                  </a:lnTo>
                  <a:lnTo>
                    <a:pt x="444535" y="6378"/>
                  </a:lnTo>
                  <a:lnTo>
                    <a:pt x="473171" y="6789"/>
                  </a:lnTo>
                  <a:lnTo>
                    <a:pt x="500259" y="7177"/>
                  </a:lnTo>
                  <a:lnTo>
                    <a:pt x="525956" y="7546"/>
                  </a:lnTo>
                  <a:lnTo>
                    <a:pt x="550400" y="7897"/>
                  </a:lnTo>
                  <a:lnTo>
                    <a:pt x="573706" y="8231"/>
                  </a:lnTo>
                  <a:lnTo>
                    <a:pt x="595977" y="8551"/>
                  </a:lnTo>
                  <a:lnTo>
                    <a:pt x="617299" y="8857"/>
                  </a:lnTo>
                  <a:lnTo>
                    <a:pt x="637750" y="9150"/>
                  </a:lnTo>
                  <a:lnTo>
                    <a:pt x="657400" y="9432"/>
                  </a:lnTo>
                  <a:lnTo>
                    <a:pt x="676308" y="9703"/>
                  </a:lnTo>
                  <a:lnTo>
                    <a:pt x="694528" y="9965"/>
                  </a:lnTo>
                  <a:lnTo>
                    <a:pt x="712108" y="10217"/>
                  </a:lnTo>
                  <a:lnTo>
                    <a:pt x="729093" y="10461"/>
                  </a:lnTo>
                  <a:lnTo>
                    <a:pt x="745520" y="10697"/>
                  </a:lnTo>
                  <a:lnTo>
                    <a:pt x="761426" y="10925"/>
                  </a:lnTo>
                  <a:lnTo>
                    <a:pt x="776843" y="11146"/>
                  </a:lnTo>
                  <a:lnTo>
                    <a:pt x="791799" y="11361"/>
                  </a:lnTo>
                  <a:lnTo>
                    <a:pt x="806322" y="11569"/>
                  </a:lnTo>
                  <a:lnTo>
                    <a:pt x="820435" y="11771"/>
                  </a:lnTo>
                  <a:lnTo>
                    <a:pt x="834162" y="11968"/>
                  </a:lnTo>
                  <a:lnTo>
                    <a:pt x="847523" y="12160"/>
                  </a:lnTo>
                  <a:lnTo>
                    <a:pt x="860536" y="12347"/>
                  </a:lnTo>
                  <a:lnTo>
                    <a:pt x="873221" y="12529"/>
                  </a:lnTo>
                  <a:lnTo>
                    <a:pt x="885591" y="12706"/>
                  </a:lnTo>
                  <a:lnTo>
                    <a:pt x="897664" y="12880"/>
                  </a:lnTo>
                  <a:lnTo>
                    <a:pt x="909453" y="13049"/>
                  </a:lnTo>
                  <a:lnTo>
                    <a:pt x="920971" y="13214"/>
                  </a:lnTo>
                  <a:lnTo>
                    <a:pt x="932229" y="13376"/>
                  </a:lnTo>
                  <a:lnTo>
                    <a:pt x="943241" y="13534"/>
                  </a:lnTo>
                  <a:lnTo>
                    <a:pt x="954015" y="13688"/>
                  </a:lnTo>
                  <a:lnTo>
                    <a:pt x="964563" y="13839"/>
                  </a:lnTo>
                  <a:lnTo>
                    <a:pt x="974893" y="13988"/>
                  </a:lnTo>
                  <a:lnTo>
                    <a:pt x="985015" y="14133"/>
                  </a:lnTo>
                  <a:lnTo>
                    <a:pt x="994936" y="14275"/>
                  </a:lnTo>
                  <a:lnTo>
                    <a:pt x="1004664" y="14415"/>
                  </a:lnTo>
                  <a:lnTo>
                    <a:pt x="1014207" y="14552"/>
                  </a:lnTo>
                  <a:lnTo>
                    <a:pt x="1023572" y="14686"/>
                  </a:lnTo>
                  <a:lnTo>
                    <a:pt x="1032765" y="14818"/>
                  </a:lnTo>
                  <a:lnTo>
                    <a:pt x="1041792" y="1494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348501" y="2916796"/>
              <a:ext cx="1041792" cy="383206"/>
            </a:xfrm>
            <a:custGeom>
              <a:avLst/>
              <a:pathLst>
                <a:path w="1041792" h="383206">
                  <a:moveTo>
                    <a:pt x="0" y="383206"/>
                  </a:moveTo>
                  <a:lnTo>
                    <a:pt x="66898" y="358598"/>
                  </a:lnTo>
                  <a:lnTo>
                    <a:pt x="125907" y="336893"/>
                  </a:lnTo>
                  <a:lnTo>
                    <a:pt x="178692" y="317477"/>
                  </a:lnTo>
                  <a:lnTo>
                    <a:pt x="226442" y="299913"/>
                  </a:lnTo>
                  <a:lnTo>
                    <a:pt x="270035" y="283878"/>
                  </a:lnTo>
                  <a:lnTo>
                    <a:pt x="310136" y="269127"/>
                  </a:lnTo>
                  <a:lnTo>
                    <a:pt x="347264" y="255471"/>
                  </a:lnTo>
                  <a:lnTo>
                    <a:pt x="381829" y="242756"/>
                  </a:lnTo>
                  <a:lnTo>
                    <a:pt x="414162" y="230863"/>
                  </a:lnTo>
                  <a:lnTo>
                    <a:pt x="444535" y="219691"/>
                  </a:lnTo>
                  <a:lnTo>
                    <a:pt x="473171" y="209157"/>
                  </a:lnTo>
                  <a:lnTo>
                    <a:pt x="500259" y="199194"/>
                  </a:lnTo>
                  <a:lnTo>
                    <a:pt x="525956" y="189741"/>
                  </a:lnTo>
                  <a:lnTo>
                    <a:pt x="550400" y="180750"/>
                  </a:lnTo>
                  <a:lnTo>
                    <a:pt x="573706" y="172177"/>
                  </a:lnTo>
                  <a:lnTo>
                    <a:pt x="595977" y="163985"/>
                  </a:lnTo>
                  <a:lnTo>
                    <a:pt x="617299" y="156142"/>
                  </a:lnTo>
                  <a:lnTo>
                    <a:pt x="637750" y="148620"/>
                  </a:lnTo>
                  <a:lnTo>
                    <a:pt x="657400" y="141392"/>
                  </a:lnTo>
                  <a:lnTo>
                    <a:pt x="676308" y="134437"/>
                  </a:lnTo>
                  <a:lnTo>
                    <a:pt x="694528" y="127735"/>
                  </a:lnTo>
                  <a:lnTo>
                    <a:pt x="712108" y="121268"/>
                  </a:lnTo>
                  <a:lnTo>
                    <a:pt x="729093" y="115021"/>
                  </a:lnTo>
                  <a:lnTo>
                    <a:pt x="745520" y="108978"/>
                  </a:lnTo>
                  <a:lnTo>
                    <a:pt x="761426" y="103127"/>
                  </a:lnTo>
                  <a:lnTo>
                    <a:pt x="776843" y="97457"/>
                  </a:lnTo>
                  <a:lnTo>
                    <a:pt x="791799" y="91955"/>
                  </a:lnTo>
                  <a:lnTo>
                    <a:pt x="806322" y="86613"/>
                  </a:lnTo>
                  <a:lnTo>
                    <a:pt x="820435" y="81422"/>
                  </a:lnTo>
                  <a:lnTo>
                    <a:pt x="834162" y="76373"/>
                  </a:lnTo>
                  <a:lnTo>
                    <a:pt x="847523" y="71458"/>
                  </a:lnTo>
                  <a:lnTo>
                    <a:pt x="860536" y="66671"/>
                  </a:lnTo>
                  <a:lnTo>
                    <a:pt x="873221" y="62006"/>
                  </a:lnTo>
                  <a:lnTo>
                    <a:pt x="885591" y="57455"/>
                  </a:lnTo>
                  <a:lnTo>
                    <a:pt x="897664" y="53015"/>
                  </a:lnTo>
                  <a:lnTo>
                    <a:pt x="909453" y="48678"/>
                  </a:lnTo>
                  <a:lnTo>
                    <a:pt x="920971" y="44442"/>
                  </a:lnTo>
                  <a:lnTo>
                    <a:pt x="932229" y="40300"/>
                  </a:lnTo>
                  <a:lnTo>
                    <a:pt x="943241" y="36250"/>
                  </a:lnTo>
                  <a:lnTo>
                    <a:pt x="954015" y="32287"/>
                  </a:lnTo>
                  <a:lnTo>
                    <a:pt x="964563" y="28407"/>
                  </a:lnTo>
                  <a:lnTo>
                    <a:pt x="974893" y="24607"/>
                  </a:lnTo>
                  <a:lnTo>
                    <a:pt x="985015" y="20884"/>
                  </a:lnTo>
                  <a:lnTo>
                    <a:pt x="994936" y="17235"/>
                  </a:lnTo>
                  <a:lnTo>
                    <a:pt x="1004664" y="13656"/>
                  </a:lnTo>
                  <a:lnTo>
                    <a:pt x="1014207" y="10146"/>
                  </a:lnTo>
                  <a:lnTo>
                    <a:pt x="1023572" y="6701"/>
                  </a:lnTo>
                  <a:lnTo>
                    <a:pt x="1032765" y="3320"/>
                  </a:lnTo>
                  <a:lnTo>
                    <a:pt x="104179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4348501" y="3343603"/>
              <a:ext cx="1041792" cy="67500"/>
            </a:xfrm>
            <a:custGeom>
              <a:avLst/>
              <a:pathLst>
                <a:path w="1041792" h="67500">
                  <a:moveTo>
                    <a:pt x="0" y="67500"/>
                  </a:moveTo>
                  <a:lnTo>
                    <a:pt x="66898" y="63166"/>
                  </a:lnTo>
                  <a:lnTo>
                    <a:pt x="125907" y="59343"/>
                  </a:lnTo>
                  <a:lnTo>
                    <a:pt x="178692" y="55922"/>
                  </a:lnTo>
                  <a:lnTo>
                    <a:pt x="226442" y="52829"/>
                  </a:lnTo>
                  <a:lnTo>
                    <a:pt x="270035" y="50004"/>
                  </a:lnTo>
                  <a:lnTo>
                    <a:pt x="310136" y="47406"/>
                  </a:lnTo>
                  <a:lnTo>
                    <a:pt x="347264" y="45000"/>
                  </a:lnTo>
                  <a:lnTo>
                    <a:pt x="381829" y="42761"/>
                  </a:lnTo>
                  <a:lnTo>
                    <a:pt x="414162" y="40666"/>
                  </a:lnTo>
                  <a:lnTo>
                    <a:pt x="444535" y="38698"/>
                  </a:lnTo>
                  <a:lnTo>
                    <a:pt x="473171" y="36842"/>
                  </a:lnTo>
                  <a:lnTo>
                    <a:pt x="500259" y="35087"/>
                  </a:lnTo>
                  <a:lnTo>
                    <a:pt x="525956" y="33422"/>
                  </a:lnTo>
                  <a:lnTo>
                    <a:pt x="550400" y="31838"/>
                  </a:lnTo>
                  <a:lnTo>
                    <a:pt x="573706" y="30328"/>
                  </a:lnTo>
                  <a:lnTo>
                    <a:pt x="595977" y="28885"/>
                  </a:lnTo>
                  <a:lnTo>
                    <a:pt x="617299" y="27504"/>
                  </a:lnTo>
                  <a:lnTo>
                    <a:pt x="637750" y="26179"/>
                  </a:lnTo>
                  <a:lnTo>
                    <a:pt x="657400" y="24905"/>
                  </a:lnTo>
                  <a:lnTo>
                    <a:pt x="676308" y="23680"/>
                  </a:lnTo>
                  <a:lnTo>
                    <a:pt x="694528" y="22500"/>
                  </a:lnTo>
                  <a:lnTo>
                    <a:pt x="712108" y="21361"/>
                  </a:lnTo>
                  <a:lnTo>
                    <a:pt x="729093" y="20260"/>
                  </a:lnTo>
                  <a:lnTo>
                    <a:pt x="745520" y="19196"/>
                  </a:lnTo>
                  <a:lnTo>
                    <a:pt x="761426" y="18165"/>
                  </a:lnTo>
                  <a:lnTo>
                    <a:pt x="776843" y="17166"/>
                  </a:lnTo>
                  <a:lnTo>
                    <a:pt x="791799" y="16197"/>
                  </a:lnTo>
                  <a:lnTo>
                    <a:pt x="806322" y="15256"/>
                  </a:lnTo>
                  <a:lnTo>
                    <a:pt x="820435" y="14342"/>
                  </a:lnTo>
                  <a:lnTo>
                    <a:pt x="834162" y="13452"/>
                  </a:lnTo>
                  <a:lnTo>
                    <a:pt x="847523" y="12587"/>
                  </a:lnTo>
                  <a:lnTo>
                    <a:pt x="860536" y="11744"/>
                  </a:lnTo>
                  <a:lnTo>
                    <a:pt x="873221" y="10922"/>
                  </a:lnTo>
                  <a:lnTo>
                    <a:pt x="885591" y="10120"/>
                  </a:lnTo>
                  <a:lnTo>
                    <a:pt x="897664" y="9338"/>
                  </a:lnTo>
                  <a:lnTo>
                    <a:pt x="909453" y="8574"/>
                  </a:lnTo>
                  <a:lnTo>
                    <a:pt x="920971" y="7828"/>
                  </a:lnTo>
                  <a:lnTo>
                    <a:pt x="932229" y="7098"/>
                  </a:lnTo>
                  <a:lnTo>
                    <a:pt x="943241" y="6385"/>
                  </a:lnTo>
                  <a:lnTo>
                    <a:pt x="954015" y="5687"/>
                  </a:lnTo>
                  <a:lnTo>
                    <a:pt x="964563" y="5003"/>
                  </a:lnTo>
                  <a:lnTo>
                    <a:pt x="974893" y="4334"/>
                  </a:lnTo>
                  <a:lnTo>
                    <a:pt x="985015" y="3678"/>
                  </a:lnTo>
                  <a:lnTo>
                    <a:pt x="994936" y="3035"/>
                  </a:lnTo>
                  <a:lnTo>
                    <a:pt x="1004664" y="2405"/>
                  </a:lnTo>
                  <a:lnTo>
                    <a:pt x="1014207" y="1787"/>
                  </a:lnTo>
                  <a:lnTo>
                    <a:pt x="1023572" y="1180"/>
                  </a:lnTo>
                  <a:lnTo>
                    <a:pt x="1032765" y="584"/>
                  </a:lnTo>
                  <a:lnTo>
                    <a:pt x="104179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4348501" y="3258175"/>
              <a:ext cx="1041792" cy="195303"/>
            </a:xfrm>
            <a:custGeom>
              <a:avLst/>
              <a:pathLst>
                <a:path w="1041792" h="195303">
                  <a:moveTo>
                    <a:pt x="0" y="195303"/>
                  </a:moveTo>
                  <a:lnTo>
                    <a:pt x="66898" y="182761"/>
                  </a:lnTo>
                  <a:lnTo>
                    <a:pt x="125907" y="171699"/>
                  </a:lnTo>
                  <a:lnTo>
                    <a:pt x="178692" y="161804"/>
                  </a:lnTo>
                  <a:lnTo>
                    <a:pt x="226442" y="152852"/>
                  </a:lnTo>
                  <a:lnTo>
                    <a:pt x="270035" y="144680"/>
                  </a:lnTo>
                  <a:lnTo>
                    <a:pt x="310136" y="137162"/>
                  </a:lnTo>
                  <a:lnTo>
                    <a:pt x="347264" y="130202"/>
                  </a:lnTo>
                  <a:lnTo>
                    <a:pt x="381829" y="123722"/>
                  </a:lnTo>
                  <a:lnTo>
                    <a:pt x="414162" y="117660"/>
                  </a:lnTo>
                  <a:lnTo>
                    <a:pt x="444535" y="111966"/>
                  </a:lnTo>
                  <a:lnTo>
                    <a:pt x="473171" y="106598"/>
                  </a:lnTo>
                  <a:lnTo>
                    <a:pt x="500259" y="101520"/>
                  </a:lnTo>
                  <a:lnTo>
                    <a:pt x="525956" y="96702"/>
                  </a:lnTo>
                  <a:lnTo>
                    <a:pt x="550400" y="92120"/>
                  </a:lnTo>
                  <a:lnTo>
                    <a:pt x="573706" y="87751"/>
                  </a:lnTo>
                  <a:lnTo>
                    <a:pt x="595977" y="83576"/>
                  </a:lnTo>
                  <a:lnTo>
                    <a:pt x="617299" y="79579"/>
                  </a:lnTo>
                  <a:lnTo>
                    <a:pt x="637750" y="75745"/>
                  </a:lnTo>
                  <a:lnTo>
                    <a:pt x="657400" y="72061"/>
                  </a:lnTo>
                  <a:lnTo>
                    <a:pt x="676308" y="68516"/>
                  </a:lnTo>
                  <a:lnTo>
                    <a:pt x="694528" y="65101"/>
                  </a:lnTo>
                  <a:lnTo>
                    <a:pt x="712108" y="61805"/>
                  </a:lnTo>
                  <a:lnTo>
                    <a:pt x="729093" y="58621"/>
                  </a:lnTo>
                  <a:lnTo>
                    <a:pt x="745520" y="55541"/>
                  </a:lnTo>
                  <a:lnTo>
                    <a:pt x="761426" y="52559"/>
                  </a:lnTo>
                  <a:lnTo>
                    <a:pt x="776843" y="49669"/>
                  </a:lnTo>
                  <a:lnTo>
                    <a:pt x="791799" y="46865"/>
                  </a:lnTo>
                  <a:lnTo>
                    <a:pt x="806322" y="44143"/>
                  </a:lnTo>
                  <a:lnTo>
                    <a:pt x="820435" y="41497"/>
                  </a:lnTo>
                  <a:lnTo>
                    <a:pt x="834162" y="38924"/>
                  </a:lnTo>
                  <a:lnTo>
                    <a:pt x="847523" y="36419"/>
                  </a:lnTo>
                  <a:lnTo>
                    <a:pt x="860536" y="33979"/>
                  </a:lnTo>
                  <a:lnTo>
                    <a:pt x="873221" y="31601"/>
                  </a:lnTo>
                  <a:lnTo>
                    <a:pt x="885591" y="29282"/>
                  </a:lnTo>
                  <a:lnTo>
                    <a:pt x="897664" y="27019"/>
                  </a:lnTo>
                  <a:lnTo>
                    <a:pt x="909453" y="24809"/>
                  </a:lnTo>
                  <a:lnTo>
                    <a:pt x="920971" y="22650"/>
                  </a:lnTo>
                  <a:lnTo>
                    <a:pt x="932229" y="20539"/>
                  </a:lnTo>
                  <a:lnTo>
                    <a:pt x="943241" y="18475"/>
                  </a:lnTo>
                  <a:lnTo>
                    <a:pt x="954015" y="16455"/>
                  </a:lnTo>
                  <a:lnTo>
                    <a:pt x="964563" y="14477"/>
                  </a:lnTo>
                  <a:lnTo>
                    <a:pt x="974893" y="12541"/>
                  </a:lnTo>
                  <a:lnTo>
                    <a:pt x="985015" y="10643"/>
                  </a:lnTo>
                  <a:lnTo>
                    <a:pt x="994936" y="8784"/>
                  </a:lnTo>
                  <a:lnTo>
                    <a:pt x="1004664" y="6960"/>
                  </a:lnTo>
                  <a:lnTo>
                    <a:pt x="1014207" y="5171"/>
                  </a:lnTo>
                  <a:lnTo>
                    <a:pt x="1023572" y="3415"/>
                  </a:lnTo>
                  <a:lnTo>
                    <a:pt x="1032765" y="1692"/>
                  </a:lnTo>
                  <a:lnTo>
                    <a:pt x="104179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4348501" y="3446236"/>
              <a:ext cx="1041792" cy="42883"/>
            </a:xfrm>
            <a:custGeom>
              <a:avLst/>
              <a:pathLst>
                <a:path w="1041792" h="42883">
                  <a:moveTo>
                    <a:pt x="0" y="0"/>
                  </a:moveTo>
                  <a:lnTo>
                    <a:pt x="66898" y="2753"/>
                  </a:lnTo>
                  <a:lnTo>
                    <a:pt x="125907" y="5182"/>
                  </a:lnTo>
                  <a:lnTo>
                    <a:pt x="178692" y="7355"/>
                  </a:lnTo>
                  <a:lnTo>
                    <a:pt x="226442" y="9321"/>
                  </a:lnTo>
                  <a:lnTo>
                    <a:pt x="270035" y="11115"/>
                  </a:lnTo>
                  <a:lnTo>
                    <a:pt x="310136" y="12766"/>
                  </a:lnTo>
                  <a:lnTo>
                    <a:pt x="347264" y="14294"/>
                  </a:lnTo>
                  <a:lnTo>
                    <a:pt x="381829" y="15717"/>
                  </a:lnTo>
                  <a:lnTo>
                    <a:pt x="414162" y="17048"/>
                  </a:lnTo>
                  <a:lnTo>
                    <a:pt x="444535" y="18298"/>
                  </a:lnTo>
                  <a:lnTo>
                    <a:pt x="473171" y="19477"/>
                  </a:lnTo>
                  <a:lnTo>
                    <a:pt x="500259" y="20592"/>
                  </a:lnTo>
                  <a:lnTo>
                    <a:pt x="525956" y="21650"/>
                  </a:lnTo>
                  <a:lnTo>
                    <a:pt x="550400" y="22656"/>
                  </a:lnTo>
                  <a:lnTo>
                    <a:pt x="573706" y="23615"/>
                  </a:lnTo>
                  <a:lnTo>
                    <a:pt x="595977" y="24532"/>
                  </a:lnTo>
                  <a:lnTo>
                    <a:pt x="617299" y="25409"/>
                  </a:lnTo>
                  <a:lnTo>
                    <a:pt x="637750" y="26251"/>
                  </a:lnTo>
                  <a:lnTo>
                    <a:pt x="657400" y="27060"/>
                  </a:lnTo>
                  <a:lnTo>
                    <a:pt x="676308" y="27838"/>
                  </a:lnTo>
                  <a:lnTo>
                    <a:pt x="694528" y="28588"/>
                  </a:lnTo>
                  <a:lnTo>
                    <a:pt x="712108" y="29312"/>
                  </a:lnTo>
                  <a:lnTo>
                    <a:pt x="729093" y="30011"/>
                  </a:lnTo>
                  <a:lnTo>
                    <a:pt x="745520" y="30687"/>
                  </a:lnTo>
                  <a:lnTo>
                    <a:pt x="761426" y="31342"/>
                  </a:lnTo>
                  <a:lnTo>
                    <a:pt x="776843" y="31977"/>
                  </a:lnTo>
                  <a:lnTo>
                    <a:pt x="791799" y="32592"/>
                  </a:lnTo>
                  <a:lnTo>
                    <a:pt x="806322" y="33190"/>
                  </a:lnTo>
                  <a:lnTo>
                    <a:pt x="820435" y="33771"/>
                  </a:lnTo>
                  <a:lnTo>
                    <a:pt x="834162" y="34336"/>
                  </a:lnTo>
                  <a:lnTo>
                    <a:pt x="847523" y="34886"/>
                  </a:lnTo>
                  <a:lnTo>
                    <a:pt x="860536" y="35422"/>
                  </a:lnTo>
                  <a:lnTo>
                    <a:pt x="873221" y="35944"/>
                  </a:lnTo>
                  <a:lnTo>
                    <a:pt x="885591" y="36453"/>
                  </a:lnTo>
                  <a:lnTo>
                    <a:pt x="897664" y="36950"/>
                  </a:lnTo>
                  <a:lnTo>
                    <a:pt x="909453" y="37435"/>
                  </a:lnTo>
                  <a:lnTo>
                    <a:pt x="920971" y="37910"/>
                  </a:lnTo>
                  <a:lnTo>
                    <a:pt x="932229" y="38373"/>
                  </a:lnTo>
                  <a:lnTo>
                    <a:pt x="943241" y="38826"/>
                  </a:lnTo>
                  <a:lnTo>
                    <a:pt x="954015" y="39270"/>
                  </a:lnTo>
                  <a:lnTo>
                    <a:pt x="964563" y="39704"/>
                  </a:lnTo>
                  <a:lnTo>
                    <a:pt x="974893" y="40129"/>
                  </a:lnTo>
                  <a:lnTo>
                    <a:pt x="985015" y="40546"/>
                  </a:lnTo>
                  <a:lnTo>
                    <a:pt x="994936" y="40954"/>
                  </a:lnTo>
                  <a:lnTo>
                    <a:pt x="1004664" y="41355"/>
                  </a:lnTo>
                  <a:lnTo>
                    <a:pt x="1014207" y="41747"/>
                  </a:lnTo>
                  <a:lnTo>
                    <a:pt x="1023572" y="42133"/>
                  </a:lnTo>
                  <a:lnTo>
                    <a:pt x="1032765" y="42511"/>
                  </a:lnTo>
                  <a:lnTo>
                    <a:pt x="1041792" y="4288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90" name="pl689"/>
            <p:cNvSpPr/>
            <p:nvPr/>
          </p:nvSpPr>
          <p:spPr>
            <a:xfrm>
              <a:off x="4348501" y="3576586"/>
              <a:ext cx="1041792" cy="62901"/>
            </a:xfrm>
            <a:custGeom>
              <a:avLst/>
              <a:pathLst>
                <a:path w="1041792" h="62901">
                  <a:moveTo>
                    <a:pt x="0" y="62901"/>
                  </a:moveTo>
                  <a:lnTo>
                    <a:pt x="66898" y="58861"/>
                  </a:lnTo>
                  <a:lnTo>
                    <a:pt x="125907" y="55299"/>
                  </a:lnTo>
                  <a:lnTo>
                    <a:pt x="178692" y="52112"/>
                  </a:lnTo>
                  <a:lnTo>
                    <a:pt x="226442" y="49229"/>
                  </a:lnTo>
                  <a:lnTo>
                    <a:pt x="270035" y="46597"/>
                  </a:lnTo>
                  <a:lnTo>
                    <a:pt x="310136" y="44175"/>
                  </a:lnTo>
                  <a:lnTo>
                    <a:pt x="347264" y="41934"/>
                  </a:lnTo>
                  <a:lnTo>
                    <a:pt x="381829" y="39847"/>
                  </a:lnTo>
                  <a:lnTo>
                    <a:pt x="414162" y="37894"/>
                  </a:lnTo>
                  <a:lnTo>
                    <a:pt x="444535" y="36061"/>
                  </a:lnTo>
                  <a:lnTo>
                    <a:pt x="473171" y="34332"/>
                  </a:lnTo>
                  <a:lnTo>
                    <a:pt x="500259" y="32696"/>
                  </a:lnTo>
                  <a:lnTo>
                    <a:pt x="525956" y="31145"/>
                  </a:lnTo>
                  <a:lnTo>
                    <a:pt x="550400" y="29669"/>
                  </a:lnTo>
                  <a:lnTo>
                    <a:pt x="573706" y="28261"/>
                  </a:lnTo>
                  <a:lnTo>
                    <a:pt x="595977" y="26917"/>
                  </a:lnTo>
                  <a:lnTo>
                    <a:pt x="617299" y="25629"/>
                  </a:lnTo>
                  <a:lnTo>
                    <a:pt x="637750" y="24395"/>
                  </a:lnTo>
                  <a:lnTo>
                    <a:pt x="657400" y="23208"/>
                  </a:lnTo>
                  <a:lnTo>
                    <a:pt x="676308" y="22067"/>
                  </a:lnTo>
                  <a:lnTo>
                    <a:pt x="694528" y="20967"/>
                  </a:lnTo>
                  <a:lnTo>
                    <a:pt x="712108" y="19905"/>
                  </a:lnTo>
                  <a:lnTo>
                    <a:pt x="729093" y="18880"/>
                  </a:lnTo>
                  <a:lnTo>
                    <a:pt x="745520" y="17888"/>
                  </a:lnTo>
                  <a:lnTo>
                    <a:pt x="761426" y="16927"/>
                  </a:lnTo>
                  <a:lnTo>
                    <a:pt x="776843" y="15997"/>
                  </a:lnTo>
                  <a:lnTo>
                    <a:pt x="791799" y="15094"/>
                  </a:lnTo>
                  <a:lnTo>
                    <a:pt x="806322" y="14217"/>
                  </a:lnTo>
                  <a:lnTo>
                    <a:pt x="820435" y="13365"/>
                  </a:lnTo>
                  <a:lnTo>
                    <a:pt x="834162" y="12536"/>
                  </a:lnTo>
                  <a:lnTo>
                    <a:pt x="847523" y="11729"/>
                  </a:lnTo>
                  <a:lnTo>
                    <a:pt x="860536" y="10943"/>
                  </a:lnTo>
                  <a:lnTo>
                    <a:pt x="873221" y="10177"/>
                  </a:lnTo>
                  <a:lnTo>
                    <a:pt x="885591" y="9431"/>
                  </a:lnTo>
                  <a:lnTo>
                    <a:pt x="897664" y="8702"/>
                  </a:lnTo>
                  <a:lnTo>
                    <a:pt x="909453" y="7990"/>
                  </a:lnTo>
                  <a:lnTo>
                    <a:pt x="920971" y="7294"/>
                  </a:lnTo>
                  <a:lnTo>
                    <a:pt x="932229" y="6615"/>
                  </a:lnTo>
                  <a:lnTo>
                    <a:pt x="943241" y="5950"/>
                  </a:lnTo>
                  <a:lnTo>
                    <a:pt x="954015" y="5299"/>
                  </a:lnTo>
                  <a:lnTo>
                    <a:pt x="964563" y="4662"/>
                  </a:lnTo>
                  <a:lnTo>
                    <a:pt x="974893" y="4039"/>
                  </a:lnTo>
                  <a:lnTo>
                    <a:pt x="985015" y="3428"/>
                  </a:lnTo>
                  <a:lnTo>
                    <a:pt x="994936" y="2829"/>
                  </a:lnTo>
                  <a:lnTo>
                    <a:pt x="1004664" y="2241"/>
                  </a:lnTo>
                  <a:lnTo>
                    <a:pt x="1014207" y="1665"/>
                  </a:lnTo>
                  <a:lnTo>
                    <a:pt x="1023572" y="1100"/>
                  </a:lnTo>
                  <a:lnTo>
                    <a:pt x="1032765" y="545"/>
                  </a:lnTo>
                  <a:lnTo>
                    <a:pt x="104179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91" name="pl690"/>
            <p:cNvSpPr/>
            <p:nvPr/>
          </p:nvSpPr>
          <p:spPr>
            <a:xfrm>
              <a:off x="4348501" y="2931125"/>
              <a:ext cx="1041792" cy="572651"/>
            </a:xfrm>
            <a:custGeom>
              <a:avLst/>
              <a:pathLst>
                <a:path w="1041792" h="572651">
                  <a:moveTo>
                    <a:pt x="0" y="0"/>
                  </a:moveTo>
                  <a:lnTo>
                    <a:pt x="66898" y="36772"/>
                  </a:lnTo>
                  <a:lnTo>
                    <a:pt x="125907" y="69208"/>
                  </a:lnTo>
                  <a:lnTo>
                    <a:pt x="178692" y="98223"/>
                  </a:lnTo>
                  <a:lnTo>
                    <a:pt x="226442" y="124470"/>
                  </a:lnTo>
                  <a:lnTo>
                    <a:pt x="270035" y="148432"/>
                  </a:lnTo>
                  <a:lnTo>
                    <a:pt x="310136" y="170475"/>
                  </a:lnTo>
                  <a:lnTo>
                    <a:pt x="347264" y="190883"/>
                  </a:lnTo>
                  <a:lnTo>
                    <a:pt x="381829" y="209883"/>
                  </a:lnTo>
                  <a:lnTo>
                    <a:pt x="414162" y="227656"/>
                  </a:lnTo>
                  <a:lnTo>
                    <a:pt x="444535" y="244351"/>
                  </a:lnTo>
                  <a:lnTo>
                    <a:pt x="473171" y="260092"/>
                  </a:lnTo>
                  <a:lnTo>
                    <a:pt x="500259" y="274982"/>
                  </a:lnTo>
                  <a:lnTo>
                    <a:pt x="525956" y="289107"/>
                  </a:lnTo>
                  <a:lnTo>
                    <a:pt x="550400" y="302543"/>
                  </a:lnTo>
                  <a:lnTo>
                    <a:pt x="573706" y="315354"/>
                  </a:lnTo>
                  <a:lnTo>
                    <a:pt x="595977" y="327596"/>
                  </a:lnTo>
                  <a:lnTo>
                    <a:pt x="617299" y="339316"/>
                  </a:lnTo>
                  <a:lnTo>
                    <a:pt x="637750" y="350558"/>
                  </a:lnTo>
                  <a:lnTo>
                    <a:pt x="657400" y="361359"/>
                  </a:lnTo>
                  <a:lnTo>
                    <a:pt x="676308" y="371752"/>
                  </a:lnTo>
                  <a:lnTo>
                    <a:pt x="694528" y="381767"/>
                  </a:lnTo>
                  <a:lnTo>
                    <a:pt x="712108" y="391431"/>
                  </a:lnTo>
                  <a:lnTo>
                    <a:pt x="729093" y="400767"/>
                  </a:lnTo>
                  <a:lnTo>
                    <a:pt x="745520" y="409797"/>
                  </a:lnTo>
                  <a:lnTo>
                    <a:pt x="761426" y="418540"/>
                  </a:lnTo>
                  <a:lnTo>
                    <a:pt x="776843" y="427014"/>
                  </a:lnTo>
                  <a:lnTo>
                    <a:pt x="791799" y="435235"/>
                  </a:lnTo>
                  <a:lnTo>
                    <a:pt x="806322" y="443218"/>
                  </a:lnTo>
                  <a:lnTo>
                    <a:pt x="820435" y="450976"/>
                  </a:lnTo>
                  <a:lnTo>
                    <a:pt x="834162" y="458521"/>
                  </a:lnTo>
                  <a:lnTo>
                    <a:pt x="847523" y="465865"/>
                  </a:lnTo>
                  <a:lnTo>
                    <a:pt x="860536" y="473019"/>
                  </a:lnTo>
                  <a:lnTo>
                    <a:pt x="873221" y="479991"/>
                  </a:lnTo>
                  <a:lnTo>
                    <a:pt x="885591" y="486791"/>
                  </a:lnTo>
                  <a:lnTo>
                    <a:pt x="897664" y="493427"/>
                  </a:lnTo>
                  <a:lnTo>
                    <a:pt x="909453" y="499907"/>
                  </a:lnTo>
                  <a:lnTo>
                    <a:pt x="920971" y="506238"/>
                  </a:lnTo>
                  <a:lnTo>
                    <a:pt x="932229" y="512427"/>
                  </a:lnTo>
                  <a:lnTo>
                    <a:pt x="943241" y="518480"/>
                  </a:lnTo>
                  <a:lnTo>
                    <a:pt x="954015" y="524402"/>
                  </a:lnTo>
                  <a:lnTo>
                    <a:pt x="964563" y="530200"/>
                  </a:lnTo>
                  <a:lnTo>
                    <a:pt x="974893" y="535878"/>
                  </a:lnTo>
                  <a:lnTo>
                    <a:pt x="985015" y="541442"/>
                  </a:lnTo>
                  <a:lnTo>
                    <a:pt x="994936" y="546895"/>
                  </a:lnTo>
                  <a:lnTo>
                    <a:pt x="1004664" y="552243"/>
                  </a:lnTo>
                  <a:lnTo>
                    <a:pt x="1014207" y="557488"/>
                  </a:lnTo>
                  <a:lnTo>
                    <a:pt x="1023572" y="562636"/>
                  </a:lnTo>
                  <a:lnTo>
                    <a:pt x="1032765" y="567689"/>
                  </a:lnTo>
                  <a:lnTo>
                    <a:pt x="1041792" y="57265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92" name="pl691"/>
            <p:cNvSpPr/>
            <p:nvPr/>
          </p:nvSpPr>
          <p:spPr>
            <a:xfrm>
              <a:off x="4348501" y="3079185"/>
              <a:ext cx="1041792" cy="20"/>
            </a:xfrm>
            <a:custGeom>
              <a:avLst/>
              <a:pathLst>
                <a:path w="1041792" h="20">
                  <a:moveTo>
                    <a:pt x="0" y="20"/>
                  </a:moveTo>
                  <a:lnTo>
                    <a:pt x="66898" y="18"/>
                  </a:lnTo>
                  <a:lnTo>
                    <a:pt x="125907" y="17"/>
                  </a:lnTo>
                  <a:lnTo>
                    <a:pt x="178692" y="16"/>
                  </a:lnTo>
                  <a:lnTo>
                    <a:pt x="226442" y="15"/>
                  </a:lnTo>
                  <a:lnTo>
                    <a:pt x="270035" y="14"/>
                  </a:lnTo>
                  <a:lnTo>
                    <a:pt x="310136" y="14"/>
                  </a:lnTo>
                  <a:lnTo>
                    <a:pt x="347264" y="13"/>
                  </a:lnTo>
                  <a:lnTo>
                    <a:pt x="381829" y="12"/>
                  </a:lnTo>
                  <a:lnTo>
                    <a:pt x="414162" y="12"/>
                  </a:lnTo>
                  <a:lnTo>
                    <a:pt x="444535" y="11"/>
                  </a:lnTo>
                  <a:lnTo>
                    <a:pt x="473171" y="10"/>
                  </a:lnTo>
                  <a:lnTo>
                    <a:pt x="500259" y="10"/>
                  </a:lnTo>
                  <a:lnTo>
                    <a:pt x="525956" y="9"/>
                  </a:lnTo>
                  <a:lnTo>
                    <a:pt x="550400" y="9"/>
                  </a:lnTo>
                  <a:lnTo>
                    <a:pt x="573706" y="8"/>
                  </a:lnTo>
                  <a:lnTo>
                    <a:pt x="595977" y="8"/>
                  </a:lnTo>
                  <a:lnTo>
                    <a:pt x="617299" y="8"/>
                  </a:lnTo>
                  <a:lnTo>
                    <a:pt x="637750" y="7"/>
                  </a:lnTo>
                  <a:lnTo>
                    <a:pt x="657400" y="7"/>
                  </a:lnTo>
                  <a:lnTo>
                    <a:pt x="676308" y="7"/>
                  </a:lnTo>
                  <a:lnTo>
                    <a:pt x="694528" y="6"/>
                  </a:lnTo>
                  <a:lnTo>
                    <a:pt x="712108" y="6"/>
                  </a:lnTo>
                  <a:lnTo>
                    <a:pt x="729093" y="6"/>
                  </a:lnTo>
                  <a:lnTo>
                    <a:pt x="745520" y="5"/>
                  </a:lnTo>
                  <a:lnTo>
                    <a:pt x="761426" y="5"/>
                  </a:lnTo>
                  <a:lnTo>
                    <a:pt x="776843" y="5"/>
                  </a:lnTo>
                  <a:lnTo>
                    <a:pt x="791799" y="4"/>
                  </a:lnTo>
                  <a:lnTo>
                    <a:pt x="806322" y="4"/>
                  </a:lnTo>
                  <a:lnTo>
                    <a:pt x="820435" y="4"/>
                  </a:lnTo>
                  <a:lnTo>
                    <a:pt x="834162" y="3"/>
                  </a:lnTo>
                  <a:lnTo>
                    <a:pt x="847523" y="3"/>
                  </a:lnTo>
                  <a:lnTo>
                    <a:pt x="860536" y="3"/>
                  </a:lnTo>
                  <a:lnTo>
                    <a:pt x="873221" y="3"/>
                  </a:lnTo>
                  <a:lnTo>
                    <a:pt x="885591" y="3"/>
                  </a:lnTo>
                  <a:lnTo>
                    <a:pt x="897664" y="2"/>
                  </a:lnTo>
                  <a:lnTo>
                    <a:pt x="909453" y="2"/>
                  </a:lnTo>
                  <a:lnTo>
                    <a:pt x="920971" y="2"/>
                  </a:lnTo>
                  <a:lnTo>
                    <a:pt x="932229" y="2"/>
                  </a:lnTo>
                  <a:lnTo>
                    <a:pt x="943241" y="1"/>
                  </a:lnTo>
                  <a:lnTo>
                    <a:pt x="954015" y="1"/>
                  </a:lnTo>
                  <a:lnTo>
                    <a:pt x="964563" y="1"/>
                  </a:lnTo>
                  <a:lnTo>
                    <a:pt x="974893" y="1"/>
                  </a:lnTo>
                  <a:lnTo>
                    <a:pt x="985015" y="1"/>
                  </a:lnTo>
                  <a:lnTo>
                    <a:pt x="994936" y="0"/>
                  </a:lnTo>
                  <a:lnTo>
                    <a:pt x="1004664" y="0"/>
                  </a:lnTo>
                  <a:lnTo>
                    <a:pt x="1014207" y="0"/>
                  </a:lnTo>
                  <a:lnTo>
                    <a:pt x="1023572" y="0"/>
                  </a:lnTo>
                  <a:lnTo>
                    <a:pt x="1032765" y="0"/>
                  </a:lnTo>
                  <a:lnTo>
                    <a:pt x="104179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93" name="rc692"/>
            <p:cNvSpPr/>
            <p:nvPr/>
          </p:nvSpPr>
          <p:spPr>
            <a:xfrm>
              <a:off x="4270675" y="2658900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4" name="pl693"/>
            <p:cNvSpPr/>
            <p:nvPr/>
          </p:nvSpPr>
          <p:spPr>
            <a:xfrm>
              <a:off x="4270675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tx694"/>
            <p:cNvSpPr/>
            <p:nvPr/>
          </p:nvSpPr>
          <p:spPr>
            <a:xfrm rot="-5400000">
              <a:off x="4048872" y="3504641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696" name="tx695"/>
            <p:cNvSpPr/>
            <p:nvPr/>
          </p:nvSpPr>
          <p:spPr>
            <a:xfrm rot="-5400000">
              <a:off x="4048872" y="3173294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697" name="tx696"/>
            <p:cNvSpPr/>
            <p:nvPr/>
          </p:nvSpPr>
          <p:spPr>
            <a:xfrm rot="-5400000">
              <a:off x="4048872" y="2841947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698" name="pl697"/>
            <p:cNvSpPr/>
            <p:nvPr/>
          </p:nvSpPr>
          <p:spPr>
            <a:xfrm>
              <a:off x="4239044" y="35456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8"/>
            <p:cNvSpPr/>
            <p:nvPr/>
          </p:nvSpPr>
          <p:spPr>
            <a:xfrm>
              <a:off x="4239044" y="321430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699"/>
            <p:cNvSpPr/>
            <p:nvPr/>
          </p:nvSpPr>
          <p:spPr>
            <a:xfrm>
              <a:off x="4239044" y="28829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0"/>
            <p:cNvSpPr/>
            <p:nvPr/>
          </p:nvSpPr>
          <p:spPr>
            <a:xfrm>
              <a:off x="4270675" y="3830431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1"/>
            <p:cNvSpPr/>
            <p:nvPr/>
          </p:nvSpPr>
          <p:spPr>
            <a:xfrm>
              <a:off x="434850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2"/>
            <p:cNvSpPr/>
            <p:nvPr/>
          </p:nvSpPr>
          <p:spPr>
            <a:xfrm>
              <a:off x="469576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3"/>
            <p:cNvSpPr/>
            <p:nvPr/>
          </p:nvSpPr>
          <p:spPr>
            <a:xfrm>
              <a:off x="5043029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4"/>
            <p:cNvSpPr/>
            <p:nvPr/>
          </p:nvSpPr>
          <p:spPr>
            <a:xfrm>
              <a:off x="5390294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tx705"/>
            <p:cNvSpPr/>
            <p:nvPr/>
          </p:nvSpPr>
          <p:spPr>
            <a:xfrm>
              <a:off x="4270675" y="2464146"/>
              <a:ext cx="50447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707" name="rc706"/>
            <p:cNvSpPr/>
            <p:nvPr/>
          </p:nvSpPr>
          <p:spPr>
            <a:xfrm>
              <a:off x="1342663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382298" y="476348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406188" y="495651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375780" y="494576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368658" y="453141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374233" y="500957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377901" y="487933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391980" y="511882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400106" y="506746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410792" y="470084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370630" y="484332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16453" y="498348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719510" y="472308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1763271" y="478577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718658" y="518152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1728632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1754993" y="432940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1749544" y="498222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756068" y="518189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1756329" y="51416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1739545" y="497550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1758105" y="492449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1745601" y="50901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1735072" y="503801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1732742" y="498719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1744995" y="510204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753485" y="489409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1763945" y="507565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1725932" y="494630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71856" y="477764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087312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07474" y="491731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090586" y="507205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078139" y="463127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104351" y="494669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108524" y="472042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085923" y="501898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079906" y="485808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111606" y="497346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065328" y="504104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071857" y="445113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064554" y="497111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088349" y="509724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097287" y="452781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107098" y="466107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093873" y="488024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109581" y="514789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090213" y="496682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094037" y="485282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439409" y="493168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30624" y="492583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439352" y="495147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31846" y="504634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458202" y="490237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447121" y="486566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433218" y="484201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443784" y="492190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421116" y="504938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447749" y="475098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436779" y="506638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422564" y="49461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414296" y="501340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415936" y="51653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2452766" y="504148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454353" y="509123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423686" y="502492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453608" y="488650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450786" y="506234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448288" y="483879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2434670" y="498487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2443023" y="484724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429234" y="494154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2445795" y="510103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418954" y="4574830"/>
              <a:ext cx="1047544" cy="351520"/>
            </a:xfrm>
            <a:custGeom>
              <a:avLst/>
              <a:pathLst>
                <a:path w="1047544" h="351520">
                  <a:moveTo>
                    <a:pt x="0" y="0"/>
                  </a:moveTo>
                  <a:lnTo>
                    <a:pt x="67268" y="22572"/>
                  </a:lnTo>
                  <a:lnTo>
                    <a:pt x="126602" y="42483"/>
                  </a:lnTo>
                  <a:lnTo>
                    <a:pt x="179679" y="60294"/>
                  </a:lnTo>
                  <a:lnTo>
                    <a:pt x="227693" y="76406"/>
                  </a:lnTo>
                  <a:lnTo>
                    <a:pt x="271526" y="91115"/>
                  </a:lnTo>
                  <a:lnTo>
                    <a:pt x="311848" y="104645"/>
                  </a:lnTo>
                  <a:lnTo>
                    <a:pt x="349181" y="117173"/>
                  </a:lnTo>
                  <a:lnTo>
                    <a:pt x="383937" y="128836"/>
                  </a:lnTo>
                  <a:lnTo>
                    <a:pt x="416449" y="139746"/>
                  </a:lnTo>
                  <a:lnTo>
                    <a:pt x="446989" y="149994"/>
                  </a:lnTo>
                  <a:lnTo>
                    <a:pt x="475784" y="159657"/>
                  </a:lnTo>
                  <a:lnTo>
                    <a:pt x="503021" y="168797"/>
                  </a:lnTo>
                  <a:lnTo>
                    <a:pt x="528860" y="177467"/>
                  </a:lnTo>
                  <a:lnTo>
                    <a:pt x="553439" y="185715"/>
                  </a:lnTo>
                  <a:lnTo>
                    <a:pt x="576874" y="193579"/>
                  </a:lnTo>
                  <a:lnTo>
                    <a:pt x="599267" y="201094"/>
                  </a:lnTo>
                  <a:lnTo>
                    <a:pt x="620707" y="208288"/>
                  </a:lnTo>
                  <a:lnTo>
                    <a:pt x="641271" y="215189"/>
                  </a:lnTo>
                  <a:lnTo>
                    <a:pt x="661029" y="221819"/>
                  </a:lnTo>
                  <a:lnTo>
                    <a:pt x="680042" y="228199"/>
                  </a:lnTo>
                  <a:lnTo>
                    <a:pt x="698362" y="234347"/>
                  </a:lnTo>
                  <a:lnTo>
                    <a:pt x="716040" y="240279"/>
                  </a:lnTo>
                  <a:lnTo>
                    <a:pt x="733118" y="246010"/>
                  </a:lnTo>
                  <a:lnTo>
                    <a:pt x="749636" y="251553"/>
                  </a:lnTo>
                  <a:lnTo>
                    <a:pt x="765630" y="256920"/>
                  </a:lnTo>
                  <a:lnTo>
                    <a:pt x="781132" y="262121"/>
                  </a:lnTo>
                  <a:lnTo>
                    <a:pt x="796171" y="267168"/>
                  </a:lnTo>
                  <a:lnTo>
                    <a:pt x="810773" y="272068"/>
                  </a:lnTo>
                  <a:lnTo>
                    <a:pt x="824965" y="276830"/>
                  </a:lnTo>
                  <a:lnTo>
                    <a:pt x="838767" y="281462"/>
                  </a:lnTo>
                  <a:lnTo>
                    <a:pt x="852202" y="285970"/>
                  </a:lnTo>
                  <a:lnTo>
                    <a:pt x="865287" y="290361"/>
                  </a:lnTo>
                  <a:lnTo>
                    <a:pt x="878042" y="294641"/>
                  </a:lnTo>
                  <a:lnTo>
                    <a:pt x="890481" y="298815"/>
                  </a:lnTo>
                  <a:lnTo>
                    <a:pt x="902620" y="302889"/>
                  </a:lnTo>
                  <a:lnTo>
                    <a:pt x="914474" y="306867"/>
                  </a:lnTo>
                  <a:lnTo>
                    <a:pt x="926055" y="310753"/>
                  </a:lnTo>
                  <a:lnTo>
                    <a:pt x="937376" y="314552"/>
                  </a:lnTo>
                  <a:lnTo>
                    <a:pt x="948448" y="318267"/>
                  </a:lnTo>
                  <a:lnTo>
                    <a:pt x="959282" y="321903"/>
                  </a:lnTo>
                  <a:lnTo>
                    <a:pt x="969888" y="325462"/>
                  </a:lnTo>
                  <a:lnTo>
                    <a:pt x="980275" y="328947"/>
                  </a:lnTo>
                  <a:lnTo>
                    <a:pt x="990453" y="332363"/>
                  </a:lnTo>
                  <a:lnTo>
                    <a:pt x="1000429" y="335710"/>
                  </a:lnTo>
                  <a:lnTo>
                    <a:pt x="1010211" y="338993"/>
                  </a:lnTo>
                  <a:lnTo>
                    <a:pt x="1019807" y="342213"/>
                  </a:lnTo>
                  <a:lnTo>
                    <a:pt x="1029223" y="345372"/>
                  </a:lnTo>
                  <a:lnTo>
                    <a:pt x="1038466" y="348474"/>
                  </a:lnTo>
                  <a:lnTo>
                    <a:pt x="1047544" y="35152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418954" y="4485858"/>
              <a:ext cx="1047544" cy="460341"/>
            </a:xfrm>
            <a:custGeom>
              <a:avLst/>
              <a:pathLst>
                <a:path w="1047544" h="460341">
                  <a:moveTo>
                    <a:pt x="0" y="0"/>
                  </a:moveTo>
                  <a:lnTo>
                    <a:pt x="67268" y="29560"/>
                  </a:lnTo>
                  <a:lnTo>
                    <a:pt x="126602" y="55635"/>
                  </a:lnTo>
                  <a:lnTo>
                    <a:pt x="179679" y="78959"/>
                  </a:lnTo>
                  <a:lnTo>
                    <a:pt x="227693" y="100059"/>
                  </a:lnTo>
                  <a:lnTo>
                    <a:pt x="271526" y="119321"/>
                  </a:lnTo>
                  <a:lnTo>
                    <a:pt x="311848" y="137041"/>
                  </a:lnTo>
                  <a:lnTo>
                    <a:pt x="349181" y="153447"/>
                  </a:lnTo>
                  <a:lnTo>
                    <a:pt x="383937" y="168720"/>
                  </a:lnTo>
                  <a:lnTo>
                    <a:pt x="416449" y="183007"/>
                  </a:lnTo>
                  <a:lnTo>
                    <a:pt x="446989" y="196428"/>
                  </a:lnTo>
                  <a:lnTo>
                    <a:pt x="475784" y="209082"/>
                  </a:lnTo>
                  <a:lnTo>
                    <a:pt x="503021" y="221051"/>
                  </a:lnTo>
                  <a:lnTo>
                    <a:pt x="528860" y="232406"/>
                  </a:lnTo>
                  <a:lnTo>
                    <a:pt x="553439" y="243207"/>
                  </a:lnTo>
                  <a:lnTo>
                    <a:pt x="576874" y="253506"/>
                  </a:lnTo>
                  <a:lnTo>
                    <a:pt x="599267" y="263347"/>
                  </a:lnTo>
                  <a:lnTo>
                    <a:pt x="620707" y="272768"/>
                  </a:lnTo>
                  <a:lnTo>
                    <a:pt x="641271" y="281805"/>
                  </a:lnTo>
                  <a:lnTo>
                    <a:pt x="661029" y="290488"/>
                  </a:lnTo>
                  <a:lnTo>
                    <a:pt x="680042" y="298843"/>
                  </a:lnTo>
                  <a:lnTo>
                    <a:pt x="698362" y="306894"/>
                  </a:lnTo>
                  <a:lnTo>
                    <a:pt x="716040" y="314662"/>
                  </a:lnTo>
                  <a:lnTo>
                    <a:pt x="733118" y="322167"/>
                  </a:lnTo>
                  <a:lnTo>
                    <a:pt x="749636" y="329426"/>
                  </a:lnTo>
                  <a:lnTo>
                    <a:pt x="765630" y="336455"/>
                  </a:lnTo>
                  <a:lnTo>
                    <a:pt x="781132" y="343267"/>
                  </a:lnTo>
                  <a:lnTo>
                    <a:pt x="796171" y="349876"/>
                  </a:lnTo>
                  <a:lnTo>
                    <a:pt x="810773" y="356293"/>
                  </a:lnTo>
                  <a:lnTo>
                    <a:pt x="824965" y="362529"/>
                  </a:lnTo>
                  <a:lnTo>
                    <a:pt x="838767" y="368595"/>
                  </a:lnTo>
                  <a:lnTo>
                    <a:pt x="852202" y="374498"/>
                  </a:lnTo>
                  <a:lnTo>
                    <a:pt x="865287" y="380249"/>
                  </a:lnTo>
                  <a:lnTo>
                    <a:pt x="878042" y="385854"/>
                  </a:lnTo>
                  <a:lnTo>
                    <a:pt x="890481" y="391320"/>
                  </a:lnTo>
                  <a:lnTo>
                    <a:pt x="902620" y="396655"/>
                  </a:lnTo>
                  <a:lnTo>
                    <a:pt x="914474" y="401864"/>
                  </a:lnTo>
                  <a:lnTo>
                    <a:pt x="926055" y="406953"/>
                  </a:lnTo>
                  <a:lnTo>
                    <a:pt x="937376" y="411928"/>
                  </a:lnTo>
                  <a:lnTo>
                    <a:pt x="948448" y="416794"/>
                  </a:lnTo>
                  <a:lnTo>
                    <a:pt x="959282" y="421555"/>
                  </a:lnTo>
                  <a:lnTo>
                    <a:pt x="969888" y="426215"/>
                  </a:lnTo>
                  <a:lnTo>
                    <a:pt x="980275" y="430780"/>
                  </a:lnTo>
                  <a:lnTo>
                    <a:pt x="990453" y="435253"/>
                  </a:lnTo>
                  <a:lnTo>
                    <a:pt x="1000429" y="439636"/>
                  </a:lnTo>
                  <a:lnTo>
                    <a:pt x="1010211" y="443935"/>
                  </a:lnTo>
                  <a:lnTo>
                    <a:pt x="1019807" y="448152"/>
                  </a:lnTo>
                  <a:lnTo>
                    <a:pt x="1029223" y="452290"/>
                  </a:lnTo>
                  <a:lnTo>
                    <a:pt x="1038466" y="456352"/>
                  </a:lnTo>
                  <a:lnTo>
                    <a:pt x="1047544" y="46034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418954" y="4944974"/>
              <a:ext cx="1047544" cy="26655"/>
            </a:xfrm>
            <a:custGeom>
              <a:avLst/>
              <a:pathLst>
                <a:path w="1047544" h="26655">
                  <a:moveTo>
                    <a:pt x="0" y="26655"/>
                  </a:moveTo>
                  <a:lnTo>
                    <a:pt x="67268" y="24944"/>
                  </a:lnTo>
                  <a:lnTo>
                    <a:pt x="126602" y="23434"/>
                  </a:lnTo>
                  <a:lnTo>
                    <a:pt x="179679" y="22083"/>
                  </a:lnTo>
                  <a:lnTo>
                    <a:pt x="227693" y="20862"/>
                  </a:lnTo>
                  <a:lnTo>
                    <a:pt x="271526" y="19746"/>
                  </a:lnTo>
                  <a:lnTo>
                    <a:pt x="311848" y="18720"/>
                  </a:lnTo>
                  <a:lnTo>
                    <a:pt x="349181" y="17770"/>
                  </a:lnTo>
                  <a:lnTo>
                    <a:pt x="383937" y="16886"/>
                  </a:lnTo>
                  <a:lnTo>
                    <a:pt x="416449" y="16058"/>
                  </a:lnTo>
                  <a:lnTo>
                    <a:pt x="446989" y="15281"/>
                  </a:lnTo>
                  <a:lnTo>
                    <a:pt x="475784" y="14549"/>
                  </a:lnTo>
                  <a:lnTo>
                    <a:pt x="503021" y="13855"/>
                  </a:lnTo>
                  <a:lnTo>
                    <a:pt x="528860" y="13198"/>
                  </a:lnTo>
                  <a:lnTo>
                    <a:pt x="553439" y="12573"/>
                  </a:lnTo>
                  <a:lnTo>
                    <a:pt x="576874" y="11976"/>
                  </a:lnTo>
                  <a:lnTo>
                    <a:pt x="599267" y="11406"/>
                  </a:lnTo>
                  <a:lnTo>
                    <a:pt x="620707" y="10861"/>
                  </a:lnTo>
                  <a:lnTo>
                    <a:pt x="641271" y="10338"/>
                  </a:lnTo>
                  <a:lnTo>
                    <a:pt x="661029" y="9835"/>
                  </a:lnTo>
                  <a:lnTo>
                    <a:pt x="680042" y="9351"/>
                  </a:lnTo>
                  <a:lnTo>
                    <a:pt x="698362" y="8885"/>
                  </a:lnTo>
                  <a:lnTo>
                    <a:pt x="716040" y="8435"/>
                  </a:lnTo>
                  <a:lnTo>
                    <a:pt x="733118" y="8000"/>
                  </a:lnTo>
                  <a:lnTo>
                    <a:pt x="749636" y="7580"/>
                  </a:lnTo>
                  <a:lnTo>
                    <a:pt x="765630" y="7173"/>
                  </a:lnTo>
                  <a:lnTo>
                    <a:pt x="781132" y="6779"/>
                  </a:lnTo>
                  <a:lnTo>
                    <a:pt x="796171" y="6396"/>
                  </a:lnTo>
                  <a:lnTo>
                    <a:pt x="810773" y="6024"/>
                  </a:lnTo>
                  <a:lnTo>
                    <a:pt x="824965" y="5663"/>
                  </a:lnTo>
                  <a:lnTo>
                    <a:pt x="838767" y="5312"/>
                  </a:lnTo>
                  <a:lnTo>
                    <a:pt x="852202" y="4970"/>
                  </a:lnTo>
                  <a:lnTo>
                    <a:pt x="865287" y="4637"/>
                  </a:lnTo>
                  <a:lnTo>
                    <a:pt x="878042" y="4313"/>
                  </a:lnTo>
                  <a:lnTo>
                    <a:pt x="890481" y="3996"/>
                  </a:lnTo>
                  <a:lnTo>
                    <a:pt x="902620" y="3687"/>
                  </a:lnTo>
                  <a:lnTo>
                    <a:pt x="914474" y="3386"/>
                  </a:lnTo>
                  <a:lnTo>
                    <a:pt x="926055" y="3091"/>
                  </a:lnTo>
                  <a:lnTo>
                    <a:pt x="937376" y="2803"/>
                  </a:lnTo>
                  <a:lnTo>
                    <a:pt x="948448" y="2521"/>
                  </a:lnTo>
                  <a:lnTo>
                    <a:pt x="959282" y="2245"/>
                  </a:lnTo>
                  <a:lnTo>
                    <a:pt x="969888" y="1976"/>
                  </a:lnTo>
                  <a:lnTo>
                    <a:pt x="980275" y="1711"/>
                  </a:lnTo>
                  <a:lnTo>
                    <a:pt x="990453" y="1452"/>
                  </a:lnTo>
                  <a:lnTo>
                    <a:pt x="1000429" y="1198"/>
                  </a:lnTo>
                  <a:lnTo>
                    <a:pt x="1010211" y="949"/>
                  </a:lnTo>
                  <a:lnTo>
                    <a:pt x="1019807" y="705"/>
                  </a:lnTo>
                  <a:lnTo>
                    <a:pt x="1029223" y="466"/>
                  </a:lnTo>
                  <a:lnTo>
                    <a:pt x="1038466" y="230"/>
                  </a:lnTo>
                  <a:lnTo>
                    <a:pt x="104754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418954" y="4979758"/>
              <a:ext cx="1047544" cy="14235"/>
            </a:xfrm>
            <a:custGeom>
              <a:avLst/>
              <a:pathLst>
                <a:path w="1047544" h="14235">
                  <a:moveTo>
                    <a:pt x="0" y="14235"/>
                  </a:moveTo>
                  <a:lnTo>
                    <a:pt x="67268" y="13321"/>
                  </a:lnTo>
                  <a:lnTo>
                    <a:pt x="126602" y="12514"/>
                  </a:lnTo>
                  <a:lnTo>
                    <a:pt x="179679" y="11793"/>
                  </a:lnTo>
                  <a:lnTo>
                    <a:pt x="227693" y="11141"/>
                  </a:lnTo>
                  <a:lnTo>
                    <a:pt x="271526" y="10545"/>
                  </a:lnTo>
                  <a:lnTo>
                    <a:pt x="311848" y="9997"/>
                  </a:lnTo>
                  <a:lnTo>
                    <a:pt x="349181" y="9490"/>
                  </a:lnTo>
                  <a:lnTo>
                    <a:pt x="383937" y="9017"/>
                  </a:lnTo>
                  <a:lnTo>
                    <a:pt x="416449" y="8576"/>
                  </a:lnTo>
                  <a:lnTo>
                    <a:pt x="446989" y="8161"/>
                  </a:lnTo>
                  <a:lnTo>
                    <a:pt x="475784" y="7769"/>
                  </a:lnTo>
                  <a:lnTo>
                    <a:pt x="503021" y="7399"/>
                  </a:lnTo>
                  <a:lnTo>
                    <a:pt x="528860" y="7048"/>
                  </a:lnTo>
                  <a:lnTo>
                    <a:pt x="553439" y="6714"/>
                  </a:lnTo>
                  <a:lnTo>
                    <a:pt x="576874" y="6396"/>
                  </a:lnTo>
                  <a:lnTo>
                    <a:pt x="599267" y="6091"/>
                  </a:lnTo>
                  <a:lnTo>
                    <a:pt x="620707" y="5800"/>
                  </a:lnTo>
                  <a:lnTo>
                    <a:pt x="641271" y="5520"/>
                  </a:lnTo>
                  <a:lnTo>
                    <a:pt x="661029" y="5252"/>
                  </a:lnTo>
                  <a:lnTo>
                    <a:pt x="680042" y="4994"/>
                  </a:lnTo>
                  <a:lnTo>
                    <a:pt x="698362" y="4745"/>
                  </a:lnTo>
                  <a:lnTo>
                    <a:pt x="716040" y="4504"/>
                  </a:lnTo>
                  <a:lnTo>
                    <a:pt x="733118" y="4272"/>
                  </a:lnTo>
                  <a:lnTo>
                    <a:pt x="749636" y="4048"/>
                  </a:lnTo>
                  <a:lnTo>
                    <a:pt x="765630" y="3830"/>
                  </a:lnTo>
                  <a:lnTo>
                    <a:pt x="781132" y="3620"/>
                  </a:lnTo>
                  <a:lnTo>
                    <a:pt x="796171" y="3415"/>
                  </a:lnTo>
                  <a:lnTo>
                    <a:pt x="810773" y="3217"/>
                  </a:lnTo>
                  <a:lnTo>
                    <a:pt x="824965" y="3024"/>
                  </a:lnTo>
                  <a:lnTo>
                    <a:pt x="838767" y="2837"/>
                  </a:lnTo>
                  <a:lnTo>
                    <a:pt x="852202" y="2654"/>
                  </a:lnTo>
                  <a:lnTo>
                    <a:pt x="865287" y="2476"/>
                  </a:lnTo>
                  <a:lnTo>
                    <a:pt x="878042" y="2303"/>
                  </a:lnTo>
                  <a:lnTo>
                    <a:pt x="890481" y="2134"/>
                  </a:lnTo>
                  <a:lnTo>
                    <a:pt x="902620" y="1969"/>
                  </a:lnTo>
                  <a:lnTo>
                    <a:pt x="914474" y="1808"/>
                  </a:lnTo>
                  <a:lnTo>
                    <a:pt x="926055" y="1650"/>
                  </a:lnTo>
                  <a:lnTo>
                    <a:pt x="937376" y="1497"/>
                  </a:lnTo>
                  <a:lnTo>
                    <a:pt x="948448" y="1346"/>
                  </a:lnTo>
                  <a:lnTo>
                    <a:pt x="959282" y="1199"/>
                  </a:lnTo>
                  <a:lnTo>
                    <a:pt x="969888" y="1055"/>
                  </a:lnTo>
                  <a:lnTo>
                    <a:pt x="980275" y="914"/>
                  </a:lnTo>
                  <a:lnTo>
                    <a:pt x="990453" y="775"/>
                  </a:lnTo>
                  <a:lnTo>
                    <a:pt x="1000429" y="640"/>
                  </a:lnTo>
                  <a:lnTo>
                    <a:pt x="1010211" y="507"/>
                  </a:lnTo>
                  <a:lnTo>
                    <a:pt x="1019807" y="376"/>
                  </a:lnTo>
                  <a:lnTo>
                    <a:pt x="1029223" y="248"/>
                  </a:lnTo>
                  <a:lnTo>
                    <a:pt x="1038466" y="123"/>
                  </a:lnTo>
                  <a:lnTo>
                    <a:pt x="104754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1418954" y="4959171"/>
              <a:ext cx="1047544" cy="100381"/>
            </a:xfrm>
            <a:custGeom>
              <a:avLst/>
              <a:pathLst>
                <a:path w="1047544" h="100381">
                  <a:moveTo>
                    <a:pt x="0" y="100381"/>
                  </a:moveTo>
                  <a:lnTo>
                    <a:pt x="67268" y="93935"/>
                  </a:lnTo>
                  <a:lnTo>
                    <a:pt x="126602" y="88249"/>
                  </a:lnTo>
                  <a:lnTo>
                    <a:pt x="179679" y="83163"/>
                  </a:lnTo>
                  <a:lnTo>
                    <a:pt x="227693" y="78562"/>
                  </a:lnTo>
                  <a:lnTo>
                    <a:pt x="271526" y="74362"/>
                  </a:lnTo>
                  <a:lnTo>
                    <a:pt x="311848" y="70498"/>
                  </a:lnTo>
                  <a:lnTo>
                    <a:pt x="349181" y="66920"/>
                  </a:lnTo>
                  <a:lnTo>
                    <a:pt x="383937" y="63590"/>
                  </a:lnTo>
                  <a:lnTo>
                    <a:pt x="416449" y="60474"/>
                  </a:lnTo>
                  <a:lnTo>
                    <a:pt x="446989" y="57548"/>
                  </a:lnTo>
                  <a:lnTo>
                    <a:pt x="475784" y="54789"/>
                  </a:lnTo>
                  <a:lnTo>
                    <a:pt x="503021" y="52179"/>
                  </a:lnTo>
                  <a:lnTo>
                    <a:pt x="528860" y="49702"/>
                  </a:lnTo>
                  <a:lnTo>
                    <a:pt x="553439" y="47347"/>
                  </a:lnTo>
                  <a:lnTo>
                    <a:pt x="576874" y="45102"/>
                  </a:lnTo>
                  <a:lnTo>
                    <a:pt x="599267" y="42956"/>
                  </a:lnTo>
                  <a:lnTo>
                    <a:pt x="620707" y="40901"/>
                  </a:lnTo>
                  <a:lnTo>
                    <a:pt x="641271" y="38931"/>
                  </a:lnTo>
                  <a:lnTo>
                    <a:pt x="661029" y="37037"/>
                  </a:lnTo>
                  <a:lnTo>
                    <a:pt x="680042" y="35215"/>
                  </a:lnTo>
                  <a:lnTo>
                    <a:pt x="698362" y="33460"/>
                  </a:lnTo>
                  <a:lnTo>
                    <a:pt x="716040" y="31766"/>
                  </a:lnTo>
                  <a:lnTo>
                    <a:pt x="733118" y="30129"/>
                  </a:lnTo>
                  <a:lnTo>
                    <a:pt x="749636" y="28547"/>
                  </a:lnTo>
                  <a:lnTo>
                    <a:pt x="765630" y="27014"/>
                  </a:lnTo>
                  <a:lnTo>
                    <a:pt x="781132" y="25528"/>
                  </a:lnTo>
                  <a:lnTo>
                    <a:pt x="796171" y="24087"/>
                  </a:lnTo>
                  <a:lnTo>
                    <a:pt x="810773" y="22688"/>
                  </a:lnTo>
                  <a:lnTo>
                    <a:pt x="824965" y="21328"/>
                  </a:lnTo>
                  <a:lnTo>
                    <a:pt x="838767" y="20006"/>
                  </a:lnTo>
                  <a:lnTo>
                    <a:pt x="852202" y="18718"/>
                  </a:lnTo>
                  <a:lnTo>
                    <a:pt x="865287" y="17464"/>
                  </a:lnTo>
                  <a:lnTo>
                    <a:pt x="878042" y="16242"/>
                  </a:lnTo>
                  <a:lnTo>
                    <a:pt x="890481" y="15050"/>
                  </a:lnTo>
                  <a:lnTo>
                    <a:pt x="902620" y="13887"/>
                  </a:lnTo>
                  <a:lnTo>
                    <a:pt x="914474" y="12751"/>
                  </a:lnTo>
                  <a:lnTo>
                    <a:pt x="926055" y="11641"/>
                  </a:lnTo>
                  <a:lnTo>
                    <a:pt x="937376" y="10556"/>
                  </a:lnTo>
                  <a:lnTo>
                    <a:pt x="948448" y="9495"/>
                  </a:lnTo>
                  <a:lnTo>
                    <a:pt x="959282" y="8457"/>
                  </a:lnTo>
                  <a:lnTo>
                    <a:pt x="969888" y="7441"/>
                  </a:lnTo>
                  <a:lnTo>
                    <a:pt x="980275" y="6445"/>
                  </a:lnTo>
                  <a:lnTo>
                    <a:pt x="990453" y="5470"/>
                  </a:lnTo>
                  <a:lnTo>
                    <a:pt x="1000429" y="4514"/>
                  </a:lnTo>
                  <a:lnTo>
                    <a:pt x="1010211" y="3577"/>
                  </a:lnTo>
                  <a:lnTo>
                    <a:pt x="1019807" y="2657"/>
                  </a:lnTo>
                  <a:lnTo>
                    <a:pt x="1029223" y="1755"/>
                  </a:lnTo>
                  <a:lnTo>
                    <a:pt x="1038466" y="869"/>
                  </a:lnTo>
                  <a:lnTo>
                    <a:pt x="104754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1418954" y="4842959"/>
              <a:ext cx="1047544" cy="110309"/>
            </a:xfrm>
            <a:custGeom>
              <a:avLst/>
              <a:pathLst>
                <a:path w="1047544" h="110309">
                  <a:moveTo>
                    <a:pt x="0" y="110309"/>
                  </a:moveTo>
                  <a:lnTo>
                    <a:pt x="67268" y="103225"/>
                  </a:lnTo>
                  <a:lnTo>
                    <a:pt x="126602" y="96977"/>
                  </a:lnTo>
                  <a:lnTo>
                    <a:pt x="179679" y="91388"/>
                  </a:lnTo>
                  <a:lnTo>
                    <a:pt x="227693" y="86332"/>
                  </a:lnTo>
                  <a:lnTo>
                    <a:pt x="271526" y="81716"/>
                  </a:lnTo>
                  <a:lnTo>
                    <a:pt x="311848" y="77470"/>
                  </a:lnTo>
                  <a:lnTo>
                    <a:pt x="349181" y="73539"/>
                  </a:lnTo>
                  <a:lnTo>
                    <a:pt x="383937" y="69879"/>
                  </a:lnTo>
                  <a:lnTo>
                    <a:pt x="416449" y="66455"/>
                  </a:lnTo>
                  <a:lnTo>
                    <a:pt x="446989" y="63239"/>
                  </a:lnTo>
                  <a:lnTo>
                    <a:pt x="475784" y="60207"/>
                  </a:lnTo>
                  <a:lnTo>
                    <a:pt x="503021" y="57339"/>
                  </a:lnTo>
                  <a:lnTo>
                    <a:pt x="528860" y="54618"/>
                  </a:lnTo>
                  <a:lnTo>
                    <a:pt x="553439" y="52030"/>
                  </a:lnTo>
                  <a:lnTo>
                    <a:pt x="576874" y="49562"/>
                  </a:lnTo>
                  <a:lnTo>
                    <a:pt x="599267" y="47204"/>
                  </a:lnTo>
                  <a:lnTo>
                    <a:pt x="620707" y="44947"/>
                  </a:lnTo>
                  <a:lnTo>
                    <a:pt x="641271" y="42781"/>
                  </a:lnTo>
                  <a:lnTo>
                    <a:pt x="661029" y="40700"/>
                  </a:lnTo>
                  <a:lnTo>
                    <a:pt x="680042" y="38698"/>
                  </a:lnTo>
                  <a:lnTo>
                    <a:pt x="698362" y="36769"/>
                  </a:lnTo>
                  <a:lnTo>
                    <a:pt x="716040" y="34908"/>
                  </a:lnTo>
                  <a:lnTo>
                    <a:pt x="733118" y="33109"/>
                  </a:lnTo>
                  <a:lnTo>
                    <a:pt x="749636" y="31370"/>
                  </a:lnTo>
                  <a:lnTo>
                    <a:pt x="765630" y="29686"/>
                  </a:lnTo>
                  <a:lnTo>
                    <a:pt x="781132" y="28053"/>
                  </a:lnTo>
                  <a:lnTo>
                    <a:pt x="796171" y="26470"/>
                  </a:lnTo>
                  <a:lnTo>
                    <a:pt x="810773" y="24932"/>
                  </a:lnTo>
                  <a:lnTo>
                    <a:pt x="824965" y="23438"/>
                  </a:lnTo>
                  <a:lnTo>
                    <a:pt x="838767" y="21984"/>
                  </a:lnTo>
                  <a:lnTo>
                    <a:pt x="852202" y="20569"/>
                  </a:lnTo>
                  <a:lnTo>
                    <a:pt x="865287" y="19192"/>
                  </a:lnTo>
                  <a:lnTo>
                    <a:pt x="878042" y="17849"/>
                  </a:lnTo>
                  <a:lnTo>
                    <a:pt x="890481" y="16539"/>
                  </a:lnTo>
                  <a:lnTo>
                    <a:pt x="902620" y="15260"/>
                  </a:lnTo>
                  <a:lnTo>
                    <a:pt x="914474" y="14012"/>
                  </a:lnTo>
                  <a:lnTo>
                    <a:pt x="926055" y="12793"/>
                  </a:lnTo>
                  <a:lnTo>
                    <a:pt x="937376" y="11600"/>
                  </a:lnTo>
                  <a:lnTo>
                    <a:pt x="948448" y="10434"/>
                  </a:lnTo>
                  <a:lnTo>
                    <a:pt x="959282" y="9294"/>
                  </a:lnTo>
                  <a:lnTo>
                    <a:pt x="969888" y="8177"/>
                  </a:lnTo>
                  <a:lnTo>
                    <a:pt x="980275" y="7083"/>
                  </a:lnTo>
                  <a:lnTo>
                    <a:pt x="990453" y="6011"/>
                  </a:lnTo>
                  <a:lnTo>
                    <a:pt x="1000429" y="4961"/>
                  </a:lnTo>
                  <a:lnTo>
                    <a:pt x="1010211" y="3931"/>
                  </a:lnTo>
                  <a:lnTo>
                    <a:pt x="1019807" y="2920"/>
                  </a:lnTo>
                  <a:lnTo>
                    <a:pt x="1029223" y="1929"/>
                  </a:lnTo>
                  <a:lnTo>
                    <a:pt x="1038466" y="955"/>
                  </a:lnTo>
                  <a:lnTo>
                    <a:pt x="1047544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6" name="pl785"/>
            <p:cNvSpPr/>
            <p:nvPr/>
          </p:nvSpPr>
          <p:spPr>
            <a:xfrm>
              <a:off x="1418954" y="4869548"/>
              <a:ext cx="1047544" cy="101975"/>
            </a:xfrm>
            <a:custGeom>
              <a:avLst/>
              <a:pathLst>
                <a:path w="1047544" h="101975">
                  <a:moveTo>
                    <a:pt x="0" y="0"/>
                  </a:moveTo>
                  <a:lnTo>
                    <a:pt x="67268" y="6548"/>
                  </a:lnTo>
                  <a:lnTo>
                    <a:pt x="126602" y="12324"/>
                  </a:lnTo>
                  <a:lnTo>
                    <a:pt x="179679" y="17491"/>
                  </a:lnTo>
                  <a:lnTo>
                    <a:pt x="227693" y="22165"/>
                  </a:lnTo>
                  <a:lnTo>
                    <a:pt x="271526" y="26432"/>
                  </a:lnTo>
                  <a:lnTo>
                    <a:pt x="311848" y="30357"/>
                  </a:lnTo>
                  <a:lnTo>
                    <a:pt x="349181" y="33991"/>
                  </a:lnTo>
                  <a:lnTo>
                    <a:pt x="383937" y="37375"/>
                  </a:lnTo>
                  <a:lnTo>
                    <a:pt x="416449" y="40540"/>
                  </a:lnTo>
                  <a:lnTo>
                    <a:pt x="446989" y="43513"/>
                  </a:lnTo>
                  <a:lnTo>
                    <a:pt x="475784" y="46316"/>
                  </a:lnTo>
                  <a:lnTo>
                    <a:pt x="503021" y="48967"/>
                  </a:lnTo>
                  <a:lnTo>
                    <a:pt x="528860" y="51482"/>
                  </a:lnTo>
                  <a:lnTo>
                    <a:pt x="553439" y="53875"/>
                  </a:lnTo>
                  <a:lnTo>
                    <a:pt x="576874" y="56156"/>
                  </a:lnTo>
                  <a:lnTo>
                    <a:pt x="599267" y="58336"/>
                  </a:lnTo>
                  <a:lnTo>
                    <a:pt x="620707" y="60423"/>
                  </a:lnTo>
                  <a:lnTo>
                    <a:pt x="641271" y="62425"/>
                  </a:lnTo>
                  <a:lnTo>
                    <a:pt x="661029" y="64349"/>
                  </a:lnTo>
                  <a:lnTo>
                    <a:pt x="680042" y="66199"/>
                  </a:lnTo>
                  <a:lnTo>
                    <a:pt x="698362" y="67983"/>
                  </a:lnTo>
                  <a:lnTo>
                    <a:pt x="716040" y="69704"/>
                  </a:lnTo>
                  <a:lnTo>
                    <a:pt x="733118" y="71366"/>
                  </a:lnTo>
                  <a:lnTo>
                    <a:pt x="749636" y="72974"/>
                  </a:lnTo>
                  <a:lnTo>
                    <a:pt x="765630" y="74531"/>
                  </a:lnTo>
                  <a:lnTo>
                    <a:pt x="781132" y="76040"/>
                  </a:lnTo>
                  <a:lnTo>
                    <a:pt x="796171" y="77504"/>
                  </a:lnTo>
                  <a:lnTo>
                    <a:pt x="810773" y="78926"/>
                  </a:lnTo>
                  <a:lnTo>
                    <a:pt x="824965" y="80307"/>
                  </a:lnTo>
                  <a:lnTo>
                    <a:pt x="838767" y="81651"/>
                  </a:lnTo>
                  <a:lnTo>
                    <a:pt x="852202" y="82959"/>
                  </a:lnTo>
                  <a:lnTo>
                    <a:pt x="865287" y="84233"/>
                  </a:lnTo>
                  <a:lnTo>
                    <a:pt x="878042" y="85474"/>
                  </a:lnTo>
                  <a:lnTo>
                    <a:pt x="890481" y="86685"/>
                  </a:lnTo>
                  <a:lnTo>
                    <a:pt x="902620" y="87867"/>
                  </a:lnTo>
                  <a:lnTo>
                    <a:pt x="914474" y="89021"/>
                  </a:lnTo>
                  <a:lnTo>
                    <a:pt x="926055" y="90148"/>
                  </a:lnTo>
                  <a:lnTo>
                    <a:pt x="937376" y="91250"/>
                  </a:lnTo>
                  <a:lnTo>
                    <a:pt x="948448" y="92328"/>
                  </a:lnTo>
                  <a:lnTo>
                    <a:pt x="959282" y="93383"/>
                  </a:lnTo>
                  <a:lnTo>
                    <a:pt x="969888" y="94415"/>
                  </a:lnTo>
                  <a:lnTo>
                    <a:pt x="980275" y="95426"/>
                  </a:lnTo>
                  <a:lnTo>
                    <a:pt x="990453" y="96417"/>
                  </a:lnTo>
                  <a:lnTo>
                    <a:pt x="1000429" y="97388"/>
                  </a:lnTo>
                  <a:lnTo>
                    <a:pt x="1010211" y="98340"/>
                  </a:lnTo>
                  <a:lnTo>
                    <a:pt x="1019807" y="99274"/>
                  </a:lnTo>
                  <a:lnTo>
                    <a:pt x="1029223" y="100191"/>
                  </a:lnTo>
                  <a:lnTo>
                    <a:pt x="1038466" y="101091"/>
                  </a:lnTo>
                  <a:lnTo>
                    <a:pt x="1047544" y="10197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7" name="pl786"/>
            <p:cNvSpPr/>
            <p:nvPr/>
          </p:nvSpPr>
          <p:spPr>
            <a:xfrm>
              <a:off x="1418954" y="5001940"/>
              <a:ext cx="1047544" cy="169692"/>
            </a:xfrm>
            <a:custGeom>
              <a:avLst/>
              <a:pathLst>
                <a:path w="1047544" h="169692">
                  <a:moveTo>
                    <a:pt x="0" y="0"/>
                  </a:moveTo>
                  <a:lnTo>
                    <a:pt x="67268" y="10896"/>
                  </a:lnTo>
                  <a:lnTo>
                    <a:pt x="126602" y="20508"/>
                  </a:lnTo>
                  <a:lnTo>
                    <a:pt x="179679" y="29106"/>
                  </a:lnTo>
                  <a:lnTo>
                    <a:pt x="227693" y="36884"/>
                  </a:lnTo>
                  <a:lnTo>
                    <a:pt x="271526" y="43984"/>
                  </a:lnTo>
                  <a:lnTo>
                    <a:pt x="311848" y="50516"/>
                  </a:lnTo>
                  <a:lnTo>
                    <a:pt x="349181" y="56564"/>
                  </a:lnTo>
                  <a:lnTo>
                    <a:pt x="383937" y="62194"/>
                  </a:lnTo>
                  <a:lnTo>
                    <a:pt x="416449" y="67461"/>
                  </a:lnTo>
                  <a:lnTo>
                    <a:pt x="446989" y="72408"/>
                  </a:lnTo>
                  <a:lnTo>
                    <a:pt x="475784" y="77072"/>
                  </a:lnTo>
                  <a:lnTo>
                    <a:pt x="503021" y="81484"/>
                  </a:lnTo>
                  <a:lnTo>
                    <a:pt x="528860" y="85670"/>
                  </a:lnTo>
                  <a:lnTo>
                    <a:pt x="553439" y="89652"/>
                  </a:lnTo>
                  <a:lnTo>
                    <a:pt x="576874" y="93448"/>
                  </a:lnTo>
                  <a:lnTo>
                    <a:pt x="599267" y="97075"/>
                  </a:lnTo>
                  <a:lnTo>
                    <a:pt x="620707" y="100548"/>
                  </a:lnTo>
                  <a:lnTo>
                    <a:pt x="641271" y="103880"/>
                  </a:lnTo>
                  <a:lnTo>
                    <a:pt x="661029" y="107080"/>
                  </a:lnTo>
                  <a:lnTo>
                    <a:pt x="680042" y="110160"/>
                  </a:lnTo>
                  <a:lnTo>
                    <a:pt x="698362" y="113128"/>
                  </a:lnTo>
                  <a:lnTo>
                    <a:pt x="716040" y="115992"/>
                  </a:lnTo>
                  <a:lnTo>
                    <a:pt x="733118" y="118758"/>
                  </a:lnTo>
                  <a:lnTo>
                    <a:pt x="749636" y="121434"/>
                  </a:lnTo>
                  <a:lnTo>
                    <a:pt x="765630" y="124025"/>
                  </a:lnTo>
                  <a:lnTo>
                    <a:pt x="781132" y="126536"/>
                  </a:lnTo>
                  <a:lnTo>
                    <a:pt x="796171" y="128972"/>
                  </a:lnTo>
                  <a:lnTo>
                    <a:pt x="810773" y="131338"/>
                  </a:lnTo>
                  <a:lnTo>
                    <a:pt x="824965" y="133636"/>
                  </a:lnTo>
                  <a:lnTo>
                    <a:pt x="838767" y="135872"/>
                  </a:lnTo>
                  <a:lnTo>
                    <a:pt x="852202" y="138049"/>
                  </a:lnTo>
                  <a:lnTo>
                    <a:pt x="865287" y="140168"/>
                  </a:lnTo>
                  <a:lnTo>
                    <a:pt x="878042" y="142234"/>
                  </a:lnTo>
                  <a:lnTo>
                    <a:pt x="890481" y="144249"/>
                  </a:lnTo>
                  <a:lnTo>
                    <a:pt x="902620" y="146216"/>
                  </a:lnTo>
                  <a:lnTo>
                    <a:pt x="914474" y="148136"/>
                  </a:lnTo>
                  <a:lnTo>
                    <a:pt x="926055" y="150012"/>
                  </a:lnTo>
                  <a:lnTo>
                    <a:pt x="937376" y="151846"/>
                  </a:lnTo>
                  <a:lnTo>
                    <a:pt x="948448" y="153640"/>
                  </a:lnTo>
                  <a:lnTo>
                    <a:pt x="959282" y="155395"/>
                  </a:lnTo>
                  <a:lnTo>
                    <a:pt x="969888" y="157113"/>
                  </a:lnTo>
                  <a:lnTo>
                    <a:pt x="980275" y="158795"/>
                  </a:lnTo>
                  <a:lnTo>
                    <a:pt x="990453" y="160444"/>
                  </a:lnTo>
                  <a:lnTo>
                    <a:pt x="1000429" y="162060"/>
                  </a:lnTo>
                  <a:lnTo>
                    <a:pt x="1010211" y="163645"/>
                  </a:lnTo>
                  <a:lnTo>
                    <a:pt x="1019807" y="165199"/>
                  </a:lnTo>
                  <a:lnTo>
                    <a:pt x="1029223" y="166724"/>
                  </a:lnTo>
                  <a:lnTo>
                    <a:pt x="1038466" y="168222"/>
                  </a:lnTo>
                  <a:lnTo>
                    <a:pt x="1047544" y="169692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8" name="pl787"/>
            <p:cNvSpPr/>
            <p:nvPr/>
          </p:nvSpPr>
          <p:spPr>
            <a:xfrm>
              <a:off x="1418954" y="4952963"/>
              <a:ext cx="1047544" cy="7130"/>
            </a:xfrm>
            <a:custGeom>
              <a:avLst/>
              <a:pathLst>
                <a:path w="1047544" h="7130">
                  <a:moveTo>
                    <a:pt x="0" y="7130"/>
                  </a:moveTo>
                  <a:lnTo>
                    <a:pt x="67268" y="6672"/>
                  </a:lnTo>
                  <a:lnTo>
                    <a:pt x="126602" y="6268"/>
                  </a:lnTo>
                  <a:lnTo>
                    <a:pt x="179679" y="5907"/>
                  </a:lnTo>
                  <a:lnTo>
                    <a:pt x="227693" y="5580"/>
                  </a:lnTo>
                  <a:lnTo>
                    <a:pt x="271526" y="5281"/>
                  </a:lnTo>
                  <a:lnTo>
                    <a:pt x="311848" y="5007"/>
                  </a:lnTo>
                  <a:lnTo>
                    <a:pt x="349181" y="4753"/>
                  </a:lnTo>
                  <a:lnTo>
                    <a:pt x="383937" y="4516"/>
                  </a:lnTo>
                  <a:lnTo>
                    <a:pt x="416449" y="4295"/>
                  </a:lnTo>
                  <a:lnTo>
                    <a:pt x="446989" y="4087"/>
                  </a:lnTo>
                  <a:lnTo>
                    <a:pt x="475784" y="3891"/>
                  </a:lnTo>
                  <a:lnTo>
                    <a:pt x="503021" y="3706"/>
                  </a:lnTo>
                  <a:lnTo>
                    <a:pt x="528860" y="3530"/>
                  </a:lnTo>
                  <a:lnTo>
                    <a:pt x="553439" y="3363"/>
                  </a:lnTo>
                  <a:lnTo>
                    <a:pt x="576874" y="3203"/>
                  </a:lnTo>
                  <a:lnTo>
                    <a:pt x="599267" y="3051"/>
                  </a:lnTo>
                  <a:lnTo>
                    <a:pt x="620707" y="2905"/>
                  </a:lnTo>
                  <a:lnTo>
                    <a:pt x="641271" y="2765"/>
                  </a:lnTo>
                  <a:lnTo>
                    <a:pt x="661029" y="2630"/>
                  </a:lnTo>
                  <a:lnTo>
                    <a:pt x="680042" y="2501"/>
                  </a:lnTo>
                  <a:lnTo>
                    <a:pt x="698362" y="2376"/>
                  </a:lnTo>
                  <a:lnTo>
                    <a:pt x="716040" y="2256"/>
                  </a:lnTo>
                  <a:lnTo>
                    <a:pt x="733118" y="2140"/>
                  </a:lnTo>
                  <a:lnTo>
                    <a:pt x="749636" y="2027"/>
                  </a:lnTo>
                  <a:lnTo>
                    <a:pt x="765630" y="1918"/>
                  </a:lnTo>
                  <a:lnTo>
                    <a:pt x="781132" y="1813"/>
                  </a:lnTo>
                  <a:lnTo>
                    <a:pt x="796171" y="1710"/>
                  </a:lnTo>
                  <a:lnTo>
                    <a:pt x="810773" y="1611"/>
                  </a:lnTo>
                  <a:lnTo>
                    <a:pt x="824965" y="1514"/>
                  </a:lnTo>
                  <a:lnTo>
                    <a:pt x="838767" y="1421"/>
                  </a:lnTo>
                  <a:lnTo>
                    <a:pt x="852202" y="1329"/>
                  </a:lnTo>
                  <a:lnTo>
                    <a:pt x="865287" y="1240"/>
                  </a:lnTo>
                  <a:lnTo>
                    <a:pt x="878042" y="1153"/>
                  </a:lnTo>
                  <a:lnTo>
                    <a:pt x="890481" y="1069"/>
                  </a:lnTo>
                  <a:lnTo>
                    <a:pt x="902620" y="986"/>
                  </a:lnTo>
                  <a:lnTo>
                    <a:pt x="914474" y="905"/>
                  </a:lnTo>
                  <a:lnTo>
                    <a:pt x="926055" y="826"/>
                  </a:lnTo>
                  <a:lnTo>
                    <a:pt x="937376" y="749"/>
                  </a:lnTo>
                  <a:lnTo>
                    <a:pt x="948448" y="674"/>
                  </a:lnTo>
                  <a:lnTo>
                    <a:pt x="959282" y="600"/>
                  </a:lnTo>
                  <a:lnTo>
                    <a:pt x="969888" y="528"/>
                  </a:lnTo>
                  <a:lnTo>
                    <a:pt x="980275" y="457"/>
                  </a:lnTo>
                  <a:lnTo>
                    <a:pt x="990453" y="388"/>
                  </a:lnTo>
                  <a:lnTo>
                    <a:pt x="1000429" y="320"/>
                  </a:lnTo>
                  <a:lnTo>
                    <a:pt x="1010211" y="254"/>
                  </a:lnTo>
                  <a:lnTo>
                    <a:pt x="1019807" y="188"/>
                  </a:lnTo>
                  <a:lnTo>
                    <a:pt x="1029223" y="124"/>
                  </a:lnTo>
                  <a:lnTo>
                    <a:pt x="1038466" y="61"/>
                  </a:lnTo>
                  <a:lnTo>
                    <a:pt x="104754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9" name="pl788"/>
            <p:cNvSpPr/>
            <p:nvPr/>
          </p:nvSpPr>
          <p:spPr>
            <a:xfrm>
              <a:off x="1418954" y="4981798"/>
              <a:ext cx="1047544" cy="74691"/>
            </a:xfrm>
            <a:custGeom>
              <a:avLst/>
              <a:pathLst>
                <a:path w="1047544" h="74691">
                  <a:moveTo>
                    <a:pt x="0" y="0"/>
                  </a:moveTo>
                  <a:lnTo>
                    <a:pt x="67268" y="4796"/>
                  </a:lnTo>
                  <a:lnTo>
                    <a:pt x="126602" y="9026"/>
                  </a:lnTo>
                  <a:lnTo>
                    <a:pt x="179679" y="12811"/>
                  </a:lnTo>
                  <a:lnTo>
                    <a:pt x="227693" y="16234"/>
                  </a:lnTo>
                  <a:lnTo>
                    <a:pt x="271526" y="19360"/>
                  </a:lnTo>
                  <a:lnTo>
                    <a:pt x="311848" y="22235"/>
                  </a:lnTo>
                  <a:lnTo>
                    <a:pt x="349181" y="24897"/>
                  </a:lnTo>
                  <a:lnTo>
                    <a:pt x="383937" y="27375"/>
                  </a:lnTo>
                  <a:lnTo>
                    <a:pt x="416449" y="29693"/>
                  </a:lnTo>
                  <a:lnTo>
                    <a:pt x="446989" y="31871"/>
                  </a:lnTo>
                  <a:lnTo>
                    <a:pt x="475784" y="33924"/>
                  </a:lnTo>
                  <a:lnTo>
                    <a:pt x="503021" y="35866"/>
                  </a:lnTo>
                  <a:lnTo>
                    <a:pt x="528860" y="37708"/>
                  </a:lnTo>
                  <a:lnTo>
                    <a:pt x="553439" y="39461"/>
                  </a:lnTo>
                  <a:lnTo>
                    <a:pt x="576874" y="41132"/>
                  </a:lnTo>
                  <a:lnTo>
                    <a:pt x="599267" y="42728"/>
                  </a:lnTo>
                  <a:lnTo>
                    <a:pt x="620707" y="44257"/>
                  </a:lnTo>
                  <a:lnTo>
                    <a:pt x="641271" y="45723"/>
                  </a:lnTo>
                  <a:lnTo>
                    <a:pt x="661029" y="47132"/>
                  </a:lnTo>
                  <a:lnTo>
                    <a:pt x="680042" y="48488"/>
                  </a:lnTo>
                  <a:lnTo>
                    <a:pt x="698362" y="49794"/>
                  </a:lnTo>
                  <a:lnTo>
                    <a:pt x="716040" y="51054"/>
                  </a:lnTo>
                  <a:lnTo>
                    <a:pt x="733118" y="52272"/>
                  </a:lnTo>
                  <a:lnTo>
                    <a:pt x="749636" y="53450"/>
                  </a:lnTo>
                  <a:lnTo>
                    <a:pt x="765630" y="54590"/>
                  </a:lnTo>
                  <a:lnTo>
                    <a:pt x="781132" y="55696"/>
                  </a:lnTo>
                  <a:lnTo>
                    <a:pt x="796171" y="56768"/>
                  </a:lnTo>
                  <a:lnTo>
                    <a:pt x="810773" y="57809"/>
                  </a:lnTo>
                  <a:lnTo>
                    <a:pt x="824965" y="58821"/>
                  </a:lnTo>
                  <a:lnTo>
                    <a:pt x="838767" y="59805"/>
                  </a:lnTo>
                  <a:lnTo>
                    <a:pt x="852202" y="60763"/>
                  </a:lnTo>
                  <a:lnTo>
                    <a:pt x="865287" y="61696"/>
                  </a:lnTo>
                  <a:lnTo>
                    <a:pt x="878042" y="62605"/>
                  </a:lnTo>
                  <a:lnTo>
                    <a:pt x="890481" y="63492"/>
                  </a:lnTo>
                  <a:lnTo>
                    <a:pt x="902620" y="64358"/>
                  </a:lnTo>
                  <a:lnTo>
                    <a:pt x="914474" y="65203"/>
                  </a:lnTo>
                  <a:lnTo>
                    <a:pt x="926055" y="66029"/>
                  </a:lnTo>
                  <a:lnTo>
                    <a:pt x="937376" y="66836"/>
                  </a:lnTo>
                  <a:lnTo>
                    <a:pt x="948448" y="67625"/>
                  </a:lnTo>
                  <a:lnTo>
                    <a:pt x="959282" y="68398"/>
                  </a:lnTo>
                  <a:lnTo>
                    <a:pt x="969888" y="69154"/>
                  </a:lnTo>
                  <a:lnTo>
                    <a:pt x="980275" y="69895"/>
                  </a:lnTo>
                  <a:lnTo>
                    <a:pt x="990453" y="70620"/>
                  </a:lnTo>
                  <a:lnTo>
                    <a:pt x="1000429" y="71332"/>
                  </a:lnTo>
                  <a:lnTo>
                    <a:pt x="1010211" y="72029"/>
                  </a:lnTo>
                  <a:lnTo>
                    <a:pt x="1019807" y="72713"/>
                  </a:lnTo>
                  <a:lnTo>
                    <a:pt x="1029223" y="73385"/>
                  </a:lnTo>
                  <a:lnTo>
                    <a:pt x="1038466" y="74044"/>
                  </a:lnTo>
                  <a:lnTo>
                    <a:pt x="1047544" y="7469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0" name="rc789"/>
            <p:cNvSpPr/>
            <p:nvPr/>
          </p:nvSpPr>
          <p:spPr>
            <a:xfrm>
              <a:off x="1342663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91" name="pl790"/>
            <p:cNvSpPr/>
            <p:nvPr/>
          </p:nvSpPr>
          <p:spPr>
            <a:xfrm>
              <a:off x="1342663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tx791"/>
            <p:cNvSpPr/>
            <p:nvPr/>
          </p:nvSpPr>
          <p:spPr>
            <a:xfrm rot="-5400000">
              <a:off x="1152636" y="515887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93" name="tx792"/>
            <p:cNvSpPr/>
            <p:nvPr/>
          </p:nvSpPr>
          <p:spPr>
            <a:xfrm rot="-5400000">
              <a:off x="1152636" y="478643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94" name="tx793"/>
            <p:cNvSpPr/>
            <p:nvPr/>
          </p:nvSpPr>
          <p:spPr>
            <a:xfrm rot="-5400000">
              <a:off x="1152636" y="441398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95" name="pl794"/>
            <p:cNvSpPr/>
            <p:nvPr/>
          </p:nvSpPr>
          <p:spPr>
            <a:xfrm>
              <a:off x="1311032" y="519988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5"/>
            <p:cNvSpPr/>
            <p:nvPr/>
          </p:nvSpPr>
          <p:spPr>
            <a:xfrm>
              <a:off x="1311032" y="48274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6"/>
            <p:cNvSpPr/>
            <p:nvPr/>
          </p:nvSpPr>
          <p:spPr>
            <a:xfrm>
              <a:off x="1311032" y="445499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7"/>
            <p:cNvSpPr/>
            <p:nvPr/>
          </p:nvSpPr>
          <p:spPr>
            <a:xfrm>
              <a:off x="1342663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8"/>
            <p:cNvSpPr/>
            <p:nvPr/>
          </p:nvSpPr>
          <p:spPr>
            <a:xfrm>
              <a:off x="141895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799"/>
            <p:cNvSpPr/>
            <p:nvPr/>
          </p:nvSpPr>
          <p:spPr>
            <a:xfrm>
              <a:off x="176813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0"/>
            <p:cNvSpPr/>
            <p:nvPr/>
          </p:nvSpPr>
          <p:spPr>
            <a:xfrm>
              <a:off x="211731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1"/>
            <p:cNvSpPr/>
            <p:nvPr/>
          </p:nvSpPr>
          <p:spPr>
            <a:xfrm>
              <a:off x="246649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tx802"/>
            <p:cNvSpPr/>
            <p:nvPr/>
          </p:nvSpPr>
          <p:spPr>
            <a:xfrm>
              <a:off x="1387178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4" name="tx803"/>
            <p:cNvSpPr/>
            <p:nvPr/>
          </p:nvSpPr>
          <p:spPr>
            <a:xfrm>
              <a:off x="173636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05" name="tx804"/>
            <p:cNvSpPr/>
            <p:nvPr/>
          </p:nvSpPr>
          <p:spPr>
            <a:xfrm>
              <a:off x="208554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06" name="tx805"/>
            <p:cNvSpPr/>
            <p:nvPr/>
          </p:nvSpPr>
          <p:spPr>
            <a:xfrm>
              <a:off x="243472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07" name="tx806"/>
            <p:cNvSpPr/>
            <p:nvPr/>
          </p:nvSpPr>
          <p:spPr>
            <a:xfrm>
              <a:off x="1654608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08" name="tx807"/>
            <p:cNvSpPr/>
            <p:nvPr/>
          </p:nvSpPr>
          <p:spPr>
            <a:xfrm>
              <a:off x="1342663" y="3937978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809" name="rc808"/>
            <p:cNvSpPr/>
            <p:nvPr/>
          </p:nvSpPr>
          <p:spPr>
            <a:xfrm>
              <a:off x="2806669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837820" y="467507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862270" y="441013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832664" y="472858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859819" y="467554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865539" y="426923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863861" y="465307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867475" y="501051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850390" y="489064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839284" y="468402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866503" y="421238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201685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212415" y="462303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180403" y="472626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173809" y="51149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185943" y="472816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200593" y="487732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219800" y="495935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180937" y="503206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185346" y="482012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192370" y="451379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206391" y="446976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193575" y="495487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182741" y="479800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187955" y="483783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181103" y="472783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205037" y="441707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208285" y="490137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202741" y="427044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73384" y="437662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72703" y="478574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23452" y="469749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565413" y="489328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572013" y="486288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560133" y="49646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534601" y="462840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527432" y="451793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540067" y="453015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530971" y="457979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531095" y="473078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527000" y="430865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539795" y="498871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567304" y="509913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542242" y="466970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536365" y="446307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573235" y="474396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556986" y="509553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569147" y="415750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560973" y="460393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908647" y="489987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883930" y="473383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883985" y="488970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919066" y="487282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883949" y="495611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904757" y="468034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878371" y="483281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3901316" y="518153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3919915" y="474107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3885226" y="495415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3920024" y="496134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3922208" y="480176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3887997" y="470520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3896308" y="504249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3892943" y="496987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3916618" y="499591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3881651" y="447711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3883737" y="462142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3890899" y="499955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3875290" y="479358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3890913" y="464543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3903248" y="467680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3919585" y="462454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3889153" y="488996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2872139" y="4729255"/>
              <a:ext cx="1056532" cy="16592"/>
            </a:xfrm>
            <a:custGeom>
              <a:avLst/>
              <a:pathLst>
                <a:path w="1056532" h="16592">
                  <a:moveTo>
                    <a:pt x="0" y="0"/>
                  </a:moveTo>
                  <a:lnTo>
                    <a:pt x="67845" y="1065"/>
                  </a:lnTo>
                  <a:lnTo>
                    <a:pt x="127689" y="2005"/>
                  </a:lnTo>
                  <a:lnTo>
                    <a:pt x="181221" y="2846"/>
                  </a:lnTo>
                  <a:lnTo>
                    <a:pt x="229646" y="3606"/>
                  </a:lnTo>
                  <a:lnTo>
                    <a:pt x="273855" y="4300"/>
                  </a:lnTo>
                  <a:lnTo>
                    <a:pt x="314524" y="4939"/>
                  </a:lnTo>
                  <a:lnTo>
                    <a:pt x="352177" y="5530"/>
                  </a:lnTo>
                  <a:lnTo>
                    <a:pt x="387231" y="6081"/>
                  </a:lnTo>
                  <a:lnTo>
                    <a:pt x="420022" y="6596"/>
                  </a:lnTo>
                  <a:lnTo>
                    <a:pt x="450825" y="7080"/>
                  </a:lnTo>
                  <a:lnTo>
                    <a:pt x="479866" y="7536"/>
                  </a:lnTo>
                  <a:lnTo>
                    <a:pt x="507337" y="7967"/>
                  </a:lnTo>
                  <a:lnTo>
                    <a:pt x="533398" y="8376"/>
                  </a:lnTo>
                  <a:lnTo>
                    <a:pt x="558188" y="8766"/>
                  </a:lnTo>
                  <a:lnTo>
                    <a:pt x="581824" y="9137"/>
                  </a:lnTo>
                  <a:lnTo>
                    <a:pt x="604409" y="9492"/>
                  </a:lnTo>
                  <a:lnTo>
                    <a:pt x="626033" y="9831"/>
                  </a:lnTo>
                  <a:lnTo>
                    <a:pt x="646774" y="10157"/>
                  </a:lnTo>
                  <a:lnTo>
                    <a:pt x="666701" y="10470"/>
                  </a:lnTo>
                  <a:lnTo>
                    <a:pt x="685877" y="10771"/>
                  </a:lnTo>
                  <a:lnTo>
                    <a:pt x="704355" y="11061"/>
                  </a:lnTo>
                  <a:lnTo>
                    <a:pt x="722184" y="11341"/>
                  </a:lnTo>
                  <a:lnTo>
                    <a:pt x="739409" y="11612"/>
                  </a:lnTo>
                  <a:lnTo>
                    <a:pt x="756069" y="11873"/>
                  </a:lnTo>
                  <a:lnTo>
                    <a:pt x="772200" y="12127"/>
                  </a:lnTo>
                  <a:lnTo>
                    <a:pt x="787834" y="12372"/>
                  </a:lnTo>
                  <a:lnTo>
                    <a:pt x="803002" y="12610"/>
                  </a:lnTo>
                  <a:lnTo>
                    <a:pt x="817730" y="12842"/>
                  </a:lnTo>
                  <a:lnTo>
                    <a:pt x="832044" y="13066"/>
                  </a:lnTo>
                  <a:lnTo>
                    <a:pt x="845965" y="13285"/>
                  </a:lnTo>
                  <a:lnTo>
                    <a:pt x="859514" y="13498"/>
                  </a:lnTo>
                  <a:lnTo>
                    <a:pt x="872712" y="13705"/>
                  </a:lnTo>
                  <a:lnTo>
                    <a:pt x="885576" y="13907"/>
                  </a:lnTo>
                  <a:lnTo>
                    <a:pt x="898122" y="14104"/>
                  </a:lnTo>
                  <a:lnTo>
                    <a:pt x="910365" y="14297"/>
                  </a:lnTo>
                  <a:lnTo>
                    <a:pt x="922321" y="14484"/>
                  </a:lnTo>
                  <a:lnTo>
                    <a:pt x="934001" y="14668"/>
                  </a:lnTo>
                  <a:lnTo>
                    <a:pt x="945419" y="14847"/>
                  </a:lnTo>
                  <a:lnTo>
                    <a:pt x="956587" y="15022"/>
                  </a:lnTo>
                  <a:lnTo>
                    <a:pt x="967514" y="15194"/>
                  </a:lnTo>
                  <a:lnTo>
                    <a:pt x="978210" y="15362"/>
                  </a:lnTo>
                  <a:lnTo>
                    <a:pt x="988687" y="15527"/>
                  </a:lnTo>
                  <a:lnTo>
                    <a:pt x="998951" y="15688"/>
                  </a:lnTo>
                  <a:lnTo>
                    <a:pt x="1009013" y="15846"/>
                  </a:lnTo>
                  <a:lnTo>
                    <a:pt x="1018879" y="16001"/>
                  </a:lnTo>
                  <a:lnTo>
                    <a:pt x="1028557" y="16153"/>
                  </a:lnTo>
                  <a:lnTo>
                    <a:pt x="1038054" y="16302"/>
                  </a:lnTo>
                  <a:lnTo>
                    <a:pt x="1047377" y="16448"/>
                  </a:lnTo>
                  <a:lnTo>
                    <a:pt x="1056532" y="1659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2872139" y="4715081"/>
              <a:ext cx="1056532" cy="7743"/>
            </a:xfrm>
            <a:custGeom>
              <a:avLst/>
              <a:pathLst>
                <a:path w="1056532" h="7743">
                  <a:moveTo>
                    <a:pt x="0" y="7743"/>
                  </a:moveTo>
                  <a:lnTo>
                    <a:pt x="67845" y="7246"/>
                  </a:lnTo>
                  <a:lnTo>
                    <a:pt x="127689" y="6807"/>
                  </a:lnTo>
                  <a:lnTo>
                    <a:pt x="181221" y="6415"/>
                  </a:lnTo>
                  <a:lnTo>
                    <a:pt x="229646" y="6060"/>
                  </a:lnTo>
                  <a:lnTo>
                    <a:pt x="273855" y="5736"/>
                  </a:lnTo>
                  <a:lnTo>
                    <a:pt x="314524" y="5438"/>
                  </a:lnTo>
                  <a:lnTo>
                    <a:pt x="352177" y="5162"/>
                  </a:lnTo>
                  <a:lnTo>
                    <a:pt x="387231" y="4905"/>
                  </a:lnTo>
                  <a:lnTo>
                    <a:pt x="420022" y="4665"/>
                  </a:lnTo>
                  <a:lnTo>
                    <a:pt x="450825" y="4439"/>
                  </a:lnTo>
                  <a:lnTo>
                    <a:pt x="479866" y="4226"/>
                  </a:lnTo>
                  <a:lnTo>
                    <a:pt x="507337" y="4025"/>
                  </a:lnTo>
                  <a:lnTo>
                    <a:pt x="533398" y="3834"/>
                  </a:lnTo>
                  <a:lnTo>
                    <a:pt x="558188" y="3652"/>
                  </a:lnTo>
                  <a:lnTo>
                    <a:pt x="581824" y="3479"/>
                  </a:lnTo>
                  <a:lnTo>
                    <a:pt x="604409" y="3313"/>
                  </a:lnTo>
                  <a:lnTo>
                    <a:pt x="626033" y="3155"/>
                  </a:lnTo>
                  <a:lnTo>
                    <a:pt x="646774" y="3003"/>
                  </a:lnTo>
                  <a:lnTo>
                    <a:pt x="666701" y="2857"/>
                  </a:lnTo>
                  <a:lnTo>
                    <a:pt x="685877" y="2716"/>
                  </a:lnTo>
                  <a:lnTo>
                    <a:pt x="704355" y="2581"/>
                  </a:lnTo>
                  <a:lnTo>
                    <a:pt x="722184" y="2450"/>
                  </a:lnTo>
                  <a:lnTo>
                    <a:pt x="739409" y="2324"/>
                  </a:lnTo>
                  <a:lnTo>
                    <a:pt x="756069" y="2202"/>
                  </a:lnTo>
                  <a:lnTo>
                    <a:pt x="772200" y="2083"/>
                  </a:lnTo>
                  <a:lnTo>
                    <a:pt x="787834" y="1969"/>
                  </a:lnTo>
                  <a:lnTo>
                    <a:pt x="803002" y="1858"/>
                  </a:lnTo>
                  <a:lnTo>
                    <a:pt x="817730" y="1750"/>
                  </a:lnTo>
                  <a:lnTo>
                    <a:pt x="832044" y="1645"/>
                  </a:lnTo>
                  <a:lnTo>
                    <a:pt x="845965" y="1543"/>
                  </a:lnTo>
                  <a:lnTo>
                    <a:pt x="859514" y="1443"/>
                  </a:lnTo>
                  <a:lnTo>
                    <a:pt x="872712" y="1347"/>
                  </a:lnTo>
                  <a:lnTo>
                    <a:pt x="885576" y="1252"/>
                  </a:lnTo>
                  <a:lnTo>
                    <a:pt x="898122" y="1161"/>
                  </a:lnTo>
                  <a:lnTo>
                    <a:pt x="910365" y="1071"/>
                  </a:lnTo>
                  <a:lnTo>
                    <a:pt x="922321" y="983"/>
                  </a:lnTo>
                  <a:lnTo>
                    <a:pt x="934001" y="898"/>
                  </a:lnTo>
                  <a:lnTo>
                    <a:pt x="945419" y="814"/>
                  </a:lnTo>
                  <a:lnTo>
                    <a:pt x="956587" y="732"/>
                  </a:lnTo>
                  <a:lnTo>
                    <a:pt x="967514" y="652"/>
                  </a:lnTo>
                  <a:lnTo>
                    <a:pt x="978210" y="574"/>
                  </a:lnTo>
                  <a:lnTo>
                    <a:pt x="988687" y="497"/>
                  </a:lnTo>
                  <a:lnTo>
                    <a:pt x="998951" y="422"/>
                  </a:lnTo>
                  <a:lnTo>
                    <a:pt x="1009013" y="348"/>
                  </a:lnTo>
                  <a:lnTo>
                    <a:pt x="1018879" y="275"/>
                  </a:lnTo>
                  <a:lnTo>
                    <a:pt x="1028557" y="205"/>
                  </a:lnTo>
                  <a:lnTo>
                    <a:pt x="1038054" y="135"/>
                  </a:lnTo>
                  <a:lnTo>
                    <a:pt x="1047377" y="67"/>
                  </a:lnTo>
                  <a:lnTo>
                    <a:pt x="105653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2872139" y="4685722"/>
              <a:ext cx="1056532" cy="381559"/>
            </a:xfrm>
            <a:custGeom>
              <a:avLst/>
              <a:pathLst>
                <a:path w="1056532" h="381559">
                  <a:moveTo>
                    <a:pt x="0" y="0"/>
                  </a:moveTo>
                  <a:lnTo>
                    <a:pt x="67845" y="24501"/>
                  </a:lnTo>
                  <a:lnTo>
                    <a:pt x="127689" y="46114"/>
                  </a:lnTo>
                  <a:lnTo>
                    <a:pt x="181221" y="65446"/>
                  </a:lnTo>
                  <a:lnTo>
                    <a:pt x="229646" y="82935"/>
                  </a:lnTo>
                  <a:lnTo>
                    <a:pt x="273855" y="98901"/>
                  </a:lnTo>
                  <a:lnTo>
                    <a:pt x="314524" y="113588"/>
                  </a:lnTo>
                  <a:lnTo>
                    <a:pt x="352177" y="127186"/>
                  </a:lnTo>
                  <a:lnTo>
                    <a:pt x="387231" y="139846"/>
                  </a:lnTo>
                  <a:lnTo>
                    <a:pt x="420022" y="151688"/>
                  </a:lnTo>
                  <a:lnTo>
                    <a:pt x="450825" y="162812"/>
                  </a:lnTo>
                  <a:lnTo>
                    <a:pt x="479866" y="173300"/>
                  </a:lnTo>
                  <a:lnTo>
                    <a:pt x="507337" y="183221"/>
                  </a:lnTo>
                  <a:lnTo>
                    <a:pt x="533398" y="192633"/>
                  </a:lnTo>
                  <a:lnTo>
                    <a:pt x="558188" y="201585"/>
                  </a:lnTo>
                  <a:lnTo>
                    <a:pt x="581824" y="210121"/>
                  </a:lnTo>
                  <a:lnTo>
                    <a:pt x="604409" y="218278"/>
                  </a:lnTo>
                  <a:lnTo>
                    <a:pt x="626033" y="226087"/>
                  </a:lnTo>
                  <a:lnTo>
                    <a:pt x="646774" y="233578"/>
                  </a:lnTo>
                  <a:lnTo>
                    <a:pt x="666701" y="240774"/>
                  </a:lnTo>
                  <a:lnTo>
                    <a:pt x="685877" y="247700"/>
                  </a:lnTo>
                  <a:lnTo>
                    <a:pt x="704355" y="254373"/>
                  </a:lnTo>
                  <a:lnTo>
                    <a:pt x="722184" y="260812"/>
                  </a:lnTo>
                  <a:lnTo>
                    <a:pt x="739409" y="267032"/>
                  </a:lnTo>
                  <a:lnTo>
                    <a:pt x="756069" y="273049"/>
                  </a:lnTo>
                  <a:lnTo>
                    <a:pt x="772200" y="278875"/>
                  </a:lnTo>
                  <a:lnTo>
                    <a:pt x="787834" y="284521"/>
                  </a:lnTo>
                  <a:lnTo>
                    <a:pt x="803002" y="289999"/>
                  </a:lnTo>
                  <a:lnTo>
                    <a:pt x="817730" y="295318"/>
                  </a:lnTo>
                  <a:lnTo>
                    <a:pt x="832044" y="300487"/>
                  </a:lnTo>
                  <a:lnTo>
                    <a:pt x="845965" y="305514"/>
                  </a:lnTo>
                  <a:lnTo>
                    <a:pt x="859514" y="310408"/>
                  </a:lnTo>
                  <a:lnTo>
                    <a:pt x="872712" y="315174"/>
                  </a:lnTo>
                  <a:lnTo>
                    <a:pt x="885576" y="319819"/>
                  </a:lnTo>
                  <a:lnTo>
                    <a:pt x="898122" y="324350"/>
                  </a:lnTo>
                  <a:lnTo>
                    <a:pt x="910365" y="328772"/>
                  </a:lnTo>
                  <a:lnTo>
                    <a:pt x="922321" y="333090"/>
                  </a:lnTo>
                  <a:lnTo>
                    <a:pt x="934001" y="337308"/>
                  </a:lnTo>
                  <a:lnTo>
                    <a:pt x="945419" y="341432"/>
                  </a:lnTo>
                  <a:lnTo>
                    <a:pt x="956587" y="345465"/>
                  </a:lnTo>
                  <a:lnTo>
                    <a:pt x="967514" y="349411"/>
                  </a:lnTo>
                  <a:lnTo>
                    <a:pt x="978210" y="353274"/>
                  </a:lnTo>
                  <a:lnTo>
                    <a:pt x="988687" y="357057"/>
                  </a:lnTo>
                  <a:lnTo>
                    <a:pt x="998951" y="360764"/>
                  </a:lnTo>
                  <a:lnTo>
                    <a:pt x="1009013" y="364398"/>
                  </a:lnTo>
                  <a:lnTo>
                    <a:pt x="1018879" y="367961"/>
                  </a:lnTo>
                  <a:lnTo>
                    <a:pt x="1028557" y="371456"/>
                  </a:lnTo>
                  <a:lnTo>
                    <a:pt x="1038054" y="374886"/>
                  </a:lnTo>
                  <a:lnTo>
                    <a:pt x="1047377" y="378253"/>
                  </a:lnTo>
                  <a:lnTo>
                    <a:pt x="1056532" y="38155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5" name="pl884"/>
            <p:cNvSpPr/>
            <p:nvPr/>
          </p:nvSpPr>
          <p:spPr>
            <a:xfrm>
              <a:off x="2872139" y="4290189"/>
              <a:ext cx="1056532" cy="287009"/>
            </a:xfrm>
            <a:custGeom>
              <a:avLst/>
              <a:pathLst>
                <a:path w="1056532" h="287009">
                  <a:moveTo>
                    <a:pt x="0" y="0"/>
                  </a:moveTo>
                  <a:lnTo>
                    <a:pt x="67845" y="18430"/>
                  </a:lnTo>
                  <a:lnTo>
                    <a:pt x="127689" y="34686"/>
                  </a:lnTo>
                  <a:lnTo>
                    <a:pt x="181221" y="49229"/>
                  </a:lnTo>
                  <a:lnTo>
                    <a:pt x="229646" y="62383"/>
                  </a:lnTo>
                  <a:lnTo>
                    <a:pt x="273855" y="74393"/>
                  </a:lnTo>
                  <a:lnTo>
                    <a:pt x="314524" y="85441"/>
                  </a:lnTo>
                  <a:lnTo>
                    <a:pt x="352177" y="95669"/>
                  </a:lnTo>
                  <a:lnTo>
                    <a:pt x="387231" y="105192"/>
                  </a:lnTo>
                  <a:lnTo>
                    <a:pt x="420022" y="114100"/>
                  </a:lnTo>
                  <a:lnTo>
                    <a:pt x="450825" y="122467"/>
                  </a:lnTo>
                  <a:lnTo>
                    <a:pt x="479866" y="130356"/>
                  </a:lnTo>
                  <a:lnTo>
                    <a:pt x="507337" y="137819"/>
                  </a:lnTo>
                  <a:lnTo>
                    <a:pt x="533398" y="144898"/>
                  </a:lnTo>
                  <a:lnTo>
                    <a:pt x="558188" y="151632"/>
                  </a:lnTo>
                  <a:lnTo>
                    <a:pt x="581824" y="158053"/>
                  </a:lnTo>
                  <a:lnTo>
                    <a:pt x="604409" y="164189"/>
                  </a:lnTo>
                  <a:lnTo>
                    <a:pt x="626033" y="170063"/>
                  </a:lnTo>
                  <a:lnTo>
                    <a:pt x="646774" y="175697"/>
                  </a:lnTo>
                  <a:lnTo>
                    <a:pt x="666701" y="181110"/>
                  </a:lnTo>
                  <a:lnTo>
                    <a:pt x="685877" y="186319"/>
                  </a:lnTo>
                  <a:lnTo>
                    <a:pt x="704355" y="191339"/>
                  </a:lnTo>
                  <a:lnTo>
                    <a:pt x="722184" y="196182"/>
                  </a:lnTo>
                  <a:lnTo>
                    <a:pt x="739409" y="200861"/>
                  </a:lnTo>
                  <a:lnTo>
                    <a:pt x="756069" y="205387"/>
                  </a:lnTo>
                  <a:lnTo>
                    <a:pt x="772200" y="209769"/>
                  </a:lnTo>
                  <a:lnTo>
                    <a:pt x="787834" y="214016"/>
                  </a:lnTo>
                  <a:lnTo>
                    <a:pt x="803002" y="218137"/>
                  </a:lnTo>
                  <a:lnTo>
                    <a:pt x="817730" y="222138"/>
                  </a:lnTo>
                  <a:lnTo>
                    <a:pt x="832044" y="226026"/>
                  </a:lnTo>
                  <a:lnTo>
                    <a:pt x="845965" y="229808"/>
                  </a:lnTo>
                  <a:lnTo>
                    <a:pt x="859514" y="233488"/>
                  </a:lnTo>
                  <a:lnTo>
                    <a:pt x="872712" y="237074"/>
                  </a:lnTo>
                  <a:lnTo>
                    <a:pt x="885576" y="240568"/>
                  </a:lnTo>
                  <a:lnTo>
                    <a:pt x="898122" y="243976"/>
                  </a:lnTo>
                  <a:lnTo>
                    <a:pt x="910365" y="247302"/>
                  </a:lnTo>
                  <a:lnTo>
                    <a:pt x="922321" y="250550"/>
                  </a:lnTo>
                  <a:lnTo>
                    <a:pt x="934001" y="253723"/>
                  </a:lnTo>
                  <a:lnTo>
                    <a:pt x="945419" y="256825"/>
                  </a:lnTo>
                  <a:lnTo>
                    <a:pt x="956587" y="259858"/>
                  </a:lnTo>
                  <a:lnTo>
                    <a:pt x="967514" y="262827"/>
                  </a:lnTo>
                  <a:lnTo>
                    <a:pt x="978210" y="265732"/>
                  </a:lnTo>
                  <a:lnTo>
                    <a:pt x="988687" y="268578"/>
                  </a:lnTo>
                  <a:lnTo>
                    <a:pt x="998951" y="271367"/>
                  </a:lnTo>
                  <a:lnTo>
                    <a:pt x="1009013" y="274100"/>
                  </a:lnTo>
                  <a:lnTo>
                    <a:pt x="1018879" y="276780"/>
                  </a:lnTo>
                  <a:lnTo>
                    <a:pt x="1028557" y="279409"/>
                  </a:lnTo>
                  <a:lnTo>
                    <a:pt x="1038054" y="281989"/>
                  </a:lnTo>
                  <a:lnTo>
                    <a:pt x="1047377" y="284522"/>
                  </a:lnTo>
                  <a:lnTo>
                    <a:pt x="1056532" y="287009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6" name="pl885"/>
            <p:cNvSpPr/>
            <p:nvPr/>
          </p:nvSpPr>
          <p:spPr>
            <a:xfrm>
              <a:off x="2872139" y="4783278"/>
              <a:ext cx="1056532" cy="37638"/>
            </a:xfrm>
            <a:custGeom>
              <a:avLst/>
              <a:pathLst>
                <a:path w="1056532" h="37638">
                  <a:moveTo>
                    <a:pt x="0" y="0"/>
                  </a:moveTo>
                  <a:lnTo>
                    <a:pt x="67845" y="2416"/>
                  </a:lnTo>
                  <a:lnTo>
                    <a:pt x="127689" y="4548"/>
                  </a:lnTo>
                  <a:lnTo>
                    <a:pt x="181221" y="6455"/>
                  </a:lnTo>
                  <a:lnTo>
                    <a:pt x="229646" y="8181"/>
                  </a:lnTo>
                  <a:lnTo>
                    <a:pt x="273855" y="9756"/>
                  </a:lnTo>
                  <a:lnTo>
                    <a:pt x="314524" y="11204"/>
                  </a:lnTo>
                  <a:lnTo>
                    <a:pt x="352177" y="12546"/>
                  </a:lnTo>
                  <a:lnTo>
                    <a:pt x="387231" y="13795"/>
                  </a:lnTo>
                  <a:lnTo>
                    <a:pt x="420022" y="14963"/>
                  </a:lnTo>
                  <a:lnTo>
                    <a:pt x="450825" y="16060"/>
                  </a:lnTo>
                  <a:lnTo>
                    <a:pt x="479866" y="17095"/>
                  </a:lnTo>
                  <a:lnTo>
                    <a:pt x="507337" y="18073"/>
                  </a:lnTo>
                  <a:lnTo>
                    <a:pt x="533398" y="19002"/>
                  </a:lnTo>
                  <a:lnTo>
                    <a:pt x="558188" y="19885"/>
                  </a:lnTo>
                  <a:lnTo>
                    <a:pt x="581824" y="20727"/>
                  </a:lnTo>
                  <a:lnTo>
                    <a:pt x="604409" y="21531"/>
                  </a:lnTo>
                  <a:lnTo>
                    <a:pt x="626033" y="22302"/>
                  </a:lnTo>
                  <a:lnTo>
                    <a:pt x="646774" y="23041"/>
                  </a:lnTo>
                  <a:lnTo>
                    <a:pt x="666701" y="23751"/>
                  </a:lnTo>
                  <a:lnTo>
                    <a:pt x="685877" y="24434"/>
                  </a:lnTo>
                  <a:lnTo>
                    <a:pt x="704355" y="25092"/>
                  </a:lnTo>
                  <a:lnTo>
                    <a:pt x="722184" y="25727"/>
                  </a:lnTo>
                  <a:lnTo>
                    <a:pt x="739409" y="26341"/>
                  </a:lnTo>
                  <a:lnTo>
                    <a:pt x="756069" y="26934"/>
                  </a:lnTo>
                  <a:lnTo>
                    <a:pt x="772200" y="27509"/>
                  </a:lnTo>
                  <a:lnTo>
                    <a:pt x="787834" y="28066"/>
                  </a:lnTo>
                  <a:lnTo>
                    <a:pt x="803002" y="28606"/>
                  </a:lnTo>
                  <a:lnTo>
                    <a:pt x="817730" y="29131"/>
                  </a:lnTo>
                  <a:lnTo>
                    <a:pt x="832044" y="29641"/>
                  </a:lnTo>
                  <a:lnTo>
                    <a:pt x="845965" y="30137"/>
                  </a:lnTo>
                  <a:lnTo>
                    <a:pt x="859514" y="30620"/>
                  </a:lnTo>
                  <a:lnTo>
                    <a:pt x="872712" y="31090"/>
                  </a:lnTo>
                  <a:lnTo>
                    <a:pt x="885576" y="31548"/>
                  </a:lnTo>
                  <a:lnTo>
                    <a:pt x="898122" y="31995"/>
                  </a:lnTo>
                  <a:lnTo>
                    <a:pt x="910365" y="32431"/>
                  </a:lnTo>
                  <a:lnTo>
                    <a:pt x="922321" y="32857"/>
                  </a:lnTo>
                  <a:lnTo>
                    <a:pt x="934001" y="33273"/>
                  </a:lnTo>
                  <a:lnTo>
                    <a:pt x="945419" y="33680"/>
                  </a:lnTo>
                  <a:lnTo>
                    <a:pt x="956587" y="34078"/>
                  </a:lnTo>
                  <a:lnTo>
                    <a:pt x="967514" y="34467"/>
                  </a:lnTo>
                  <a:lnTo>
                    <a:pt x="978210" y="34848"/>
                  </a:lnTo>
                  <a:lnTo>
                    <a:pt x="988687" y="35221"/>
                  </a:lnTo>
                  <a:lnTo>
                    <a:pt x="998951" y="35587"/>
                  </a:lnTo>
                  <a:lnTo>
                    <a:pt x="1009013" y="35945"/>
                  </a:lnTo>
                  <a:lnTo>
                    <a:pt x="1018879" y="36297"/>
                  </a:lnTo>
                  <a:lnTo>
                    <a:pt x="1028557" y="36642"/>
                  </a:lnTo>
                  <a:lnTo>
                    <a:pt x="1038054" y="36980"/>
                  </a:lnTo>
                  <a:lnTo>
                    <a:pt x="1047377" y="37312"/>
                  </a:lnTo>
                  <a:lnTo>
                    <a:pt x="1056532" y="37638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7" name="pl886"/>
            <p:cNvSpPr/>
            <p:nvPr/>
          </p:nvSpPr>
          <p:spPr>
            <a:xfrm>
              <a:off x="2872139" y="4544672"/>
              <a:ext cx="1056532" cy="241562"/>
            </a:xfrm>
            <a:custGeom>
              <a:avLst/>
              <a:pathLst>
                <a:path w="1056532" h="241562">
                  <a:moveTo>
                    <a:pt x="0" y="0"/>
                  </a:moveTo>
                  <a:lnTo>
                    <a:pt x="67845" y="15511"/>
                  </a:lnTo>
                  <a:lnTo>
                    <a:pt x="127689" y="29194"/>
                  </a:lnTo>
                  <a:lnTo>
                    <a:pt x="181221" y="41433"/>
                  </a:lnTo>
                  <a:lnTo>
                    <a:pt x="229646" y="52505"/>
                  </a:lnTo>
                  <a:lnTo>
                    <a:pt x="273855" y="62613"/>
                  </a:lnTo>
                  <a:lnTo>
                    <a:pt x="314524" y="71911"/>
                  </a:lnTo>
                  <a:lnTo>
                    <a:pt x="352177" y="80520"/>
                  </a:lnTo>
                  <a:lnTo>
                    <a:pt x="387231" y="88535"/>
                  </a:lnTo>
                  <a:lnTo>
                    <a:pt x="420022" y="96032"/>
                  </a:lnTo>
                  <a:lnTo>
                    <a:pt x="450825" y="103075"/>
                  </a:lnTo>
                  <a:lnTo>
                    <a:pt x="479866" y="109715"/>
                  </a:lnTo>
                  <a:lnTo>
                    <a:pt x="507337" y="115995"/>
                  </a:lnTo>
                  <a:lnTo>
                    <a:pt x="533398" y="121954"/>
                  </a:lnTo>
                  <a:lnTo>
                    <a:pt x="558188" y="127622"/>
                  </a:lnTo>
                  <a:lnTo>
                    <a:pt x="581824" y="133026"/>
                  </a:lnTo>
                  <a:lnTo>
                    <a:pt x="604409" y="138190"/>
                  </a:lnTo>
                  <a:lnTo>
                    <a:pt x="626033" y="143134"/>
                  </a:lnTo>
                  <a:lnTo>
                    <a:pt x="646774" y="147876"/>
                  </a:lnTo>
                  <a:lnTo>
                    <a:pt x="666701" y="152432"/>
                  </a:lnTo>
                  <a:lnTo>
                    <a:pt x="685877" y="156816"/>
                  </a:lnTo>
                  <a:lnTo>
                    <a:pt x="704355" y="161041"/>
                  </a:lnTo>
                  <a:lnTo>
                    <a:pt x="722184" y="165117"/>
                  </a:lnTo>
                  <a:lnTo>
                    <a:pt x="739409" y="169056"/>
                  </a:lnTo>
                  <a:lnTo>
                    <a:pt x="756069" y="172865"/>
                  </a:lnTo>
                  <a:lnTo>
                    <a:pt x="772200" y="176553"/>
                  </a:lnTo>
                  <a:lnTo>
                    <a:pt x="787834" y="180128"/>
                  </a:lnTo>
                  <a:lnTo>
                    <a:pt x="803002" y="183595"/>
                  </a:lnTo>
                  <a:lnTo>
                    <a:pt x="817730" y="186963"/>
                  </a:lnTo>
                  <a:lnTo>
                    <a:pt x="832044" y="190235"/>
                  </a:lnTo>
                  <a:lnTo>
                    <a:pt x="845965" y="193418"/>
                  </a:lnTo>
                  <a:lnTo>
                    <a:pt x="859514" y="196516"/>
                  </a:lnTo>
                  <a:lnTo>
                    <a:pt x="872712" y="199534"/>
                  </a:lnTo>
                  <a:lnTo>
                    <a:pt x="885576" y="202475"/>
                  </a:lnTo>
                  <a:lnTo>
                    <a:pt x="898122" y="205343"/>
                  </a:lnTo>
                  <a:lnTo>
                    <a:pt x="910365" y="208143"/>
                  </a:lnTo>
                  <a:lnTo>
                    <a:pt x="922321" y="210876"/>
                  </a:lnTo>
                  <a:lnTo>
                    <a:pt x="934001" y="213547"/>
                  </a:lnTo>
                  <a:lnTo>
                    <a:pt x="945419" y="216157"/>
                  </a:lnTo>
                  <a:lnTo>
                    <a:pt x="956587" y="218710"/>
                  </a:lnTo>
                  <a:lnTo>
                    <a:pt x="967514" y="221209"/>
                  </a:lnTo>
                  <a:lnTo>
                    <a:pt x="978210" y="223654"/>
                  </a:lnTo>
                  <a:lnTo>
                    <a:pt x="988687" y="226050"/>
                  </a:lnTo>
                  <a:lnTo>
                    <a:pt x="998951" y="228397"/>
                  </a:lnTo>
                  <a:lnTo>
                    <a:pt x="1009013" y="230697"/>
                  </a:lnTo>
                  <a:lnTo>
                    <a:pt x="1018879" y="232953"/>
                  </a:lnTo>
                  <a:lnTo>
                    <a:pt x="1028557" y="235166"/>
                  </a:lnTo>
                  <a:lnTo>
                    <a:pt x="1038054" y="237337"/>
                  </a:lnTo>
                  <a:lnTo>
                    <a:pt x="1047377" y="239469"/>
                  </a:lnTo>
                  <a:lnTo>
                    <a:pt x="1056532" y="24156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8" name="pl887"/>
            <p:cNvSpPr/>
            <p:nvPr/>
          </p:nvSpPr>
          <p:spPr>
            <a:xfrm>
              <a:off x="2872139" y="4516201"/>
              <a:ext cx="1056532" cy="489941"/>
            </a:xfrm>
            <a:custGeom>
              <a:avLst/>
              <a:pathLst>
                <a:path w="1056532" h="489941">
                  <a:moveTo>
                    <a:pt x="0" y="0"/>
                  </a:moveTo>
                  <a:lnTo>
                    <a:pt x="67845" y="31461"/>
                  </a:lnTo>
                  <a:lnTo>
                    <a:pt x="127689" y="59212"/>
                  </a:lnTo>
                  <a:lnTo>
                    <a:pt x="181221" y="84036"/>
                  </a:lnTo>
                  <a:lnTo>
                    <a:pt x="229646" y="106493"/>
                  </a:lnTo>
                  <a:lnTo>
                    <a:pt x="273855" y="126993"/>
                  </a:lnTo>
                  <a:lnTo>
                    <a:pt x="314524" y="145852"/>
                  </a:lnTo>
                  <a:lnTo>
                    <a:pt x="352177" y="163313"/>
                  </a:lnTo>
                  <a:lnTo>
                    <a:pt x="387231" y="179569"/>
                  </a:lnTo>
                  <a:lnTo>
                    <a:pt x="420022" y="194775"/>
                  </a:lnTo>
                  <a:lnTo>
                    <a:pt x="450825" y="209059"/>
                  </a:lnTo>
                  <a:lnTo>
                    <a:pt x="479866" y="222526"/>
                  </a:lnTo>
                  <a:lnTo>
                    <a:pt x="507337" y="235265"/>
                  </a:lnTo>
                  <a:lnTo>
                    <a:pt x="533398" y="247350"/>
                  </a:lnTo>
                  <a:lnTo>
                    <a:pt x="558188" y="258846"/>
                  </a:lnTo>
                  <a:lnTo>
                    <a:pt x="581824" y="269806"/>
                  </a:lnTo>
                  <a:lnTo>
                    <a:pt x="604409" y="280280"/>
                  </a:lnTo>
                  <a:lnTo>
                    <a:pt x="626033" y="290307"/>
                  </a:lnTo>
                  <a:lnTo>
                    <a:pt x="646774" y="299925"/>
                  </a:lnTo>
                  <a:lnTo>
                    <a:pt x="666701" y="309166"/>
                  </a:lnTo>
                  <a:lnTo>
                    <a:pt x="685877" y="318058"/>
                  </a:lnTo>
                  <a:lnTo>
                    <a:pt x="704355" y="326627"/>
                  </a:lnTo>
                  <a:lnTo>
                    <a:pt x="722184" y="334895"/>
                  </a:lnTo>
                  <a:lnTo>
                    <a:pt x="739409" y="342882"/>
                  </a:lnTo>
                  <a:lnTo>
                    <a:pt x="756069" y="350608"/>
                  </a:lnTo>
                  <a:lnTo>
                    <a:pt x="772200" y="358088"/>
                  </a:lnTo>
                  <a:lnTo>
                    <a:pt x="787834" y="365339"/>
                  </a:lnTo>
                  <a:lnTo>
                    <a:pt x="803002" y="372372"/>
                  </a:lnTo>
                  <a:lnTo>
                    <a:pt x="817730" y="379202"/>
                  </a:lnTo>
                  <a:lnTo>
                    <a:pt x="832044" y="385840"/>
                  </a:lnTo>
                  <a:lnTo>
                    <a:pt x="845965" y="392295"/>
                  </a:lnTo>
                  <a:lnTo>
                    <a:pt x="859514" y="398578"/>
                  </a:lnTo>
                  <a:lnTo>
                    <a:pt x="872712" y="404699"/>
                  </a:lnTo>
                  <a:lnTo>
                    <a:pt x="885576" y="410664"/>
                  </a:lnTo>
                  <a:lnTo>
                    <a:pt x="898122" y="416482"/>
                  </a:lnTo>
                  <a:lnTo>
                    <a:pt x="910365" y="422159"/>
                  </a:lnTo>
                  <a:lnTo>
                    <a:pt x="922321" y="427703"/>
                  </a:lnTo>
                  <a:lnTo>
                    <a:pt x="934001" y="433120"/>
                  </a:lnTo>
                  <a:lnTo>
                    <a:pt x="945419" y="438415"/>
                  </a:lnTo>
                  <a:lnTo>
                    <a:pt x="956587" y="443593"/>
                  </a:lnTo>
                  <a:lnTo>
                    <a:pt x="967514" y="448660"/>
                  </a:lnTo>
                  <a:lnTo>
                    <a:pt x="978210" y="453621"/>
                  </a:lnTo>
                  <a:lnTo>
                    <a:pt x="988687" y="458479"/>
                  </a:lnTo>
                  <a:lnTo>
                    <a:pt x="998951" y="463239"/>
                  </a:lnTo>
                  <a:lnTo>
                    <a:pt x="1009013" y="467905"/>
                  </a:lnTo>
                  <a:lnTo>
                    <a:pt x="1018879" y="472480"/>
                  </a:lnTo>
                  <a:lnTo>
                    <a:pt x="1028557" y="476968"/>
                  </a:lnTo>
                  <a:lnTo>
                    <a:pt x="1038054" y="481372"/>
                  </a:lnTo>
                  <a:lnTo>
                    <a:pt x="1047377" y="485695"/>
                  </a:lnTo>
                  <a:lnTo>
                    <a:pt x="1056532" y="48994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8"/>
            <p:cNvSpPr/>
            <p:nvPr/>
          </p:nvSpPr>
          <p:spPr>
            <a:xfrm>
              <a:off x="2872139" y="4960115"/>
              <a:ext cx="1056532" cy="14084"/>
            </a:xfrm>
            <a:custGeom>
              <a:avLst/>
              <a:pathLst>
                <a:path w="1056532" h="14084">
                  <a:moveTo>
                    <a:pt x="0" y="0"/>
                  </a:moveTo>
                  <a:lnTo>
                    <a:pt x="67845" y="904"/>
                  </a:lnTo>
                  <a:lnTo>
                    <a:pt x="127689" y="1702"/>
                  </a:lnTo>
                  <a:lnTo>
                    <a:pt x="181221" y="2415"/>
                  </a:lnTo>
                  <a:lnTo>
                    <a:pt x="229646" y="3061"/>
                  </a:lnTo>
                  <a:lnTo>
                    <a:pt x="273855" y="3650"/>
                  </a:lnTo>
                  <a:lnTo>
                    <a:pt x="314524" y="4193"/>
                  </a:lnTo>
                  <a:lnTo>
                    <a:pt x="352177" y="4694"/>
                  </a:lnTo>
                  <a:lnTo>
                    <a:pt x="387231" y="5162"/>
                  </a:lnTo>
                  <a:lnTo>
                    <a:pt x="420022" y="5599"/>
                  </a:lnTo>
                  <a:lnTo>
                    <a:pt x="450825" y="6010"/>
                  </a:lnTo>
                  <a:lnTo>
                    <a:pt x="479866" y="6397"/>
                  </a:lnTo>
                  <a:lnTo>
                    <a:pt x="507337" y="6763"/>
                  </a:lnTo>
                  <a:lnTo>
                    <a:pt x="533398" y="7110"/>
                  </a:lnTo>
                  <a:lnTo>
                    <a:pt x="558188" y="7441"/>
                  </a:lnTo>
                  <a:lnTo>
                    <a:pt x="581824" y="7756"/>
                  </a:lnTo>
                  <a:lnTo>
                    <a:pt x="604409" y="8057"/>
                  </a:lnTo>
                  <a:lnTo>
                    <a:pt x="626033" y="8345"/>
                  </a:lnTo>
                  <a:lnTo>
                    <a:pt x="646774" y="8622"/>
                  </a:lnTo>
                  <a:lnTo>
                    <a:pt x="666701" y="8887"/>
                  </a:lnTo>
                  <a:lnTo>
                    <a:pt x="685877" y="9143"/>
                  </a:lnTo>
                  <a:lnTo>
                    <a:pt x="704355" y="9389"/>
                  </a:lnTo>
                  <a:lnTo>
                    <a:pt x="722184" y="9627"/>
                  </a:lnTo>
                  <a:lnTo>
                    <a:pt x="739409" y="9857"/>
                  </a:lnTo>
                  <a:lnTo>
                    <a:pt x="756069" y="10079"/>
                  </a:lnTo>
                  <a:lnTo>
                    <a:pt x="772200" y="10294"/>
                  </a:lnTo>
                  <a:lnTo>
                    <a:pt x="787834" y="10502"/>
                  </a:lnTo>
                  <a:lnTo>
                    <a:pt x="803002" y="10705"/>
                  </a:lnTo>
                  <a:lnTo>
                    <a:pt x="817730" y="10901"/>
                  </a:lnTo>
                  <a:lnTo>
                    <a:pt x="832044" y="11092"/>
                  </a:lnTo>
                  <a:lnTo>
                    <a:pt x="845965" y="11277"/>
                  </a:lnTo>
                  <a:lnTo>
                    <a:pt x="859514" y="11458"/>
                  </a:lnTo>
                  <a:lnTo>
                    <a:pt x="872712" y="11634"/>
                  </a:lnTo>
                  <a:lnTo>
                    <a:pt x="885576" y="11805"/>
                  </a:lnTo>
                  <a:lnTo>
                    <a:pt x="898122" y="11973"/>
                  </a:lnTo>
                  <a:lnTo>
                    <a:pt x="910365" y="12136"/>
                  </a:lnTo>
                  <a:lnTo>
                    <a:pt x="922321" y="12295"/>
                  </a:lnTo>
                  <a:lnTo>
                    <a:pt x="934001" y="12451"/>
                  </a:lnTo>
                  <a:lnTo>
                    <a:pt x="945419" y="12603"/>
                  </a:lnTo>
                  <a:lnTo>
                    <a:pt x="956587" y="12752"/>
                  </a:lnTo>
                  <a:lnTo>
                    <a:pt x="967514" y="12898"/>
                  </a:lnTo>
                  <a:lnTo>
                    <a:pt x="978210" y="13040"/>
                  </a:lnTo>
                  <a:lnTo>
                    <a:pt x="988687" y="13180"/>
                  </a:lnTo>
                  <a:lnTo>
                    <a:pt x="998951" y="13317"/>
                  </a:lnTo>
                  <a:lnTo>
                    <a:pt x="1009013" y="13451"/>
                  </a:lnTo>
                  <a:lnTo>
                    <a:pt x="1018879" y="13582"/>
                  </a:lnTo>
                  <a:lnTo>
                    <a:pt x="1028557" y="13711"/>
                  </a:lnTo>
                  <a:lnTo>
                    <a:pt x="1038054" y="13838"/>
                  </a:lnTo>
                  <a:lnTo>
                    <a:pt x="1047377" y="13962"/>
                  </a:lnTo>
                  <a:lnTo>
                    <a:pt x="1056532" y="1408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2872139" y="4747038"/>
              <a:ext cx="1056532" cy="73364"/>
            </a:xfrm>
            <a:custGeom>
              <a:avLst/>
              <a:pathLst>
                <a:path w="1056532" h="73364">
                  <a:moveTo>
                    <a:pt x="0" y="73364"/>
                  </a:moveTo>
                  <a:lnTo>
                    <a:pt x="67845" y="68653"/>
                  </a:lnTo>
                  <a:lnTo>
                    <a:pt x="127689" y="64497"/>
                  </a:lnTo>
                  <a:lnTo>
                    <a:pt x="181221" y="60780"/>
                  </a:lnTo>
                  <a:lnTo>
                    <a:pt x="229646" y="57417"/>
                  </a:lnTo>
                  <a:lnTo>
                    <a:pt x="273855" y="54348"/>
                  </a:lnTo>
                  <a:lnTo>
                    <a:pt x="314524" y="51524"/>
                  </a:lnTo>
                  <a:lnTo>
                    <a:pt x="352177" y="48909"/>
                  </a:lnTo>
                  <a:lnTo>
                    <a:pt x="387231" y="46475"/>
                  </a:lnTo>
                  <a:lnTo>
                    <a:pt x="420022" y="44198"/>
                  </a:lnTo>
                  <a:lnTo>
                    <a:pt x="450825" y="42059"/>
                  </a:lnTo>
                  <a:lnTo>
                    <a:pt x="479866" y="40042"/>
                  </a:lnTo>
                  <a:lnTo>
                    <a:pt x="507337" y="38135"/>
                  </a:lnTo>
                  <a:lnTo>
                    <a:pt x="533398" y="36325"/>
                  </a:lnTo>
                  <a:lnTo>
                    <a:pt x="558188" y="34604"/>
                  </a:lnTo>
                  <a:lnTo>
                    <a:pt x="581824" y="32963"/>
                  </a:lnTo>
                  <a:lnTo>
                    <a:pt x="604409" y="31394"/>
                  </a:lnTo>
                  <a:lnTo>
                    <a:pt x="626033" y="29893"/>
                  </a:lnTo>
                  <a:lnTo>
                    <a:pt x="646774" y="28453"/>
                  </a:lnTo>
                  <a:lnTo>
                    <a:pt x="666701" y="27069"/>
                  </a:lnTo>
                  <a:lnTo>
                    <a:pt x="685877" y="25737"/>
                  </a:lnTo>
                  <a:lnTo>
                    <a:pt x="704355" y="24454"/>
                  </a:lnTo>
                  <a:lnTo>
                    <a:pt x="722184" y="23216"/>
                  </a:lnTo>
                  <a:lnTo>
                    <a:pt x="739409" y="22020"/>
                  </a:lnTo>
                  <a:lnTo>
                    <a:pt x="756069" y="20863"/>
                  </a:lnTo>
                  <a:lnTo>
                    <a:pt x="772200" y="19743"/>
                  </a:lnTo>
                  <a:lnTo>
                    <a:pt x="787834" y="18658"/>
                  </a:lnTo>
                  <a:lnTo>
                    <a:pt x="803002" y="17604"/>
                  </a:lnTo>
                  <a:lnTo>
                    <a:pt x="817730" y="16582"/>
                  </a:lnTo>
                  <a:lnTo>
                    <a:pt x="832044" y="15588"/>
                  </a:lnTo>
                  <a:lnTo>
                    <a:pt x="845965" y="14621"/>
                  </a:lnTo>
                  <a:lnTo>
                    <a:pt x="859514" y="13680"/>
                  </a:lnTo>
                  <a:lnTo>
                    <a:pt x="872712" y="12764"/>
                  </a:lnTo>
                  <a:lnTo>
                    <a:pt x="885576" y="11870"/>
                  </a:lnTo>
                  <a:lnTo>
                    <a:pt x="898122" y="10999"/>
                  </a:lnTo>
                  <a:lnTo>
                    <a:pt x="910365" y="10149"/>
                  </a:lnTo>
                  <a:lnTo>
                    <a:pt x="922321" y="9319"/>
                  </a:lnTo>
                  <a:lnTo>
                    <a:pt x="934001" y="8508"/>
                  </a:lnTo>
                  <a:lnTo>
                    <a:pt x="945419" y="7715"/>
                  </a:lnTo>
                  <a:lnTo>
                    <a:pt x="956587" y="6940"/>
                  </a:lnTo>
                  <a:lnTo>
                    <a:pt x="967514" y="6181"/>
                  </a:lnTo>
                  <a:lnTo>
                    <a:pt x="978210" y="5438"/>
                  </a:lnTo>
                  <a:lnTo>
                    <a:pt x="988687" y="4711"/>
                  </a:lnTo>
                  <a:lnTo>
                    <a:pt x="998951" y="3998"/>
                  </a:lnTo>
                  <a:lnTo>
                    <a:pt x="1009013" y="3299"/>
                  </a:lnTo>
                  <a:lnTo>
                    <a:pt x="1018879" y="2614"/>
                  </a:lnTo>
                  <a:lnTo>
                    <a:pt x="1028557" y="1942"/>
                  </a:lnTo>
                  <a:lnTo>
                    <a:pt x="1038054" y="1283"/>
                  </a:lnTo>
                  <a:lnTo>
                    <a:pt x="1047377" y="635"/>
                  </a:lnTo>
                  <a:lnTo>
                    <a:pt x="105653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2872139" y="4453468"/>
              <a:ext cx="1056532" cy="312223"/>
            </a:xfrm>
            <a:custGeom>
              <a:avLst/>
              <a:pathLst>
                <a:path w="1056532" h="312223">
                  <a:moveTo>
                    <a:pt x="0" y="0"/>
                  </a:moveTo>
                  <a:lnTo>
                    <a:pt x="67845" y="20049"/>
                  </a:lnTo>
                  <a:lnTo>
                    <a:pt x="127689" y="37734"/>
                  </a:lnTo>
                  <a:lnTo>
                    <a:pt x="181221" y="53554"/>
                  </a:lnTo>
                  <a:lnTo>
                    <a:pt x="229646" y="67864"/>
                  </a:lnTo>
                  <a:lnTo>
                    <a:pt x="273855" y="80929"/>
                  </a:lnTo>
                  <a:lnTo>
                    <a:pt x="314524" y="92947"/>
                  </a:lnTo>
                  <a:lnTo>
                    <a:pt x="352177" y="104074"/>
                  </a:lnTo>
                  <a:lnTo>
                    <a:pt x="387231" y="114433"/>
                  </a:lnTo>
                  <a:lnTo>
                    <a:pt x="420022" y="124124"/>
                  </a:lnTo>
                  <a:lnTo>
                    <a:pt x="450825" y="133226"/>
                  </a:lnTo>
                  <a:lnTo>
                    <a:pt x="479866" y="141809"/>
                  </a:lnTo>
                  <a:lnTo>
                    <a:pt x="507337" y="149927"/>
                  </a:lnTo>
                  <a:lnTo>
                    <a:pt x="533398" y="157628"/>
                  </a:lnTo>
                  <a:lnTo>
                    <a:pt x="558188" y="164954"/>
                  </a:lnTo>
                  <a:lnTo>
                    <a:pt x="581824" y="171939"/>
                  </a:lnTo>
                  <a:lnTo>
                    <a:pt x="604409" y="178613"/>
                  </a:lnTo>
                  <a:lnTo>
                    <a:pt x="626033" y="185003"/>
                  </a:lnTo>
                  <a:lnTo>
                    <a:pt x="646774" y="191133"/>
                  </a:lnTo>
                  <a:lnTo>
                    <a:pt x="666701" y="197022"/>
                  </a:lnTo>
                  <a:lnTo>
                    <a:pt x="685877" y="202688"/>
                  </a:lnTo>
                  <a:lnTo>
                    <a:pt x="704355" y="208149"/>
                  </a:lnTo>
                  <a:lnTo>
                    <a:pt x="722184" y="213418"/>
                  </a:lnTo>
                  <a:lnTo>
                    <a:pt x="739409" y="218508"/>
                  </a:lnTo>
                  <a:lnTo>
                    <a:pt x="756069" y="223431"/>
                  </a:lnTo>
                  <a:lnTo>
                    <a:pt x="772200" y="228198"/>
                  </a:lnTo>
                  <a:lnTo>
                    <a:pt x="787834" y="232819"/>
                  </a:lnTo>
                  <a:lnTo>
                    <a:pt x="803002" y="237301"/>
                  </a:lnTo>
                  <a:lnTo>
                    <a:pt x="817730" y="241653"/>
                  </a:lnTo>
                  <a:lnTo>
                    <a:pt x="832044" y="245883"/>
                  </a:lnTo>
                  <a:lnTo>
                    <a:pt x="845965" y="249997"/>
                  </a:lnTo>
                  <a:lnTo>
                    <a:pt x="859514" y="254001"/>
                  </a:lnTo>
                  <a:lnTo>
                    <a:pt x="872712" y="257901"/>
                  </a:lnTo>
                  <a:lnTo>
                    <a:pt x="885576" y="261703"/>
                  </a:lnTo>
                  <a:lnTo>
                    <a:pt x="898122" y="265410"/>
                  </a:lnTo>
                  <a:lnTo>
                    <a:pt x="910365" y="269029"/>
                  </a:lnTo>
                  <a:lnTo>
                    <a:pt x="922321" y="272562"/>
                  </a:lnTo>
                  <a:lnTo>
                    <a:pt x="934001" y="276013"/>
                  </a:lnTo>
                  <a:lnTo>
                    <a:pt x="945419" y="279388"/>
                  </a:lnTo>
                  <a:lnTo>
                    <a:pt x="956587" y="282688"/>
                  </a:lnTo>
                  <a:lnTo>
                    <a:pt x="967514" y="285917"/>
                  </a:lnTo>
                  <a:lnTo>
                    <a:pt x="978210" y="289078"/>
                  </a:lnTo>
                  <a:lnTo>
                    <a:pt x="988687" y="292174"/>
                  </a:lnTo>
                  <a:lnTo>
                    <a:pt x="998951" y="295207"/>
                  </a:lnTo>
                  <a:lnTo>
                    <a:pt x="1009013" y="298181"/>
                  </a:lnTo>
                  <a:lnTo>
                    <a:pt x="1018879" y="301096"/>
                  </a:lnTo>
                  <a:lnTo>
                    <a:pt x="1028557" y="303956"/>
                  </a:lnTo>
                  <a:lnTo>
                    <a:pt x="1038054" y="306763"/>
                  </a:lnTo>
                  <a:lnTo>
                    <a:pt x="1047377" y="309518"/>
                  </a:lnTo>
                  <a:lnTo>
                    <a:pt x="1056532" y="31222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2" name="rc891"/>
            <p:cNvSpPr/>
            <p:nvPr/>
          </p:nvSpPr>
          <p:spPr>
            <a:xfrm>
              <a:off x="2806669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2806669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tx893"/>
            <p:cNvSpPr/>
            <p:nvPr/>
          </p:nvSpPr>
          <p:spPr>
            <a:xfrm rot="-5400000">
              <a:off x="2616642" y="516894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895" name="tx894"/>
            <p:cNvSpPr/>
            <p:nvPr/>
          </p:nvSpPr>
          <p:spPr>
            <a:xfrm rot="-5400000">
              <a:off x="2616642" y="480293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896" name="tx895"/>
            <p:cNvSpPr/>
            <p:nvPr/>
          </p:nvSpPr>
          <p:spPr>
            <a:xfrm rot="-5400000">
              <a:off x="2616642" y="443692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897" name="pl896"/>
            <p:cNvSpPr/>
            <p:nvPr/>
          </p:nvSpPr>
          <p:spPr>
            <a:xfrm>
              <a:off x="2775038" y="52099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2775038" y="484394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2775038" y="447793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899"/>
            <p:cNvSpPr/>
            <p:nvPr/>
          </p:nvSpPr>
          <p:spPr>
            <a:xfrm>
              <a:off x="2806669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287213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322431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357649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3"/>
            <p:cNvSpPr/>
            <p:nvPr/>
          </p:nvSpPr>
          <p:spPr>
            <a:xfrm>
              <a:off x="392867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tx904"/>
            <p:cNvSpPr/>
            <p:nvPr/>
          </p:nvSpPr>
          <p:spPr>
            <a:xfrm>
              <a:off x="284036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06" name="tx905"/>
            <p:cNvSpPr/>
            <p:nvPr/>
          </p:nvSpPr>
          <p:spPr>
            <a:xfrm>
              <a:off x="319254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07" name="tx906"/>
            <p:cNvSpPr/>
            <p:nvPr/>
          </p:nvSpPr>
          <p:spPr>
            <a:xfrm>
              <a:off x="354471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08" name="tx907"/>
            <p:cNvSpPr/>
            <p:nvPr/>
          </p:nvSpPr>
          <p:spPr>
            <a:xfrm>
              <a:off x="3896896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09" name="tx908"/>
            <p:cNvSpPr/>
            <p:nvPr/>
          </p:nvSpPr>
          <p:spPr>
            <a:xfrm>
              <a:off x="3118614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10" name="tx909"/>
            <p:cNvSpPr/>
            <p:nvPr/>
          </p:nvSpPr>
          <p:spPr>
            <a:xfrm>
              <a:off x="2806669" y="3937978"/>
              <a:ext cx="37252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911" name="rc910"/>
            <p:cNvSpPr/>
            <p:nvPr/>
          </p:nvSpPr>
          <p:spPr>
            <a:xfrm>
              <a:off x="4270675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337100" y="506063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330329" y="493300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330447" y="508006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329200" y="431385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334571" y="483210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330823" y="463951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342918" y="522252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324559" y="493298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4296670" y="482427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4328241" y="449292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4690310" y="479043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4648411" y="455715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4658457" y="506503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4679629" y="51261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4677348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4664430" y="433299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4680090" y="518034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4674532" y="509710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4669858" y="513833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4659691" y="505074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4662530" y="501242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4654548" y="515651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4645170" y="491196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4653403" y="494428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4667253" y="471875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4681196" y="482509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4670043" y="515865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4666716" y="503437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5003716" y="506473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4992872" y="501767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010134" y="501775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036852" y="498607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028965" y="499696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012130" y="507107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029768" y="504321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016807" y="475944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031015" y="511252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038209" y="485815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001460" y="508964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4995322" y="490742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032728" y="508037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009483" y="511799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037226" y="466656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4992860" y="503688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4990670" y="479923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022038" y="495538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036599" y="485053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4990874" y="486047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43919" y="515410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358391" y="497087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370500" y="481185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386214" y="496283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5379844" y="484183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5364955" y="503582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5336564" y="493426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5353998" y="504497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5375920" y="477257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5352999" y="47950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5378337" y="498512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5360270" y="508149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5359391" y="492541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5339162" y="50916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5336757" y="491291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5382113" y="513948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5376955" y="468880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5371739" y="507888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5358065" y="503768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5376167" y="493517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5377119" y="485967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5344034" y="494689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5382203" y="499453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5377580" y="506143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4349242" y="4824711"/>
              <a:ext cx="1040795" cy="215013"/>
            </a:xfrm>
            <a:custGeom>
              <a:avLst/>
              <a:pathLst>
                <a:path w="1040795" h="215013">
                  <a:moveTo>
                    <a:pt x="0" y="0"/>
                  </a:moveTo>
                  <a:lnTo>
                    <a:pt x="66834" y="13807"/>
                  </a:lnTo>
                  <a:lnTo>
                    <a:pt x="125787" y="25985"/>
                  </a:lnTo>
                  <a:lnTo>
                    <a:pt x="178521" y="36880"/>
                  </a:lnTo>
                  <a:lnTo>
                    <a:pt x="226226" y="46735"/>
                  </a:lnTo>
                  <a:lnTo>
                    <a:pt x="269776" y="55732"/>
                  </a:lnTo>
                  <a:lnTo>
                    <a:pt x="309839" y="64008"/>
                  </a:lnTo>
                  <a:lnTo>
                    <a:pt x="346931" y="71671"/>
                  </a:lnTo>
                  <a:lnTo>
                    <a:pt x="381464" y="78804"/>
                  </a:lnTo>
                  <a:lnTo>
                    <a:pt x="413766" y="85478"/>
                  </a:lnTo>
                  <a:lnTo>
                    <a:pt x="444110" y="91746"/>
                  </a:lnTo>
                  <a:lnTo>
                    <a:pt x="472719" y="97656"/>
                  </a:lnTo>
                  <a:lnTo>
                    <a:pt x="499780" y="103247"/>
                  </a:lnTo>
                  <a:lnTo>
                    <a:pt x="525453" y="108551"/>
                  </a:lnTo>
                  <a:lnTo>
                    <a:pt x="549874" y="113596"/>
                  </a:lnTo>
                  <a:lnTo>
                    <a:pt x="573158" y="118406"/>
                  </a:lnTo>
                  <a:lnTo>
                    <a:pt x="595406" y="123002"/>
                  </a:lnTo>
                  <a:lnTo>
                    <a:pt x="616708" y="127403"/>
                  </a:lnTo>
                  <a:lnTo>
                    <a:pt x="637140" y="131624"/>
                  </a:lnTo>
                  <a:lnTo>
                    <a:pt x="656771" y="135679"/>
                  </a:lnTo>
                  <a:lnTo>
                    <a:pt x="675661" y="139581"/>
                  </a:lnTo>
                  <a:lnTo>
                    <a:pt x="693863" y="143342"/>
                  </a:lnTo>
                  <a:lnTo>
                    <a:pt x="711427" y="146970"/>
                  </a:lnTo>
                  <a:lnTo>
                    <a:pt x="728395" y="150476"/>
                  </a:lnTo>
                  <a:lnTo>
                    <a:pt x="744807" y="153866"/>
                  </a:lnTo>
                  <a:lnTo>
                    <a:pt x="760698" y="157149"/>
                  </a:lnTo>
                  <a:lnTo>
                    <a:pt x="776100" y="160331"/>
                  </a:lnTo>
                  <a:lnTo>
                    <a:pt x="791042" y="163417"/>
                  </a:lnTo>
                  <a:lnTo>
                    <a:pt x="805550" y="166415"/>
                  </a:lnTo>
                  <a:lnTo>
                    <a:pt x="819650" y="169328"/>
                  </a:lnTo>
                  <a:lnTo>
                    <a:pt x="833364" y="172161"/>
                  </a:lnTo>
                  <a:lnTo>
                    <a:pt x="846712" y="174918"/>
                  </a:lnTo>
                  <a:lnTo>
                    <a:pt x="859713" y="177604"/>
                  </a:lnTo>
                  <a:lnTo>
                    <a:pt x="872385" y="180222"/>
                  </a:lnTo>
                  <a:lnTo>
                    <a:pt x="884744" y="182775"/>
                  </a:lnTo>
                  <a:lnTo>
                    <a:pt x="896805" y="185267"/>
                  </a:lnTo>
                  <a:lnTo>
                    <a:pt x="908583" y="187700"/>
                  </a:lnTo>
                  <a:lnTo>
                    <a:pt x="920090" y="190077"/>
                  </a:lnTo>
                  <a:lnTo>
                    <a:pt x="931338" y="192401"/>
                  </a:lnTo>
                  <a:lnTo>
                    <a:pt x="942338" y="194673"/>
                  </a:lnTo>
                  <a:lnTo>
                    <a:pt x="953103" y="196897"/>
                  </a:lnTo>
                  <a:lnTo>
                    <a:pt x="963640" y="199074"/>
                  </a:lnTo>
                  <a:lnTo>
                    <a:pt x="973961" y="201206"/>
                  </a:lnTo>
                  <a:lnTo>
                    <a:pt x="984072" y="203295"/>
                  </a:lnTo>
                  <a:lnTo>
                    <a:pt x="993984" y="205342"/>
                  </a:lnTo>
                  <a:lnTo>
                    <a:pt x="1003703" y="207350"/>
                  </a:lnTo>
                  <a:lnTo>
                    <a:pt x="1013237" y="209320"/>
                  </a:lnTo>
                  <a:lnTo>
                    <a:pt x="1022593" y="211253"/>
                  </a:lnTo>
                  <a:lnTo>
                    <a:pt x="1031777" y="213150"/>
                  </a:lnTo>
                  <a:lnTo>
                    <a:pt x="1040795" y="21501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4349242" y="4406958"/>
              <a:ext cx="1040795" cy="704174"/>
            </a:xfrm>
            <a:custGeom>
              <a:avLst/>
              <a:pathLst>
                <a:path w="1040795" h="704174">
                  <a:moveTo>
                    <a:pt x="0" y="0"/>
                  </a:moveTo>
                  <a:lnTo>
                    <a:pt x="66834" y="45218"/>
                  </a:lnTo>
                  <a:lnTo>
                    <a:pt x="125787" y="85104"/>
                  </a:lnTo>
                  <a:lnTo>
                    <a:pt x="178521" y="120783"/>
                  </a:lnTo>
                  <a:lnTo>
                    <a:pt x="226226" y="153058"/>
                  </a:lnTo>
                  <a:lnTo>
                    <a:pt x="269776" y="182523"/>
                  </a:lnTo>
                  <a:lnTo>
                    <a:pt x="309839" y="209629"/>
                  </a:lnTo>
                  <a:lnTo>
                    <a:pt x="346931" y="234724"/>
                  </a:lnTo>
                  <a:lnTo>
                    <a:pt x="381464" y="258088"/>
                  </a:lnTo>
                  <a:lnTo>
                    <a:pt x="413766" y="279943"/>
                  </a:lnTo>
                  <a:lnTo>
                    <a:pt x="444110" y="300473"/>
                  </a:lnTo>
                  <a:lnTo>
                    <a:pt x="472719" y="319829"/>
                  </a:lnTo>
                  <a:lnTo>
                    <a:pt x="499780" y="338138"/>
                  </a:lnTo>
                  <a:lnTo>
                    <a:pt x="525453" y="355508"/>
                  </a:lnTo>
                  <a:lnTo>
                    <a:pt x="549874" y="372030"/>
                  </a:lnTo>
                  <a:lnTo>
                    <a:pt x="573158" y="387783"/>
                  </a:lnTo>
                  <a:lnTo>
                    <a:pt x="595406" y="402836"/>
                  </a:lnTo>
                  <a:lnTo>
                    <a:pt x="616708" y="417248"/>
                  </a:lnTo>
                  <a:lnTo>
                    <a:pt x="637140" y="431072"/>
                  </a:lnTo>
                  <a:lnTo>
                    <a:pt x="656771" y="444354"/>
                  </a:lnTo>
                  <a:lnTo>
                    <a:pt x="675661" y="457134"/>
                  </a:lnTo>
                  <a:lnTo>
                    <a:pt x="693863" y="469449"/>
                  </a:lnTo>
                  <a:lnTo>
                    <a:pt x="711427" y="481333"/>
                  </a:lnTo>
                  <a:lnTo>
                    <a:pt x="728395" y="492813"/>
                  </a:lnTo>
                  <a:lnTo>
                    <a:pt x="744807" y="503917"/>
                  </a:lnTo>
                  <a:lnTo>
                    <a:pt x="760698" y="514668"/>
                  </a:lnTo>
                  <a:lnTo>
                    <a:pt x="776100" y="525088"/>
                  </a:lnTo>
                  <a:lnTo>
                    <a:pt x="791042" y="535198"/>
                  </a:lnTo>
                  <a:lnTo>
                    <a:pt x="805550" y="545014"/>
                  </a:lnTo>
                  <a:lnTo>
                    <a:pt x="819650" y="554554"/>
                  </a:lnTo>
                  <a:lnTo>
                    <a:pt x="833364" y="563832"/>
                  </a:lnTo>
                  <a:lnTo>
                    <a:pt x="846712" y="572863"/>
                  </a:lnTo>
                  <a:lnTo>
                    <a:pt x="859713" y="581659"/>
                  </a:lnTo>
                  <a:lnTo>
                    <a:pt x="872385" y="590233"/>
                  </a:lnTo>
                  <a:lnTo>
                    <a:pt x="884744" y="598594"/>
                  </a:lnTo>
                  <a:lnTo>
                    <a:pt x="896805" y="606755"/>
                  </a:lnTo>
                  <a:lnTo>
                    <a:pt x="908583" y="614723"/>
                  </a:lnTo>
                  <a:lnTo>
                    <a:pt x="920090" y="622508"/>
                  </a:lnTo>
                  <a:lnTo>
                    <a:pt x="931338" y="630118"/>
                  </a:lnTo>
                  <a:lnTo>
                    <a:pt x="942338" y="637561"/>
                  </a:lnTo>
                  <a:lnTo>
                    <a:pt x="953103" y="644844"/>
                  </a:lnTo>
                  <a:lnTo>
                    <a:pt x="963640" y="651973"/>
                  </a:lnTo>
                  <a:lnTo>
                    <a:pt x="973961" y="658956"/>
                  </a:lnTo>
                  <a:lnTo>
                    <a:pt x="984072" y="665797"/>
                  </a:lnTo>
                  <a:lnTo>
                    <a:pt x="993984" y="672503"/>
                  </a:lnTo>
                  <a:lnTo>
                    <a:pt x="1003703" y="679079"/>
                  </a:lnTo>
                  <a:lnTo>
                    <a:pt x="1013237" y="685529"/>
                  </a:lnTo>
                  <a:lnTo>
                    <a:pt x="1022593" y="691859"/>
                  </a:lnTo>
                  <a:lnTo>
                    <a:pt x="1031777" y="698073"/>
                  </a:lnTo>
                  <a:lnTo>
                    <a:pt x="1040795" y="70417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4349242" y="5056777"/>
              <a:ext cx="1040795" cy="43434"/>
            </a:xfrm>
            <a:custGeom>
              <a:avLst/>
              <a:pathLst>
                <a:path w="1040795" h="43434">
                  <a:moveTo>
                    <a:pt x="0" y="43434"/>
                  </a:moveTo>
                  <a:lnTo>
                    <a:pt x="66834" y="40645"/>
                  </a:lnTo>
                  <a:lnTo>
                    <a:pt x="125787" y="38185"/>
                  </a:lnTo>
                  <a:lnTo>
                    <a:pt x="178521" y="35984"/>
                  </a:lnTo>
                  <a:lnTo>
                    <a:pt x="226226" y="33993"/>
                  </a:lnTo>
                  <a:lnTo>
                    <a:pt x="269776" y="32176"/>
                  </a:lnTo>
                  <a:lnTo>
                    <a:pt x="309839" y="30504"/>
                  </a:lnTo>
                  <a:lnTo>
                    <a:pt x="346931" y="28956"/>
                  </a:lnTo>
                  <a:lnTo>
                    <a:pt x="381464" y="27515"/>
                  </a:lnTo>
                  <a:lnTo>
                    <a:pt x="413766" y="26167"/>
                  </a:lnTo>
                  <a:lnTo>
                    <a:pt x="444110" y="24900"/>
                  </a:lnTo>
                  <a:lnTo>
                    <a:pt x="472719" y="23706"/>
                  </a:lnTo>
                  <a:lnTo>
                    <a:pt x="499780" y="22577"/>
                  </a:lnTo>
                  <a:lnTo>
                    <a:pt x="525453" y="21506"/>
                  </a:lnTo>
                  <a:lnTo>
                    <a:pt x="549874" y="20487"/>
                  </a:lnTo>
                  <a:lnTo>
                    <a:pt x="573158" y="19515"/>
                  </a:lnTo>
                  <a:lnTo>
                    <a:pt x="595406" y="18586"/>
                  </a:lnTo>
                  <a:lnTo>
                    <a:pt x="616708" y="17697"/>
                  </a:lnTo>
                  <a:lnTo>
                    <a:pt x="637140" y="16845"/>
                  </a:lnTo>
                  <a:lnTo>
                    <a:pt x="656771" y="16026"/>
                  </a:lnTo>
                  <a:lnTo>
                    <a:pt x="675661" y="15237"/>
                  </a:lnTo>
                  <a:lnTo>
                    <a:pt x="693863" y="14478"/>
                  </a:lnTo>
                  <a:lnTo>
                    <a:pt x="711427" y="13745"/>
                  </a:lnTo>
                  <a:lnTo>
                    <a:pt x="728395" y="13037"/>
                  </a:lnTo>
                  <a:lnTo>
                    <a:pt x="744807" y="12352"/>
                  </a:lnTo>
                  <a:lnTo>
                    <a:pt x="760698" y="11688"/>
                  </a:lnTo>
                  <a:lnTo>
                    <a:pt x="776100" y="11046"/>
                  </a:lnTo>
                  <a:lnTo>
                    <a:pt x="791042" y="10422"/>
                  </a:lnTo>
                  <a:lnTo>
                    <a:pt x="805550" y="9817"/>
                  </a:lnTo>
                  <a:lnTo>
                    <a:pt x="819650" y="9228"/>
                  </a:lnTo>
                  <a:lnTo>
                    <a:pt x="833364" y="8656"/>
                  </a:lnTo>
                  <a:lnTo>
                    <a:pt x="846712" y="8099"/>
                  </a:lnTo>
                  <a:lnTo>
                    <a:pt x="859713" y="7556"/>
                  </a:lnTo>
                  <a:lnTo>
                    <a:pt x="872385" y="7028"/>
                  </a:lnTo>
                  <a:lnTo>
                    <a:pt x="884744" y="6512"/>
                  </a:lnTo>
                  <a:lnTo>
                    <a:pt x="896805" y="6008"/>
                  </a:lnTo>
                  <a:lnTo>
                    <a:pt x="908583" y="5517"/>
                  </a:lnTo>
                  <a:lnTo>
                    <a:pt x="920090" y="5037"/>
                  </a:lnTo>
                  <a:lnTo>
                    <a:pt x="931338" y="4567"/>
                  </a:lnTo>
                  <a:lnTo>
                    <a:pt x="942338" y="4108"/>
                  </a:lnTo>
                  <a:lnTo>
                    <a:pt x="953103" y="3659"/>
                  </a:lnTo>
                  <a:lnTo>
                    <a:pt x="963640" y="3219"/>
                  </a:lnTo>
                  <a:lnTo>
                    <a:pt x="973961" y="2789"/>
                  </a:lnTo>
                  <a:lnTo>
                    <a:pt x="984072" y="2367"/>
                  </a:lnTo>
                  <a:lnTo>
                    <a:pt x="993984" y="1953"/>
                  </a:lnTo>
                  <a:lnTo>
                    <a:pt x="1003703" y="1547"/>
                  </a:lnTo>
                  <a:lnTo>
                    <a:pt x="1013237" y="1150"/>
                  </a:lnTo>
                  <a:lnTo>
                    <a:pt x="1022593" y="759"/>
                  </a:lnTo>
                  <a:lnTo>
                    <a:pt x="1031777" y="376"/>
                  </a:lnTo>
                  <a:lnTo>
                    <a:pt x="104079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4349242" y="4791856"/>
              <a:ext cx="1040795" cy="181136"/>
            </a:xfrm>
            <a:custGeom>
              <a:avLst/>
              <a:pathLst>
                <a:path w="1040795" h="181136">
                  <a:moveTo>
                    <a:pt x="0" y="181136"/>
                  </a:moveTo>
                  <a:lnTo>
                    <a:pt x="66834" y="169505"/>
                  </a:lnTo>
                  <a:lnTo>
                    <a:pt x="125787" y="159245"/>
                  </a:lnTo>
                  <a:lnTo>
                    <a:pt x="178521" y="150067"/>
                  </a:lnTo>
                  <a:lnTo>
                    <a:pt x="226226" y="141765"/>
                  </a:lnTo>
                  <a:lnTo>
                    <a:pt x="269776" y="134185"/>
                  </a:lnTo>
                  <a:lnTo>
                    <a:pt x="309839" y="127213"/>
                  </a:lnTo>
                  <a:lnTo>
                    <a:pt x="346931" y="120757"/>
                  </a:lnTo>
                  <a:lnTo>
                    <a:pt x="381464" y="114748"/>
                  </a:lnTo>
                  <a:lnTo>
                    <a:pt x="413766" y="109126"/>
                  </a:lnTo>
                  <a:lnTo>
                    <a:pt x="444110" y="103845"/>
                  </a:lnTo>
                  <a:lnTo>
                    <a:pt x="472719" y="98866"/>
                  </a:lnTo>
                  <a:lnTo>
                    <a:pt x="499780" y="94156"/>
                  </a:lnTo>
                  <a:lnTo>
                    <a:pt x="525453" y="89688"/>
                  </a:lnTo>
                  <a:lnTo>
                    <a:pt x="549874" y="85438"/>
                  </a:lnTo>
                  <a:lnTo>
                    <a:pt x="573158" y="81386"/>
                  </a:lnTo>
                  <a:lnTo>
                    <a:pt x="595406" y="77514"/>
                  </a:lnTo>
                  <a:lnTo>
                    <a:pt x="616708" y="73806"/>
                  </a:lnTo>
                  <a:lnTo>
                    <a:pt x="637140" y="70250"/>
                  </a:lnTo>
                  <a:lnTo>
                    <a:pt x="656771" y="66834"/>
                  </a:lnTo>
                  <a:lnTo>
                    <a:pt x="675661" y="63546"/>
                  </a:lnTo>
                  <a:lnTo>
                    <a:pt x="693863" y="60378"/>
                  </a:lnTo>
                  <a:lnTo>
                    <a:pt x="711427" y="57322"/>
                  </a:lnTo>
                  <a:lnTo>
                    <a:pt x="728395" y="54369"/>
                  </a:lnTo>
                  <a:lnTo>
                    <a:pt x="744807" y="51512"/>
                  </a:lnTo>
                  <a:lnTo>
                    <a:pt x="760698" y="48747"/>
                  </a:lnTo>
                  <a:lnTo>
                    <a:pt x="776100" y="46066"/>
                  </a:lnTo>
                  <a:lnTo>
                    <a:pt x="791042" y="43466"/>
                  </a:lnTo>
                  <a:lnTo>
                    <a:pt x="805550" y="40941"/>
                  </a:lnTo>
                  <a:lnTo>
                    <a:pt x="819650" y="38487"/>
                  </a:lnTo>
                  <a:lnTo>
                    <a:pt x="833364" y="36100"/>
                  </a:lnTo>
                  <a:lnTo>
                    <a:pt x="846712" y="33777"/>
                  </a:lnTo>
                  <a:lnTo>
                    <a:pt x="859713" y="31514"/>
                  </a:lnTo>
                  <a:lnTo>
                    <a:pt x="872385" y="29309"/>
                  </a:lnTo>
                  <a:lnTo>
                    <a:pt x="884744" y="27158"/>
                  </a:lnTo>
                  <a:lnTo>
                    <a:pt x="896805" y="25059"/>
                  </a:lnTo>
                  <a:lnTo>
                    <a:pt x="908583" y="23009"/>
                  </a:lnTo>
                  <a:lnTo>
                    <a:pt x="920090" y="21007"/>
                  </a:lnTo>
                  <a:lnTo>
                    <a:pt x="931338" y="19049"/>
                  </a:lnTo>
                  <a:lnTo>
                    <a:pt x="942338" y="17135"/>
                  </a:lnTo>
                  <a:lnTo>
                    <a:pt x="953103" y="15261"/>
                  </a:lnTo>
                  <a:lnTo>
                    <a:pt x="963640" y="13427"/>
                  </a:lnTo>
                  <a:lnTo>
                    <a:pt x="973961" y="11631"/>
                  </a:lnTo>
                  <a:lnTo>
                    <a:pt x="984072" y="9871"/>
                  </a:lnTo>
                  <a:lnTo>
                    <a:pt x="993984" y="8146"/>
                  </a:lnTo>
                  <a:lnTo>
                    <a:pt x="1003703" y="6455"/>
                  </a:lnTo>
                  <a:lnTo>
                    <a:pt x="1013237" y="4796"/>
                  </a:lnTo>
                  <a:lnTo>
                    <a:pt x="1022593" y="3167"/>
                  </a:lnTo>
                  <a:lnTo>
                    <a:pt x="1031777" y="1569"/>
                  </a:lnTo>
                  <a:lnTo>
                    <a:pt x="104079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88" name="pl987"/>
            <p:cNvSpPr/>
            <p:nvPr/>
          </p:nvSpPr>
          <p:spPr>
            <a:xfrm>
              <a:off x="4349242" y="4838722"/>
              <a:ext cx="1040795" cy="103639"/>
            </a:xfrm>
            <a:custGeom>
              <a:avLst/>
              <a:pathLst>
                <a:path w="1040795" h="103639">
                  <a:moveTo>
                    <a:pt x="0" y="103639"/>
                  </a:moveTo>
                  <a:lnTo>
                    <a:pt x="66834" y="96984"/>
                  </a:lnTo>
                  <a:lnTo>
                    <a:pt x="125787" y="91113"/>
                  </a:lnTo>
                  <a:lnTo>
                    <a:pt x="178521" y="85862"/>
                  </a:lnTo>
                  <a:lnTo>
                    <a:pt x="226226" y="81112"/>
                  </a:lnTo>
                  <a:lnTo>
                    <a:pt x="269776" y="76775"/>
                  </a:lnTo>
                  <a:lnTo>
                    <a:pt x="309839" y="72786"/>
                  </a:lnTo>
                  <a:lnTo>
                    <a:pt x="346931" y="69093"/>
                  </a:lnTo>
                  <a:lnTo>
                    <a:pt x="381464" y="65654"/>
                  </a:lnTo>
                  <a:lnTo>
                    <a:pt x="413766" y="62437"/>
                  </a:lnTo>
                  <a:lnTo>
                    <a:pt x="444110" y="59416"/>
                  </a:lnTo>
                  <a:lnTo>
                    <a:pt x="472719" y="56567"/>
                  </a:lnTo>
                  <a:lnTo>
                    <a:pt x="499780" y="53872"/>
                  </a:lnTo>
                  <a:lnTo>
                    <a:pt x="525453" y="51316"/>
                  </a:lnTo>
                  <a:lnTo>
                    <a:pt x="549874" y="48884"/>
                  </a:lnTo>
                  <a:lnTo>
                    <a:pt x="573158" y="46566"/>
                  </a:lnTo>
                  <a:lnTo>
                    <a:pt x="595406" y="44350"/>
                  </a:lnTo>
                  <a:lnTo>
                    <a:pt x="616708" y="42229"/>
                  </a:lnTo>
                  <a:lnTo>
                    <a:pt x="637140" y="40194"/>
                  </a:lnTo>
                  <a:lnTo>
                    <a:pt x="656771" y="38240"/>
                  </a:lnTo>
                  <a:lnTo>
                    <a:pt x="675661" y="36359"/>
                  </a:lnTo>
                  <a:lnTo>
                    <a:pt x="693863" y="34546"/>
                  </a:lnTo>
                  <a:lnTo>
                    <a:pt x="711427" y="32797"/>
                  </a:lnTo>
                  <a:lnTo>
                    <a:pt x="728395" y="31107"/>
                  </a:lnTo>
                  <a:lnTo>
                    <a:pt x="744807" y="29473"/>
                  </a:lnTo>
                  <a:lnTo>
                    <a:pt x="760698" y="27891"/>
                  </a:lnTo>
                  <a:lnTo>
                    <a:pt x="776100" y="26357"/>
                  </a:lnTo>
                  <a:lnTo>
                    <a:pt x="791042" y="24869"/>
                  </a:lnTo>
                  <a:lnTo>
                    <a:pt x="805550" y="23425"/>
                  </a:lnTo>
                  <a:lnTo>
                    <a:pt x="819650" y="22020"/>
                  </a:lnTo>
                  <a:lnTo>
                    <a:pt x="833364" y="20655"/>
                  </a:lnTo>
                  <a:lnTo>
                    <a:pt x="846712" y="19326"/>
                  </a:lnTo>
                  <a:lnTo>
                    <a:pt x="859713" y="18031"/>
                  </a:lnTo>
                  <a:lnTo>
                    <a:pt x="872385" y="16769"/>
                  </a:lnTo>
                  <a:lnTo>
                    <a:pt x="884744" y="15539"/>
                  </a:lnTo>
                  <a:lnTo>
                    <a:pt x="896805" y="14338"/>
                  </a:lnTo>
                  <a:lnTo>
                    <a:pt x="908583" y="13165"/>
                  </a:lnTo>
                  <a:lnTo>
                    <a:pt x="920090" y="12019"/>
                  </a:lnTo>
                  <a:lnTo>
                    <a:pt x="931338" y="10899"/>
                  </a:lnTo>
                  <a:lnTo>
                    <a:pt x="942338" y="9804"/>
                  </a:lnTo>
                  <a:lnTo>
                    <a:pt x="953103" y="8732"/>
                  </a:lnTo>
                  <a:lnTo>
                    <a:pt x="963640" y="7682"/>
                  </a:lnTo>
                  <a:lnTo>
                    <a:pt x="973961" y="6655"/>
                  </a:lnTo>
                  <a:lnTo>
                    <a:pt x="984072" y="5648"/>
                  </a:lnTo>
                  <a:lnTo>
                    <a:pt x="993984" y="4661"/>
                  </a:lnTo>
                  <a:lnTo>
                    <a:pt x="1003703" y="3693"/>
                  </a:lnTo>
                  <a:lnTo>
                    <a:pt x="1013237" y="2744"/>
                  </a:lnTo>
                  <a:lnTo>
                    <a:pt x="1022593" y="1812"/>
                  </a:lnTo>
                  <a:lnTo>
                    <a:pt x="1031777" y="898"/>
                  </a:lnTo>
                  <a:lnTo>
                    <a:pt x="104079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89" name="pl988"/>
            <p:cNvSpPr/>
            <p:nvPr/>
          </p:nvSpPr>
          <p:spPr>
            <a:xfrm>
              <a:off x="4349242" y="4824475"/>
              <a:ext cx="1040795" cy="129890"/>
            </a:xfrm>
            <a:custGeom>
              <a:avLst/>
              <a:pathLst>
                <a:path w="1040795" h="129890">
                  <a:moveTo>
                    <a:pt x="0" y="0"/>
                  </a:moveTo>
                  <a:lnTo>
                    <a:pt x="66834" y="8340"/>
                  </a:lnTo>
                  <a:lnTo>
                    <a:pt x="125787" y="15698"/>
                  </a:lnTo>
                  <a:lnTo>
                    <a:pt x="178521" y="22279"/>
                  </a:lnTo>
                  <a:lnTo>
                    <a:pt x="226226" y="28232"/>
                  </a:lnTo>
                  <a:lnTo>
                    <a:pt x="269776" y="33667"/>
                  </a:lnTo>
                  <a:lnTo>
                    <a:pt x="309839" y="38667"/>
                  </a:lnTo>
                  <a:lnTo>
                    <a:pt x="346931" y="43296"/>
                  </a:lnTo>
                  <a:lnTo>
                    <a:pt x="381464" y="47606"/>
                  </a:lnTo>
                  <a:lnTo>
                    <a:pt x="413766" y="51637"/>
                  </a:lnTo>
                  <a:lnTo>
                    <a:pt x="444110" y="55424"/>
                  </a:lnTo>
                  <a:lnTo>
                    <a:pt x="472719" y="58994"/>
                  </a:lnTo>
                  <a:lnTo>
                    <a:pt x="499780" y="62372"/>
                  </a:lnTo>
                  <a:lnTo>
                    <a:pt x="525453" y="65576"/>
                  </a:lnTo>
                  <a:lnTo>
                    <a:pt x="549874" y="68623"/>
                  </a:lnTo>
                  <a:lnTo>
                    <a:pt x="573158" y="71529"/>
                  </a:lnTo>
                  <a:lnTo>
                    <a:pt x="595406" y="74306"/>
                  </a:lnTo>
                  <a:lnTo>
                    <a:pt x="616708" y="76964"/>
                  </a:lnTo>
                  <a:lnTo>
                    <a:pt x="637140" y="79514"/>
                  </a:lnTo>
                  <a:lnTo>
                    <a:pt x="656771" y="81964"/>
                  </a:lnTo>
                  <a:lnTo>
                    <a:pt x="675661" y="84321"/>
                  </a:lnTo>
                  <a:lnTo>
                    <a:pt x="693863" y="86593"/>
                  </a:lnTo>
                  <a:lnTo>
                    <a:pt x="711427" y="88785"/>
                  </a:lnTo>
                  <a:lnTo>
                    <a:pt x="728395" y="90903"/>
                  </a:lnTo>
                  <a:lnTo>
                    <a:pt x="744807" y="92951"/>
                  </a:lnTo>
                  <a:lnTo>
                    <a:pt x="760698" y="94934"/>
                  </a:lnTo>
                  <a:lnTo>
                    <a:pt x="776100" y="96856"/>
                  </a:lnTo>
                  <a:lnTo>
                    <a:pt x="791042" y="98721"/>
                  </a:lnTo>
                  <a:lnTo>
                    <a:pt x="805550" y="100532"/>
                  </a:lnTo>
                  <a:lnTo>
                    <a:pt x="819650" y="102291"/>
                  </a:lnTo>
                  <a:lnTo>
                    <a:pt x="833364" y="104003"/>
                  </a:lnTo>
                  <a:lnTo>
                    <a:pt x="846712" y="105669"/>
                  </a:lnTo>
                  <a:lnTo>
                    <a:pt x="859713" y="107291"/>
                  </a:lnTo>
                  <a:lnTo>
                    <a:pt x="872385" y="108873"/>
                  </a:lnTo>
                  <a:lnTo>
                    <a:pt x="884744" y="110415"/>
                  </a:lnTo>
                  <a:lnTo>
                    <a:pt x="896805" y="111920"/>
                  </a:lnTo>
                  <a:lnTo>
                    <a:pt x="908583" y="113390"/>
                  </a:lnTo>
                  <a:lnTo>
                    <a:pt x="920090" y="114826"/>
                  </a:lnTo>
                  <a:lnTo>
                    <a:pt x="931338" y="116230"/>
                  </a:lnTo>
                  <a:lnTo>
                    <a:pt x="942338" y="117603"/>
                  </a:lnTo>
                  <a:lnTo>
                    <a:pt x="953103" y="118946"/>
                  </a:lnTo>
                  <a:lnTo>
                    <a:pt x="963640" y="120261"/>
                  </a:lnTo>
                  <a:lnTo>
                    <a:pt x="973961" y="121549"/>
                  </a:lnTo>
                  <a:lnTo>
                    <a:pt x="984072" y="122811"/>
                  </a:lnTo>
                  <a:lnTo>
                    <a:pt x="993984" y="124048"/>
                  </a:lnTo>
                  <a:lnTo>
                    <a:pt x="1003703" y="125261"/>
                  </a:lnTo>
                  <a:lnTo>
                    <a:pt x="1013237" y="126451"/>
                  </a:lnTo>
                  <a:lnTo>
                    <a:pt x="1022593" y="127618"/>
                  </a:lnTo>
                  <a:lnTo>
                    <a:pt x="1031777" y="128764"/>
                  </a:lnTo>
                  <a:lnTo>
                    <a:pt x="1040795" y="12989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0" name="pl989"/>
            <p:cNvSpPr/>
            <p:nvPr/>
          </p:nvSpPr>
          <p:spPr>
            <a:xfrm>
              <a:off x="4349242" y="4810430"/>
              <a:ext cx="1040795" cy="222405"/>
            </a:xfrm>
            <a:custGeom>
              <a:avLst/>
              <a:pathLst>
                <a:path w="1040795" h="222405">
                  <a:moveTo>
                    <a:pt x="0" y="0"/>
                  </a:moveTo>
                  <a:lnTo>
                    <a:pt x="66834" y="14281"/>
                  </a:lnTo>
                  <a:lnTo>
                    <a:pt x="125787" y="26879"/>
                  </a:lnTo>
                  <a:lnTo>
                    <a:pt x="178521" y="38147"/>
                  </a:lnTo>
                  <a:lnTo>
                    <a:pt x="226226" y="48341"/>
                  </a:lnTo>
                  <a:lnTo>
                    <a:pt x="269776" y="57647"/>
                  </a:lnTo>
                  <a:lnTo>
                    <a:pt x="309839" y="66208"/>
                  </a:lnTo>
                  <a:lnTo>
                    <a:pt x="346931" y="74135"/>
                  </a:lnTo>
                  <a:lnTo>
                    <a:pt x="381464" y="81514"/>
                  </a:lnTo>
                  <a:lnTo>
                    <a:pt x="413766" y="88416"/>
                  </a:lnTo>
                  <a:lnTo>
                    <a:pt x="444110" y="94900"/>
                  </a:lnTo>
                  <a:lnTo>
                    <a:pt x="472719" y="101014"/>
                  </a:lnTo>
                  <a:lnTo>
                    <a:pt x="499780" y="106796"/>
                  </a:lnTo>
                  <a:lnTo>
                    <a:pt x="525453" y="112282"/>
                  </a:lnTo>
                  <a:lnTo>
                    <a:pt x="549874" y="117501"/>
                  </a:lnTo>
                  <a:lnTo>
                    <a:pt x="573158" y="122476"/>
                  </a:lnTo>
                  <a:lnTo>
                    <a:pt x="595406" y="127231"/>
                  </a:lnTo>
                  <a:lnTo>
                    <a:pt x="616708" y="131783"/>
                  </a:lnTo>
                  <a:lnTo>
                    <a:pt x="637140" y="136149"/>
                  </a:lnTo>
                  <a:lnTo>
                    <a:pt x="656771" y="140343"/>
                  </a:lnTo>
                  <a:lnTo>
                    <a:pt x="675661" y="144380"/>
                  </a:lnTo>
                  <a:lnTo>
                    <a:pt x="693863" y="148270"/>
                  </a:lnTo>
                  <a:lnTo>
                    <a:pt x="711427" y="152023"/>
                  </a:lnTo>
                  <a:lnTo>
                    <a:pt x="728395" y="155649"/>
                  </a:lnTo>
                  <a:lnTo>
                    <a:pt x="744807" y="159156"/>
                  </a:lnTo>
                  <a:lnTo>
                    <a:pt x="760698" y="162551"/>
                  </a:lnTo>
                  <a:lnTo>
                    <a:pt x="776100" y="165843"/>
                  </a:lnTo>
                  <a:lnTo>
                    <a:pt x="791042" y="169035"/>
                  </a:lnTo>
                  <a:lnTo>
                    <a:pt x="805550" y="172136"/>
                  </a:lnTo>
                  <a:lnTo>
                    <a:pt x="819650" y="175149"/>
                  </a:lnTo>
                  <a:lnTo>
                    <a:pt x="833364" y="178079"/>
                  </a:lnTo>
                  <a:lnTo>
                    <a:pt x="846712" y="180931"/>
                  </a:lnTo>
                  <a:lnTo>
                    <a:pt x="859713" y="183710"/>
                  </a:lnTo>
                  <a:lnTo>
                    <a:pt x="872385" y="186418"/>
                  </a:lnTo>
                  <a:lnTo>
                    <a:pt x="884744" y="189059"/>
                  </a:lnTo>
                  <a:lnTo>
                    <a:pt x="896805" y="191636"/>
                  </a:lnTo>
                  <a:lnTo>
                    <a:pt x="908583" y="194153"/>
                  </a:lnTo>
                  <a:lnTo>
                    <a:pt x="920090" y="196611"/>
                  </a:lnTo>
                  <a:lnTo>
                    <a:pt x="931338" y="199015"/>
                  </a:lnTo>
                  <a:lnTo>
                    <a:pt x="942338" y="201366"/>
                  </a:lnTo>
                  <a:lnTo>
                    <a:pt x="953103" y="203666"/>
                  </a:lnTo>
                  <a:lnTo>
                    <a:pt x="963640" y="205918"/>
                  </a:lnTo>
                  <a:lnTo>
                    <a:pt x="973961" y="208123"/>
                  </a:lnTo>
                  <a:lnTo>
                    <a:pt x="984072" y="210284"/>
                  </a:lnTo>
                  <a:lnTo>
                    <a:pt x="993984" y="212402"/>
                  </a:lnTo>
                  <a:lnTo>
                    <a:pt x="1003703" y="214479"/>
                  </a:lnTo>
                  <a:lnTo>
                    <a:pt x="1013237" y="216516"/>
                  </a:lnTo>
                  <a:lnTo>
                    <a:pt x="1022593" y="218515"/>
                  </a:lnTo>
                  <a:lnTo>
                    <a:pt x="1031777" y="220478"/>
                  </a:lnTo>
                  <a:lnTo>
                    <a:pt x="1040795" y="22240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1" name="pl990"/>
            <p:cNvSpPr/>
            <p:nvPr/>
          </p:nvSpPr>
          <p:spPr>
            <a:xfrm>
              <a:off x="4349242" y="5019094"/>
              <a:ext cx="1040795" cy="90973"/>
            </a:xfrm>
            <a:custGeom>
              <a:avLst/>
              <a:pathLst>
                <a:path w="1040795" h="90973">
                  <a:moveTo>
                    <a:pt x="0" y="0"/>
                  </a:moveTo>
                  <a:lnTo>
                    <a:pt x="66834" y="5841"/>
                  </a:lnTo>
                  <a:lnTo>
                    <a:pt x="125787" y="10994"/>
                  </a:lnTo>
                  <a:lnTo>
                    <a:pt x="178521" y="15604"/>
                  </a:lnTo>
                  <a:lnTo>
                    <a:pt x="226226" y="19773"/>
                  </a:lnTo>
                  <a:lnTo>
                    <a:pt x="269776" y="23580"/>
                  </a:lnTo>
                  <a:lnTo>
                    <a:pt x="309839" y="27082"/>
                  </a:lnTo>
                  <a:lnTo>
                    <a:pt x="346931" y="30324"/>
                  </a:lnTo>
                  <a:lnTo>
                    <a:pt x="381464" y="33342"/>
                  </a:lnTo>
                  <a:lnTo>
                    <a:pt x="413766" y="36166"/>
                  </a:lnTo>
                  <a:lnTo>
                    <a:pt x="444110" y="38818"/>
                  </a:lnTo>
                  <a:lnTo>
                    <a:pt x="472719" y="41319"/>
                  </a:lnTo>
                  <a:lnTo>
                    <a:pt x="499780" y="43684"/>
                  </a:lnTo>
                  <a:lnTo>
                    <a:pt x="525453" y="45928"/>
                  </a:lnTo>
                  <a:lnTo>
                    <a:pt x="549874" y="48063"/>
                  </a:lnTo>
                  <a:lnTo>
                    <a:pt x="573158" y="50098"/>
                  </a:lnTo>
                  <a:lnTo>
                    <a:pt x="595406" y="52043"/>
                  </a:lnTo>
                  <a:lnTo>
                    <a:pt x="616708" y="53905"/>
                  </a:lnTo>
                  <a:lnTo>
                    <a:pt x="637140" y="55691"/>
                  </a:lnTo>
                  <a:lnTo>
                    <a:pt x="656771" y="57406"/>
                  </a:lnTo>
                  <a:lnTo>
                    <a:pt x="675661" y="59058"/>
                  </a:lnTo>
                  <a:lnTo>
                    <a:pt x="693863" y="60649"/>
                  </a:lnTo>
                  <a:lnTo>
                    <a:pt x="711427" y="62184"/>
                  </a:lnTo>
                  <a:lnTo>
                    <a:pt x="728395" y="63667"/>
                  </a:lnTo>
                  <a:lnTo>
                    <a:pt x="744807" y="65102"/>
                  </a:lnTo>
                  <a:lnTo>
                    <a:pt x="760698" y="66491"/>
                  </a:lnTo>
                  <a:lnTo>
                    <a:pt x="776100" y="67837"/>
                  </a:lnTo>
                  <a:lnTo>
                    <a:pt x="791042" y="69143"/>
                  </a:lnTo>
                  <a:lnTo>
                    <a:pt x="805550" y="70411"/>
                  </a:lnTo>
                  <a:lnTo>
                    <a:pt x="819650" y="71643"/>
                  </a:lnTo>
                  <a:lnTo>
                    <a:pt x="833364" y="72842"/>
                  </a:lnTo>
                  <a:lnTo>
                    <a:pt x="846712" y="74009"/>
                  </a:lnTo>
                  <a:lnTo>
                    <a:pt x="859713" y="75145"/>
                  </a:lnTo>
                  <a:lnTo>
                    <a:pt x="872385" y="76253"/>
                  </a:lnTo>
                  <a:lnTo>
                    <a:pt x="884744" y="77333"/>
                  </a:lnTo>
                  <a:lnTo>
                    <a:pt x="896805" y="78387"/>
                  </a:lnTo>
                  <a:lnTo>
                    <a:pt x="908583" y="79417"/>
                  </a:lnTo>
                  <a:lnTo>
                    <a:pt x="920090" y="80423"/>
                  </a:lnTo>
                  <a:lnTo>
                    <a:pt x="931338" y="81406"/>
                  </a:lnTo>
                  <a:lnTo>
                    <a:pt x="942338" y="82367"/>
                  </a:lnTo>
                  <a:lnTo>
                    <a:pt x="953103" y="83308"/>
                  </a:lnTo>
                  <a:lnTo>
                    <a:pt x="963640" y="84229"/>
                  </a:lnTo>
                  <a:lnTo>
                    <a:pt x="973961" y="85131"/>
                  </a:lnTo>
                  <a:lnTo>
                    <a:pt x="984072" y="86015"/>
                  </a:lnTo>
                  <a:lnTo>
                    <a:pt x="993984" y="86882"/>
                  </a:lnTo>
                  <a:lnTo>
                    <a:pt x="1003703" y="87731"/>
                  </a:lnTo>
                  <a:lnTo>
                    <a:pt x="1013237" y="88564"/>
                  </a:lnTo>
                  <a:lnTo>
                    <a:pt x="1022593" y="89382"/>
                  </a:lnTo>
                  <a:lnTo>
                    <a:pt x="1031777" y="90185"/>
                  </a:lnTo>
                  <a:lnTo>
                    <a:pt x="1040795" y="90973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2" name="pl991"/>
            <p:cNvSpPr/>
            <p:nvPr/>
          </p:nvSpPr>
          <p:spPr>
            <a:xfrm>
              <a:off x="4349242" y="4993200"/>
              <a:ext cx="1040795" cy="43729"/>
            </a:xfrm>
            <a:custGeom>
              <a:avLst/>
              <a:pathLst>
                <a:path w="1040795" h="43729">
                  <a:moveTo>
                    <a:pt x="0" y="0"/>
                  </a:moveTo>
                  <a:lnTo>
                    <a:pt x="66834" y="2808"/>
                  </a:lnTo>
                  <a:lnTo>
                    <a:pt x="125787" y="5285"/>
                  </a:lnTo>
                  <a:lnTo>
                    <a:pt x="178521" y="7500"/>
                  </a:lnTo>
                  <a:lnTo>
                    <a:pt x="226226" y="9505"/>
                  </a:lnTo>
                  <a:lnTo>
                    <a:pt x="269776" y="11334"/>
                  </a:lnTo>
                  <a:lnTo>
                    <a:pt x="309839" y="13018"/>
                  </a:lnTo>
                  <a:lnTo>
                    <a:pt x="346931" y="14576"/>
                  </a:lnTo>
                  <a:lnTo>
                    <a:pt x="381464" y="16027"/>
                  </a:lnTo>
                  <a:lnTo>
                    <a:pt x="413766" y="17384"/>
                  </a:lnTo>
                  <a:lnTo>
                    <a:pt x="444110" y="18659"/>
                  </a:lnTo>
                  <a:lnTo>
                    <a:pt x="472719" y="19861"/>
                  </a:lnTo>
                  <a:lnTo>
                    <a:pt x="499780" y="20998"/>
                  </a:lnTo>
                  <a:lnTo>
                    <a:pt x="525453" y="22077"/>
                  </a:lnTo>
                  <a:lnTo>
                    <a:pt x="549874" y="23103"/>
                  </a:lnTo>
                  <a:lnTo>
                    <a:pt x="573158" y="24081"/>
                  </a:lnTo>
                  <a:lnTo>
                    <a:pt x="595406" y="25016"/>
                  </a:lnTo>
                  <a:lnTo>
                    <a:pt x="616708" y="25911"/>
                  </a:lnTo>
                  <a:lnTo>
                    <a:pt x="637140" y="26769"/>
                  </a:lnTo>
                  <a:lnTo>
                    <a:pt x="656771" y="27594"/>
                  </a:lnTo>
                  <a:lnTo>
                    <a:pt x="675661" y="28388"/>
                  </a:lnTo>
                  <a:lnTo>
                    <a:pt x="693863" y="29153"/>
                  </a:lnTo>
                  <a:lnTo>
                    <a:pt x="711427" y="29891"/>
                  </a:lnTo>
                  <a:lnTo>
                    <a:pt x="728395" y="30603"/>
                  </a:lnTo>
                  <a:lnTo>
                    <a:pt x="744807" y="31293"/>
                  </a:lnTo>
                  <a:lnTo>
                    <a:pt x="760698" y="31961"/>
                  </a:lnTo>
                  <a:lnTo>
                    <a:pt x="776100" y="32608"/>
                  </a:lnTo>
                  <a:lnTo>
                    <a:pt x="791042" y="33236"/>
                  </a:lnTo>
                  <a:lnTo>
                    <a:pt x="805550" y="33845"/>
                  </a:lnTo>
                  <a:lnTo>
                    <a:pt x="819650" y="34438"/>
                  </a:lnTo>
                  <a:lnTo>
                    <a:pt x="833364" y="35014"/>
                  </a:lnTo>
                  <a:lnTo>
                    <a:pt x="846712" y="35575"/>
                  </a:lnTo>
                  <a:lnTo>
                    <a:pt x="859713" y="36121"/>
                  </a:lnTo>
                  <a:lnTo>
                    <a:pt x="872385" y="36653"/>
                  </a:lnTo>
                  <a:lnTo>
                    <a:pt x="884744" y="37173"/>
                  </a:lnTo>
                  <a:lnTo>
                    <a:pt x="896805" y="37679"/>
                  </a:lnTo>
                  <a:lnTo>
                    <a:pt x="908583" y="38174"/>
                  </a:lnTo>
                  <a:lnTo>
                    <a:pt x="920090" y="38658"/>
                  </a:lnTo>
                  <a:lnTo>
                    <a:pt x="931338" y="39130"/>
                  </a:lnTo>
                  <a:lnTo>
                    <a:pt x="942338" y="39592"/>
                  </a:lnTo>
                  <a:lnTo>
                    <a:pt x="953103" y="40045"/>
                  </a:lnTo>
                  <a:lnTo>
                    <a:pt x="963640" y="40487"/>
                  </a:lnTo>
                  <a:lnTo>
                    <a:pt x="973961" y="40921"/>
                  </a:lnTo>
                  <a:lnTo>
                    <a:pt x="984072" y="41346"/>
                  </a:lnTo>
                  <a:lnTo>
                    <a:pt x="993984" y="41762"/>
                  </a:lnTo>
                  <a:lnTo>
                    <a:pt x="1003703" y="42171"/>
                  </a:lnTo>
                  <a:lnTo>
                    <a:pt x="1013237" y="42571"/>
                  </a:lnTo>
                  <a:lnTo>
                    <a:pt x="1022593" y="42964"/>
                  </a:lnTo>
                  <a:lnTo>
                    <a:pt x="1031777" y="43350"/>
                  </a:lnTo>
                  <a:lnTo>
                    <a:pt x="1040795" y="43729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3" name="pl992"/>
            <p:cNvSpPr/>
            <p:nvPr/>
          </p:nvSpPr>
          <p:spPr>
            <a:xfrm>
              <a:off x="4349242" y="4978212"/>
              <a:ext cx="1040795" cy="9597"/>
            </a:xfrm>
            <a:custGeom>
              <a:avLst/>
              <a:pathLst>
                <a:path w="1040795" h="9597">
                  <a:moveTo>
                    <a:pt x="0" y="0"/>
                  </a:moveTo>
                  <a:lnTo>
                    <a:pt x="66834" y="616"/>
                  </a:lnTo>
                  <a:lnTo>
                    <a:pt x="125787" y="1159"/>
                  </a:lnTo>
                  <a:lnTo>
                    <a:pt x="178521" y="1646"/>
                  </a:lnTo>
                  <a:lnTo>
                    <a:pt x="226226" y="2086"/>
                  </a:lnTo>
                  <a:lnTo>
                    <a:pt x="269776" y="2487"/>
                  </a:lnTo>
                  <a:lnTo>
                    <a:pt x="309839" y="2857"/>
                  </a:lnTo>
                  <a:lnTo>
                    <a:pt x="346931" y="3199"/>
                  </a:lnTo>
                  <a:lnTo>
                    <a:pt x="381464" y="3517"/>
                  </a:lnTo>
                  <a:lnTo>
                    <a:pt x="413766" y="3815"/>
                  </a:lnTo>
                  <a:lnTo>
                    <a:pt x="444110" y="4095"/>
                  </a:lnTo>
                  <a:lnTo>
                    <a:pt x="472719" y="4359"/>
                  </a:lnTo>
                  <a:lnTo>
                    <a:pt x="499780" y="4608"/>
                  </a:lnTo>
                  <a:lnTo>
                    <a:pt x="525453" y="4845"/>
                  </a:lnTo>
                  <a:lnTo>
                    <a:pt x="549874" y="5070"/>
                  </a:lnTo>
                  <a:lnTo>
                    <a:pt x="573158" y="5285"/>
                  </a:lnTo>
                  <a:lnTo>
                    <a:pt x="595406" y="5490"/>
                  </a:lnTo>
                  <a:lnTo>
                    <a:pt x="616708" y="5686"/>
                  </a:lnTo>
                  <a:lnTo>
                    <a:pt x="637140" y="5875"/>
                  </a:lnTo>
                  <a:lnTo>
                    <a:pt x="656771" y="6056"/>
                  </a:lnTo>
                  <a:lnTo>
                    <a:pt x="675661" y="6230"/>
                  </a:lnTo>
                  <a:lnTo>
                    <a:pt x="693863" y="6398"/>
                  </a:lnTo>
                  <a:lnTo>
                    <a:pt x="711427" y="6560"/>
                  </a:lnTo>
                  <a:lnTo>
                    <a:pt x="728395" y="6716"/>
                  </a:lnTo>
                  <a:lnTo>
                    <a:pt x="744807" y="6868"/>
                  </a:lnTo>
                  <a:lnTo>
                    <a:pt x="760698" y="7014"/>
                  </a:lnTo>
                  <a:lnTo>
                    <a:pt x="776100" y="7156"/>
                  </a:lnTo>
                  <a:lnTo>
                    <a:pt x="791042" y="7294"/>
                  </a:lnTo>
                  <a:lnTo>
                    <a:pt x="805550" y="7428"/>
                  </a:lnTo>
                  <a:lnTo>
                    <a:pt x="819650" y="7558"/>
                  </a:lnTo>
                  <a:lnTo>
                    <a:pt x="833364" y="7684"/>
                  </a:lnTo>
                  <a:lnTo>
                    <a:pt x="846712" y="7807"/>
                  </a:lnTo>
                  <a:lnTo>
                    <a:pt x="859713" y="7927"/>
                  </a:lnTo>
                  <a:lnTo>
                    <a:pt x="872385" y="8044"/>
                  </a:lnTo>
                  <a:lnTo>
                    <a:pt x="884744" y="8158"/>
                  </a:lnTo>
                  <a:lnTo>
                    <a:pt x="896805" y="8269"/>
                  </a:lnTo>
                  <a:lnTo>
                    <a:pt x="908583" y="8378"/>
                  </a:lnTo>
                  <a:lnTo>
                    <a:pt x="920090" y="8484"/>
                  </a:lnTo>
                  <a:lnTo>
                    <a:pt x="931338" y="8588"/>
                  </a:lnTo>
                  <a:lnTo>
                    <a:pt x="942338" y="8689"/>
                  </a:lnTo>
                  <a:lnTo>
                    <a:pt x="953103" y="8788"/>
                  </a:lnTo>
                  <a:lnTo>
                    <a:pt x="963640" y="8886"/>
                  </a:lnTo>
                  <a:lnTo>
                    <a:pt x="973961" y="8981"/>
                  </a:lnTo>
                  <a:lnTo>
                    <a:pt x="984072" y="9074"/>
                  </a:lnTo>
                  <a:lnTo>
                    <a:pt x="993984" y="9165"/>
                  </a:lnTo>
                  <a:lnTo>
                    <a:pt x="1003703" y="9255"/>
                  </a:lnTo>
                  <a:lnTo>
                    <a:pt x="1013237" y="9343"/>
                  </a:lnTo>
                  <a:lnTo>
                    <a:pt x="1022593" y="9429"/>
                  </a:lnTo>
                  <a:lnTo>
                    <a:pt x="1031777" y="9514"/>
                  </a:lnTo>
                  <a:lnTo>
                    <a:pt x="1040795" y="959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4" name="rc993"/>
            <p:cNvSpPr/>
            <p:nvPr/>
          </p:nvSpPr>
          <p:spPr>
            <a:xfrm>
              <a:off x="4270675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95" name="pl994"/>
            <p:cNvSpPr/>
            <p:nvPr/>
          </p:nvSpPr>
          <p:spPr>
            <a:xfrm>
              <a:off x="4270675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tx995"/>
            <p:cNvSpPr/>
            <p:nvPr/>
          </p:nvSpPr>
          <p:spPr>
            <a:xfrm rot="-5400000">
              <a:off x="4048872" y="5150511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997" name="tx996"/>
            <p:cNvSpPr/>
            <p:nvPr/>
          </p:nvSpPr>
          <p:spPr>
            <a:xfrm rot="-5400000">
              <a:off x="4048872" y="4895805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998" name="tx997"/>
            <p:cNvSpPr/>
            <p:nvPr/>
          </p:nvSpPr>
          <p:spPr>
            <a:xfrm rot="-5400000">
              <a:off x="4048872" y="464109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999" name="tx998"/>
            <p:cNvSpPr/>
            <p:nvPr/>
          </p:nvSpPr>
          <p:spPr>
            <a:xfrm rot="-5400000">
              <a:off x="4048872" y="438639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1000" name="tx999"/>
            <p:cNvSpPr/>
            <p:nvPr/>
          </p:nvSpPr>
          <p:spPr>
            <a:xfrm rot="-5400000">
              <a:off x="4048872" y="413168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001" name="pl1000"/>
            <p:cNvSpPr/>
            <p:nvPr/>
          </p:nvSpPr>
          <p:spPr>
            <a:xfrm>
              <a:off x="4239044" y="519152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1"/>
            <p:cNvSpPr/>
            <p:nvPr/>
          </p:nvSpPr>
          <p:spPr>
            <a:xfrm>
              <a:off x="4239044" y="49368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2"/>
            <p:cNvSpPr/>
            <p:nvPr/>
          </p:nvSpPr>
          <p:spPr>
            <a:xfrm>
              <a:off x="4239044" y="468210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3"/>
            <p:cNvSpPr/>
            <p:nvPr/>
          </p:nvSpPr>
          <p:spPr>
            <a:xfrm>
              <a:off x="4239044" y="442740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4"/>
            <p:cNvSpPr/>
            <p:nvPr/>
          </p:nvSpPr>
          <p:spPr>
            <a:xfrm>
              <a:off x="4239044" y="417269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5"/>
            <p:cNvSpPr/>
            <p:nvPr/>
          </p:nvSpPr>
          <p:spPr>
            <a:xfrm>
              <a:off x="4270675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6"/>
            <p:cNvSpPr/>
            <p:nvPr/>
          </p:nvSpPr>
          <p:spPr>
            <a:xfrm>
              <a:off x="434924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7"/>
            <p:cNvSpPr/>
            <p:nvPr/>
          </p:nvSpPr>
          <p:spPr>
            <a:xfrm>
              <a:off x="469617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8"/>
            <p:cNvSpPr/>
            <p:nvPr/>
          </p:nvSpPr>
          <p:spPr>
            <a:xfrm>
              <a:off x="504310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09"/>
            <p:cNvSpPr/>
            <p:nvPr/>
          </p:nvSpPr>
          <p:spPr>
            <a:xfrm>
              <a:off x="539003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tx1010"/>
            <p:cNvSpPr/>
            <p:nvPr/>
          </p:nvSpPr>
          <p:spPr>
            <a:xfrm>
              <a:off x="431746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12" name="tx1011"/>
            <p:cNvSpPr/>
            <p:nvPr/>
          </p:nvSpPr>
          <p:spPr>
            <a:xfrm>
              <a:off x="466439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13" name="tx1012"/>
            <p:cNvSpPr/>
            <p:nvPr/>
          </p:nvSpPr>
          <p:spPr>
            <a:xfrm>
              <a:off x="501133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14" name="tx1013"/>
            <p:cNvSpPr/>
            <p:nvPr/>
          </p:nvSpPr>
          <p:spPr>
            <a:xfrm>
              <a:off x="535826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15" name="tx1014"/>
            <p:cNvSpPr/>
            <p:nvPr/>
          </p:nvSpPr>
          <p:spPr>
            <a:xfrm>
              <a:off x="4582620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16" name="tx1015"/>
            <p:cNvSpPr/>
            <p:nvPr/>
          </p:nvSpPr>
          <p:spPr>
            <a:xfrm>
              <a:off x="4270675" y="3937978"/>
              <a:ext cx="457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1017" name="rc1016"/>
            <p:cNvSpPr/>
            <p:nvPr/>
          </p:nvSpPr>
          <p:spPr>
            <a:xfrm>
              <a:off x="5734681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5788289" y="493056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5790465" y="499785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5769220" y="505503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5791224" y="466271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5789178" y="496717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5778245" y="468522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5799837" y="520203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5760676" y="505303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5788132" y="46985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5777795" y="461628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121611" y="48748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149943" y="466278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117460" y="502474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113658" y="51899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147591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123343" y="424592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124664" y="512991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123439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123105" y="52085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137720" y="509114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148422" y="514065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104088" y="51792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121138" y="514752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124698" y="514110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147195" y="509049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145065" y="500200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112012" y="520593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114575" y="503763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476700" y="502491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483889" y="522115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486046" y="513476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502960" y="516695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460750" y="493082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461784" y="507267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465924" y="488570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456241" y="502490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471424" y="508275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470649" y="497575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474023" y="517680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470109" y="471256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479682" y="512874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457439" y="518243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454323" y="463875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464324" y="495795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480668" y="486461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461337" y="511853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454179" y="502952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6481215" y="488562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6837298" y="50950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6839032" y="505846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6842423" y="496633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6821411" y="50862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6811066" y="492837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6838549" y="503476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6842197" y="497452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6811901" y="500773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6827305" y="505254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6848199" y="47775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6825860" y="515817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6819277" y="506845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6850220" y="506702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6837750" y="519103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6839817" y="501678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6846400" y="518979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6846217" y="491786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6813531" y="505892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6837822" y="506774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6842597" y="498692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6819041" y="503478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6825804" y="501207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6839240" y="504432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6826310" y="51683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l1089"/>
            <p:cNvSpPr/>
            <p:nvPr/>
          </p:nvSpPr>
          <p:spPr>
            <a:xfrm>
              <a:off x="5807913" y="4671261"/>
              <a:ext cx="1048634" cy="376278"/>
            </a:xfrm>
            <a:custGeom>
              <a:avLst/>
              <a:pathLst>
                <a:path w="1048634" h="376278">
                  <a:moveTo>
                    <a:pt x="0" y="0"/>
                  </a:moveTo>
                  <a:lnTo>
                    <a:pt x="67338" y="24162"/>
                  </a:lnTo>
                  <a:lnTo>
                    <a:pt x="126734" y="45475"/>
                  </a:lnTo>
                  <a:lnTo>
                    <a:pt x="179866" y="64540"/>
                  </a:lnTo>
                  <a:lnTo>
                    <a:pt x="227930" y="81787"/>
                  </a:lnTo>
                  <a:lnTo>
                    <a:pt x="271808" y="97532"/>
                  </a:lnTo>
                  <a:lnTo>
                    <a:pt x="312173" y="112016"/>
                  </a:lnTo>
                  <a:lnTo>
                    <a:pt x="349544" y="125426"/>
                  </a:lnTo>
                  <a:lnTo>
                    <a:pt x="384337" y="137910"/>
                  </a:lnTo>
                  <a:lnTo>
                    <a:pt x="416882" y="149588"/>
                  </a:lnTo>
                  <a:lnTo>
                    <a:pt x="447455" y="160558"/>
                  </a:lnTo>
                  <a:lnTo>
                    <a:pt x="476279" y="170901"/>
                  </a:lnTo>
                  <a:lnTo>
                    <a:pt x="503544" y="180685"/>
                  </a:lnTo>
                  <a:lnTo>
                    <a:pt x="529411" y="189966"/>
                  </a:lnTo>
                  <a:lnTo>
                    <a:pt x="554015" y="198795"/>
                  </a:lnTo>
                  <a:lnTo>
                    <a:pt x="577474" y="207213"/>
                  </a:lnTo>
                  <a:lnTo>
                    <a:pt x="599891" y="215257"/>
                  </a:lnTo>
                  <a:lnTo>
                    <a:pt x="621353" y="222958"/>
                  </a:lnTo>
                  <a:lnTo>
                    <a:pt x="641939" y="230345"/>
                  </a:lnTo>
                  <a:lnTo>
                    <a:pt x="661718" y="237442"/>
                  </a:lnTo>
                  <a:lnTo>
                    <a:pt x="680749" y="244271"/>
                  </a:lnTo>
                  <a:lnTo>
                    <a:pt x="699089" y="250852"/>
                  </a:lnTo>
                  <a:lnTo>
                    <a:pt x="716785" y="257201"/>
                  </a:lnTo>
                  <a:lnTo>
                    <a:pt x="733881" y="263336"/>
                  </a:lnTo>
                  <a:lnTo>
                    <a:pt x="750417" y="269269"/>
                  </a:lnTo>
                  <a:lnTo>
                    <a:pt x="766427" y="275014"/>
                  </a:lnTo>
                  <a:lnTo>
                    <a:pt x="781945" y="280582"/>
                  </a:lnTo>
                  <a:lnTo>
                    <a:pt x="796999" y="285984"/>
                  </a:lnTo>
                  <a:lnTo>
                    <a:pt x="811618" y="291230"/>
                  </a:lnTo>
                  <a:lnTo>
                    <a:pt x="825824" y="296327"/>
                  </a:lnTo>
                  <a:lnTo>
                    <a:pt x="839641" y="301285"/>
                  </a:lnTo>
                  <a:lnTo>
                    <a:pt x="853089" y="306111"/>
                  </a:lnTo>
                  <a:lnTo>
                    <a:pt x="866188" y="310811"/>
                  </a:lnTo>
                  <a:lnTo>
                    <a:pt x="878956" y="315392"/>
                  </a:lnTo>
                  <a:lnTo>
                    <a:pt x="891408" y="319861"/>
                  </a:lnTo>
                  <a:lnTo>
                    <a:pt x="903560" y="324221"/>
                  </a:lnTo>
                  <a:lnTo>
                    <a:pt x="915426" y="328479"/>
                  </a:lnTo>
                  <a:lnTo>
                    <a:pt x="927019" y="332639"/>
                  </a:lnTo>
                  <a:lnTo>
                    <a:pt x="938352" y="336705"/>
                  </a:lnTo>
                  <a:lnTo>
                    <a:pt x="949436" y="340683"/>
                  </a:lnTo>
                  <a:lnTo>
                    <a:pt x="960281" y="344574"/>
                  </a:lnTo>
                  <a:lnTo>
                    <a:pt x="970898" y="348384"/>
                  </a:lnTo>
                  <a:lnTo>
                    <a:pt x="981296" y="352115"/>
                  </a:lnTo>
                  <a:lnTo>
                    <a:pt x="991484" y="355771"/>
                  </a:lnTo>
                  <a:lnTo>
                    <a:pt x="1001470" y="359354"/>
                  </a:lnTo>
                  <a:lnTo>
                    <a:pt x="1011262" y="362868"/>
                  </a:lnTo>
                  <a:lnTo>
                    <a:pt x="1020868" y="366314"/>
                  </a:lnTo>
                  <a:lnTo>
                    <a:pt x="1030294" y="369697"/>
                  </a:lnTo>
                  <a:lnTo>
                    <a:pt x="1039548" y="373017"/>
                  </a:lnTo>
                  <a:lnTo>
                    <a:pt x="1048634" y="376278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1" name="pl1090"/>
            <p:cNvSpPr/>
            <p:nvPr/>
          </p:nvSpPr>
          <p:spPr>
            <a:xfrm>
              <a:off x="5807913" y="4582619"/>
              <a:ext cx="1048634" cy="492455"/>
            </a:xfrm>
            <a:custGeom>
              <a:avLst/>
              <a:pathLst>
                <a:path w="1048634" h="492455">
                  <a:moveTo>
                    <a:pt x="0" y="0"/>
                  </a:moveTo>
                  <a:lnTo>
                    <a:pt x="67338" y="31623"/>
                  </a:lnTo>
                  <a:lnTo>
                    <a:pt x="126734" y="59516"/>
                  </a:lnTo>
                  <a:lnTo>
                    <a:pt x="179866" y="84468"/>
                  </a:lnTo>
                  <a:lnTo>
                    <a:pt x="227930" y="107039"/>
                  </a:lnTo>
                  <a:lnTo>
                    <a:pt x="271808" y="127645"/>
                  </a:lnTo>
                  <a:lnTo>
                    <a:pt x="312173" y="146601"/>
                  </a:lnTo>
                  <a:lnTo>
                    <a:pt x="349544" y="164151"/>
                  </a:lnTo>
                  <a:lnTo>
                    <a:pt x="384337" y="180490"/>
                  </a:lnTo>
                  <a:lnTo>
                    <a:pt x="416882" y="195774"/>
                  </a:lnTo>
                  <a:lnTo>
                    <a:pt x="447455" y="210132"/>
                  </a:lnTo>
                  <a:lnTo>
                    <a:pt x="476279" y="223668"/>
                  </a:lnTo>
                  <a:lnTo>
                    <a:pt x="503544" y="236472"/>
                  </a:lnTo>
                  <a:lnTo>
                    <a:pt x="529411" y="248620"/>
                  </a:lnTo>
                  <a:lnTo>
                    <a:pt x="554015" y="260174"/>
                  </a:lnTo>
                  <a:lnTo>
                    <a:pt x="577474" y="271191"/>
                  </a:lnTo>
                  <a:lnTo>
                    <a:pt x="599891" y="281718"/>
                  </a:lnTo>
                  <a:lnTo>
                    <a:pt x="621353" y="291797"/>
                  </a:lnTo>
                  <a:lnTo>
                    <a:pt x="641939" y="301465"/>
                  </a:lnTo>
                  <a:lnTo>
                    <a:pt x="661718" y="310753"/>
                  </a:lnTo>
                  <a:lnTo>
                    <a:pt x="680749" y="319691"/>
                  </a:lnTo>
                  <a:lnTo>
                    <a:pt x="699089" y="328303"/>
                  </a:lnTo>
                  <a:lnTo>
                    <a:pt x="716785" y="336614"/>
                  </a:lnTo>
                  <a:lnTo>
                    <a:pt x="733881" y="344642"/>
                  </a:lnTo>
                  <a:lnTo>
                    <a:pt x="750417" y="352408"/>
                  </a:lnTo>
                  <a:lnTo>
                    <a:pt x="766427" y="359926"/>
                  </a:lnTo>
                  <a:lnTo>
                    <a:pt x="781945" y="367214"/>
                  </a:lnTo>
                  <a:lnTo>
                    <a:pt x="796999" y="374283"/>
                  </a:lnTo>
                  <a:lnTo>
                    <a:pt x="811618" y="381148"/>
                  </a:lnTo>
                  <a:lnTo>
                    <a:pt x="825824" y="387820"/>
                  </a:lnTo>
                  <a:lnTo>
                    <a:pt x="839641" y="394308"/>
                  </a:lnTo>
                  <a:lnTo>
                    <a:pt x="853089" y="400624"/>
                  </a:lnTo>
                  <a:lnTo>
                    <a:pt x="866188" y="406776"/>
                  </a:lnTo>
                  <a:lnTo>
                    <a:pt x="878956" y="412771"/>
                  </a:lnTo>
                  <a:lnTo>
                    <a:pt x="891408" y="418619"/>
                  </a:lnTo>
                  <a:lnTo>
                    <a:pt x="903560" y="424326"/>
                  </a:lnTo>
                  <a:lnTo>
                    <a:pt x="915426" y="429898"/>
                  </a:lnTo>
                  <a:lnTo>
                    <a:pt x="927019" y="435343"/>
                  </a:lnTo>
                  <a:lnTo>
                    <a:pt x="938352" y="440665"/>
                  </a:lnTo>
                  <a:lnTo>
                    <a:pt x="949436" y="445870"/>
                  </a:lnTo>
                  <a:lnTo>
                    <a:pt x="960281" y="450963"/>
                  </a:lnTo>
                  <a:lnTo>
                    <a:pt x="970898" y="455949"/>
                  </a:lnTo>
                  <a:lnTo>
                    <a:pt x="981296" y="460832"/>
                  </a:lnTo>
                  <a:lnTo>
                    <a:pt x="991484" y="465616"/>
                  </a:lnTo>
                  <a:lnTo>
                    <a:pt x="1001470" y="470306"/>
                  </a:lnTo>
                  <a:lnTo>
                    <a:pt x="1011262" y="474905"/>
                  </a:lnTo>
                  <a:lnTo>
                    <a:pt x="1020868" y="479416"/>
                  </a:lnTo>
                  <a:lnTo>
                    <a:pt x="1030294" y="483842"/>
                  </a:lnTo>
                  <a:lnTo>
                    <a:pt x="1039548" y="488188"/>
                  </a:lnTo>
                  <a:lnTo>
                    <a:pt x="1048634" y="49245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2" name="pl1091"/>
            <p:cNvSpPr/>
            <p:nvPr/>
          </p:nvSpPr>
          <p:spPr>
            <a:xfrm>
              <a:off x="5807913" y="5083898"/>
              <a:ext cx="1048634" cy="23460"/>
            </a:xfrm>
            <a:custGeom>
              <a:avLst/>
              <a:pathLst>
                <a:path w="1048634" h="23460">
                  <a:moveTo>
                    <a:pt x="0" y="23460"/>
                  </a:moveTo>
                  <a:lnTo>
                    <a:pt x="67338" y="21953"/>
                  </a:lnTo>
                  <a:lnTo>
                    <a:pt x="126734" y="20624"/>
                  </a:lnTo>
                  <a:lnTo>
                    <a:pt x="179866" y="19436"/>
                  </a:lnTo>
                  <a:lnTo>
                    <a:pt x="227930" y="18360"/>
                  </a:lnTo>
                  <a:lnTo>
                    <a:pt x="271808" y="17379"/>
                  </a:lnTo>
                  <a:lnTo>
                    <a:pt x="312173" y="16476"/>
                  </a:lnTo>
                  <a:lnTo>
                    <a:pt x="349544" y="15640"/>
                  </a:lnTo>
                  <a:lnTo>
                    <a:pt x="384337" y="14861"/>
                  </a:lnTo>
                  <a:lnTo>
                    <a:pt x="416882" y="14133"/>
                  </a:lnTo>
                  <a:lnTo>
                    <a:pt x="447455" y="13449"/>
                  </a:lnTo>
                  <a:lnTo>
                    <a:pt x="476279" y="12804"/>
                  </a:lnTo>
                  <a:lnTo>
                    <a:pt x="503544" y="12194"/>
                  </a:lnTo>
                  <a:lnTo>
                    <a:pt x="529411" y="11616"/>
                  </a:lnTo>
                  <a:lnTo>
                    <a:pt x="554015" y="11065"/>
                  </a:lnTo>
                  <a:lnTo>
                    <a:pt x="577474" y="10540"/>
                  </a:lnTo>
                  <a:lnTo>
                    <a:pt x="599891" y="10039"/>
                  </a:lnTo>
                  <a:lnTo>
                    <a:pt x="621353" y="9559"/>
                  </a:lnTo>
                  <a:lnTo>
                    <a:pt x="641939" y="9098"/>
                  </a:lnTo>
                  <a:lnTo>
                    <a:pt x="661718" y="8656"/>
                  </a:lnTo>
                  <a:lnTo>
                    <a:pt x="680749" y="8230"/>
                  </a:lnTo>
                  <a:lnTo>
                    <a:pt x="699089" y="7820"/>
                  </a:lnTo>
                  <a:lnTo>
                    <a:pt x="716785" y="7424"/>
                  </a:lnTo>
                  <a:lnTo>
                    <a:pt x="733881" y="7041"/>
                  </a:lnTo>
                  <a:lnTo>
                    <a:pt x="750417" y="6671"/>
                  </a:lnTo>
                  <a:lnTo>
                    <a:pt x="766427" y="6313"/>
                  </a:lnTo>
                  <a:lnTo>
                    <a:pt x="781945" y="5966"/>
                  </a:lnTo>
                  <a:lnTo>
                    <a:pt x="796999" y="5629"/>
                  </a:lnTo>
                  <a:lnTo>
                    <a:pt x="811618" y="5302"/>
                  </a:lnTo>
                  <a:lnTo>
                    <a:pt x="825824" y="4984"/>
                  </a:lnTo>
                  <a:lnTo>
                    <a:pt x="839641" y="4675"/>
                  </a:lnTo>
                  <a:lnTo>
                    <a:pt x="853089" y="4374"/>
                  </a:lnTo>
                  <a:lnTo>
                    <a:pt x="866188" y="4081"/>
                  </a:lnTo>
                  <a:lnTo>
                    <a:pt x="878956" y="3796"/>
                  </a:lnTo>
                  <a:lnTo>
                    <a:pt x="891408" y="3517"/>
                  </a:lnTo>
                  <a:lnTo>
                    <a:pt x="903560" y="3245"/>
                  </a:lnTo>
                  <a:lnTo>
                    <a:pt x="915426" y="2980"/>
                  </a:lnTo>
                  <a:lnTo>
                    <a:pt x="927019" y="2720"/>
                  </a:lnTo>
                  <a:lnTo>
                    <a:pt x="938352" y="2467"/>
                  </a:lnTo>
                  <a:lnTo>
                    <a:pt x="949436" y="2219"/>
                  </a:lnTo>
                  <a:lnTo>
                    <a:pt x="960281" y="1976"/>
                  </a:lnTo>
                  <a:lnTo>
                    <a:pt x="970898" y="1739"/>
                  </a:lnTo>
                  <a:lnTo>
                    <a:pt x="981296" y="1506"/>
                  </a:lnTo>
                  <a:lnTo>
                    <a:pt x="991484" y="1278"/>
                  </a:lnTo>
                  <a:lnTo>
                    <a:pt x="1001470" y="1055"/>
                  </a:lnTo>
                  <a:lnTo>
                    <a:pt x="1011262" y="836"/>
                  </a:lnTo>
                  <a:lnTo>
                    <a:pt x="1020868" y="621"/>
                  </a:lnTo>
                  <a:lnTo>
                    <a:pt x="1030294" y="410"/>
                  </a:lnTo>
                  <a:lnTo>
                    <a:pt x="1039548" y="203"/>
                  </a:lnTo>
                  <a:lnTo>
                    <a:pt x="104863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3" name="pl1092"/>
            <p:cNvSpPr/>
            <p:nvPr/>
          </p:nvSpPr>
          <p:spPr>
            <a:xfrm>
              <a:off x="5807913" y="4935561"/>
              <a:ext cx="1048634" cy="89986"/>
            </a:xfrm>
            <a:custGeom>
              <a:avLst/>
              <a:pathLst>
                <a:path w="1048634" h="89986">
                  <a:moveTo>
                    <a:pt x="0" y="89986"/>
                  </a:moveTo>
                  <a:lnTo>
                    <a:pt x="67338" y="84207"/>
                  </a:lnTo>
                  <a:lnTo>
                    <a:pt x="126734" y="79110"/>
                  </a:lnTo>
                  <a:lnTo>
                    <a:pt x="179866" y="74551"/>
                  </a:lnTo>
                  <a:lnTo>
                    <a:pt x="227930" y="70426"/>
                  </a:lnTo>
                  <a:lnTo>
                    <a:pt x="271808" y="66661"/>
                  </a:lnTo>
                  <a:lnTo>
                    <a:pt x="312173" y="63197"/>
                  </a:lnTo>
                  <a:lnTo>
                    <a:pt x="349544" y="59990"/>
                  </a:lnTo>
                  <a:lnTo>
                    <a:pt x="384337" y="57005"/>
                  </a:lnTo>
                  <a:lnTo>
                    <a:pt x="416882" y="54212"/>
                  </a:lnTo>
                  <a:lnTo>
                    <a:pt x="447455" y="51588"/>
                  </a:lnTo>
                  <a:lnTo>
                    <a:pt x="476279" y="49115"/>
                  </a:lnTo>
                  <a:lnTo>
                    <a:pt x="503544" y="46775"/>
                  </a:lnTo>
                  <a:lnTo>
                    <a:pt x="529411" y="44556"/>
                  </a:lnTo>
                  <a:lnTo>
                    <a:pt x="554015" y="42444"/>
                  </a:lnTo>
                  <a:lnTo>
                    <a:pt x="577474" y="40431"/>
                  </a:lnTo>
                  <a:lnTo>
                    <a:pt x="599891" y="38507"/>
                  </a:lnTo>
                  <a:lnTo>
                    <a:pt x="621353" y="36666"/>
                  </a:lnTo>
                  <a:lnTo>
                    <a:pt x="641939" y="34899"/>
                  </a:lnTo>
                  <a:lnTo>
                    <a:pt x="661718" y="33202"/>
                  </a:lnTo>
                  <a:lnTo>
                    <a:pt x="680749" y="31569"/>
                  </a:lnTo>
                  <a:lnTo>
                    <a:pt x="699089" y="29995"/>
                  </a:lnTo>
                  <a:lnTo>
                    <a:pt x="716785" y="28476"/>
                  </a:lnTo>
                  <a:lnTo>
                    <a:pt x="733881" y="27009"/>
                  </a:lnTo>
                  <a:lnTo>
                    <a:pt x="750417" y="25590"/>
                  </a:lnTo>
                  <a:lnTo>
                    <a:pt x="766427" y="24216"/>
                  </a:lnTo>
                  <a:lnTo>
                    <a:pt x="781945" y="22885"/>
                  </a:lnTo>
                  <a:lnTo>
                    <a:pt x="796999" y="21593"/>
                  </a:lnTo>
                  <a:lnTo>
                    <a:pt x="811618" y="20339"/>
                  </a:lnTo>
                  <a:lnTo>
                    <a:pt x="825824" y="19119"/>
                  </a:lnTo>
                  <a:lnTo>
                    <a:pt x="839641" y="17934"/>
                  </a:lnTo>
                  <a:lnTo>
                    <a:pt x="853089" y="16780"/>
                  </a:lnTo>
                  <a:lnTo>
                    <a:pt x="866188" y="15656"/>
                  </a:lnTo>
                  <a:lnTo>
                    <a:pt x="878956" y="14560"/>
                  </a:lnTo>
                  <a:lnTo>
                    <a:pt x="891408" y="13492"/>
                  </a:lnTo>
                  <a:lnTo>
                    <a:pt x="903560" y="12449"/>
                  </a:lnTo>
                  <a:lnTo>
                    <a:pt x="915426" y="11430"/>
                  </a:lnTo>
                  <a:lnTo>
                    <a:pt x="927019" y="10436"/>
                  </a:lnTo>
                  <a:lnTo>
                    <a:pt x="938352" y="9463"/>
                  </a:lnTo>
                  <a:lnTo>
                    <a:pt x="949436" y="8512"/>
                  </a:lnTo>
                  <a:lnTo>
                    <a:pt x="960281" y="7581"/>
                  </a:lnTo>
                  <a:lnTo>
                    <a:pt x="970898" y="6670"/>
                  </a:lnTo>
                  <a:lnTo>
                    <a:pt x="981296" y="5778"/>
                  </a:lnTo>
                  <a:lnTo>
                    <a:pt x="991484" y="4904"/>
                  </a:lnTo>
                  <a:lnTo>
                    <a:pt x="1001470" y="4047"/>
                  </a:lnTo>
                  <a:lnTo>
                    <a:pt x="1011262" y="3206"/>
                  </a:lnTo>
                  <a:lnTo>
                    <a:pt x="1020868" y="2382"/>
                  </a:lnTo>
                  <a:lnTo>
                    <a:pt x="1030294" y="1573"/>
                  </a:lnTo>
                  <a:lnTo>
                    <a:pt x="1039548" y="779"/>
                  </a:lnTo>
                  <a:lnTo>
                    <a:pt x="104863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4" name="pl1093"/>
            <p:cNvSpPr/>
            <p:nvPr/>
          </p:nvSpPr>
          <p:spPr>
            <a:xfrm>
              <a:off x="5807913" y="4997051"/>
              <a:ext cx="1048634" cy="132970"/>
            </a:xfrm>
            <a:custGeom>
              <a:avLst/>
              <a:pathLst>
                <a:path w="1048634" h="132970">
                  <a:moveTo>
                    <a:pt x="0" y="132970"/>
                  </a:moveTo>
                  <a:lnTo>
                    <a:pt x="67338" y="124431"/>
                  </a:lnTo>
                  <a:lnTo>
                    <a:pt x="126734" y="116900"/>
                  </a:lnTo>
                  <a:lnTo>
                    <a:pt x="179866" y="110162"/>
                  </a:lnTo>
                  <a:lnTo>
                    <a:pt x="227930" y="104068"/>
                  </a:lnTo>
                  <a:lnTo>
                    <a:pt x="271808" y="98504"/>
                  </a:lnTo>
                  <a:lnTo>
                    <a:pt x="312173" y="93385"/>
                  </a:lnTo>
                  <a:lnTo>
                    <a:pt x="349544" y="88647"/>
                  </a:lnTo>
                  <a:lnTo>
                    <a:pt x="384337" y="84235"/>
                  </a:lnTo>
                  <a:lnTo>
                    <a:pt x="416882" y="80108"/>
                  </a:lnTo>
                  <a:lnTo>
                    <a:pt x="447455" y="76231"/>
                  </a:lnTo>
                  <a:lnTo>
                    <a:pt x="476279" y="72576"/>
                  </a:lnTo>
                  <a:lnTo>
                    <a:pt x="503544" y="69119"/>
                  </a:lnTo>
                  <a:lnTo>
                    <a:pt x="529411" y="65839"/>
                  </a:lnTo>
                  <a:lnTo>
                    <a:pt x="554015" y="62719"/>
                  </a:lnTo>
                  <a:lnTo>
                    <a:pt x="577474" y="59744"/>
                  </a:lnTo>
                  <a:lnTo>
                    <a:pt x="599891" y="56902"/>
                  </a:lnTo>
                  <a:lnTo>
                    <a:pt x="621353" y="54180"/>
                  </a:lnTo>
                  <a:lnTo>
                    <a:pt x="641939" y="51570"/>
                  </a:lnTo>
                  <a:lnTo>
                    <a:pt x="661718" y="49062"/>
                  </a:lnTo>
                  <a:lnTo>
                    <a:pt x="680749" y="46649"/>
                  </a:lnTo>
                  <a:lnTo>
                    <a:pt x="699089" y="44323"/>
                  </a:lnTo>
                  <a:lnTo>
                    <a:pt x="716785" y="42079"/>
                  </a:lnTo>
                  <a:lnTo>
                    <a:pt x="733881" y="39911"/>
                  </a:lnTo>
                  <a:lnTo>
                    <a:pt x="750417" y="37814"/>
                  </a:lnTo>
                  <a:lnTo>
                    <a:pt x="766427" y="35784"/>
                  </a:lnTo>
                  <a:lnTo>
                    <a:pt x="781945" y="33817"/>
                  </a:lnTo>
                  <a:lnTo>
                    <a:pt x="796999" y="31908"/>
                  </a:lnTo>
                  <a:lnTo>
                    <a:pt x="811618" y="30054"/>
                  </a:lnTo>
                  <a:lnTo>
                    <a:pt x="825824" y="28253"/>
                  </a:lnTo>
                  <a:lnTo>
                    <a:pt x="839641" y="26501"/>
                  </a:lnTo>
                  <a:lnTo>
                    <a:pt x="853089" y="24795"/>
                  </a:lnTo>
                  <a:lnTo>
                    <a:pt x="866188" y="23134"/>
                  </a:lnTo>
                  <a:lnTo>
                    <a:pt x="878956" y="21515"/>
                  </a:lnTo>
                  <a:lnTo>
                    <a:pt x="891408" y="19936"/>
                  </a:lnTo>
                  <a:lnTo>
                    <a:pt x="903560" y="18395"/>
                  </a:lnTo>
                  <a:lnTo>
                    <a:pt x="915426" y="16891"/>
                  </a:lnTo>
                  <a:lnTo>
                    <a:pt x="927019" y="15421"/>
                  </a:lnTo>
                  <a:lnTo>
                    <a:pt x="938352" y="13984"/>
                  </a:lnTo>
                  <a:lnTo>
                    <a:pt x="949436" y="12578"/>
                  </a:lnTo>
                  <a:lnTo>
                    <a:pt x="960281" y="11203"/>
                  </a:lnTo>
                  <a:lnTo>
                    <a:pt x="970898" y="9857"/>
                  </a:lnTo>
                  <a:lnTo>
                    <a:pt x="981296" y="8538"/>
                  </a:lnTo>
                  <a:lnTo>
                    <a:pt x="991484" y="7246"/>
                  </a:lnTo>
                  <a:lnTo>
                    <a:pt x="1001470" y="5980"/>
                  </a:lnTo>
                  <a:lnTo>
                    <a:pt x="1011262" y="4738"/>
                  </a:lnTo>
                  <a:lnTo>
                    <a:pt x="1020868" y="3520"/>
                  </a:lnTo>
                  <a:lnTo>
                    <a:pt x="1030294" y="2325"/>
                  </a:lnTo>
                  <a:lnTo>
                    <a:pt x="1039548" y="1152"/>
                  </a:lnTo>
                  <a:lnTo>
                    <a:pt x="104863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5" name="pl1094"/>
            <p:cNvSpPr/>
            <p:nvPr/>
          </p:nvSpPr>
          <p:spPr>
            <a:xfrm>
              <a:off x="5807913" y="4870203"/>
              <a:ext cx="1048634" cy="113439"/>
            </a:xfrm>
            <a:custGeom>
              <a:avLst/>
              <a:pathLst>
                <a:path w="1048634" h="113439">
                  <a:moveTo>
                    <a:pt x="0" y="0"/>
                  </a:moveTo>
                  <a:lnTo>
                    <a:pt x="67338" y="7284"/>
                  </a:lnTo>
                  <a:lnTo>
                    <a:pt x="126734" y="13709"/>
                  </a:lnTo>
                  <a:lnTo>
                    <a:pt x="179866" y="19457"/>
                  </a:lnTo>
                  <a:lnTo>
                    <a:pt x="227930" y="24657"/>
                  </a:lnTo>
                  <a:lnTo>
                    <a:pt x="271808" y="29403"/>
                  </a:lnTo>
                  <a:lnTo>
                    <a:pt x="312173" y="33770"/>
                  </a:lnTo>
                  <a:lnTo>
                    <a:pt x="349544" y="37813"/>
                  </a:lnTo>
                  <a:lnTo>
                    <a:pt x="384337" y="41576"/>
                  </a:lnTo>
                  <a:lnTo>
                    <a:pt x="416882" y="45097"/>
                  </a:lnTo>
                  <a:lnTo>
                    <a:pt x="447455" y="48404"/>
                  </a:lnTo>
                  <a:lnTo>
                    <a:pt x="476279" y="51523"/>
                  </a:lnTo>
                  <a:lnTo>
                    <a:pt x="503544" y="54472"/>
                  </a:lnTo>
                  <a:lnTo>
                    <a:pt x="529411" y="57270"/>
                  </a:lnTo>
                  <a:lnTo>
                    <a:pt x="554015" y="59932"/>
                  </a:lnTo>
                  <a:lnTo>
                    <a:pt x="577474" y="62470"/>
                  </a:lnTo>
                  <a:lnTo>
                    <a:pt x="599891" y="64895"/>
                  </a:lnTo>
                  <a:lnTo>
                    <a:pt x="621353" y="67216"/>
                  </a:lnTo>
                  <a:lnTo>
                    <a:pt x="641939" y="69443"/>
                  </a:lnTo>
                  <a:lnTo>
                    <a:pt x="661718" y="71583"/>
                  </a:lnTo>
                  <a:lnTo>
                    <a:pt x="680749" y="73642"/>
                  </a:lnTo>
                  <a:lnTo>
                    <a:pt x="699089" y="75626"/>
                  </a:lnTo>
                  <a:lnTo>
                    <a:pt x="716785" y="77540"/>
                  </a:lnTo>
                  <a:lnTo>
                    <a:pt x="733881" y="79390"/>
                  </a:lnTo>
                  <a:lnTo>
                    <a:pt x="750417" y="81178"/>
                  </a:lnTo>
                  <a:lnTo>
                    <a:pt x="766427" y="82910"/>
                  </a:lnTo>
                  <a:lnTo>
                    <a:pt x="781945" y="84589"/>
                  </a:lnTo>
                  <a:lnTo>
                    <a:pt x="796999" y="86218"/>
                  </a:lnTo>
                  <a:lnTo>
                    <a:pt x="811618" y="87799"/>
                  </a:lnTo>
                  <a:lnTo>
                    <a:pt x="825824" y="89336"/>
                  </a:lnTo>
                  <a:lnTo>
                    <a:pt x="839641" y="90830"/>
                  </a:lnTo>
                  <a:lnTo>
                    <a:pt x="853089" y="92285"/>
                  </a:lnTo>
                  <a:lnTo>
                    <a:pt x="866188" y="93702"/>
                  </a:lnTo>
                  <a:lnTo>
                    <a:pt x="878956" y="95083"/>
                  </a:lnTo>
                  <a:lnTo>
                    <a:pt x="891408" y="96431"/>
                  </a:lnTo>
                  <a:lnTo>
                    <a:pt x="903560" y="97745"/>
                  </a:lnTo>
                  <a:lnTo>
                    <a:pt x="915426" y="99029"/>
                  </a:lnTo>
                  <a:lnTo>
                    <a:pt x="927019" y="100283"/>
                  </a:lnTo>
                  <a:lnTo>
                    <a:pt x="938352" y="101509"/>
                  </a:lnTo>
                  <a:lnTo>
                    <a:pt x="949436" y="102708"/>
                  </a:lnTo>
                  <a:lnTo>
                    <a:pt x="960281" y="103881"/>
                  </a:lnTo>
                  <a:lnTo>
                    <a:pt x="970898" y="105030"/>
                  </a:lnTo>
                  <a:lnTo>
                    <a:pt x="981296" y="106155"/>
                  </a:lnTo>
                  <a:lnTo>
                    <a:pt x="991484" y="107257"/>
                  </a:lnTo>
                  <a:lnTo>
                    <a:pt x="1001470" y="108337"/>
                  </a:lnTo>
                  <a:lnTo>
                    <a:pt x="1011262" y="109396"/>
                  </a:lnTo>
                  <a:lnTo>
                    <a:pt x="1020868" y="110435"/>
                  </a:lnTo>
                  <a:lnTo>
                    <a:pt x="1030294" y="111455"/>
                  </a:lnTo>
                  <a:lnTo>
                    <a:pt x="1039548" y="112456"/>
                  </a:lnTo>
                  <a:lnTo>
                    <a:pt x="1048634" y="11343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6" name="pl1095"/>
            <p:cNvSpPr/>
            <p:nvPr/>
          </p:nvSpPr>
          <p:spPr>
            <a:xfrm>
              <a:off x="5807913" y="4887475"/>
              <a:ext cx="1048634" cy="245147"/>
            </a:xfrm>
            <a:custGeom>
              <a:avLst/>
              <a:pathLst>
                <a:path w="1048634" h="245147">
                  <a:moveTo>
                    <a:pt x="0" y="0"/>
                  </a:moveTo>
                  <a:lnTo>
                    <a:pt x="67338" y="15742"/>
                  </a:lnTo>
                  <a:lnTo>
                    <a:pt x="126734" y="29627"/>
                  </a:lnTo>
                  <a:lnTo>
                    <a:pt x="179866" y="42048"/>
                  </a:lnTo>
                  <a:lnTo>
                    <a:pt x="227930" y="53285"/>
                  </a:lnTo>
                  <a:lnTo>
                    <a:pt x="271808" y="63542"/>
                  </a:lnTo>
                  <a:lnTo>
                    <a:pt x="312173" y="72979"/>
                  </a:lnTo>
                  <a:lnTo>
                    <a:pt x="349544" y="81715"/>
                  </a:lnTo>
                  <a:lnTo>
                    <a:pt x="384337" y="89849"/>
                  </a:lnTo>
                  <a:lnTo>
                    <a:pt x="416882" y="97458"/>
                  </a:lnTo>
                  <a:lnTo>
                    <a:pt x="447455" y="104605"/>
                  </a:lnTo>
                  <a:lnTo>
                    <a:pt x="476279" y="111343"/>
                  </a:lnTo>
                  <a:lnTo>
                    <a:pt x="503544" y="117717"/>
                  </a:lnTo>
                  <a:lnTo>
                    <a:pt x="529411" y="123764"/>
                  </a:lnTo>
                  <a:lnTo>
                    <a:pt x="554015" y="129516"/>
                  </a:lnTo>
                  <a:lnTo>
                    <a:pt x="577474" y="135001"/>
                  </a:lnTo>
                  <a:lnTo>
                    <a:pt x="599891" y="140241"/>
                  </a:lnTo>
                  <a:lnTo>
                    <a:pt x="621353" y="145258"/>
                  </a:lnTo>
                  <a:lnTo>
                    <a:pt x="641939" y="150071"/>
                  </a:lnTo>
                  <a:lnTo>
                    <a:pt x="661718" y="154695"/>
                  </a:lnTo>
                  <a:lnTo>
                    <a:pt x="680749" y="159144"/>
                  </a:lnTo>
                  <a:lnTo>
                    <a:pt x="699089" y="163431"/>
                  </a:lnTo>
                  <a:lnTo>
                    <a:pt x="716785" y="167568"/>
                  </a:lnTo>
                  <a:lnTo>
                    <a:pt x="733881" y="171565"/>
                  </a:lnTo>
                  <a:lnTo>
                    <a:pt x="750417" y="175431"/>
                  </a:lnTo>
                  <a:lnTo>
                    <a:pt x="766427" y="179174"/>
                  </a:lnTo>
                  <a:lnTo>
                    <a:pt x="781945" y="182801"/>
                  </a:lnTo>
                  <a:lnTo>
                    <a:pt x="796999" y="186321"/>
                  </a:lnTo>
                  <a:lnTo>
                    <a:pt x="811618" y="189738"/>
                  </a:lnTo>
                  <a:lnTo>
                    <a:pt x="825824" y="193059"/>
                  </a:lnTo>
                  <a:lnTo>
                    <a:pt x="839641" y="196289"/>
                  </a:lnTo>
                  <a:lnTo>
                    <a:pt x="853089" y="199433"/>
                  </a:lnTo>
                  <a:lnTo>
                    <a:pt x="866188" y="202496"/>
                  </a:lnTo>
                  <a:lnTo>
                    <a:pt x="878956" y="205480"/>
                  </a:lnTo>
                  <a:lnTo>
                    <a:pt x="891408" y="208391"/>
                  </a:lnTo>
                  <a:lnTo>
                    <a:pt x="903560" y="211232"/>
                  </a:lnTo>
                  <a:lnTo>
                    <a:pt x="915426" y="214006"/>
                  </a:lnTo>
                  <a:lnTo>
                    <a:pt x="927019" y="216717"/>
                  </a:lnTo>
                  <a:lnTo>
                    <a:pt x="938352" y="219366"/>
                  </a:lnTo>
                  <a:lnTo>
                    <a:pt x="949436" y="221957"/>
                  </a:lnTo>
                  <a:lnTo>
                    <a:pt x="960281" y="224492"/>
                  </a:lnTo>
                  <a:lnTo>
                    <a:pt x="970898" y="226974"/>
                  </a:lnTo>
                  <a:lnTo>
                    <a:pt x="981296" y="229405"/>
                  </a:lnTo>
                  <a:lnTo>
                    <a:pt x="991484" y="231787"/>
                  </a:lnTo>
                  <a:lnTo>
                    <a:pt x="1001470" y="234122"/>
                  </a:lnTo>
                  <a:lnTo>
                    <a:pt x="1011262" y="236411"/>
                  </a:lnTo>
                  <a:lnTo>
                    <a:pt x="1020868" y="238656"/>
                  </a:lnTo>
                  <a:lnTo>
                    <a:pt x="1030294" y="240860"/>
                  </a:lnTo>
                  <a:lnTo>
                    <a:pt x="1039548" y="243023"/>
                  </a:lnTo>
                  <a:lnTo>
                    <a:pt x="1048634" y="24514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7" name="pl1096"/>
            <p:cNvSpPr/>
            <p:nvPr/>
          </p:nvSpPr>
          <p:spPr>
            <a:xfrm>
              <a:off x="5807913" y="5011886"/>
              <a:ext cx="1048634" cy="230221"/>
            </a:xfrm>
            <a:custGeom>
              <a:avLst/>
              <a:pathLst>
                <a:path w="1048634" h="230221">
                  <a:moveTo>
                    <a:pt x="0" y="0"/>
                  </a:moveTo>
                  <a:lnTo>
                    <a:pt x="67338" y="14783"/>
                  </a:lnTo>
                  <a:lnTo>
                    <a:pt x="126734" y="27823"/>
                  </a:lnTo>
                  <a:lnTo>
                    <a:pt x="179866" y="39488"/>
                  </a:lnTo>
                  <a:lnTo>
                    <a:pt x="227930" y="50040"/>
                  </a:lnTo>
                  <a:lnTo>
                    <a:pt x="271808" y="59674"/>
                  </a:lnTo>
                  <a:lnTo>
                    <a:pt x="312173" y="68535"/>
                  </a:lnTo>
                  <a:lnTo>
                    <a:pt x="349544" y="76740"/>
                  </a:lnTo>
                  <a:lnTo>
                    <a:pt x="384337" y="84378"/>
                  </a:lnTo>
                  <a:lnTo>
                    <a:pt x="416882" y="91524"/>
                  </a:lnTo>
                  <a:lnTo>
                    <a:pt x="447455" y="98236"/>
                  </a:lnTo>
                  <a:lnTo>
                    <a:pt x="476279" y="104564"/>
                  </a:lnTo>
                  <a:lnTo>
                    <a:pt x="503544" y="110550"/>
                  </a:lnTo>
                  <a:lnTo>
                    <a:pt x="529411" y="116229"/>
                  </a:lnTo>
                  <a:lnTo>
                    <a:pt x="554015" y="121630"/>
                  </a:lnTo>
                  <a:lnTo>
                    <a:pt x="577474" y="126781"/>
                  </a:lnTo>
                  <a:lnTo>
                    <a:pt x="599891" y="131702"/>
                  </a:lnTo>
                  <a:lnTo>
                    <a:pt x="621353" y="136414"/>
                  </a:lnTo>
                  <a:lnTo>
                    <a:pt x="641939" y="140934"/>
                  </a:lnTo>
                  <a:lnTo>
                    <a:pt x="661718" y="145276"/>
                  </a:lnTo>
                  <a:lnTo>
                    <a:pt x="680749" y="149454"/>
                  </a:lnTo>
                  <a:lnTo>
                    <a:pt x="699089" y="153481"/>
                  </a:lnTo>
                  <a:lnTo>
                    <a:pt x="716785" y="157366"/>
                  </a:lnTo>
                  <a:lnTo>
                    <a:pt x="733881" y="161119"/>
                  </a:lnTo>
                  <a:lnTo>
                    <a:pt x="750417" y="164749"/>
                  </a:lnTo>
                  <a:lnTo>
                    <a:pt x="766427" y="168264"/>
                  </a:lnTo>
                  <a:lnTo>
                    <a:pt x="781945" y="171671"/>
                  </a:lnTo>
                  <a:lnTo>
                    <a:pt x="796999" y="174976"/>
                  </a:lnTo>
                  <a:lnTo>
                    <a:pt x="811618" y="178186"/>
                  </a:lnTo>
                  <a:lnTo>
                    <a:pt x="825824" y="181304"/>
                  </a:lnTo>
                  <a:lnTo>
                    <a:pt x="839641" y="184338"/>
                  </a:lnTo>
                  <a:lnTo>
                    <a:pt x="853089" y="187290"/>
                  </a:lnTo>
                  <a:lnTo>
                    <a:pt x="866188" y="190166"/>
                  </a:lnTo>
                  <a:lnTo>
                    <a:pt x="878956" y="192969"/>
                  </a:lnTo>
                  <a:lnTo>
                    <a:pt x="891408" y="195703"/>
                  </a:lnTo>
                  <a:lnTo>
                    <a:pt x="903560" y="198371"/>
                  </a:lnTo>
                  <a:lnTo>
                    <a:pt x="915426" y="200976"/>
                  </a:lnTo>
                  <a:lnTo>
                    <a:pt x="927019" y="203521"/>
                  </a:lnTo>
                  <a:lnTo>
                    <a:pt x="938352" y="206009"/>
                  </a:lnTo>
                  <a:lnTo>
                    <a:pt x="949436" y="208443"/>
                  </a:lnTo>
                  <a:lnTo>
                    <a:pt x="960281" y="210824"/>
                  </a:lnTo>
                  <a:lnTo>
                    <a:pt x="970898" y="213155"/>
                  </a:lnTo>
                  <a:lnTo>
                    <a:pt x="981296" y="215438"/>
                  </a:lnTo>
                  <a:lnTo>
                    <a:pt x="991484" y="217674"/>
                  </a:lnTo>
                  <a:lnTo>
                    <a:pt x="1001470" y="219867"/>
                  </a:lnTo>
                  <a:lnTo>
                    <a:pt x="1011262" y="222016"/>
                  </a:lnTo>
                  <a:lnTo>
                    <a:pt x="1020868" y="224125"/>
                  </a:lnTo>
                  <a:lnTo>
                    <a:pt x="1030294" y="226195"/>
                  </a:lnTo>
                  <a:lnTo>
                    <a:pt x="1039548" y="228226"/>
                  </a:lnTo>
                  <a:lnTo>
                    <a:pt x="1048634" y="23022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8" name="pl1097"/>
            <p:cNvSpPr/>
            <p:nvPr/>
          </p:nvSpPr>
          <p:spPr>
            <a:xfrm>
              <a:off x="5807913" y="5000756"/>
              <a:ext cx="1048634" cy="92210"/>
            </a:xfrm>
            <a:custGeom>
              <a:avLst/>
              <a:pathLst>
                <a:path w="1048634" h="92210">
                  <a:moveTo>
                    <a:pt x="0" y="0"/>
                  </a:moveTo>
                  <a:lnTo>
                    <a:pt x="67338" y="5921"/>
                  </a:lnTo>
                  <a:lnTo>
                    <a:pt x="126734" y="11144"/>
                  </a:lnTo>
                  <a:lnTo>
                    <a:pt x="179866" y="15816"/>
                  </a:lnTo>
                  <a:lnTo>
                    <a:pt x="227930" y="20042"/>
                  </a:lnTo>
                  <a:lnTo>
                    <a:pt x="271808" y="23901"/>
                  </a:lnTo>
                  <a:lnTo>
                    <a:pt x="312173" y="27450"/>
                  </a:lnTo>
                  <a:lnTo>
                    <a:pt x="349544" y="30736"/>
                  </a:lnTo>
                  <a:lnTo>
                    <a:pt x="384337" y="33796"/>
                  </a:lnTo>
                  <a:lnTo>
                    <a:pt x="416882" y="36658"/>
                  </a:lnTo>
                  <a:lnTo>
                    <a:pt x="447455" y="39346"/>
                  </a:lnTo>
                  <a:lnTo>
                    <a:pt x="476279" y="41881"/>
                  </a:lnTo>
                  <a:lnTo>
                    <a:pt x="503544" y="44278"/>
                  </a:lnTo>
                  <a:lnTo>
                    <a:pt x="529411" y="46553"/>
                  </a:lnTo>
                  <a:lnTo>
                    <a:pt x="554015" y="48716"/>
                  </a:lnTo>
                  <a:lnTo>
                    <a:pt x="577474" y="50779"/>
                  </a:lnTo>
                  <a:lnTo>
                    <a:pt x="599891" y="52750"/>
                  </a:lnTo>
                  <a:lnTo>
                    <a:pt x="621353" y="54638"/>
                  </a:lnTo>
                  <a:lnTo>
                    <a:pt x="641939" y="56448"/>
                  </a:lnTo>
                  <a:lnTo>
                    <a:pt x="661718" y="58187"/>
                  </a:lnTo>
                  <a:lnTo>
                    <a:pt x="680749" y="59861"/>
                  </a:lnTo>
                  <a:lnTo>
                    <a:pt x="699089" y="61473"/>
                  </a:lnTo>
                  <a:lnTo>
                    <a:pt x="716785" y="63029"/>
                  </a:lnTo>
                  <a:lnTo>
                    <a:pt x="733881" y="64533"/>
                  </a:lnTo>
                  <a:lnTo>
                    <a:pt x="750417" y="65987"/>
                  </a:lnTo>
                  <a:lnTo>
                    <a:pt x="766427" y="67395"/>
                  </a:lnTo>
                  <a:lnTo>
                    <a:pt x="781945" y="68759"/>
                  </a:lnTo>
                  <a:lnTo>
                    <a:pt x="796999" y="70083"/>
                  </a:lnTo>
                  <a:lnTo>
                    <a:pt x="811618" y="71368"/>
                  </a:lnTo>
                  <a:lnTo>
                    <a:pt x="825824" y="72618"/>
                  </a:lnTo>
                  <a:lnTo>
                    <a:pt x="839641" y="73833"/>
                  </a:lnTo>
                  <a:lnTo>
                    <a:pt x="853089" y="75015"/>
                  </a:lnTo>
                  <a:lnTo>
                    <a:pt x="866188" y="76167"/>
                  </a:lnTo>
                  <a:lnTo>
                    <a:pt x="878956" y="77290"/>
                  </a:lnTo>
                  <a:lnTo>
                    <a:pt x="891408" y="78385"/>
                  </a:lnTo>
                  <a:lnTo>
                    <a:pt x="903560" y="79453"/>
                  </a:lnTo>
                  <a:lnTo>
                    <a:pt x="915426" y="80497"/>
                  </a:lnTo>
                  <a:lnTo>
                    <a:pt x="927019" y="81516"/>
                  </a:lnTo>
                  <a:lnTo>
                    <a:pt x="938352" y="82513"/>
                  </a:lnTo>
                  <a:lnTo>
                    <a:pt x="949436" y="83487"/>
                  </a:lnTo>
                  <a:lnTo>
                    <a:pt x="960281" y="84441"/>
                  </a:lnTo>
                  <a:lnTo>
                    <a:pt x="970898" y="85375"/>
                  </a:lnTo>
                  <a:lnTo>
                    <a:pt x="981296" y="86289"/>
                  </a:lnTo>
                  <a:lnTo>
                    <a:pt x="991484" y="87185"/>
                  </a:lnTo>
                  <a:lnTo>
                    <a:pt x="1001470" y="88063"/>
                  </a:lnTo>
                  <a:lnTo>
                    <a:pt x="1011262" y="88924"/>
                  </a:lnTo>
                  <a:lnTo>
                    <a:pt x="1020868" y="89769"/>
                  </a:lnTo>
                  <a:lnTo>
                    <a:pt x="1030294" y="90598"/>
                  </a:lnTo>
                  <a:lnTo>
                    <a:pt x="1039548" y="91411"/>
                  </a:lnTo>
                  <a:lnTo>
                    <a:pt x="1048634" y="9221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9" name="pl1098"/>
            <p:cNvSpPr/>
            <p:nvPr/>
          </p:nvSpPr>
          <p:spPr>
            <a:xfrm>
              <a:off x="5807913" y="5077786"/>
              <a:ext cx="1048634" cy="22283"/>
            </a:xfrm>
            <a:custGeom>
              <a:avLst/>
              <a:pathLst>
                <a:path w="1048634" h="22283">
                  <a:moveTo>
                    <a:pt x="0" y="0"/>
                  </a:moveTo>
                  <a:lnTo>
                    <a:pt x="67338" y="1430"/>
                  </a:lnTo>
                  <a:lnTo>
                    <a:pt x="126734" y="2693"/>
                  </a:lnTo>
                  <a:lnTo>
                    <a:pt x="179866" y="3822"/>
                  </a:lnTo>
                  <a:lnTo>
                    <a:pt x="227930" y="4843"/>
                  </a:lnTo>
                  <a:lnTo>
                    <a:pt x="271808" y="5775"/>
                  </a:lnTo>
                  <a:lnTo>
                    <a:pt x="312173" y="6633"/>
                  </a:lnTo>
                  <a:lnTo>
                    <a:pt x="349544" y="7427"/>
                  </a:lnTo>
                  <a:lnTo>
                    <a:pt x="384337" y="8167"/>
                  </a:lnTo>
                  <a:lnTo>
                    <a:pt x="416882" y="8858"/>
                  </a:lnTo>
                  <a:lnTo>
                    <a:pt x="447455" y="9508"/>
                  </a:lnTo>
                  <a:lnTo>
                    <a:pt x="476279" y="10120"/>
                  </a:lnTo>
                  <a:lnTo>
                    <a:pt x="503544" y="10700"/>
                  </a:lnTo>
                  <a:lnTo>
                    <a:pt x="529411" y="11249"/>
                  </a:lnTo>
                  <a:lnTo>
                    <a:pt x="554015" y="11772"/>
                  </a:lnTo>
                  <a:lnTo>
                    <a:pt x="577474" y="12271"/>
                  </a:lnTo>
                  <a:lnTo>
                    <a:pt x="599891" y="12747"/>
                  </a:lnTo>
                  <a:lnTo>
                    <a:pt x="621353" y="13203"/>
                  </a:lnTo>
                  <a:lnTo>
                    <a:pt x="641939" y="13640"/>
                  </a:lnTo>
                  <a:lnTo>
                    <a:pt x="661718" y="14061"/>
                  </a:lnTo>
                  <a:lnTo>
                    <a:pt x="680749" y="14465"/>
                  </a:lnTo>
                  <a:lnTo>
                    <a:pt x="699089" y="14855"/>
                  </a:lnTo>
                  <a:lnTo>
                    <a:pt x="716785" y="15231"/>
                  </a:lnTo>
                  <a:lnTo>
                    <a:pt x="733881" y="15594"/>
                  </a:lnTo>
                  <a:lnTo>
                    <a:pt x="750417" y="15946"/>
                  </a:lnTo>
                  <a:lnTo>
                    <a:pt x="766427" y="16286"/>
                  </a:lnTo>
                  <a:lnTo>
                    <a:pt x="781945" y="16616"/>
                  </a:lnTo>
                  <a:lnTo>
                    <a:pt x="796999" y="16935"/>
                  </a:lnTo>
                  <a:lnTo>
                    <a:pt x="811618" y="17246"/>
                  </a:lnTo>
                  <a:lnTo>
                    <a:pt x="825824" y="17548"/>
                  </a:lnTo>
                  <a:lnTo>
                    <a:pt x="839641" y="17842"/>
                  </a:lnTo>
                  <a:lnTo>
                    <a:pt x="853089" y="18127"/>
                  </a:lnTo>
                  <a:lnTo>
                    <a:pt x="866188" y="18406"/>
                  </a:lnTo>
                  <a:lnTo>
                    <a:pt x="878956" y="18677"/>
                  </a:lnTo>
                  <a:lnTo>
                    <a:pt x="891408" y="18942"/>
                  </a:lnTo>
                  <a:lnTo>
                    <a:pt x="903560" y="19200"/>
                  </a:lnTo>
                  <a:lnTo>
                    <a:pt x="915426" y="19452"/>
                  </a:lnTo>
                  <a:lnTo>
                    <a:pt x="927019" y="19698"/>
                  </a:lnTo>
                  <a:lnTo>
                    <a:pt x="938352" y="19939"/>
                  </a:lnTo>
                  <a:lnTo>
                    <a:pt x="949436" y="20175"/>
                  </a:lnTo>
                  <a:lnTo>
                    <a:pt x="960281" y="20405"/>
                  </a:lnTo>
                  <a:lnTo>
                    <a:pt x="970898" y="20631"/>
                  </a:lnTo>
                  <a:lnTo>
                    <a:pt x="981296" y="20852"/>
                  </a:lnTo>
                  <a:lnTo>
                    <a:pt x="991484" y="21068"/>
                  </a:lnTo>
                  <a:lnTo>
                    <a:pt x="1001470" y="21280"/>
                  </a:lnTo>
                  <a:lnTo>
                    <a:pt x="1011262" y="21488"/>
                  </a:lnTo>
                  <a:lnTo>
                    <a:pt x="1020868" y="21693"/>
                  </a:lnTo>
                  <a:lnTo>
                    <a:pt x="1030294" y="21893"/>
                  </a:lnTo>
                  <a:lnTo>
                    <a:pt x="1039548" y="22089"/>
                  </a:lnTo>
                  <a:lnTo>
                    <a:pt x="1048634" y="2228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00" name="rc1099"/>
            <p:cNvSpPr/>
            <p:nvPr/>
          </p:nvSpPr>
          <p:spPr>
            <a:xfrm>
              <a:off x="5734681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101" name="pl1100"/>
            <p:cNvSpPr/>
            <p:nvPr/>
          </p:nvSpPr>
          <p:spPr>
            <a:xfrm>
              <a:off x="5734681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tx1101"/>
            <p:cNvSpPr/>
            <p:nvPr/>
          </p:nvSpPr>
          <p:spPr>
            <a:xfrm rot="-5400000">
              <a:off x="5544653" y="502524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1103" name="tx1102"/>
            <p:cNvSpPr/>
            <p:nvPr/>
          </p:nvSpPr>
          <p:spPr>
            <a:xfrm rot="-5400000">
              <a:off x="5544653" y="462751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104" name="tx1103"/>
            <p:cNvSpPr/>
            <p:nvPr/>
          </p:nvSpPr>
          <p:spPr>
            <a:xfrm rot="-5400000">
              <a:off x="5544653" y="422978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1105" name="pl1104"/>
            <p:cNvSpPr/>
            <p:nvPr/>
          </p:nvSpPr>
          <p:spPr>
            <a:xfrm>
              <a:off x="5703049" y="50662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5703049" y="466852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5703049" y="427079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7"/>
            <p:cNvSpPr/>
            <p:nvPr/>
          </p:nvSpPr>
          <p:spPr>
            <a:xfrm>
              <a:off x="5734681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5807913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09"/>
            <p:cNvSpPr/>
            <p:nvPr/>
          </p:nvSpPr>
          <p:spPr>
            <a:xfrm>
              <a:off x="615745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0"/>
            <p:cNvSpPr/>
            <p:nvPr/>
          </p:nvSpPr>
          <p:spPr>
            <a:xfrm>
              <a:off x="6507003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1"/>
            <p:cNvSpPr/>
            <p:nvPr/>
          </p:nvSpPr>
          <p:spPr>
            <a:xfrm>
              <a:off x="685654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tx1112"/>
            <p:cNvSpPr/>
            <p:nvPr/>
          </p:nvSpPr>
          <p:spPr>
            <a:xfrm>
              <a:off x="5776138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114" name="tx1113"/>
            <p:cNvSpPr/>
            <p:nvPr/>
          </p:nvSpPr>
          <p:spPr>
            <a:xfrm>
              <a:off x="612568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15" name="tx1114"/>
            <p:cNvSpPr/>
            <p:nvPr/>
          </p:nvSpPr>
          <p:spPr>
            <a:xfrm>
              <a:off x="647522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16" name="tx1115"/>
            <p:cNvSpPr/>
            <p:nvPr/>
          </p:nvSpPr>
          <p:spPr>
            <a:xfrm>
              <a:off x="682477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17" name="tx1116"/>
            <p:cNvSpPr/>
            <p:nvPr/>
          </p:nvSpPr>
          <p:spPr>
            <a:xfrm>
              <a:off x="6046625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18" name="tx1117"/>
            <p:cNvSpPr/>
            <p:nvPr/>
          </p:nvSpPr>
          <p:spPr>
            <a:xfrm>
              <a:off x="5734681" y="3937978"/>
              <a:ext cx="50456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119" name="rc1118"/>
            <p:cNvSpPr/>
            <p:nvPr/>
          </p:nvSpPr>
          <p:spPr>
            <a:xfrm>
              <a:off x="1548979" y="5770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tx1119"/>
            <p:cNvSpPr/>
            <p:nvPr/>
          </p:nvSpPr>
          <p:spPr>
            <a:xfrm>
              <a:off x="1548979" y="5814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121" name="rc1120"/>
            <p:cNvSpPr/>
            <p:nvPr/>
          </p:nvSpPr>
          <p:spPr>
            <a:xfrm>
              <a:off x="209248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154002" y="58320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l1122"/>
            <p:cNvSpPr/>
            <p:nvPr/>
          </p:nvSpPr>
          <p:spPr>
            <a:xfrm>
              <a:off x="2110484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rc1123"/>
            <p:cNvSpPr/>
            <p:nvPr/>
          </p:nvSpPr>
          <p:spPr>
            <a:xfrm>
              <a:off x="2570460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2631978" y="58320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l1125"/>
            <p:cNvSpPr/>
            <p:nvPr/>
          </p:nvSpPr>
          <p:spPr>
            <a:xfrm>
              <a:off x="2588460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rc1126"/>
            <p:cNvSpPr/>
            <p:nvPr/>
          </p:nvSpPr>
          <p:spPr>
            <a:xfrm>
              <a:off x="3054745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3116263" y="583200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l1128"/>
            <p:cNvSpPr/>
            <p:nvPr/>
          </p:nvSpPr>
          <p:spPr>
            <a:xfrm>
              <a:off x="3072745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rc1129"/>
            <p:cNvSpPr/>
            <p:nvPr/>
          </p:nvSpPr>
          <p:spPr>
            <a:xfrm>
              <a:off x="352010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3581620" y="58320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l1131"/>
            <p:cNvSpPr/>
            <p:nvPr/>
          </p:nvSpPr>
          <p:spPr>
            <a:xfrm>
              <a:off x="3538102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rc1132"/>
            <p:cNvSpPr/>
            <p:nvPr/>
          </p:nvSpPr>
          <p:spPr>
            <a:xfrm>
              <a:off x="399807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4059595" y="58320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l1134"/>
            <p:cNvSpPr/>
            <p:nvPr/>
          </p:nvSpPr>
          <p:spPr>
            <a:xfrm>
              <a:off x="4016077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rc1135"/>
            <p:cNvSpPr/>
            <p:nvPr/>
          </p:nvSpPr>
          <p:spPr>
            <a:xfrm>
              <a:off x="446343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4524952" y="58320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l1137"/>
            <p:cNvSpPr/>
            <p:nvPr/>
          </p:nvSpPr>
          <p:spPr>
            <a:xfrm>
              <a:off x="4481434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rc1138"/>
            <p:cNvSpPr/>
            <p:nvPr/>
          </p:nvSpPr>
          <p:spPr>
            <a:xfrm>
              <a:off x="492879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4990309" y="583200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l1140"/>
            <p:cNvSpPr/>
            <p:nvPr/>
          </p:nvSpPr>
          <p:spPr>
            <a:xfrm>
              <a:off x="4946791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rc1141"/>
            <p:cNvSpPr/>
            <p:nvPr/>
          </p:nvSpPr>
          <p:spPr>
            <a:xfrm>
              <a:off x="538143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5442955" y="58320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l1143"/>
            <p:cNvSpPr/>
            <p:nvPr/>
          </p:nvSpPr>
          <p:spPr>
            <a:xfrm>
              <a:off x="5399437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rc1144"/>
            <p:cNvSpPr/>
            <p:nvPr/>
          </p:nvSpPr>
          <p:spPr>
            <a:xfrm>
              <a:off x="585941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5920931" y="58320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l1146"/>
            <p:cNvSpPr/>
            <p:nvPr/>
          </p:nvSpPr>
          <p:spPr>
            <a:xfrm>
              <a:off x="5877413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rc1147"/>
            <p:cNvSpPr/>
            <p:nvPr/>
          </p:nvSpPr>
          <p:spPr>
            <a:xfrm>
              <a:off x="633107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6392597" y="58320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l1149"/>
            <p:cNvSpPr/>
            <p:nvPr/>
          </p:nvSpPr>
          <p:spPr>
            <a:xfrm>
              <a:off x="6349079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tx1150"/>
            <p:cNvSpPr/>
            <p:nvPr/>
          </p:nvSpPr>
          <p:spPr>
            <a:xfrm>
              <a:off x="2335747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52" name="tx1151"/>
            <p:cNvSpPr/>
            <p:nvPr/>
          </p:nvSpPr>
          <p:spPr>
            <a:xfrm>
              <a:off x="2813723" y="5819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53" name="tx1152"/>
            <p:cNvSpPr/>
            <p:nvPr/>
          </p:nvSpPr>
          <p:spPr>
            <a:xfrm>
              <a:off x="329800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54" name="tx1153"/>
            <p:cNvSpPr/>
            <p:nvPr/>
          </p:nvSpPr>
          <p:spPr>
            <a:xfrm>
              <a:off x="3763364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55" name="tx1154"/>
            <p:cNvSpPr/>
            <p:nvPr/>
          </p:nvSpPr>
          <p:spPr>
            <a:xfrm>
              <a:off x="4241340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56" name="tx1155"/>
            <p:cNvSpPr/>
            <p:nvPr/>
          </p:nvSpPr>
          <p:spPr>
            <a:xfrm>
              <a:off x="470669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57" name="tx1156"/>
            <p:cNvSpPr/>
            <p:nvPr/>
          </p:nvSpPr>
          <p:spPr>
            <a:xfrm>
              <a:off x="5172053" y="5819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58" name="tx1157"/>
            <p:cNvSpPr/>
            <p:nvPr/>
          </p:nvSpPr>
          <p:spPr>
            <a:xfrm>
              <a:off x="5624700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59" name="tx1158"/>
            <p:cNvSpPr/>
            <p:nvPr/>
          </p:nvSpPr>
          <p:spPr>
            <a:xfrm>
              <a:off x="6102676" y="5819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60" name="tx1159"/>
            <p:cNvSpPr/>
            <p:nvPr/>
          </p:nvSpPr>
          <p:spPr>
            <a:xfrm>
              <a:off x="6574342" y="5819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2026-07-20T15:41:45Z</dcterms:modified>
  <cp:category/>
</cp:coreProperties>
</file>