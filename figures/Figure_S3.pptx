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1704152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69163" y="939705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39705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45580" y="939705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297961"/>
              <a:ext cx="1704152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69163" y="2297961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297961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656218"/>
              <a:ext cx="1704152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69163" y="3656218"/>
              <a:ext cx="1438208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656218"/>
              <a:ext cx="1438208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45580" y="3656218"/>
              <a:ext cx="1438208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10032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72103" y="18813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81377" y="171521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46616" y="179983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77039" y="15456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341437" y="216599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71826" y="178994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59522" y="198863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50606" y="18692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88890" y="16664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49315" y="18059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29188" y="17043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17487" y="15939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71514" y="15784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56733" y="18329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40204" y="17805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64394" y="16549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18924" y="175114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51051" y="19385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44211" y="18725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51526" y="15513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21771" y="15780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68650" y="18112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25701" y="18683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37415" y="19948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57897" y="18664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57716" y="17184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67433" y="18549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37975" y="172870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10918" y="17049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098258" y="17325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21143" y="188530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48214" y="16107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20785" y="17285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12711" y="17451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10749" y="17908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02655" y="17298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49823" y="18384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22362" y="14387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35044" y="15233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42244" y="14928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22945" y="14544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35739" y="17117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51009" y="16688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98042" y="15782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07292" y="18748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48290" y="17566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44486" y="170302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50206" y="163357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515605" y="157729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88422" y="162308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80527" y="18256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516745" y="16476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84924" y="17960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85625" y="188590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514216" y="17104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05200" y="169821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99530" y="16431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94295" y="17879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525951" y="16654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506743" y="12324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531001" y="180208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84283" y="13208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94587" y="17267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508049" y="147946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503843" y="144860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516958" y="146597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84032" y="17827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05137" y="16198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505079" y="17575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91395" y="16830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516259" y="13587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504179" y="11635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391679" y="1734880"/>
              <a:ext cx="1142362" cy="127157"/>
            </a:xfrm>
            <a:custGeom>
              <a:avLst/>
              <a:pathLst>
                <a:path w="1142362" h="127157">
                  <a:moveTo>
                    <a:pt x="0" y="127157"/>
                  </a:moveTo>
                  <a:lnTo>
                    <a:pt x="73356" y="118991"/>
                  </a:lnTo>
                  <a:lnTo>
                    <a:pt x="138062" y="111789"/>
                  </a:lnTo>
                  <a:lnTo>
                    <a:pt x="195942" y="105346"/>
                  </a:lnTo>
                  <a:lnTo>
                    <a:pt x="248302" y="99518"/>
                  </a:lnTo>
                  <a:lnTo>
                    <a:pt x="296103" y="94197"/>
                  </a:lnTo>
                  <a:lnTo>
                    <a:pt x="340075" y="89303"/>
                  </a:lnTo>
                  <a:lnTo>
                    <a:pt x="380787" y="84771"/>
                  </a:lnTo>
                  <a:lnTo>
                    <a:pt x="418689" y="80552"/>
                  </a:lnTo>
                  <a:lnTo>
                    <a:pt x="454144" y="76606"/>
                  </a:lnTo>
                  <a:lnTo>
                    <a:pt x="487448" y="72898"/>
                  </a:lnTo>
                  <a:lnTo>
                    <a:pt x="518849" y="69403"/>
                  </a:lnTo>
                  <a:lnTo>
                    <a:pt x="548551" y="66097"/>
                  </a:lnTo>
                  <a:lnTo>
                    <a:pt x="576730" y="62960"/>
                  </a:lnTo>
                  <a:lnTo>
                    <a:pt x="603533" y="59977"/>
                  </a:lnTo>
                  <a:lnTo>
                    <a:pt x="629089" y="57132"/>
                  </a:lnTo>
                  <a:lnTo>
                    <a:pt x="653510" y="54414"/>
                  </a:lnTo>
                  <a:lnTo>
                    <a:pt x="676890" y="51812"/>
                  </a:lnTo>
                  <a:lnTo>
                    <a:pt x="699316" y="49315"/>
                  </a:lnTo>
                  <a:lnTo>
                    <a:pt x="720862" y="46917"/>
                  </a:lnTo>
                  <a:lnTo>
                    <a:pt x="741595" y="44609"/>
                  </a:lnTo>
                  <a:lnTo>
                    <a:pt x="761574" y="42385"/>
                  </a:lnTo>
                  <a:lnTo>
                    <a:pt x="780852" y="40239"/>
                  </a:lnTo>
                  <a:lnTo>
                    <a:pt x="799476" y="38166"/>
                  </a:lnTo>
                  <a:lnTo>
                    <a:pt x="817490" y="36161"/>
                  </a:lnTo>
                  <a:lnTo>
                    <a:pt x="834931" y="34220"/>
                  </a:lnTo>
                  <a:lnTo>
                    <a:pt x="851836" y="32338"/>
                  </a:lnTo>
                  <a:lnTo>
                    <a:pt x="868236" y="30513"/>
                  </a:lnTo>
                  <a:lnTo>
                    <a:pt x="884160" y="28740"/>
                  </a:lnTo>
                  <a:lnTo>
                    <a:pt x="899636" y="27017"/>
                  </a:lnTo>
                  <a:lnTo>
                    <a:pt x="914688" y="25342"/>
                  </a:lnTo>
                  <a:lnTo>
                    <a:pt x="929339" y="23711"/>
                  </a:lnTo>
                  <a:lnTo>
                    <a:pt x="943609" y="22123"/>
                  </a:lnTo>
                  <a:lnTo>
                    <a:pt x="957517" y="20575"/>
                  </a:lnTo>
                  <a:lnTo>
                    <a:pt x="971082" y="19065"/>
                  </a:lnTo>
                  <a:lnTo>
                    <a:pt x="984321" y="17591"/>
                  </a:lnTo>
                  <a:lnTo>
                    <a:pt x="997247" y="16152"/>
                  </a:lnTo>
                  <a:lnTo>
                    <a:pt x="1009877" y="14746"/>
                  </a:lnTo>
                  <a:lnTo>
                    <a:pt x="1022223" y="13372"/>
                  </a:lnTo>
                  <a:lnTo>
                    <a:pt x="1034297" y="12028"/>
                  </a:lnTo>
                  <a:lnTo>
                    <a:pt x="1046112" y="10713"/>
                  </a:lnTo>
                  <a:lnTo>
                    <a:pt x="1057677" y="9426"/>
                  </a:lnTo>
                  <a:lnTo>
                    <a:pt x="1069005" y="8165"/>
                  </a:lnTo>
                  <a:lnTo>
                    <a:pt x="1080103" y="6930"/>
                  </a:lnTo>
                  <a:lnTo>
                    <a:pt x="1090982" y="5719"/>
                  </a:lnTo>
                  <a:lnTo>
                    <a:pt x="1101650" y="4531"/>
                  </a:lnTo>
                  <a:lnTo>
                    <a:pt x="1112114" y="3366"/>
                  </a:lnTo>
                  <a:lnTo>
                    <a:pt x="1122383" y="2223"/>
                  </a:lnTo>
                  <a:lnTo>
                    <a:pt x="1132463" y="1101"/>
                  </a:lnTo>
                  <a:lnTo>
                    <a:pt x="114236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391679" y="1473065"/>
              <a:ext cx="1142362" cy="302905"/>
            </a:xfrm>
            <a:custGeom>
              <a:avLst/>
              <a:pathLst>
                <a:path w="1142362" h="302905">
                  <a:moveTo>
                    <a:pt x="0" y="302905"/>
                  </a:moveTo>
                  <a:lnTo>
                    <a:pt x="73356" y="283454"/>
                  </a:lnTo>
                  <a:lnTo>
                    <a:pt x="138062" y="266297"/>
                  </a:lnTo>
                  <a:lnTo>
                    <a:pt x="195942" y="250949"/>
                  </a:lnTo>
                  <a:lnTo>
                    <a:pt x="248302" y="237066"/>
                  </a:lnTo>
                  <a:lnTo>
                    <a:pt x="296103" y="224391"/>
                  </a:lnTo>
                  <a:lnTo>
                    <a:pt x="340075" y="212731"/>
                  </a:lnTo>
                  <a:lnTo>
                    <a:pt x="380787" y="201936"/>
                  </a:lnTo>
                  <a:lnTo>
                    <a:pt x="418689" y="191886"/>
                  </a:lnTo>
                  <a:lnTo>
                    <a:pt x="454144" y="182485"/>
                  </a:lnTo>
                  <a:lnTo>
                    <a:pt x="487448" y="173654"/>
                  </a:lnTo>
                  <a:lnTo>
                    <a:pt x="518849" y="165328"/>
                  </a:lnTo>
                  <a:lnTo>
                    <a:pt x="548551" y="157452"/>
                  </a:lnTo>
                  <a:lnTo>
                    <a:pt x="576730" y="149981"/>
                  </a:lnTo>
                  <a:lnTo>
                    <a:pt x="603533" y="142874"/>
                  </a:lnTo>
                  <a:lnTo>
                    <a:pt x="629089" y="136097"/>
                  </a:lnTo>
                  <a:lnTo>
                    <a:pt x="653510" y="129622"/>
                  </a:lnTo>
                  <a:lnTo>
                    <a:pt x="676890" y="123423"/>
                  </a:lnTo>
                  <a:lnTo>
                    <a:pt x="699316" y="117476"/>
                  </a:lnTo>
                  <a:lnTo>
                    <a:pt x="720862" y="111763"/>
                  </a:lnTo>
                  <a:lnTo>
                    <a:pt x="741595" y="106266"/>
                  </a:lnTo>
                  <a:lnTo>
                    <a:pt x="761574" y="100968"/>
                  </a:lnTo>
                  <a:lnTo>
                    <a:pt x="780852" y="95856"/>
                  </a:lnTo>
                  <a:lnTo>
                    <a:pt x="799476" y="90918"/>
                  </a:lnTo>
                  <a:lnTo>
                    <a:pt x="817490" y="86142"/>
                  </a:lnTo>
                  <a:lnTo>
                    <a:pt x="834931" y="81517"/>
                  </a:lnTo>
                  <a:lnTo>
                    <a:pt x="851836" y="77034"/>
                  </a:lnTo>
                  <a:lnTo>
                    <a:pt x="868236" y="72686"/>
                  </a:lnTo>
                  <a:lnTo>
                    <a:pt x="884160" y="68463"/>
                  </a:lnTo>
                  <a:lnTo>
                    <a:pt x="899636" y="64360"/>
                  </a:lnTo>
                  <a:lnTo>
                    <a:pt x="914688" y="60369"/>
                  </a:lnTo>
                  <a:lnTo>
                    <a:pt x="929339" y="56484"/>
                  </a:lnTo>
                  <a:lnTo>
                    <a:pt x="943609" y="52700"/>
                  </a:lnTo>
                  <a:lnTo>
                    <a:pt x="957517" y="49012"/>
                  </a:lnTo>
                  <a:lnTo>
                    <a:pt x="971082" y="45415"/>
                  </a:lnTo>
                  <a:lnTo>
                    <a:pt x="984321" y="41905"/>
                  </a:lnTo>
                  <a:lnTo>
                    <a:pt x="997247" y="38478"/>
                  </a:lnTo>
                  <a:lnTo>
                    <a:pt x="1009877" y="35129"/>
                  </a:lnTo>
                  <a:lnTo>
                    <a:pt x="1022223" y="31855"/>
                  </a:lnTo>
                  <a:lnTo>
                    <a:pt x="1034297" y="28654"/>
                  </a:lnTo>
                  <a:lnTo>
                    <a:pt x="1046112" y="25521"/>
                  </a:lnTo>
                  <a:lnTo>
                    <a:pt x="1057677" y="22454"/>
                  </a:lnTo>
                  <a:lnTo>
                    <a:pt x="1069005" y="19451"/>
                  </a:lnTo>
                  <a:lnTo>
                    <a:pt x="1080103" y="16508"/>
                  </a:lnTo>
                  <a:lnTo>
                    <a:pt x="1090982" y="13623"/>
                  </a:lnTo>
                  <a:lnTo>
                    <a:pt x="1101650" y="10795"/>
                  </a:lnTo>
                  <a:lnTo>
                    <a:pt x="1112114" y="8020"/>
                  </a:lnTo>
                  <a:lnTo>
                    <a:pt x="1122383" y="5297"/>
                  </a:lnTo>
                  <a:lnTo>
                    <a:pt x="1132463" y="2624"/>
                  </a:lnTo>
                  <a:lnTo>
                    <a:pt x="114236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91679" y="1791962"/>
              <a:ext cx="1142362" cy="68787"/>
            </a:xfrm>
            <a:custGeom>
              <a:avLst/>
              <a:pathLst>
                <a:path w="1142362" h="68787">
                  <a:moveTo>
                    <a:pt x="0" y="68787"/>
                  </a:moveTo>
                  <a:lnTo>
                    <a:pt x="73356" y="64370"/>
                  </a:lnTo>
                  <a:lnTo>
                    <a:pt x="138062" y="60473"/>
                  </a:lnTo>
                  <a:lnTo>
                    <a:pt x="195942" y="56988"/>
                  </a:lnTo>
                  <a:lnTo>
                    <a:pt x="248302" y="53835"/>
                  </a:lnTo>
                  <a:lnTo>
                    <a:pt x="296103" y="50957"/>
                  </a:lnTo>
                  <a:lnTo>
                    <a:pt x="340075" y="48309"/>
                  </a:lnTo>
                  <a:lnTo>
                    <a:pt x="380787" y="45858"/>
                  </a:lnTo>
                  <a:lnTo>
                    <a:pt x="418689" y="43575"/>
                  </a:lnTo>
                  <a:lnTo>
                    <a:pt x="454144" y="41441"/>
                  </a:lnTo>
                  <a:lnTo>
                    <a:pt x="487448" y="39435"/>
                  </a:lnTo>
                  <a:lnTo>
                    <a:pt x="518849" y="37544"/>
                  </a:lnTo>
                  <a:lnTo>
                    <a:pt x="548551" y="35756"/>
                  </a:lnTo>
                  <a:lnTo>
                    <a:pt x="576730" y="34059"/>
                  </a:lnTo>
                  <a:lnTo>
                    <a:pt x="603533" y="32445"/>
                  </a:lnTo>
                  <a:lnTo>
                    <a:pt x="629089" y="30906"/>
                  </a:lnTo>
                  <a:lnTo>
                    <a:pt x="653510" y="29436"/>
                  </a:lnTo>
                  <a:lnTo>
                    <a:pt x="676890" y="28028"/>
                  </a:lnTo>
                  <a:lnTo>
                    <a:pt x="699316" y="26677"/>
                  </a:lnTo>
                  <a:lnTo>
                    <a:pt x="720862" y="25380"/>
                  </a:lnTo>
                  <a:lnTo>
                    <a:pt x="741595" y="24132"/>
                  </a:lnTo>
                  <a:lnTo>
                    <a:pt x="761574" y="22929"/>
                  </a:lnTo>
                  <a:lnTo>
                    <a:pt x="780852" y="21768"/>
                  </a:lnTo>
                  <a:lnTo>
                    <a:pt x="799476" y="20646"/>
                  </a:lnTo>
                  <a:lnTo>
                    <a:pt x="817490" y="19562"/>
                  </a:lnTo>
                  <a:lnTo>
                    <a:pt x="834931" y="18511"/>
                  </a:lnTo>
                  <a:lnTo>
                    <a:pt x="851836" y="17494"/>
                  </a:lnTo>
                  <a:lnTo>
                    <a:pt x="868236" y="16506"/>
                  </a:lnTo>
                  <a:lnTo>
                    <a:pt x="884160" y="15547"/>
                  </a:lnTo>
                  <a:lnTo>
                    <a:pt x="899636" y="14615"/>
                  </a:lnTo>
                  <a:lnTo>
                    <a:pt x="914688" y="13709"/>
                  </a:lnTo>
                  <a:lnTo>
                    <a:pt x="929339" y="12827"/>
                  </a:lnTo>
                  <a:lnTo>
                    <a:pt x="943609" y="11967"/>
                  </a:lnTo>
                  <a:lnTo>
                    <a:pt x="957517" y="11130"/>
                  </a:lnTo>
                  <a:lnTo>
                    <a:pt x="971082" y="10313"/>
                  </a:lnTo>
                  <a:lnTo>
                    <a:pt x="984321" y="9516"/>
                  </a:lnTo>
                  <a:lnTo>
                    <a:pt x="997247" y="8738"/>
                  </a:lnTo>
                  <a:lnTo>
                    <a:pt x="1009877" y="7977"/>
                  </a:lnTo>
                  <a:lnTo>
                    <a:pt x="1022223" y="7234"/>
                  </a:lnTo>
                  <a:lnTo>
                    <a:pt x="1034297" y="6507"/>
                  </a:lnTo>
                  <a:lnTo>
                    <a:pt x="1046112" y="5795"/>
                  </a:lnTo>
                  <a:lnTo>
                    <a:pt x="1057677" y="5099"/>
                  </a:lnTo>
                  <a:lnTo>
                    <a:pt x="1069005" y="4417"/>
                  </a:lnTo>
                  <a:lnTo>
                    <a:pt x="1080103" y="3748"/>
                  </a:lnTo>
                  <a:lnTo>
                    <a:pt x="1090982" y="3093"/>
                  </a:lnTo>
                  <a:lnTo>
                    <a:pt x="1101650" y="2451"/>
                  </a:lnTo>
                  <a:lnTo>
                    <a:pt x="1112114" y="1821"/>
                  </a:lnTo>
                  <a:lnTo>
                    <a:pt x="1122383" y="1203"/>
                  </a:lnTo>
                  <a:lnTo>
                    <a:pt x="1132463" y="596"/>
                  </a:lnTo>
                  <a:lnTo>
                    <a:pt x="114236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391679" y="1435209"/>
              <a:ext cx="1142362" cy="674166"/>
            </a:xfrm>
            <a:custGeom>
              <a:avLst/>
              <a:pathLst>
                <a:path w="1142362" h="674166">
                  <a:moveTo>
                    <a:pt x="0" y="674166"/>
                  </a:moveTo>
                  <a:lnTo>
                    <a:pt x="73356" y="630874"/>
                  </a:lnTo>
                  <a:lnTo>
                    <a:pt x="138062" y="592688"/>
                  </a:lnTo>
                  <a:lnTo>
                    <a:pt x="195942" y="558530"/>
                  </a:lnTo>
                  <a:lnTo>
                    <a:pt x="248302" y="527630"/>
                  </a:lnTo>
                  <a:lnTo>
                    <a:pt x="296103" y="499420"/>
                  </a:lnTo>
                  <a:lnTo>
                    <a:pt x="340075" y="473470"/>
                  </a:lnTo>
                  <a:lnTo>
                    <a:pt x="380787" y="449444"/>
                  </a:lnTo>
                  <a:lnTo>
                    <a:pt x="418689" y="427076"/>
                  </a:lnTo>
                  <a:lnTo>
                    <a:pt x="454144" y="406152"/>
                  </a:lnTo>
                  <a:lnTo>
                    <a:pt x="487448" y="386497"/>
                  </a:lnTo>
                  <a:lnTo>
                    <a:pt x="518849" y="367966"/>
                  </a:lnTo>
                  <a:lnTo>
                    <a:pt x="548551" y="350437"/>
                  </a:lnTo>
                  <a:lnTo>
                    <a:pt x="576730" y="333808"/>
                  </a:lnTo>
                  <a:lnTo>
                    <a:pt x="603533" y="317990"/>
                  </a:lnTo>
                  <a:lnTo>
                    <a:pt x="629089" y="302908"/>
                  </a:lnTo>
                  <a:lnTo>
                    <a:pt x="653510" y="288496"/>
                  </a:lnTo>
                  <a:lnTo>
                    <a:pt x="676890" y="274698"/>
                  </a:lnTo>
                  <a:lnTo>
                    <a:pt x="699316" y="261463"/>
                  </a:lnTo>
                  <a:lnTo>
                    <a:pt x="720862" y="248748"/>
                  </a:lnTo>
                  <a:lnTo>
                    <a:pt x="741595" y="236512"/>
                  </a:lnTo>
                  <a:lnTo>
                    <a:pt x="761574" y="224722"/>
                  </a:lnTo>
                  <a:lnTo>
                    <a:pt x="780852" y="213345"/>
                  </a:lnTo>
                  <a:lnTo>
                    <a:pt x="799476" y="202354"/>
                  </a:lnTo>
                  <a:lnTo>
                    <a:pt x="817490" y="191723"/>
                  </a:lnTo>
                  <a:lnTo>
                    <a:pt x="834931" y="181430"/>
                  </a:lnTo>
                  <a:lnTo>
                    <a:pt x="851836" y="171454"/>
                  </a:lnTo>
                  <a:lnTo>
                    <a:pt x="868236" y="161775"/>
                  </a:lnTo>
                  <a:lnTo>
                    <a:pt x="884160" y="152377"/>
                  </a:lnTo>
                  <a:lnTo>
                    <a:pt x="899636" y="143244"/>
                  </a:lnTo>
                  <a:lnTo>
                    <a:pt x="914688" y="134361"/>
                  </a:lnTo>
                  <a:lnTo>
                    <a:pt x="929339" y="125715"/>
                  </a:lnTo>
                  <a:lnTo>
                    <a:pt x="943609" y="117294"/>
                  </a:lnTo>
                  <a:lnTo>
                    <a:pt x="957517" y="109086"/>
                  </a:lnTo>
                  <a:lnTo>
                    <a:pt x="971082" y="101080"/>
                  </a:lnTo>
                  <a:lnTo>
                    <a:pt x="984321" y="93268"/>
                  </a:lnTo>
                  <a:lnTo>
                    <a:pt x="997247" y="85639"/>
                  </a:lnTo>
                  <a:lnTo>
                    <a:pt x="1009877" y="78186"/>
                  </a:lnTo>
                  <a:lnTo>
                    <a:pt x="1022223" y="70900"/>
                  </a:lnTo>
                  <a:lnTo>
                    <a:pt x="1034297" y="63774"/>
                  </a:lnTo>
                  <a:lnTo>
                    <a:pt x="1046112" y="56802"/>
                  </a:lnTo>
                  <a:lnTo>
                    <a:pt x="1057677" y="49976"/>
                  </a:lnTo>
                  <a:lnTo>
                    <a:pt x="1069005" y="43291"/>
                  </a:lnTo>
                  <a:lnTo>
                    <a:pt x="1080103" y="36741"/>
                  </a:lnTo>
                  <a:lnTo>
                    <a:pt x="1090982" y="30321"/>
                  </a:lnTo>
                  <a:lnTo>
                    <a:pt x="1101650" y="24026"/>
                  </a:lnTo>
                  <a:lnTo>
                    <a:pt x="1112114" y="17850"/>
                  </a:lnTo>
                  <a:lnTo>
                    <a:pt x="1122383" y="11790"/>
                  </a:lnTo>
                  <a:lnTo>
                    <a:pt x="1132463" y="5841"/>
                  </a:lnTo>
                  <a:lnTo>
                    <a:pt x="114236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391679" y="1740285"/>
              <a:ext cx="1142362" cy="107540"/>
            </a:xfrm>
            <a:custGeom>
              <a:avLst/>
              <a:pathLst>
                <a:path w="1142362" h="107540">
                  <a:moveTo>
                    <a:pt x="0" y="107540"/>
                  </a:moveTo>
                  <a:lnTo>
                    <a:pt x="73356" y="100634"/>
                  </a:lnTo>
                  <a:lnTo>
                    <a:pt x="138062" y="94543"/>
                  </a:lnTo>
                  <a:lnTo>
                    <a:pt x="195942" y="89094"/>
                  </a:lnTo>
                  <a:lnTo>
                    <a:pt x="248302" y="84165"/>
                  </a:lnTo>
                  <a:lnTo>
                    <a:pt x="296103" y="79665"/>
                  </a:lnTo>
                  <a:lnTo>
                    <a:pt x="340075" y="75526"/>
                  </a:lnTo>
                  <a:lnTo>
                    <a:pt x="380787" y="71693"/>
                  </a:lnTo>
                  <a:lnTo>
                    <a:pt x="418689" y="68125"/>
                  </a:lnTo>
                  <a:lnTo>
                    <a:pt x="454144" y="64787"/>
                  </a:lnTo>
                  <a:lnTo>
                    <a:pt x="487448" y="61652"/>
                  </a:lnTo>
                  <a:lnTo>
                    <a:pt x="518849" y="58696"/>
                  </a:lnTo>
                  <a:lnTo>
                    <a:pt x="548551" y="55900"/>
                  </a:lnTo>
                  <a:lnTo>
                    <a:pt x="576730" y="53247"/>
                  </a:lnTo>
                  <a:lnTo>
                    <a:pt x="603533" y="50724"/>
                  </a:lnTo>
                  <a:lnTo>
                    <a:pt x="629089" y="48318"/>
                  </a:lnTo>
                  <a:lnTo>
                    <a:pt x="653510" y="46019"/>
                  </a:lnTo>
                  <a:lnTo>
                    <a:pt x="676890" y="43818"/>
                  </a:lnTo>
                  <a:lnTo>
                    <a:pt x="699316" y="41707"/>
                  </a:lnTo>
                  <a:lnTo>
                    <a:pt x="720862" y="39679"/>
                  </a:lnTo>
                  <a:lnTo>
                    <a:pt x="741595" y="37727"/>
                  </a:lnTo>
                  <a:lnTo>
                    <a:pt x="761574" y="35846"/>
                  </a:lnTo>
                  <a:lnTo>
                    <a:pt x="780852" y="34031"/>
                  </a:lnTo>
                  <a:lnTo>
                    <a:pt x="799476" y="32278"/>
                  </a:lnTo>
                  <a:lnTo>
                    <a:pt x="817490" y="30582"/>
                  </a:lnTo>
                  <a:lnTo>
                    <a:pt x="834931" y="28941"/>
                  </a:lnTo>
                  <a:lnTo>
                    <a:pt x="851836" y="27349"/>
                  </a:lnTo>
                  <a:lnTo>
                    <a:pt x="868236" y="25805"/>
                  </a:lnTo>
                  <a:lnTo>
                    <a:pt x="884160" y="24306"/>
                  </a:lnTo>
                  <a:lnTo>
                    <a:pt x="899636" y="22849"/>
                  </a:lnTo>
                  <a:lnTo>
                    <a:pt x="914688" y="21432"/>
                  </a:lnTo>
                  <a:lnTo>
                    <a:pt x="929339" y="20053"/>
                  </a:lnTo>
                  <a:lnTo>
                    <a:pt x="943609" y="18710"/>
                  </a:lnTo>
                  <a:lnTo>
                    <a:pt x="957517" y="17400"/>
                  </a:lnTo>
                  <a:lnTo>
                    <a:pt x="971082" y="16123"/>
                  </a:lnTo>
                  <a:lnTo>
                    <a:pt x="984321" y="14877"/>
                  </a:lnTo>
                  <a:lnTo>
                    <a:pt x="997247" y="13660"/>
                  </a:lnTo>
                  <a:lnTo>
                    <a:pt x="1009877" y="12471"/>
                  </a:lnTo>
                  <a:lnTo>
                    <a:pt x="1022223" y="11309"/>
                  </a:lnTo>
                  <a:lnTo>
                    <a:pt x="1034297" y="10173"/>
                  </a:lnTo>
                  <a:lnTo>
                    <a:pt x="1046112" y="9060"/>
                  </a:lnTo>
                  <a:lnTo>
                    <a:pt x="1057677" y="7972"/>
                  </a:lnTo>
                  <a:lnTo>
                    <a:pt x="1069005" y="6905"/>
                  </a:lnTo>
                  <a:lnTo>
                    <a:pt x="1080103" y="5860"/>
                  </a:lnTo>
                  <a:lnTo>
                    <a:pt x="1090982" y="4836"/>
                  </a:lnTo>
                  <a:lnTo>
                    <a:pt x="1101650" y="3832"/>
                  </a:lnTo>
                  <a:lnTo>
                    <a:pt x="1112114" y="2847"/>
                  </a:lnTo>
                  <a:lnTo>
                    <a:pt x="1122383" y="1880"/>
                  </a:lnTo>
                  <a:lnTo>
                    <a:pt x="1132463" y="931"/>
                  </a:lnTo>
                  <a:lnTo>
                    <a:pt x="114236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391679" y="1692343"/>
              <a:ext cx="1142362" cy="18840"/>
            </a:xfrm>
            <a:custGeom>
              <a:avLst/>
              <a:pathLst>
                <a:path w="1142362" h="18840">
                  <a:moveTo>
                    <a:pt x="0" y="0"/>
                  </a:moveTo>
                  <a:lnTo>
                    <a:pt x="73356" y="1209"/>
                  </a:lnTo>
                  <a:lnTo>
                    <a:pt x="138062" y="2276"/>
                  </a:lnTo>
                  <a:lnTo>
                    <a:pt x="195942" y="3231"/>
                  </a:lnTo>
                  <a:lnTo>
                    <a:pt x="248302" y="4095"/>
                  </a:lnTo>
                  <a:lnTo>
                    <a:pt x="296103" y="4883"/>
                  </a:lnTo>
                  <a:lnTo>
                    <a:pt x="340075" y="5608"/>
                  </a:lnTo>
                  <a:lnTo>
                    <a:pt x="380787" y="6280"/>
                  </a:lnTo>
                  <a:lnTo>
                    <a:pt x="418689" y="6905"/>
                  </a:lnTo>
                  <a:lnTo>
                    <a:pt x="454144" y="7489"/>
                  </a:lnTo>
                  <a:lnTo>
                    <a:pt x="487448" y="8039"/>
                  </a:lnTo>
                  <a:lnTo>
                    <a:pt x="518849" y="8557"/>
                  </a:lnTo>
                  <a:lnTo>
                    <a:pt x="548551" y="9046"/>
                  </a:lnTo>
                  <a:lnTo>
                    <a:pt x="576730" y="9511"/>
                  </a:lnTo>
                  <a:lnTo>
                    <a:pt x="603533" y="9953"/>
                  </a:lnTo>
                  <a:lnTo>
                    <a:pt x="629089" y="10375"/>
                  </a:lnTo>
                  <a:lnTo>
                    <a:pt x="653510" y="10777"/>
                  </a:lnTo>
                  <a:lnTo>
                    <a:pt x="676890" y="11163"/>
                  </a:lnTo>
                  <a:lnTo>
                    <a:pt x="699316" y="11533"/>
                  </a:lnTo>
                  <a:lnTo>
                    <a:pt x="720862" y="11888"/>
                  </a:lnTo>
                  <a:lnTo>
                    <a:pt x="741595" y="12230"/>
                  </a:lnTo>
                  <a:lnTo>
                    <a:pt x="761574" y="12560"/>
                  </a:lnTo>
                  <a:lnTo>
                    <a:pt x="780852" y="12878"/>
                  </a:lnTo>
                  <a:lnTo>
                    <a:pt x="799476" y="13185"/>
                  </a:lnTo>
                  <a:lnTo>
                    <a:pt x="817490" y="13482"/>
                  </a:lnTo>
                  <a:lnTo>
                    <a:pt x="834931" y="13769"/>
                  </a:lnTo>
                  <a:lnTo>
                    <a:pt x="851836" y="14048"/>
                  </a:lnTo>
                  <a:lnTo>
                    <a:pt x="868236" y="14319"/>
                  </a:lnTo>
                  <a:lnTo>
                    <a:pt x="884160" y="14581"/>
                  </a:lnTo>
                  <a:lnTo>
                    <a:pt x="899636" y="14837"/>
                  </a:lnTo>
                  <a:lnTo>
                    <a:pt x="914688" y="15085"/>
                  </a:lnTo>
                  <a:lnTo>
                    <a:pt x="929339" y="15326"/>
                  </a:lnTo>
                  <a:lnTo>
                    <a:pt x="943609" y="15562"/>
                  </a:lnTo>
                  <a:lnTo>
                    <a:pt x="957517" y="15791"/>
                  </a:lnTo>
                  <a:lnTo>
                    <a:pt x="971082" y="16015"/>
                  </a:lnTo>
                  <a:lnTo>
                    <a:pt x="984321" y="16233"/>
                  </a:lnTo>
                  <a:lnTo>
                    <a:pt x="997247" y="16446"/>
                  </a:lnTo>
                  <a:lnTo>
                    <a:pt x="1009877" y="16655"/>
                  </a:lnTo>
                  <a:lnTo>
                    <a:pt x="1022223" y="16858"/>
                  </a:lnTo>
                  <a:lnTo>
                    <a:pt x="1034297" y="17057"/>
                  </a:lnTo>
                  <a:lnTo>
                    <a:pt x="1046112" y="17252"/>
                  </a:lnTo>
                  <a:lnTo>
                    <a:pt x="1057677" y="17443"/>
                  </a:lnTo>
                  <a:lnTo>
                    <a:pt x="1069005" y="17630"/>
                  </a:lnTo>
                  <a:lnTo>
                    <a:pt x="1080103" y="17813"/>
                  </a:lnTo>
                  <a:lnTo>
                    <a:pt x="1090982" y="17992"/>
                  </a:lnTo>
                  <a:lnTo>
                    <a:pt x="1101650" y="18168"/>
                  </a:lnTo>
                  <a:lnTo>
                    <a:pt x="1112114" y="18341"/>
                  </a:lnTo>
                  <a:lnTo>
                    <a:pt x="1122383" y="18510"/>
                  </a:lnTo>
                  <a:lnTo>
                    <a:pt x="1132463" y="18676"/>
                  </a:lnTo>
                  <a:lnTo>
                    <a:pt x="1142362" y="1884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91679" y="1679295"/>
              <a:ext cx="1142362" cy="126871"/>
            </a:xfrm>
            <a:custGeom>
              <a:avLst/>
              <a:pathLst>
                <a:path w="1142362" h="126871">
                  <a:moveTo>
                    <a:pt x="0" y="126871"/>
                  </a:moveTo>
                  <a:lnTo>
                    <a:pt x="73356" y="118724"/>
                  </a:lnTo>
                  <a:lnTo>
                    <a:pt x="138062" y="111538"/>
                  </a:lnTo>
                  <a:lnTo>
                    <a:pt x="195942" y="105110"/>
                  </a:lnTo>
                  <a:lnTo>
                    <a:pt x="248302" y="99294"/>
                  </a:lnTo>
                  <a:lnTo>
                    <a:pt x="296103" y="93986"/>
                  </a:lnTo>
                  <a:lnTo>
                    <a:pt x="340075" y="89102"/>
                  </a:lnTo>
                  <a:lnTo>
                    <a:pt x="380787" y="84581"/>
                  </a:lnTo>
                  <a:lnTo>
                    <a:pt x="418689" y="80371"/>
                  </a:lnTo>
                  <a:lnTo>
                    <a:pt x="454144" y="76434"/>
                  </a:lnTo>
                  <a:lnTo>
                    <a:pt x="487448" y="72735"/>
                  </a:lnTo>
                  <a:lnTo>
                    <a:pt x="518849" y="69247"/>
                  </a:lnTo>
                  <a:lnTo>
                    <a:pt x="548551" y="65949"/>
                  </a:lnTo>
                  <a:lnTo>
                    <a:pt x="576730" y="62819"/>
                  </a:lnTo>
                  <a:lnTo>
                    <a:pt x="603533" y="59842"/>
                  </a:lnTo>
                  <a:lnTo>
                    <a:pt x="629089" y="57004"/>
                  </a:lnTo>
                  <a:lnTo>
                    <a:pt x="653510" y="54292"/>
                  </a:lnTo>
                  <a:lnTo>
                    <a:pt x="676890" y="51695"/>
                  </a:lnTo>
                  <a:lnTo>
                    <a:pt x="699316" y="49204"/>
                  </a:lnTo>
                  <a:lnTo>
                    <a:pt x="720862" y="46812"/>
                  </a:lnTo>
                  <a:lnTo>
                    <a:pt x="741595" y="44509"/>
                  </a:lnTo>
                  <a:lnTo>
                    <a:pt x="761574" y="42290"/>
                  </a:lnTo>
                  <a:lnTo>
                    <a:pt x="780852" y="40149"/>
                  </a:lnTo>
                  <a:lnTo>
                    <a:pt x="799476" y="38081"/>
                  </a:lnTo>
                  <a:lnTo>
                    <a:pt x="817490" y="36080"/>
                  </a:lnTo>
                  <a:lnTo>
                    <a:pt x="834931" y="34143"/>
                  </a:lnTo>
                  <a:lnTo>
                    <a:pt x="851836" y="32266"/>
                  </a:lnTo>
                  <a:lnTo>
                    <a:pt x="868236" y="30444"/>
                  </a:lnTo>
                  <a:lnTo>
                    <a:pt x="884160" y="28676"/>
                  </a:lnTo>
                  <a:lnTo>
                    <a:pt x="899636" y="26957"/>
                  </a:lnTo>
                  <a:lnTo>
                    <a:pt x="914688" y="25285"/>
                  </a:lnTo>
                  <a:lnTo>
                    <a:pt x="929339" y="23658"/>
                  </a:lnTo>
                  <a:lnTo>
                    <a:pt x="943609" y="22073"/>
                  </a:lnTo>
                  <a:lnTo>
                    <a:pt x="957517" y="20528"/>
                  </a:lnTo>
                  <a:lnTo>
                    <a:pt x="971082" y="19022"/>
                  </a:lnTo>
                  <a:lnTo>
                    <a:pt x="984321" y="17552"/>
                  </a:lnTo>
                  <a:lnTo>
                    <a:pt x="997247" y="16116"/>
                  </a:lnTo>
                  <a:lnTo>
                    <a:pt x="1009877" y="14713"/>
                  </a:lnTo>
                  <a:lnTo>
                    <a:pt x="1022223" y="13342"/>
                  </a:lnTo>
                  <a:lnTo>
                    <a:pt x="1034297" y="12001"/>
                  </a:lnTo>
                  <a:lnTo>
                    <a:pt x="1046112" y="10689"/>
                  </a:lnTo>
                  <a:lnTo>
                    <a:pt x="1057677" y="9405"/>
                  </a:lnTo>
                  <a:lnTo>
                    <a:pt x="1069005" y="8147"/>
                  </a:lnTo>
                  <a:lnTo>
                    <a:pt x="1080103" y="6914"/>
                  </a:lnTo>
                  <a:lnTo>
                    <a:pt x="1090982" y="5706"/>
                  </a:lnTo>
                  <a:lnTo>
                    <a:pt x="1101650" y="4521"/>
                  </a:lnTo>
                  <a:lnTo>
                    <a:pt x="1112114" y="3359"/>
                  </a:lnTo>
                  <a:lnTo>
                    <a:pt x="1122383" y="2218"/>
                  </a:lnTo>
                  <a:lnTo>
                    <a:pt x="1132463" y="1099"/>
                  </a:lnTo>
                  <a:lnTo>
                    <a:pt x="114236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91679" y="1489539"/>
              <a:ext cx="1142362" cy="471522"/>
            </a:xfrm>
            <a:custGeom>
              <a:avLst/>
              <a:pathLst>
                <a:path w="1142362" h="471522">
                  <a:moveTo>
                    <a:pt x="0" y="471522"/>
                  </a:moveTo>
                  <a:lnTo>
                    <a:pt x="73356" y="441243"/>
                  </a:lnTo>
                  <a:lnTo>
                    <a:pt x="138062" y="414536"/>
                  </a:lnTo>
                  <a:lnTo>
                    <a:pt x="195942" y="390645"/>
                  </a:lnTo>
                  <a:lnTo>
                    <a:pt x="248302" y="369033"/>
                  </a:lnTo>
                  <a:lnTo>
                    <a:pt x="296103" y="349302"/>
                  </a:lnTo>
                  <a:lnTo>
                    <a:pt x="340075" y="331152"/>
                  </a:lnTo>
                  <a:lnTo>
                    <a:pt x="380787" y="314348"/>
                  </a:lnTo>
                  <a:lnTo>
                    <a:pt x="418689" y="298704"/>
                  </a:lnTo>
                  <a:lnTo>
                    <a:pt x="454144" y="284069"/>
                  </a:lnTo>
                  <a:lnTo>
                    <a:pt x="487448" y="270322"/>
                  </a:lnTo>
                  <a:lnTo>
                    <a:pt x="518849" y="257361"/>
                  </a:lnTo>
                  <a:lnTo>
                    <a:pt x="548551" y="245101"/>
                  </a:lnTo>
                  <a:lnTo>
                    <a:pt x="576730" y="233470"/>
                  </a:lnTo>
                  <a:lnTo>
                    <a:pt x="603533" y="222407"/>
                  </a:lnTo>
                  <a:lnTo>
                    <a:pt x="629089" y="211858"/>
                  </a:lnTo>
                  <a:lnTo>
                    <a:pt x="653510" y="201779"/>
                  </a:lnTo>
                  <a:lnTo>
                    <a:pt x="676890" y="192128"/>
                  </a:lnTo>
                  <a:lnTo>
                    <a:pt x="699316" y="182872"/>
                  </a:lnTo>
                  <a:lnTo>
                    <a:pt x="720862" y="173978"/>
                  </a:lnTo>
                  <a:lnTo>
                    <a:pt x="741595" y="165420"/>
                  </a:lnTo>
                  <a:lnTo>
                    <a:pt x="761574" y="157174"/>
                  </a:lnTo>
                  <a:lnTo>
                    <a:pt x="780852" y="149217"/>
                  </a:lnTo>
                  <a:lnTo>
                    <a:pt x="799476" y="141529"/>
                  </a:lnTo>
                  <a:lnTo>
                    <a:pt x="817490" y="134094"/>
                  </a:lnTo>
                  <a:lnTo>
                    <a:pt x="834931" y="126895"/>
                  </a:lnTo>
                  <a:lnTo>
                    <a:pt x="851836" y="119917"/>
                  </a:lnTo>
                  <a:lnTo>
                    <a:pt x="868236" y="113148"/>
                  </a:lnTo>
                  <a:lnTo>
                    <a:pt x="884160" y="106575"/>
                  </a:lnTo>
                  <a:lnTo>
                    <a:pt x="899636" y="100187"/>
                  </a:lnTo>
                  <a:lnTo>
                    <a:pt x="914688" y="93974"/>
                  </a:lnTo>
                  <a:lnTo>
                    <a:pt x="929339" y="87927"/>
                  </a:lnTo>
                  <a:lnTo>
                    <a:pt x="943609" y="82037"/>
                  </a:lnTo>
                  <a:lnTo>
                    <a:pt x="957517" y="76296"/>
                  </a:lnTo>
                  <a:lnTo>
                    <a:pt x="971082" y="70697"/>
                  </a:lnTo>
                  <a:lnTo>
                    <a:pt x="984321" y="65233"/>
                  </a:lnTo>
                  <a:lnTo>
                    <a:pt x="997247" y="59897"/>
                  </a:lnTo>
                  <a:lnTo>
                    <a:pt x="1009877" y="54684"/>
                  </a:lnTo>
                  <a:lnTo>
                    <a:pt x="1022223" y="49588"/>
                  </a:lnTo>
                  <a:lnTo>
                    <a:pt x="1034297" y="44604"/>
                  </a:lnTo>
                  <a:lnTo>
                    <a:pt x="1046112" y="39728"/>
                  </a:lnTo>
                  <a:lnTo>
                    <a:pt x="1057677" y="34954"/>
                  </a:lnTo>
                  <a:lnTo>
                    <a:pt x="1069005" y="30278"/>
                  </a:lnTo>
                  <a:lnTo>
                    <a:pt x="1080103" y="25697"/>
                  </a:lnTo>
                  <a:lnTo>
                    <a:pt x="1090982" y="21207"/>
                  </a:lnTo>
                  <a:lnTo>
                    <a:pt x="1101650" y="16804"/>
                  </a:lnTo>
                  <a:lnTo>
                    <a:pt x="1112114" y="12485"/>
                  </a:lnTo>
                  <a:lnTo>
                    <a:pt x="1122383" y="8246"/>
                  </a:lnTo>
                  <a:lnTo>
                    <a:pt x="1132463" y="4085"/>
                  </a:lnTo>
                  <a:lnTo>
                    <a:pt x="114236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91679" y="1566576"/>
              <a:ext cx="1142362" cy="348794"/>
            </a:xfrm>
            <a:custGeom>
              <a:avLst/>
              <a:pathLst>
                <a:path w="1142362" h="348794">
                  <a:moveTo>
                    <a:pt x="0" y="348794"/>
                  </a:moveTo>
                  <a:lnTo>
                    <a:pt x="73356" y="326396"/>
                  </a:lnTo>
                  <a:lnTo>
                    <a:pt x="138062" y="306640"/>
                  </a:lnTo>
                  <a:lnTo>
                    <a:pt x="195942" y="288967"/>
                  </a:lnTo>
                  <a:lnTo>
                    <a:pt x="248302" y="272981"/>
                  </a:lnTo>
                  <a:lnTo>
                    <a:pt x="296103" y="258386"/>
                  </a:lnTo>
                  <a:lnTo>
                    <a:pt x="340075" y="244960"/>
                  </a:lnTo>
                  <a:lnTo>
                    <a:pt x="380787" y="232529"/>
                  </a:lnTo>
                  <a:lnTo>
                    <a:pt x="418689" y="220957"/>
                  </a:lnTo>
                  <a:lnTo>
                    <a:pt x="454144" y="210131"/>
                  </a:lnTo>
                  <a:lnTo>
                    <a:pt x="487448" y="199963"/>
                  </a:lnTo>
                  <a:lnTo>
                    <a:pt x="518849" y="190375"/>
                  </a:lnTo>
                  <a:lnTo>
                    <a:pt x="548551" y="181306"/>
                  </a:lnTo>
                  <a:lnTo>
                    <a:pt x="576730" y="172703"/>
                  </a:lnTo>
                  <a:lnTo>
                    <a:pt x="603533" y="164519"/>
                  </a:lnTo>
                  <a:lnTo>
                    <a:pt x="629089" y="156716"/>
                  </a:lnTo>
                  <a:lnTo>
                    <a:pt x="653510" y="149260"/>
                  </a:lnTo>
                  <a:lnTo>
                    <a:pt x="676890" y="142121"/>
                  </a:lnTo>
                  <a:lnTo>
                    <a:pt x="699316" y="135274"/>
                  </a:lnTo>
                  <a:lnTo>
                    <a:pt x="720862" y="128695"/>
                  </a:lnTo>
                  <a:lnTo>
                    <a:pt x="741595" y="122365"/>
                  </a:lnTo>
                  <a:lnTo>
                    <a:pt x="761574" y="116264"/>
                  </a:lnTo>
                  <a:lnTo>
                    <a:pt x="780852" y="110378"/>
                  </a:lnTo>
                  <a:lnTo>
                    <a:pt x="799476" y="104692"/>
                  </a:lnTo>
                  <a:lnTo>
                    <a:pt x="817490" y="99192"/>
                  </a:lnTo>
                  <a:lnTo>
                    <a:pt x="834931" y="93867"/>
                  </a:lnTo>
                  <a:lnTo>
                    <a:pt x="851836" y="88705"/>
                  </a:lnTo>
                  <a:lnTo>
                    <a:pt x="868236" y="83698"/>
                  </a:lnTo>
                  <a:lnTo>
                    <a:pt x="884160" y="78835"/>
                  </a:lnTo>
                  <a:lnTo>
                    <a:pt x="899636" y="74110"/>
                  </a:lnTo>
                  <a:lnTo>
                    <a:pt x="914688" y="69514"/>
                  </a:lnTo>
                  <a:lnTo>
                    <a:pt x="929339" y="65041"/>
                  </a:lnTo>
                  <a:lnTo>
                    <a:pt x="943609" y="60684"/>
                  </a:lnTo>
                  <a:lnTo>
                    <a:pt x="957517" y="56438"/>
                  </a:lnTo>
                  <a:lnTo>
                    <a:pt x="971082" y="52296"/>
                  </a:lnTo>
                  <a:lnTo>
                    <a:pt x="984321" y="48254"/>
                  </a:lnTo>
                  <a:lnTo>
                    <a:pt x="997247" y="44307"/>
                  </a:lnTo>
                  <a:lnTo>
                    <a:pt x="1009877" y="40451"/>
                  </a:lnTo>
                  <a:lnTo>
                    <a:pt x="1022223" y="36681"/>
                  </a:lnTo>
                  <a:lnTo>
                    <a:pt x="1034297" y="32995"/>
                  </a:lnTo>
                  <a:lnTo>
                    <a:pt x="1046112" y="29387"/>
                  </a:lnTo>
                  <a:lnTo>
                    <a:pt x="1057677" y="25856"/>
                  </a:lnTo>
                  <a:lnTo>
                    <a:pt x="1069005" y="22397"/>
                  </a:lnTo>
                  <a:lnTo>
                    <a:pt x="1080103" y="19009"/>
                  </a:lnTo>
                  <a:lnTo>
                    <a:pt x="1090982" y="15687"/>
                  </a:lnTo>
                  <a:lnTo>
                    <a:pt x="1101650" y="12430"/>
                  </a:lnTo>
                  <a:lnTo>
                    <a:pt x="1112114" y="9235"/>
                  </a:lnTo>
                  <a:lnTo>
                    <a:pt x="1122383" y="6100"/>
                  </a:lnTo>
                  <a:lnTo>
                    <a:pt x="1132463" y="3022"/>
                  </a:lnTo>
                  <a:lnTo>
                    <a:pt x="114236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91679" y="1766619"/>
              <a:ext cx="1142362" cy="43545"/>
            </a:xfrm>
            <a:custGeom>
              <a:avLst/>
              <a:pathLst>
                <a:path w="1142362" h="43545">
                  <a:moveTo>
                    <a:pt x="0" y="0"/>
                  </a:moveTo>
                  <a:lnTo>
                    <a:pt x="73356" y="2796"/>
                  </a:lnTo>
                  <a:lnTo>
                    <a:pt x="138062" y="5262"/>
                  </a:lnTo>
                  <a:lnTo>
                    <a:pt x="195942" y="7469"/>
                  </a:lnTo>
                  <a:lnTo>
                    <a:pt x="248302" y="9464"/>
                  </a:lnTo>
                  <a:lnTo>
                    <a:pt x="296103" y="11287"/>
                  </a:lnTo>
                  <a:lnTo>
                    <a:pt x="340075" y="12963"/>
                  </a:lnTo>
                  <a:lnTo>
                    <a:pt x="380787" y="14515"/>
                  </a:lnTo>
                  <a:lnTo>
                    <a:pt x="418689" y="15959"/>
                  </a:lnTo>
                  <a:lnTo>
                    <a:pt x="454144" y="17311"/>
                  </a:lnTo>
                  <a:lnTo>
                    <a:pt x="487448" y="18580"/>
                  </a:lnTo>
                  <a:lnTo>
                    <a:pt x="518849" y="19777"/>
                  </a:lnTo>
                  <a:lnTo>
                    <a:pt x="548551" y="20909"/>
                  </a:lnTo>
                  <a:lnTo>
                    <a:pt x="576730" y="21984"/>
                  </a:lnTo>
                  <a:lnTo>
                    <a:pt x="603533" y="23005"/>
                  </a:lnTo>
                  <a:lnTo>
                    <a:pt x="629089" y="23979"/>
                  </a:lnTo>
                  <a:lnTo>
                    <a:pt x="653510" y="24910"/>
                  </a:lnTo>
                  <a:lnTo>
                    <a:pt x="676890" y="25802"/>
                  </a:lnTo>
                  <a:lnTo>
                    <a:pt x="699316" y="26656"/>
                  </a:lnTo>
                  <a:lnTo>
                    <a:pt x="720862" y="27478"/>
                  </a:lnTo>
                  <a:lnTo>
                    <a:pt x="741595" y="28268"/>
                  </a:lnTo>
                  <a:lnTo>
                    <a:pt x="761574" y="29030"/>
                  </a:lnTo>
                  <a:lnTo>
                    <a:pt x="780852" y="29764"/>
                  </a:lnTo>
                  <a:lnTo>
                    <a:pt x="799476" y="30474"/>
                  </a:lnTo>
                  <a:lnTo>
                    <a:pt x="817490" y="31161"/>
                  </a:lnTo>
                  <a:lnTo>
                    <a:pt x="834931" y="31826"/>
                  </a:lnTo>
                  <a:lnTo>
                    <a:pt x="851836" y="32470"/>
                  </a:lnTo>
                  <a:lnTo>
                    <a:pt x="868236" y="33095"/>
                  </a:lnTo>
                  <a:lnTo>
                    <a:pt x="884160" y="33702"/>
                  </a:lnTo>
                  <a:lnTo>
                    <a:pt x="899636" y="34292"/>
                  </a:lnTo>
                  <a:lnTo>
                    <a:pt x="914688" y="34866"/>
                  </a:lnTo>
                  <a:lnTo>
                    <a:pt x="929339" y="35425"/>
                  </a:lnTo>
                  <a:lnTo>
                    <a:pt x="943609" y="35968"/>
                  </a:lnTo>
                  <a:lnTo>
                    <a:pt x="957517" y="36499"/>
                  </a:lnTo>
                  <a:lnTo>
                    <a:pt x="971082" y="37016"/>
                  </a:lnTo>
                  <a:lnTo>
                    <a:pt x="984321" y="37520"/>
                  </a:lnTo>
                  <a:lnTo>
                    <a:pt x="997247" y="38013"/>
                  </a:lnTo>
                  <a:lnTo>
                    <a:pt x="1009877" y="38495"/>
                  </a:lnTo>
                  <a:lnTo>
                    <a:pt x="1022223" y="38965"/>
                  </a:lnTo>
                  <a:lnTo>
                    <a:pt x="1034297" y="39425"/>
                  </a:lnTo>
                  <a:lnTo>
                    <a:pt x="1046112" y="39876"/>
                  </a:lnTo>
                  <a:lnTo>
                    <a:pt x="1057677" y="40317"/>
                  </a:lnTo>
                  <a:lnTo>
                    <a:pt x="1069005" y="40748"/>
                  </a:lnTo>
                  <a:lnTo>
                    <a:pt x="1080103" y="41171"/>
                  </a:lnTo>
                  <a:lnTo>
                    <a:pt x="1090982" y="41586"/>
                  </a:lnTo>
                  <a:lnTo>
                    <a:pt x="1101650" y="41993"/>
                  </a:lnTo>
                  <a:lnTo>
                    <a:pt x="1112114" y="42392"/>
                  </a:lnTo>
                  <a:lnTo>
                    <a:pt x="1122383" y="42783"/>
                  </a:lnTo>
                  <a:lnTo>
                    <a:pt x="1132463" y="43167"/>
                  </a:lnTo>
                  <a:lnTo>
                    <a:pt x="1142362" y="4354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310032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10032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140466" y="216761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140466" y="190406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140466" y="164051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140466" y="137696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140466" y="111341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281564" y="22040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281564" y="19405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281564" y="167695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281564" y="14134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281564" y="11498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310032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391679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77246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53254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534041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>
              <a:off x="1310032" y="965010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8" name="rc117"/>
            <p:cNvSpPr/>
            <p:nvPr/>
          </p:nvSpPr>
          <p:spPr>
            <a:xfrm>
              <a:off x="2748241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12488" y="18511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797828" y="183979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21204" y="175255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783630" y="16821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19875" y="209057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779646" y="21521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790433" y="175163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02308" y="21071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793499" y="17451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794795" y="160001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84491" y="17672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54648" y="18021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86843" y="12844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55301" y="17378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75666" y="13588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205710" y="16608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161216" y="16057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88784" y="18401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196616" y="17600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86808" y="199552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02134" y="200846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88007" y="19372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87583" y="21610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87724" y="20432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180905" y="20843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164320" y="192571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202471" y="201418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172596" y="178135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67672" y="141247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79647" y="18503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71257" y="159180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57850" y="18284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85764" y="16663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55239" y="18314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54834" y="136369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67658" y="165923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79817" y="17366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79339" y="19568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67219" y="17419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80455" y="12593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54204" y="16029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60996" y="18281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39775" y="18381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47382" y="19498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52284" y="213734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86603" y="20140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76452" y="197742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45742" y="164111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35157" y="15929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56030" y="150258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68246" y="17214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51857" y="18020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964060" y="21659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35800" y="18047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34657" y="21650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969210" y="173504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30922" y="18111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68743" y="20641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964738" y="16819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925476" y="11635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67534" y="186441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36386" y="15954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37971" y="163401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38270" y="150381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37701" y="169092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21749" y="15262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45276" y="187854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25571" y="16568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929544" y="183586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924412" y="205538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961122" y="13292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961876" y="15818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2824177" y="1632201"/>
              <a:ext cx="1152922" cy="149350"/>
            </a:xfrm>
            <a:custGeom>
              <a:avLst/>
              <a:pathLst>
                <a:path w="1152922" h="149350">
                  <a:moveTo>
                    <a:pt x="0" y="149350"/>
                  </a:moveTo>
                  <a:lnTo>
                    <a:pt x="74034" y="139760"/>
                  </a:lnTo>
                  <a:lnTo>
                    <a:pt x="139338" y="131300"/>
                  </a:lnTo>
                  <a:lnTo>
                    <a:pt x="197754" y="123733"/>
                  </a:lnTo>
                  <a:lnTo>
                    <a:pt x="250597" y="116888"/>
                  </a:lnTo>
                  <a:lnTo>
                    <a:pt x="298840" y="110638"/>
                  </a:lnTo>
                  <a:lnTo>
                    <a:pt x="343219" y="104889"/>
                  </a:lnTo>
                  <a:lnTo>
                    <a:pt x="384307" y="99567"/>
                  </a:lnTo>
                  <a:lnTo>
                    <a:pt x="422559" y="94612"/>
                  </a:lnTo>
                  <a:lnTo>
                    <a:pt x="458342" y="89976"/>
                  </a:lnTo>
                  <a:lnTo>
                    <a:pt x="491955" y="85622"/>
                  </a:lnTo>
                  <a:lnTo>
                    <a:pt x="523645" y="81517"/>
                  </a:lnTo>
                  <a:lnTo>
                    <a:pt x="553622" y="77633"/>
                  </a:lnTo>
                  <a:lnTo>
                    <a:pt x="582061" y="73949"/>
                  </a:lnTo>
                  <a:lnTo>
                    <a:pt x="609113" y="70445"/>
                  </a:lnTo>
                  <a:lnTo>
                    <a:pt x="634905" y="67104"/>
                  </a:lnTo>
                  <a:lnTo>
                    <a:pt x="659551" y="63911"/>
                  </a:lnTo>
                  <a:lnTo>
                    <a:pt x="683147" y="60855"/>
                  </a:lnTo>
                  <a:lnTo>
                    <a:pt x="705781" y="57923"/>
                  </a:lnTo>
                  <a:lnTo>
                    <a:pt x="727526" y="55106"/>
                  </a:lnTo>
                  <a:lnTo>
                    <a:pt x="748451" y="52395"/>
                  </a:lnTo>
                  <a:lnTo>
                    <a:pt x="768615" y="49783"/>
                  </a:lnTo>
                  <a:lnTo>
                    <a:pt x="788071" y="47263"/>
                  </a:lnTo>
                  <a:lnTo>
                    <a:pt x="806867" y="44828"/>
                  </a:lnTo>
                  <a:lnTo>
                    <a:pt x="825047" y="42473"/>
                  </a:lnTo>
                  <a:lnTo>
                    <a:pt x="842650" y="40193"/>
                  </a:lnTo>
                  <a:lnTo>
                    <a:pt x="859711" y="37982"/>
                  </a:lnTo>
                  <a:lnTo>
                    <a:pt x="876262" y="35838"/>
                  </a:lnTo>
                  <a:lnTo>
                    <a:pt x="892334" y="33756"/>
                  </a:lnTo>
                  <a:lnTo>
                    <a:pt x="907953" y="31733"/>
                  </a:lnTo>
                  <a:lnTo>
                    <a:pt x="923144" y="29765"/>
                  </a:lnTo>
                  <a:lnTo>
                    <a:pt x="937930" y="27850"/>
                  </a:lnTo>
                  <a:lnTo>
                    <a:pt x="952332" y="25984"/>
                  </a:lnTo>
                  <a:lnTo>
                    <a:pt x="966369" y="24166"/>
                  </a:lnTo>
                  <a:lnTo>
                    <a:pt x="980059" y="22392"/>
                  </a:lnTo>
                  <a:lnTo>
                    <a:pt x="993420" y="20662"/>
                  </a:lnTo>
                  <a:lnTo>
                    <a:pt x="1006466" y="18972"/>
                  </a:lnTo>
                  <a:lnTo>
                    <a:pt x="1019213" y="17320"/>
                  </a:lnTo>
                  <a:lnTo>
                    <a:pt x="1031672" y="15706"/>
                  </a:lnTo>
                  <a:lnTo>
                    <a:pt x="1043858" y="14128"/>
                  </a:lnTo>
                  <a:lnTo>
                    <a:pt x="1055782" y="12583"/>
                  </a:lnTo>
                  <a:lnTo>
                    <a:pt x="1067455" y="11071"/>
                  </a:lnTo>
                  <a:lnTo>
                    <a:pt x="1078887" y="9590"/>
                  </a:lnTo>
                  <a:lnTo>
                    <a:pt x="1090088" y="8139"/>
                  </a:lnTo>
                  <a:lnTo>
                    <a:pt x="1101068" y="6717"/>
                  </a:lnTo>
                  <a:lnTo>
                    <a:pt x="1111834" y="5322"/>
                  </a:lnTo>
                  <a:lnTo>
                    <a:pt x="1122395" y="3954"/>
                  </a:lnTo>
                  <a:lnTo>
                    <a:pt x="1132758" y="2612"/>
                  </a:lnTo>
                  <a:lnTo>
                    <a:pt x="1142932" y="1294"/>
                  </a:lnTo>
                  <a:lnTo>
                    <a:pt x="115292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824177" y="1384750"/>
              <a:ext cx="1152922" cy="265890"/>
            </a:xfrm>
            <a:custGeom>
              <a:avLst/>
              <a:pathLst>
                <a:path w="1152922" h="265890">
                  <a:moveTo>
                    <a:pt x="0" y="265890"/>
                  </a:moveTo>
                  <a:lnTo>
                    <a:pt x="74034" y="248816"/>
                  </a:lnTo>
                  <a:lnTo>
                    <a:pt x="139338" y="233756"/>
                  </a:lnTo>
                  <a:lnTo>
                    <a:pt x="197754" y="220284"/>
                  </a:lnTo>
                  <a:lnTo>
                    <a:pt x="250597" y="208097"/>
                  </a:lnTo>
                  <a:lnTo>
                    <a:pt x="298840" y="196971"/>
                  </a:lnTo>
                  <a:lnTo>
                    <a:pt x="343219" y="186736"/>
                  </a:lnTo>
                  <a:lnTo>
                    <a:pt x="384307" y="177260"/>
                  </a:lnTo>
                  <a:lnTo>
                    <a:pt x="422559" y="168438"/>
                  </a:lnTo>
                  <a:lnTo>
                    <a:pt x="458342" y="160186"/>
                  </a:lnTo>
                  <a:lnTo>
                    <a:pt x="491955" y="152434"/>
                  </a:lnTo>
                  <a:lnTo>
                    <a:pt x="523645" y="145125"/>
                  </a:lnTo>
                  <a:lnTo>
                    <a:pt x="553622" y="138212"/>
                  </a:lnTo>
                  <a:lnTo>
                    <a:pt x="582061" y="131653"/>
                  </a:lnTo>
                  <a:lnTo>
                    <a:pt x="609113" y="125415"/>
                  </a:lnTo>
                  <a:lnTo>
                    <a:pt x="634905" y="119466"/>
                  </a:lnTo>
                  <a:lnTo>
                    <a:pt x="659551" y="113782"/>
                  </a:lnTo>
                  <a:lnTo>
                    <a:pt x="683147" y="108340"/>
                  </a:lnTo>
                  <a:lnTo>
                    <a:pt x="705781" y="103121"/>
                  </a:lnTo>
                  <a:lnTo>
                    <a:pt x="727526" y="98106"/>
                  </a:lnTo>
                  <a:lnTo>
                    <a:pt x="748451" y="93280"/>
                  </a:lnTo>
                  <a:lnTo>
                    <a:pt x="768615" y="88630"/>
                  </a:lnTo>
                  <a:lnTo>
                    <a:pt x="788071" y="84143"/>
                  </a:lnTo>
                  <a:lnTo>
                    <a:pt x="806867" y="79808"/>
                  </a:lnTo>
                  <a:lnTo>
                    <a:pt x="825047" y="75615"/>
                  </a:lnTo>
                  <a:lnTo>
                    <a:pt x="842650" y="71556"/>
                  </a:lnTo>
                  <a:lnTo>
                    <a:pt x="859711" y="67621"/>
                  </a:lnTo>
                  <a:lnTo>
                    <a:pt x="876262" y="63804"/>
                  </a:lnTo>
                  <a:lnTo>
                    <a:pt x="892334" y="60097"/>
                  </a:lnTo>
                  <a:lnTo>
                    <a:pt x="907953" y="56495"/>
                  </a:lnTo>
                  <a:lnTo>
                    <a:pt x="923144" y="52992"/>
                  </a:lnTo>
                  <a:lnTo>
                    <a:pt x="937930" y="49582"/>
                  </a:lnTo>
                  <a:lnTo>
                    <a:pt x="952332" y="46260"/>
                  </a:lnTo>
                  <a:lnTo>
                    <a:pt x="966369" y="43023"/>
                  </a:lnTo>
                  <a:lnTo>
                    <a:pt x="980059" y="39866"/>
                  </a:lnTo>
                  <a:lnTo>
                    <a:pt x="993420" y="36784"/>
                  </a:lnTo>
                  <a:lnTo>
                    <a:pt x="1006466" y="33776"/>
                  </a:lnTo>
                  <a:lnTo>
                    <a:pt x="1019213" y="30836"/>
                  </a:lnTo>
                  <a:lnTo>
                    <a:pt x="1031672" y="27963"/>
                  </a:lnTo>
                  <a:lnTo>
                    <a:pt x="1043858" y="25152"/>
                  </a:lnTo>
                  <a:lnTo>
                    <a:pt x="1055782" y="22402"/>
                  </a:lnTo>
                  <a:lnTo>
                    <a:pt x="1067455" y="19710"/>
                  </a:lnTo>
                  <a:lnTo>
                    <a:pt x="1078887" y="17074"/>
                  </a:lnTo>
                  <a:lnTo>
                    <a:pt x="1090088" y="14490"/>
                  </a:lnTo>
                  <a:lnTo>
                    <a:pt x="1101068" y="11958"/>
                  </a:lnTo>
                  <a:lnTo>
                    <a:pt x="1111834" y="9475"/>
                  </a:lnTo>
                  <a:lnTo>
                    <a:pt x="1122395" y="7040"/>
                  </a:lnTo>
                  <a:lnTo>
                    <a:pt x="1132758" y="4650"/>
                  </a:lnTo>
                  <a:lnTo>
                    <a:pt x="1142932" y="2303"/>
                  </a:lnTo>
                  <a:lnTo>
                    <a:pt x="115292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24177" y="1699216"/>
              <a:ext cx="1152922" cy="49466"/>
            </a:xfrm>
            <a:custGeom>
              <a:avLst/>
              <a:pathLst>
                <a:path w="1152922" h="49466">
                  <a:moveTo>
                    <a:pt x="0" y="49466"/>
                  </a:moveTo>
                  <a:lnTo>
                    <a:pt x="74034" y="46290"/>
                  </a:lnTo>
                  <a:lnTo>
                    <a:pt x="139338" y="43488"/>
                  </a:lnTo>
                  <a:lnTo>
                    <a:pt x="197754" y="40981"/>
                  </a:lnTo>
                  <a:lnTo>
                    <a:pt x="250597" y="38714"/>
                  </a:lnTo>
                  <a:lnTo>
                    <a:pt x="298840" y="36644"/>
                  </a:lnTo>
                  <a:lnTo>
                    <a:pt x="343219" y="34740"/>
                  </a:lnTo>
                  <a:lnTo>
                    <a:pt x="384307" y="32977"/>
                  </a:lnTo>
                  <a:lnTo>
                    <a:pt x="422559" y="31336"/>
                  </a:lnTo>
                  <a:lnTo>
                    <a:pt x="458342" y="29801"/>
                  </a:lnTo>
                  <a:lnTo>
                    <a:pt x="491955" y="28359"/>
                  </a:lnTo>
                  <a:lnTo>
                    <a:pt x="523645" y="26999"/>
                  </a:lnTo>
                  <a:lnTo>
                    <a:pt x="553622" y="25713"/>
                  </a:lnTo>
                  <a:lnTo>
                    <a:pt x="582061" y="24492"/>
                  </a:lnTo>
                  <a:lnTo>
                    <a:pt x="609113" y="23332"/>
                  </a:lnTo>
                  <a:lnTo>
                    <a:pt x="634905" y="22225"/>
                  </a:lnTo>
                  <a:lnTo>
                    <a:pt x="659551" y="21168"/>
                  </a:lnTo>
                  <a:lnTo>
                    <a:pt x="683147" y="20155"/>
                  </a:lnTo>
                  <a:lnTo>
                    <a:pt x="705781" y="19184"/>
                  </a:lnTo>
                  <a:lnTo>
                    <a:pt x="727526" y="18251"/>
                  </a:lnTo>
                  <a:lnTo>
                    <a:pt x="748451" y="17353"/>
                  </a:lnTo>
                  <a:lnTo>
                    <a:pt x="768615" y="16488"/>
                  </a:lnTo>
                  <a:lnTo>
                    <a:pt x="788071" y="15654"/>
                  </a:lnTo>
                  <a:lnTo>
                    <a:pt x="806867" y="14847"/>
                  </a:lnTo>
                  <a:lnTo>
                    <a:pt x="825047" y="14067"/>
                  </a:lnTo>
                  <a:lnTo>
                    <a:pt x="842650" y="13312"/>
                  </a:lnTo>
                  <a:lnTo>
                    <a:pt x="859711" y="12580"/>
                  </a:lnTo>
                  <a:lnTo>
                    <a:pt x="876262" y="11870"/>
                  </a:lnTo>
                  <a:lnTo>
                    <a:pt x="892334" y="11180"/>
                  </a:lnTo>
                  <a:lnTo>
                    <a:pt x="907953" y="10510"/>
                  </a:lnTo>
                  <a:lnTo>
                    <a:pt x="923144" y="9858"/>
                  </a:lnTo>
                  <a:lnTo>
                    <a:pt x="937930" y="9224"/>
                  </a:lnTo>
                  <a:lnTo>
                    <a:pt x="952332" y="8606"/>
                  </a:lnTo>
                  <a:lnTo>
                    <a:pt x="966369" y="8004"/>
                  </a:lnTo>
                  <a:lnTo>
                    <a:pt x="980059" y="7416"/>
                  </a:lnTo>
                  <a:lnTo>
                    <a:pt x="993420" y="6843"/>
                  </a:lnTo>
                  <a:lnTo>
                    <a:pt x="1006466" y="6283"/>
                  </a:lnTo>
                  <a:lnTo>
                    <a:pt x="1019213" y="5736"/>
                  </a:lnTo>
                  <a:lnTo>
                    <a:pt x="1031672" y="5202"/>
                  </a:lnTo>
                  <a:lnTo>
                    <a:pt x="1043858" y="4679"/>
                  </a:lnTo>
                  <a:lnTo>
                    <a:pt x="1055782" y="4167"/>
                  </a:lnTo>
                  <a:lnTo>
                    <a:pt x="1067455" y="3666"/>
                  </a:lnTo>
                  <a:lnTo>
                    <a:pt x="1078887" y="3176"/>
                  </a:lnTo>
                  <a:lnTo>
                    <a:pt x="1090088" y="2695"/>
                  </a:lnTo>
                  <a:lnTo>
                    <a:pt x="1101068" y="2224"/>
                  </a:lnTo>
                  <a:lnTo>
                    <a:pt x="1111834" y="1762"/>
                  </a:lnTo>
                  <a:lnTo>
                    <a:pt x="1122395" y="1309"/>
                  </a:lnTo>
                  <a:lnTo>
                    <a:pt x="1132758" y="865"/>
                  </a:lnTo>
                  <a:lnTo>
                    <a:pt x="1142932" y="428"/>
                  </a:lnTo>
                  <a:lnTo>
                    <a:pt x="115292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24177" y="1628185"/>
              <a:ext cx="1152922" cy="401772"/>
            </a:xfrm>
            <a:custGeom>
              <a:avLst/>
              <a:pathLst>
                <a:path w="1152922" h="401772">
                  <a:moveTo>
                    <a:pt x="0" y="401772"/>
                  </a:moveTo>
                  <a:lnTo>
                    <a:pt x="74034" y="375972"/>
                  </a:lnTo>
                  <a:lnTo>
                    <a:pt x="139338" y="353215"/>
                  </a:lnTo>
                  <a:lnTo>
                    <a:pt x="197754" y="332858"/>
                  </a:lnTo>
                  <a:lnTo>
                    <a:pt x="250597" y="314443"/>
                  </a:lnTo>
                  <a:lnTo>
                    <a:pt x="298840" y="297632"/>
                  </a:lnTo>
                  <a:lnTo>
                    <a:pt x="343219" y="282166"/>
                  </a:lnTo>
                  <a:lnTo>
                    <a:pt x="384307" y="267848"/>
                  </a:lnTo>
                  <a:lnTo>
                    <a:pt x="422559" y="254518"/>
                  </a:lnTo>
                  <a:lnTo>
                    <a:pt x="458342" y="242048"/>
                  </a:lnTo>
                  <a:lnTo>
                    <a:pt x="491955" y="230335"/>
                  </a:lnTo>
                  <a:lnTo>
                    <a:pt x="523645" y="219291"/>
                  </a:lnTo>
                  <a:lnTo>
                    <a:pt x="553622" y="208845"/>
                  </a:lnTo>
                  <a:lnTo>
                    <a:pt x="582061" y="198934"/>
                  </a:lnTo>
                  <a:lnTo>
                    <a:pt x="609113" y="189507"/>
                  </a:lnTo>
                  <a:lnTo>
                    <a:pt x="634905" y="180519"/>
                  </a:lnTo>
                  <a:lnTo>
                    <a:pt x="659551" y="171930"/>
                  </a:lnTo>
                  <a:lnTo>
                    <a:pt x="683147" y="163707"/>
                  </a:lnTo>
                  <a:lnTo>
                    <a:pt x="705781" y="155820"/>
                  </a:lnTo>
                  <a:lnTo>
                    <a:pt x="727526" y="148242"/>
                  </a:lnTo>
                  <a:lnTo>
                    <a:pt x="748451" y="140950"/>
                  </a:lnTo>
                  <a:lnTo>
                    <a:pt x="768615" y="133924"/>
                  </a:lnTo>
                  <a:lnTo>
                    <a:pt x="788071" y="127144"/>
                  </a:lnTo>
                  <a:lnTo>
                    <a:pt x="806867" y="120593"/>
                  </a:lnTo>
                  <a:lnTo>
                    <a:pt x="825047" y="114258"/>
                  </a:lnTo>
                  <a:lnTo>
                    <a:pt x="842650" y="108124"/>
                  </a:lnTo>
                  <a:lnTo>
                    <a:pt x="859711" y="102178"/>
                  </a:lnTo>
                  <a:lnTo>
                    <a:pt x="876262" y="96410"/>
                  </a:lnTo>
                  <a:lnTo>
                    <a:pt x="892334" y="90810"/>
                  </a:lnTo>
                  <a:lnTo>
                    <a:pt x="907953" y="85367"/>
                  </a:lnTo>
                  <a:lnTo>
                    <a:pt x="923144" y="80073"/>
                  </a:lnTo>
                  <a:lnTo>
                    <a:pt x="937930" y="74920"/>
                  </a:lnTo>
                  <a:lnTo>
                    <a:pt x="952332" y="69902"/>
                  </a:lnTo>
                  <a:lnTo>
                    <a:pt x="966369" y="65010"/>
                  </a:lnTo>
                  <a:lnTo>
                    <a:pt x="980059" y="60239"/>
                  </a:lnTo>
                  <a:lnTo>
                    <a:pt x="993420" y="55583"/>
                  </a:lnTo>
                  <a:lnTo>
                    <a:pt x="1006466" y="51037"/>
                  </a:lnTo>
                  <a:lnTo>
                    <a:pt x="1019213" y="46595"/>
                  </a:lnTo>
                  <a:lnTo>
                    <a:pt x="1031672" y="42253"/>
                  </a:lnTo>
                  <a:lnTo>
                    <a:pt x="1043858" y="38006"/>
                  </a:lnTo>
                  <a:lnTo>
                    <a:pt x="1055782" y="33851"/>
                  </a:lnTo>
                  <a:lnTo>
                    <a:pt x="1067455" y="29783"/>
                  </a:lnTo>
                  <a:lnTo>
                    <a:pt x="1078887" y="25799"/>
                  </a:lnTo>
                  <a:lnTo>
                    <a:pt x="1090088" y="21896"/>
                  </a:lnTo>
                  <a:lnTo>
                    <a:pt x="1101068" y="18070"/>
                  </a:lnTo>
                  <a:lnTo>
                    <a:pt x="1111834" y="14318"/>
                  </a:lnTo>
                  <a:lnTo>
                    <a:pt x="1122395" y="10638"/>
                  </a:lnTo>
                  <a:lnTo>
                    <a:pt x="1132758" y="7026"/>
                  </a:lnTo>
                  <a:lnTo>
                    <a:pt x="1142932" y="3481"/>
                  </a:lnTo>
                  <a:lnTo>
                    <a:pt x="115292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24177" y="1947949"/>
              <a:ext cx="1152922" cy="203856"/>
            </a:xfrm>
            <a:custGeom>
              <a:avLst/>
              <a:pathLst>
                <a:path w="1152922" h="203856">
                  <a:moveTo>
                    <a:pt x="0" y="203856"/>
                  </a:moveTo>
                  <a:lnTo>
                    <a:pt x="74034" y="190766"/>
                  </a:lnTo>
                  <a:lnTo>
                    <a:pt x="139338" y="179219"/>
                  </a:lnTo>
                  <a:lnTo>
                    <a:pt x="197754" y="168890"/>
                  </a:lnTo>
                  <a:lnTo>
                    <a:pt x="250597" y="159546"/>
                  </a:lnTo>
                  <a:lnTo>
                    <a:pt x="298840" y="151016"/>
                  </a:lnTo>
                  <a:lnTo>
                    <a:pt x="343219" y="143169"/>
                  </a:lnTo>
                  <a:lnTo>
                    <a:pt x="384307" y="135904"/>
                  </a:lnTo>
                  <a:lnTo>
                    <a:pt x="422559" y="129140"/>
                  </a:lnTo>
                  <a:lnTo>
                    <a:pt x="458342" y="122813"/>
                  </a:lnTo>
                  <a:lnTo>
                    <a:pt x="491955" y="116870"/>
                  </a:lnTo>
                  <a:lnTo>
                    <a:pt x="523645" y="111267"/>
                  </a:lnTo>
                  <a:lnTo>
                    <a:pt x="553622" y="105966"/>
                  </a:lnTo>
                  <a:lnTo>
                    <a:pt x="582061" y="100938"/>
                  </a:lnTo>
                  <a:lnTo>
                    <a:pt x="609113" y="96155"/>
                  </a:lnTo>
                  <a:lnTo>
                    <a:pt x="634905" y="91594"/>
                  </a:lnTo>
                  <a:lnTo>
                    <a:pt x="659551" y="87236"/>
                  </a:lnTo>
                  <a:lnTo>
                    <a:pt x="683147" y="83064"/>
                  </a:lnTo>
                  <a:lnTo>
                    <a:pt x="705781" y="79062"/>
                  </a:lnTo>
                  <a:lnTo>
                    <a:pt x="727526" y="75217"/>
                  </a:lnTo>
                  <a:lnTo>
                    <a:pt x="748451" y="71517"/>
                  </a:lnTo>
                  <a:lnTo>
                    <a:pt x="768615" y="67952"/>
                  </a:lnTo>
                  <a:lnTo>
                    <a:pt x="788071" y="64512"/>
                  </a:lnTo>
                  <a:lnTo>
                    <a:pt x="806867" y="61188"/>
                  </a:lnTo>
                  <a:lnTo>
                    <a:pt x="825047" y="57974"/>
                  </a:lnTo>
                  <a:lnTo>
                    <a:pt x="842650" y="54861"/>
                  </a:lnTo>
                  <a:lnTo>
                    <a:pt x="859711" y="51844"/>
                  </a:lnTo>
                  <a:lnTo>
                    <a:pt x="876262" y="48918"/>
                  </a:lnTo>
                  <a:lnTo>
                    <a:pt x="892334" y="46076"/>
                  </a:lnTo>
                  <a:lnTo>
                    <a:pt x="907953" y="43314"/>
                  </a:lnTo>
                  <a:lnTo>
                    <a:pt x="923144" y="40628"/>
                  </a:lnTo>
                  <a:lnTo>
                    <a:pt x="937930" y="38014"/>
                  </a:lnTo>
                  <a:lnTo>
                    <a:pt x="952332" y="35467"/>
                  </a:lnTo>
                  <a:lnTo>
                    <a:pt x="966369" y="32985"/>
                  </a:lnTo>
                  <a:lnTo>
                    <a:pt x="980059" y="30565"/>
                  </a:lnTo>
                  <a:lnTo>
                    <a:pt x="993420" y="28202"/>
                  </a:lnTo>
                  <a:lnTo>
                    <a:pt x="1006466" y="25895"/>
                  </a:lnTo>
                  <a:lnTo>
                    <a:pt x="1019213" y="23642"/>
                  </a:lnTo>
                  <a:lnTo>
                    <a:pt x="1031672" y="21439"/>
                  </a:lnTo>
                  <a:lnTo>
                    <a:pt x="1043858" y="19284"/>
                  </a:lnTo>
                  <a:lnTo>
                    <a:pt x="1055782" y="17176"/>
                  </a:lnTo>
                  <a:lnTo>
                    <a:pt x="1067455" y="15112"/>
                  </a:lnTo>
                  <a:lnTo>
                    <a:pt x="1078887" y="13090"/>
                  </a:lnTo>
                  <a:lnTo>
                    <a:pt x="1090088" y="11110"/>
                  </a:lnTo>
                  <a:lnTo>
                    <a:pt x="1101068" y="9168"/>
                  </a:lnTo>
                  <a:lnTo>
                    <a:pt x="1111834" y="7265"/>
                  </a:lnTo>
                  <a:lnTo>
                    <a:pt x="1122395" y="5397"/>
                  </a:lnTo>
                  <a:lnTo>
                    <a:pt x="1132758" y="3565"/>
                  </a:lnTo>
                  <a:lnTo>
                    <a:pt x="1142932" y="1766"/>
                  </a:lnTo>
                  <a:lnTo>
                    <a:pt x="115292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24177" y="2085704"/>
              <a:ext cx="1152922" cy="5742"/>
            </a:xfrm>
            <a:custGeom>
              <a:avLst/>
              <a:pathLst>
                <a:path w="1152922" h="5742">
                  <a:moveTo>
                    <a:pt x="0" y="5742"/>
                  </a:moveTo>
                  <a:lnTo>
                    <a:pt x="74034" y="5374"/>
                  </a:lnTo>
                  <a:lnTo>
                    <a:pt x="139338" y="5048"/>
                  </a:lnTo>
                  <a:lnTo>
                    <a:pt x="197754" y="4757"/>
                  </a:lnTo>
                  <a:lnTo>
                    <a:pt x="250597" y="4494"/>
                  </a:lnTo>
                  <a:lnTo>
                    <a:pt x="298840" y="4254"/>
                  </a:lnTo>
                  <a:lnTo>
                    <a:pt x="343219" y="4033"/>
                  </a:lnTo>
                  <a:lnTo>
                    <a:pt x="384307" y="3828"/>
                  </a:lnTo>
                  <a:lnTo>
                    <a:pt x="422559" y="3637"/>
                  </a:lnTo>
                  <a:lnTo>
                    <a:pt x="458342" y="3459"/>
                  </a:lnTo>
                  <a:lnTo>
                    <a:pt x="491955" y="3292"/>
                  </a:lnTo>
                  <a:lnTo>
                    <a:pt x="523645" y="3134"/>
                  </a:lnTo>
                  <a:lnTo>
                    <a:pt x="553622" y="2985"/>
                  </a:lnTo>
                  <a:lnTo>
                    <a:pt x="582061" y="2843"/>
                  </a:lnTo>
                  <a:lnTo>
                    <a:pt x="609113" y="2708"/>
                  </a:lnTo>
                  <a:lnTo>
                    <a:pt x="634905" y="2580"/>
                  </a:lnTo>
                  <a:lnTo>
                    <a:pt x="659551" y="2457"/>
                  </a:lnTo>
                  <a:lnTo>
                    <a:pt x="683147" y="2339"/>
                  </a:lnTo>
                  <a:lnTo>
                    <a:pt x="705781" y="2227"/>
                  </a:lnTo>
                  <a:lnTo>
                    <a:pt x="727526" y="2118"/>
                  </a:lnTo>
                  <a:lnTo>
                    <a:pt x="748451" y="2014"/>
                  </a:lnTo>
                  <a:lnTo>
                    <a:pt x="768615" y="1914"/>
                  </a:lnTo>
                  <a:lnTo>
                    <a:pt x="788071" y="1817"/>
                  </a:lnTo>
                  <a:lnTo>
                    <a:pt x="806867" y="1723"/>
                  </a:lnTo>
                  <a:lnTo>
                    <a:pt x="825047" y="1633"/>
                  </a:lnTo>
                  <a:lnTo>
                    <a:pt x="842650" y="1545"/>
                  </a:lnTo>
                  <a:lnTo>
                    <a:pt x="859711" y="1460"/>
                  </a:lnTo>
                  <a:lnTo>
                    <a:pt x="876262" y="1378"/>
                  </a:lnTo>
                  <a:lnTo>
                    <a:pt x="892334" y="1298"/>
                  </a:lnTo>
                  <a:lnTo>
                    <a:pt x="907953" y="1220"/>
                  </a:lnTo>
                  <a:lnTo>
                    <a:pt x="923144" y="1144"/>
                  </a:lnTo>
                  <a:lnTo>
                    <a:pt x="937930" y="1070"/>
                  </a:lnTo>
                  <a:lnTo>
                    <a:pt x="952332" y="999"/>
                  </a:lnTo>
                  <a:lnTo>
                    <a:pt x="966369" y="929"/>
                  </a:lnTo>
                  <a:lnTo>
                    <a:pt x="980059" y="861"/>
                  </a:lnTo>
                  <a:lnTo>
                    <a:pt x="993420" y="794"/>
                  </a:lnTo>
                  <a:lnTo>
                    <a:pt x="1006466" y="729"/>
                  </a:lnTo>
                  <a:lnTo>
                    <a:pt x="1019213" y="666"/>
                  </a:lnTo>
                  <a:lnTo>
                    <a:pt x="1031672" y="603"/>
                  </a:lnTo>
                  <a:lnTo>
                    <a:pt x="1043858" y="543"/>
                  </a:lnTo>
                  <a:lnTo>
                    <a:pt x="1055782" y="483"/>
                  </a:lnTo>
                  <a:lnTo>
                    <a:pt x="1067455" y="425"/>
                  </a:lnTo>
                  <a:lnTo>
                    <a:pt x="1078887" y="368"/>
                  </a:lnTo>
                  <a:lnTo>
                    <a:pt x="1090088" y="312"/>
                  </a:lnTo>
                  <a:lnTo>
                    <a:pt x="1101068" y="258"/>
                  </a:lnTo>
                  <a:lnTo>
                    <a:pt x="1111834" y="204"/>
                  </a:lnTo>
                  <a:lnTo>
                    <a:pt x="1122395" y="152"/>
                  </a:lnTo>
                  <a:lnTo>
                    <a:pt x="1132758" y="100"/>
                  </a:lnTo>
                  <a:lnTo>
                    <a:pt x="1142932" y="49"/>
                  </a:lnTo>
                  <a:lnTo>
                    <a:pt x="115292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24177" y="1659882"/>
              <a:ext cx="1152922" cy="70461"/>
            </a:xfrm>
            <a:custGeom>
              <a:avLst/>
              <a:pathLst>
                <a:path w="1152922" h="70461">
                  <a:moveTo>
                    <a:pt x="0" y="0"/>
                  </a:moveTo>
                  <a:lnTo>
                    <a:pt x="74034" y="4524"/>
                  </a:lnTo>
                  <a:lnTo>
                    <a:pt x="139338" y="8515"/>
                  </a:lnTo>
                  <a:lnTo>
                    <a:pt x="197754" y="12085"/>
                  </a:lnTo>
                  <a:lnTo>
                    <a:pt x="250597" y="15315"/>
                  </a:lnTo>
                  <a:lnTo>
                    <a:pt x="298840" y="18263"/>
                  </a:lnTo>
                  <a:lnTo>
                    <a:pt x="343219" y="20976"/>
                  </a:lnTo>
                  <a:lnTo>
                    <a:pt x="384307" y="23487"/>
                  </a:lnTo>
                  <a:lnTo>
                    <a:pt x="422559" y="25824"/>
                  </a:lnTo>
                  <a:lnTo>
                    <a:pt x="458342" y="28011"/>
                  </a:lnTo>
                  <a:lnTo>
                    <a:pt x="491955" y="30066"/>
                  </a:lnTo>
                  <a:lnTo>
                    <a:pt x="523645" y="32002"/>
                  </a:lnTo>
                  <a:lnTo>
                    <a:pt x="553622" y="33834"/>
                  </a:lnTo>
                  <a:lnTo>
                    <a:pt x="582061" y="35573"/>
                  </a:lnTo>
                  <a:lnTo>
                    <a:pt x="609113" y="37226"/>
                  </a:lnTo>
                  <a:lnTo>
                    <a:pt x="634905" y="38802"/>
                  </a:lnTo>
                  <a:lnTo>
                    <a:pt x="659551" y="40308"/>
                  </a:lnTo>
                  <a:lnTo>
                    <a:pt x="683147" y="41750"/>
                  </a:lnTo>
                  <a:lnTo>
                    <a:pt x="705781" y="43134"/>
                  </a:lnTo>
                  <a:lnTo>
                    <a:pt x="727526" y="44463"/>
                  </a:lnTo>
                  <a:lnTo>
                    <a:pt x="748451" y="45742"/>
                  </a:lnTo>
                  <a:lnTo>
                    <a:pt x="768615" y="46974"/>
                  </a:lnTo>
                  <a:lnTo>
                    <a:pt x="788071" y="48163"/>
                  </a:lnTo>
                  <a:lnTo>
                    <a:pt x="806867" y="49312"/>
                  </a:lnTo>
                  <a:lnTo>
                    <a:pt x="825047" y="50423"/>
                  </a:lnTo>
                  <a:lnTo>
                    <a:pt x="842650" y="51499"/>
                  </a:lnTo>
                  <a:lnTo>
                    <a:pt x="859711" y="52541"/>
                  </a:lnTo>
                  <a:lnTo>
                    <a:pt x="876262" y="53553"/>
                  </a:lnTo>
                  <a:lnTo>
                    <a:pt x="892334" y="54535"/>
                  </a:lnTo>
                  <a:lnTo>
                    <a:pt x="907953" y="55490"/>
                  </a:lnTo>
                  <a:lnTo>
                    <a:pt x="923144" y="56418"/>
                  </a:lnTo>
                  <a:lnTo>
                    <a:pt x="937930" y="57322"/>
                  </a:lnTo>
                  <a:lnTo>
                    <a:pt x="952332" y="58202"/>
                  </a:lnTo>
                  <a:lnTo>
                    <a:pt x="966369" y="59060"/>
                  </a:lnTo>
                  <a:lnTo>
                    <a:pt x="980059" y="59896"/>
                  </a:lnTo>
                  <a:lnTo>
                    <a:pt x="993420" y="60713"/>
                  </a:lnTo>
                  <a:lnTo>
                    <a:pt x="1006466" y="61510"/>
                  </a:lnTo>
                  <a:lnTo>
                    <a:pt x="1019213" y="62289"/>
                  </a:lnTo>
                  <a:lnTo>
                    <a:pt x="1031672" y="63051"/>
                  </a:lnTo>
                  <a:lnTo>
                    <a:pt x="1043858" y="63796"/>
                  </a:lnTo>
                  <a:lnTo>
                    <a:pt x="1055782" y="64524"/>
                  </a:lnTo>
                  <a:lnTo>
                    <a:pt x="1067455" y="65238"/>
                  </a:lnTo>
                  <a:lnTo>
                    <a:pt x="1078887" y="65936"/>
                  </a:lnTo>
                  <a:lnTo>
                    <a:pt x="1090088" y="66621"/>
                  </a:lnTo>
                  <a:lnTo>
                    <a:pt x="1101068" y="67292"/>
                  </a:lnTo>
                  <a:lnTo>
                    <a:pt x="1111834" y="67950"/>
                  </a:lnTo>
                  <a:lnTo>
                    <a:pt x="1122395" y="68595"/>
                  </a:lnTo>
                  <a:lnTo>
                    <a:pt x="1132758" y="69229"/>
                  </a:lnTo>
                  <a:lnTo>
                    <a:pt x="1142932" y="69850"/>
                  </a:lnTo>
                  <a:lnTo>
                    <a:pt x="1152922" y="7046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824177" y="1741621"/>
              <a:ext cx="1152922" cy="131114"/>
            </a:xfrm>
            <a:custGeom>
              <a:avLst/>
              <a:pathLst>
                <a:path w="1152922" h="131114">
                  <a:moveTo>
                    <a:pt x="0" y="131114"/>
                  </a:moveTo>
                  <a:lnTo>
                    <a:pt x="74034" y="122694"/>
                  </a:lnTo>
                  <a:lnTo>
                    <a:pt x="139338" y="115268"/>
                  </a:lnTo>
                  <a:lnTo>
                    <a:pt x="197754" y="108625"/>
                  </a:lnTo>
                  <a:lnTo>
                    <a:pt x="250597" y="102615"/>
                  </a:lnTo>
                  <a:lnTo>
                    <a:pt x="298840" y="97129"/>
                  </a:lnTo>
                  <a:lnTo>
                    <a:pt x="343219" y="92082"/>
                  </a:lnTo>
                  <a:lnTo>
                    <a:pt x="384307" y="87409"/>
                  </a:lnTo>
                  <a:lnTo>
                    <a:pt x="422559" y="83059"/>
                  </a:lnTo>
                  <a:lnTo>
                    <a:pt x="458342" y="78990"/>
                  </a:lnTo>
                  <a:lnTo>
                    <a:pt x="491955" y="75167"/>
                  </a:lnTo>
                  <a:lnTo>
                    <a:pt x="523645" y="71563"/>
                  </a:lnTo>
                  <a:lnTo>
                    <a:pt x="553622" y="68154"/>
                  </a:lnTo>
                  <a:lnTo>
                    <a:pt x="582061" y="64920"/>
                  </a:lnTo>
                  <a:lnTo>
                    <a:pt x="609113" y="61843"/>
                  </a:lnTo>
                  <a:lnTo>
                    <a:pt x="634905" y="58910"/>
                  </a:lnTo>
                  <a:lnTo>
                    <a:pt x="659551" y="56107"/>
                  </a:lnTo>
                  <a:lnTo>
                    <a:pt x="683147" y="53424"/>
                  </a:lnTo>
                  <a:lnTo>
                    <a:pt x="705781" y="50850"/>
                  </a:lnTo>
                  <a:lnTo>
                    <a:pt x="727526" y="48377"/>
                  </a:lnTo>
                  <a:lnTo>
                    <a:pt x="748451" y="45997"/>
                  </a:lnTo>
                  <a:lnTo>
                    <a:pt x="768615" y="43704"/>
                  </a:lnTo>
                  <a:lnTo>
                    <a:pt x="788071" y="41492"/>
                  </a:lnTo>
                  <a:lnTo>
                    <a:pt x="806867" y="39354"/>
                  </a:lnTo>
                  <a:lnTo>
                    <a:pt x="825047" y="37287"/>
                  </a:lnTo>
                  <a:lnTo>
                    <a:pt x="842650" y="35285"/>
                  </a:lnTo>
                  <a:lnTo>
                    <a:pt x="859711" y="33345"/>
                  </a:lnTo>
                  <a:lnTo>
                    <a:pt x="876262" y="31462"/>
                  </a:lnTo>
                  <a:lnTo>
                    <a:pt x="892334" y="29634"/>
                  </a:lnTo>
                  <a:lnTo>
                    <a:pt x="907953" y="27858"/>
                  </a:lnTo>
                  <a:lnTo>
                    <a:pt x="923144" y="26131"/>
                  </a:lnTo>
                  <a:lnTo>
                    <a:pt x="937930" y="24449"/>
                  </a:lnTo>
                  <a:lnTo>
                    <a:pt x="952332" y="22811"/>
                  </a:lnTo>
                  <a:lnTo>
                    <a:pt x="966369" y="21215"/>
                  </a:lnTo>
                  <a:lnTo>
                    <a:pt x="980059" y="19658"/>
                  </a:lnTo>
                  <a:lnTo>
                    <a:pt x="993420" y="18139"/>
                  </a:lnTo>
                  <a:lnTo>
                    <a:pt x="1006466" y="16655"/>
                  </a:lnTo>
                  <a:lnTo>
                    <a:pt x="1019213" y="15205"/>
                  </a:lnTo>
                  <a:lnTo>
                    <a:pt x="1031672" y="13788"/>
                  </a:lnTo>
                  <a:lnTo>
                    <a:pt x="1043858" y="12403"/>
                  </a:lnTo>
                  <a:lnTo>
                    <a:pt x="1055782" y="11047"/>
                  </a:lnTo>
                  <a:lnTo>
                    <a:pt x="1067455" y="9719"/>
                  </a:lnTo>
                  <a:lnTo>
                    <a:pt x="1078887" y="8419"/>
                  </a:lnTo>
                  <a:lnTo>
                    <a:pt x="1090088" y="7145"/>
                  </a:lnTo>
                  <a:lnTo>
                    <a:pt x="1101068" y="5897"/>
                  </a:lnTo>
                  <a:lnTo>
                    <a:pt x="1111834" y="4672"/>
                  </a:lnTo>
                  <a:lnTo>
                    <a:pt x="1122395" y="3471"/>
                  </a:lnTo>
                  <a:lnTo>
                    <a:pt x="1132758" y="2293"/>
                  </a:lnTo>
                  <a:lnTo>
                    <a:pt x="1142932" y="1136"/>
                  </a:lnTo>
                  <a:lnTo>
                    <a:pt x="115292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24177" y="1498280"/>
              <a:ext cx="1152922" cy="310814"/>
            </a:xfrm>
            <a:custGeom>
              <a:avLst/>
              <a:pathLst>
                <a:path w="1152922" h="310814">
                  <a:moveTo>
                    <a:pt x="0" y="310814"/>
                  </a:moveTo>
                  <a:lnTo>
                    <a:pt x="74034" y="290855"/>
                  </a:lnTo>
                  <a:lnTo>
                    <a:pt x="139338" y="273250"/>
                  </a:lnTo>
                  <a:lnTo>
                    <a:pt x="197754" y="257502"/>
                  </a:lnTo>
                  <a:lnTo>
                    <a:pt x="250597" y="243256"/>
                  </a:lnTo>
                  <a:lnTo>
                    <a:pt x="298840" y="230250"/>
                  </a:lnTo>
                  <a:lnTo>
                    <a:pt x="343219" y="218286"/>
                  </a:lnTo>
                  <a:lnTo>
                    <a:pt x="384307" y="207209"/>
                  </a:lnTo>
                  <a:lnTo>
                    <a:pt x="422559" y="196897"/>
                  </a:lnTo>
                  <a:lnTo>
                    <a:pt x="458342" y="187250"/>
                  </a:lnTo>
                  <a:lnTo>
                    <a:pt x="491955" y="178189"/>
                  </a:lnTo>
                  <a:lnTo>
                    <a:pt x="523645" y="169645"/>
                  </a:lnTo>
                  <a:lnTo>
                    <a:pt x="553622" y="161564"/>
                  </a:lnTo>
                  <a:lnTo>
                    <a:pt x="582061" y="153897"/>
                  </a:lnTo>
                  <a:lnTo>
                    <a:pt x="609113" y="146604"/>
                  </a:lnTo>
                  <a:lnTo>
                    <a:pt x="634905" y="139651"/>
                  </a:lnTo>
                  <a:lnTo>
                    <a:pt x="659551" y="133007"/>
                  </a:lnTo>
                  <a:lnTo>
                    <a:pt x="683147" y="126645"/>
                  </a:lnTo>
                  <a:lnTo>
                    <a:pt x="705781" y="120544"/>
                  </a:lnTo>
                  <a:lnTo>
                    <a:pt x="727526" y="114681"/>
                  </a:lnTo>
                  <a:lnTo>
                    <a:pt x="748451" y="109040"/>
                  </a:lnTo>
                  <a:lnTo>
                    <a:pt x="768615" y="103604"/>
                  </a:lnTo>
                  <a:lnTo>
                    <a:pt x="788071" y="98359"/>
                  </a:lnTo>
                  <a:lnTo>
                    <a:pt x="806867" y="93292"/>
                  </a:lnTo>
                  <a:lnTo>
                    <a:pt x="825047" y="88391"/>
                  </a:lnTo>
                  <a:lnTo>
                    <a:pt x="842650" y="83645"/>
                  </a:lnTo>
                  <a:lnTo>
                    <a:pt x="859711" y="79046"/>
                  </a:lnTo>
                  <a:lnTo>
                    <a:pt x="876262" y="74584"/>
                  </a:lnTo>
                  <a:lnTo>
                    <a:pt x="892334" y="70251"/>
                  </a:lnTo>
                  <a:lnTo>
                    <a:pt x="907953" y="66040"/>
                  </a:lnTo>
                  <a:lnTo>
                    <a:pt x="923144" y="61945"/>
                  </a:lnTo>
                  <a:lnTo>
                    <a:pt x="937930" y="57959"/>
                  </a:lnTo>
                  <a:lnTo>
                    <a:pt x="952332" y="54076"/>
                  </a:lnTo>
                  <a:lnTo>
                    <a:pt x="966369" y="50292"/>
                  </a:lnTo>
                  <a:lnTo>
                    <a:pt x="980059" y="46601"/>
                  </a:lnTo>
                  <a:lnTo>
                    <a:pt x="993420" y="42999"/>
                  </a:lnTo>
                  <a:lnTo>
                    <a:pt x="1006466" y="39482"/>
                  </a:lnTo>
                  <a:lnTo>
                    <a:pt x="1019213" y="36046"/>
                  </a:lnTo>
                  <a:lnTo>
                    <a:pt x="1031672" y="32687"/>
                  </a:lnTo>
                  <a:lnTo>
                    <a:pt x="1043858" y="29402"/>
                  </a:lnTo>
                  <a:lnTo>
                    <a:pt x="1055782" y="26187"/>
                  </a:lnTo>
                  <a:lnTo>
                    <a:pt x="1067455" y="23040"/>
                  </a:lnTo>
                  <a:lnTo>
                    <a:pt x="1078887" y="19958"/>
                  </a:lnTo>
                  <a:lnTo>
                    <a:pt x="1090088" y="16939"/>
                  </a:lnTo>
                  <a:lnTo>
                    <a:pt x="1101068" y="13979"/>
                  </a:lnTo>
                  <a:lnTo>
                    <a:pt x="1111834" y="11076"/>
                  </a:lnTo>
                  <a:lnTo>
                    <a:pt x="1122395" y="8229"/>
                  </a:lnTo>
                  <a:lnTo>
                    <a:pt x="1132758" y="5435"/>
                  </a:lnTo>
                  <a:lnTo>
                    <a:pt x="1142932" y="2693"/>
                  </a:lnTo>
                  <a:lnTo>
                    <a:pt x="115292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824177" y="1936914"/>
              <a:ext cx="1152922" cy="17654"/>
            </a:xfrm>
            <a:custGeom>
              <a:avLst/>
              <a:pathLst>
                <a:path w="1152922" h="17654">
                  <a:moveTo>
                    <a:pt x="0" y="17654"/>
                  </a:moveTo>
                  <a:lnTo>
                    <a:pt x="74034" y="16520"/>
                  </a:lnTo>
                  <a:lnTo>
                    <a:pt x="139338" y="15520"/>
                  </a:lnTo>
                  <a:lnTo>
                    <a:pt x="197754" y="14626"/>
                  </a:lnTo>
                  <a:lnTo>
                    <a:pt x="250597" y="13817"/>
                  </a:lnTo>
                  <a:lnTo>
                    <a:pt x="298840" y="13078"/>
                  </a:lnTo>
                  <a:lnTo>
                    <a:pt x="343219" y="12398"/>
                  </a:lnTo>
                  <a:lnTo>
                    <a:pt x="384307" y="11769"/>
                  </a:lnTo>
                  <a:lnTo>
                    <a:pt x="422559" y="11184"/>
                  </a:lnTo>
                  <a:lnTo>
                    <a:pt x="458342" y="10636"/>
                  </a:lnTo>
                  <a:lnTo>
                    <a:pt x="491955" y="10121"/>
                  </a:lnTo>
                  <a:lnTo>
                    <a:pt x="523645" y="9636"/>
                  </a:lnTo>
                  <a:lnTo>
                    <a:pt x="553622" y="9177"/>
                  </a:lnTo>
                  <a:lnTo>
                    <a:pt x="582061" y="8741"/>
                  </a:lnTo>
                  <a:lnTo>
                    <a:pt x="609113" y="8327"/>
                  </a:lnTo>
                  <a:lnTo>
                    <a:pt x="634905" y="7932"/>
                  </a:lnTo>
                  <a:lnTo>
                    <a:pt x="659551" y="7554"/>
                  </a:lnTo>
                  <a:lnTo>
                    <a:pt x="683147" y="7193"/>
                  </a:lnTo>
                  <a:lnTo>
                    <a:pt x="705781" y="6847"/>
                  </a:lnTo>
                  <a:lnTo>
                    <a:pt x="727526" y="6514"/>
                  </a:lnTo>
                  <a:lnTo>
                    <a:pt x="748451" y="6193"/>
                  </a:lnTo>
                  <a:lnTo>
                    <a:pt x="768615" y="5884"/>
                  </a:lnTo>
                  <a:lnTo>
                    <a:pt x="788071" y="5586"/>
                  </a:lnTo>
                  <a:lnTo>
                    <a:pt x="806867" y="5299"/>
                  </a:lnTo>
                  <a:lnTo>
                    <a:pt x="825047" y="5020"/>
                  </a:lnTo>
                  <a:lnTo>
                    <a:pt x="842650" y="4751"/>
                  </a:lnTo>
                  <a:lnTo>
                    <a:pt x="859711" y="4489"/>
                  </a:lnTo>
                  <a:lnTo>
                    <a:pt x="876262" y="4236"/>
                  </a:lnTo>
                  <a:lnTo>
                    <a:pt x="892334" y="3990"/>
                  </a:lnTo>
                  <a:lnTo>
                    <a:pt x="907953" y="3751"/>
                  </a:lnTo>
                  <a:lnTo>
                    <a:pt x="923144" y="3518"/>
                  </a:lnTo>
                  <a:lnTo>
                    <a:pt x="937930" y="3292"/>
                  </a:lnTo>
                  <a:lnTo>
                    <a:pt x="952332" y="3071"/>
                  </a:lnTo>
                  <a:lnTo>
                    <a:pt x="966369" y="2856"/>
                  </a:lnTo>
                  <a:lnTo>
                    <a:pt x="980059" y="2647"/>
                  </a:lnTo>
                  <a:lnTo>
                    <a:pt x="993420" y="2442"/>
                  </a:lnTo>
                  <a:lnTo>
                    <a:pt x="1006466" y="2242"/>
                  </a:lnTo>
                  <a:lnTo>
                    <a:pt x="1019213" y="2047"/>
                  </a:lnTo>
                  <a:lnTo>
                    <a:pt x="1031672" y="1856"/>
                  </a:lnTo>
                  <a:lnTo>
                    <a:pt x="1043858" y="1670"/>
                  </a:lnTo>
                  <a:lnTo>
                    <a:pt x="1055782" y="1487"/>
                  </a:lnTo>
                  <a:lnTo>
                    <a:pt x="1067455" y="1308"/>
                  </a:lnTo>
                  <a:lnTo>
                    <a:pt x="1078887" y="1133"/>
                  </a:lnTo>
                  <a:lnTo>
                    <a:pt x="1090088" y="962"/>
                  </a:lnTo>
                  <a:lnTo>
                    <a:pt x="1101068" y="794"/>
                  </a:lnTo>
                  <a:lnTo>
                    <a:pt x="1111834" y="629"/>
                  </a:lnTo>
                  <a:lnTo>
                    <a:pt x="1122395" y="467"/>
                  </a:lnTo>
                  <a:lnTo>
                    <a:pt x="1132758" y="308"/>
                  </a:lnTo>
                  <a:lnTo>
                    <a:pt x="1142932" y="152"/>
                  </a:lnTo>
                  <a:lnTo>
                    <a:pt x="115292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rc200"/>
            <p:cNvSpPr/>
            <p:nvPr/>
          </p:nvSpPr>
          <p:spPr>
            <a:xfrm>
              <a:off x="2748241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2748241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719773" y="19819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719773" y="16353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719773" y="12887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748241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2417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3208484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592792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977099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tx210"/>
            <p:cNvSpPr/>
            <p:nvPr/>
          </p:nvSpPr>
          <p:spPr>
            <a:xfrm>
              <a:off x="2748241" y="965010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2" name="rc211"/>
            <p:cNvSpPr/>
            <p:nvPr/>
          </p:nvSpPr>
          <p:spPr>
            <a:xfrm>
              <a:off x="4186450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48544" y="197274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22063" y="199468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17855" y="209032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260616" y="18079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26149" y="183834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223757" y="17923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221667" y="206288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233648" y="19387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220350" y="20228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233592" y="16420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42803" y="21242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18564" y="194808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31047" y="15920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589708" y="19565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595089" y="21639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11041" y="21599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41583" y="200687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23460" y="21349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03389" y="15614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21282" y="11635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17020" y="19131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34086" y="20206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14209" y="20008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19808" y="20491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23424" y="19335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595165" y="18110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27226" y="187667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37644" y="195348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5015001" y="21061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5015903" y="21173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72646" y="202044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77385" y="19918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5013984" y="12288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79691" y="20201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91846" y="159926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86155" y="16763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5010069" y="211741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5017407" y="118233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92370" y="21202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86591" y="207617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005583" y="16511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4978087" y="19427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88891" y="19775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991416" y="12895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014950" y="20128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003597" y="20262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015809" y="178488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993764" y="181881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393114" y="20561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85156" y="20821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88980" y="21158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58618" y="20567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71711" y="15586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86733" y="20728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63256" y="16888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407419" y="211958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406326" y="12636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54825" y="12905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63273" y="19798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98975" y="19809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90822" y="185653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91503" y="19763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61019" y="18998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72482" y="209934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85154" y="208521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89709" y="19228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89847" y="19561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86862" y="17900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67653" y="11845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64548" y="17461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66007" y="20262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389684" y="17004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62641" y="1965413"/>
              <a:ext cx="1147353" cy="78700"/>
            </a:xfrm>
            <a:custGeom>
              <a:avLst/>
              <a:pathLst>
                <a:path w="1147353" h="78700">
                  <a:moveTo>
                    <a:pt x="0" y="78700"/>
                  </a:moveTo>
                  <a:lnTo>
                    <a:pt x="73677" y="73647"/>
                  </a:lnTo>
                  <a:lnTo>
                    <a:pt x="138665" y="69189"/>
                  </a:lnTo>
                  <a:lnTo>
                    <a:pt x="196799" y="65201"/>
                  </a:lnTo>
                  <a:lnTo>
                    <a:pt x="249387" y="61594"/>
                  </a:lnTo>
                  <a:lnTo>
                    <a:pt x="297396" y="58301"/>
                  </a:lnTo>
                  <a:lnTo>
                    <a:pt x="341561" y="55272"/>
                  </a:lnTo>
                  <a:lnTo>
                    <a:pt x="382451" y="52467"/>
                  </a:lnTo>
                  <a:lnTo>
                    <a:pt x="420518" y="49856"/>
                  </a:lnTo>
                  <a:lnTo>
                    <a:pt x="456128" y="47413"/>
                  </a:lnTo>
                  <a:lnTo>
                    <a:pt x="489578" y="45119"/>
                  </a:lnTo>
                  <a:lnTo>
                    <a:pt x="521116" y="42955"/>
                  </a:lnTo>
                  <a:lnTo>
                    <a:pt x="550948" y="40909"/>
                  </a:lnTo>
                  <a:lnTo>
                    <a:pt x="579250" y="38968"/>
                  </a:lnTo>
                  <a:lnTo>
                    <a:pt x="606170" y="37121"/>
                  </a:lnTo>
                  <a:lnTo>
                    <a:pt x="631838" y="35360"/>
                  </a:lnTo>
                  <a:lnTo>
                    <a:pt x="656365" y="33678"/>
                  </a:lnTo>
                  <a:lnTo>
                    <a:pt x="679848" y="32067"/>
                  </a:lnTo>
                  <a:lnTo>
                    <a:pt x="702372" y="30522"/>
                  </a:lnTo>
                  <a:lnTo>
                    <a:pt x="724012" y="29038"/>
                  </a:lnTo>
                  <a:lnTo>
                    <a:pt x="744836" y="27610"/>
                  </a:lnTo>
                  <a:lnTo>
                    <a:pt x="764902" y="26233"/>
                  </a:lnTo>
                  <a:lnTo>
                    <a:pt x="784264" y="24905"/>
                  </a:lnTo>
                  <a:lnTo>
                    <a:pt x="802970" y="23622"/>
                  </a:lnTo>
                  <a:lnTo>
                    <a:pt x="821062" y="22381"/>
                  </a:lnTo>
                  <a:lnTo>
                    <a:pt x="838579" y="21179"/>
                  </a:lnTo>
                  <a:lnTo>
                    <a:pt x="855558" y="20015"/>
                  </a:lnTo>
                  <a:lnTo>
                    <a:pt x="872030" y="18885"/>
                  </a:lnTo>
                  <a:lnTo>
                    <a:pt x="888024" y="17788"/>
                  </a:lnTo>
                  <a:lnTo>
                    <a:pt x="903567" y="16722"/>
                  </a:lnTo>
                  <a:lnTo>
                    <a:pt x="918685" y="15685"/>
                  </a:lnTo>
                  <a:lnTo>
                    <a:pt x="933400" y="14675"/>
                  </a:lnTo>
                  <a:lnTo>
                    <a:pt x="947732" y="13692"/>
                  </a:lnTo>
                  <a:lnTo>
                    <a:pt x="961701" y="12734"/>
                  </a:lnTo>
                  <a:lnTo>
                    <a:pt x="975326" y="11799"/>
                  </a:lnTo>
                  <a:lnTo>
                    <a:pt x="988622" y="10887"/>
                  </a:lnTo>
                  <a:lnTo>
                    <a:pt x="1001605" y="9997"/>
                  </a:lnTo>
                  <a:lnTo>
                    <a:pt x="1014290" y="9127"/>
                  </a:lnTo>
                  <a:lnTo>
                    <a:pt x="1026689" y="8276"/>
                  </a:lnTo>
                  <a:lnTo>
                    <a:pt x="1038816" y="7444"/>
                  </a:lnTo>
                  <a:lnTo>
                    <a:pt x="1050683" y="6630"/>
                  </a:lnTo>
                  <a:lnTo>
                    <a:pt x="1062299" y="5834"/>
                  </a:lnTo>
                  <a:lnTo>
                    <a:pt x="1073676" y="5053"/>
                  </a:lnTo>
                  <a:lnTo>
                    <a:pt x="1084823" y="4289"/>
                  </a:lnTo>
                  <a:lnTo>
                    <a:pt x="1095749" y="3539"/>
                  </a:lnTo>
                  <a:lnTo>
                    <a:pt x="1106463" y="2804"/>
                  </a:lnTo>
                  <a:lnTo>
                    <a:pt x="1116973" y="2083"/>
                  </a:lnTo>
                  <a:lnTo>
                    <a:pt x="1127287" y="1376"/>
                  </a:lnTo>
                  <a:lnTo>
                    <a:pt x="1137411" y="681"/>
                  </a:lnTo>
                  <a:lnTo>
                    <a:pt x="114735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62641" y="1949414"/>
              <a:ext cx="1147353" cy="84781"/>
            </a:xfrm>
            <a:custGeom>
              <a:avLst/>
              <a:pathLst>
                <a:path w="1147353" h="84781">
                  <a:moveTo>
                    <a:pt x="0" y="0"/>
                  </a:moveTo>
                  <a:lnTo>
                    <a:pt x="73677" y="5444"/>
                  </a:lnTo>
                  <a:lnTo>
                    <a:pt x="138665" y="10246"/>
                  </a:lnTo>
                  <a:lnTo>
                    <a:pt x="196799" y="14542"/>
                  </a:lnTo>
                  <a:lnTo>
                    <a:pt x="249387" y="18427"/>
                  </a:lnTo>
                  <a:lnTo>
                    <a:pt x="297396" y="21975"/>
                  </a:lnTo>
                  <a:lnTo>
                    <a:pt x="341561" y="25238"/>
                  </a:lnTo>
                  <a:lnTo>
                    <a:pt x="382451" y="28260"/>
                  </a:lnTo>
                  <a:lnTo>
                    <a:pt x="420518" y="31073"/>
                  </a:lnTo>
                  <a:lnTo>
                    <a:pt x="456128" y="33704"/>
                  </a:lnTo>
                  <a:lnTo>
                    <a:pt x="489578" y="36176"/>
                  </a:lnTo>
                  <a:lnTo>
                    <a:pt x="521116" y="38506"/>
                  </a:lnTo>
                  <a:lnTo>
                    <a:pt x="550948" y="40711"/>
                  </a:lnTo>
                  <a:lnTo>
                    <a:pt x="579250" y="42802"/>
                  </a:lnTo>
                  <a:lnTo>
                    <a:pt x="606170" y="44791"/>
                  </a:lnTo>
                  <a:lnTo>
                    <a:pt x="631838" y="46688"/>
                  </a:lnTo>
                  <a:lnTo>
                    <a:pt x="656365" y="48500"/>
                  </a:lnTo>
                  <a:lnTo>
                    <a:pt x="679848" y="50235"/>
                  </a:lnTo>
                  <a:lnTo>
                    <a:pt x="702372" y="51900"/>
                  </a:lnTo>
                  <a:lnTo>
                    <a:pt x="724012" y="53499"/>
                  </a:lnTo>
                  <a:lnTo>
                    <a:pt x="744836" y="55038"/>
                  </a:lnTo>
                  <a:lnTo>
                    <a:pt x="764902" y="56520"/>
                  </a:lnTo>
                  <a:lnTo>
                    <a:pt x="784264" y="57951"/>
                  </a:lnTo>
                  <a:lnTo>
                    <a:pt x="802970" y="59333"/>
                  </a:lnTo>
                  <a:lnTo>
                    <a:pt x="821062" y="60670"/>
                  </a:lnTo>
                  <a:lnTo>
                    <a:pt x="838579" y="61965"/>
                  </a:lnTo>
                  <a:lnTo>
                    <a:pt x="855558" y="63219"/>
                  </a:lnTo>
                  <a:lnTo>
                    <a:pt x="872030" y="64436"/>
                  </a:lnTo>
                  <a:lnTo>
                    <a:pt x="888024" y="65618"/>
                  </a:lnTo>
                  <a:lnTo>
                    <a:pt x="903567" y="66767"/>
                  </a:lnTo>
                  <a:lnTo>
                    <a:pt x="918685" y="67884"/>
                  </a:lnTo>
                  <a:lnTo>
                    <a:pt x="933400" y="68971"/>
                  </a:lnTo>
                  <a:lnTo>
                    <a:pt x="947732" y="70030"/>
                  </a:lnTo>
                  <a:lnTo>
                    <a:pt x="961701" y="71062"/>
                  </a:lnTo>
                  <a:lnTo>
                    <a:pt x="975326" y="72069"/>
                  </a:lnTo>
                  <a:lnTo>
                    <a:pt x="988622" y="73052"/>
                  </a:lnTo>
                  <a:lnTo>
                    <a:pt x="1001605" y="74011"/>
                  </a:lnTo>
                  <a:lnTo>
                    <a:pt x="1014290" y="74948"/>
                  </a:lnTo>
                  <a:lnTo>
                    <a:pt x="1026689" y="75865"/>
                  </a:lnTo>
                  <a:lnTo>
                    <a:pt x="1038816" y="76761"/>
                  </a:lnTo>
                  <a:lnTo>
                    <a:pt x="1050683" y="77638"/>
                  </a:lnTo>
                  <a:lnTo>
                    <a:pt x="1062299" y="78496"/>
                  </a:lnTo>
                  <a:lnTo>
                    <a:pt x="1073676" y="79337"/>
                  </a:lnTo>
                  <a:lnTo>
                    <a:pt x="1084823" y="80160"/>
                  </a:lnTo>
                  <a:lnTo>
                    <a:pt x="1095749" y="80968"/>
                  </a:lnTo>
                  <a:lnTo>
                    <a:pt x="1106463" y="81759"/>
                  </a:lnTo>
                  <a:lnTo>
                    <a:pt x="1116973" y="82536"/>
                  </a:lnTo>
                  <a:lnTo>
                    <a:pt x="1127287" y="83298"/>
                  </a:lnTo>
                  <a:lnTo>
                    <a:pt x="1137411" y="84046"/>
                  </a:lnTo>
                  <a:lnTo>
                    <a:pt x="1147353" y="8478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262641" y="2099243"/>
              <a:ext cx="1147353" cy="10101"/>
            </a:xfrm>
            <a:custGeom>
              <a:avLst/>
              <a:pathLst>
                <a:path w="1147353" h="10101">
                  <a:moveTo>
                    <a:pt x="0" y="0"/>
                  </a:moveTo>
                  <a:lnTo>
                    <a:pt x="73677" y="648"/>
                  </a:lnTo>
                  <a:lnTo>
                    <a:pt x="138665" y="1220"/>
                  </a:lnTo>
                  <a:lnTo>
                    <a:pt x="196799" y="1732"/>
                  </a:lnTo>
                  <a:lnTo>
                    <a:pt x="249387" y="2195"/>
                  </a:lnTo>
                  <a:lnTo>
                    <a:pt x="297396" y="2618"/>
                  </a:lnTo>
                  <a:lnTo>
                    <a:pt x="341561" y="3007"/>
                  </a:lnTo>
                  <a:lnTo>
                    <a:pt x="382451" y="3367"/>
                  </a:lnTo>
                  <a:lnTo>
                    <a:pt x="420518" y="3702"/>
                  </a:lnTo>
                  <a:lnTo>
                    <a:pt x="456128" y="4015"/>
                  </a:lnTo>
                  <a:lnTo>
                    <a:pt x="489578" y="4310"/>
                  </a:lnTo>
                  <a:lnTo>
                    <a:pt x="521116" y="4587"/>
                  </a:lnTo>
                  <a:lnTo>
                    <a:pt x="550948" y="4850"/>
                  </a:lnTo>
                  <a:lnTo>
                    <a:pt x="579250" y="5099"/>
                  </a:lnTo>
                  <a:lnTo>
                    <a:pt x="606170" y="5336"/>
                  </a:lnTo>
                  <a:lnTo>
                    <a:pt x="631838" y="5562"/>
                  </a:lnTo>
                  <a:lnTo>
                    <a:pt x="656365" y="5778"/>
                  </a:lnTo>
                  <a:lnTo>
                    <a:pt x="679848" y="5985"/>
                  </a:lnTo>
                  <a:lnTo>
                    <a:pt x="702372" y="6183"/>
                  </a:lnTo>
                  <a:lnTo>
                    <a:pt x="724012" y="6374"/>
                  </a:lnTo>
                  <a:lnTo>
                    <a:pt x="744836" y="6557"/>
                  </a:lnTo>
                  <a:lnTo>
                    <a:pt x="764902" y="6734"/>
                  </a:lnTo>
                  <a:lnTo>
                    <a:pt x="784264" y="6904"/>
                  </a:lnTo>
                  <a:lnTo>
                    <a:pt x="802970" y="7069"/>
                  </a:lnTo>
                  <a:lnTo>
                    <a:pt x="821062" y="7228"/>
                  </a:lnTo>
                  <a:lnTo>
                    <a:pt x="838579" y="7382"/>
                  </a:lnTo>
                  <a:lnTo>
                    <a:pt x="855558" y="7532"/>
                  </a:lnTo>
                  <a:lnTo>
                    <a:pt x="872030" y="7677"/>
                  </a:lnTo>
                  <a:lnTo>
                    <a:pt x="888024" y="7818"/>
                  </a:lnTo>
                  <a:lnTo>
                    <a:pt x="903567" y="7954"/>
                  </a:lnTo>
                  <a:lnTo>
                    <a:pt x="918685" y="8088"/>
                  </a:lnTo>
                  <a:lnTo>
                    <a:pt x="933400" y="8217"/>
                  </a:lnTo>
                  <a:lnTo>
                    <a:pt x="947732" y="8343"/>
                  </a:lnTo>
                  <a:lnTo>
                    <a:pt x="961701" y="8466"/>
                  </a:lnTo>
                  <a:lnTo>
                    <a:pt x="975326" y="8586"/>
                  </a:lnTo>
                  <a:lnTo>
                    <a:pt x="988622" y="8703"/>
                  </a:lnTo>
                  <a:lnTo>
                    <a:pt x="1001605" y="8818"/>
                  </a:lnTo>
                  <a:lnTo>
                    <a:pt x="1014290" y="8929"/>
                  </a:lnTo>
                  <a:lnTo>
                    <a:pt x="1026689" y="9038"/>
                  </a:lnTo>
                  <a:lnTo>
                    <a:pt x="1038816" y="9145"/>
                  </a:lnTo>
                  <a:lnTo>
                    <a:pt x="1050683" y="9250"/>
                  </a:lnTo>
                  <a:lnTo>
                    <a:pt x="1062299" y="9352"/>
                  </a:lnTo>
                  <a:lnTo>
                    <a:pt x="1073676" y="9452"/>
                  </a:lnTo>
                  <a:lnTo>
                    <a:pt x="1084823" y="9550"/>
                  </a:lnTo>
                  <a:lnTo>
                    <a:pt x="1095749" y="9646"/>
                  </a:lnTo>
                  <a:lnTo>
                    <a:pt x="1106463" y="9741"/>
                  </a:lnTo>
                  <a:lnTo>
                    <a:pt x="1116973" y="9833"/>
                  </a:lnTo>
                  <a:lnTo>
                    <a:pt x="1127287" y="9924"/>
                  </a:lnTo>
                  <a:lnTo>
                    <a:pt x="1137411" y="10013"/>
                  </a:lnTo>
                  <a:lnTo>
                    <a:pt x="1147353" y="10101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262641" y="1861147"/>
              <a:ext cx="1147353" cy="181779"/>
            </a:xfrm>
            <a:custGeom>
              <a:avLst/>
              <a:pathLst>
                <a:path w="1147353" h="181779">
                  <a:moveTo>
                    <a:pt x="0" y="0"/>
                  </a:moveTo>
                  <a:lnTo>
                    <a:pt x="73677" y="11672"/>
                  </a:lnTo>
                  <a:lnTo>
                    <a:pt x="138665" y="21969"/>
                  </a:lnTo>
                  <a:lnTo>
                    <a:pt x="196799" y="31179"/>
                  </a:lnTo>
                  <a:lnTo>
                    <a:pt x="249387" y="39511"/>
                  </a:lnTo>
                  <a:lnTo>
                    <a:pt x="297396" y="47117"/>
                  </a:lnTo>
                  <a:lnTo>
                    <a:pt x="341561" y="54114"/>
                  </a:lnTo>
                  <a:lnTo>
                    <a:pt x="382451" y="60593"/>
                  </a:lnTo>
                  <a:lnTo>
                    <a:pt x="420518" y="66624"/>
                  </a:lnTo>
                  <a:lnTo>
                    <a:pt x="456128" y="72266"/>
                  </a:lnTo>
                  <a:lnTo>
                    <a:pt x="489578" y="77565"/>
                  </a:lnTo>
                  <a:lnTo>
                    <a:pt x="521116" y="82562"/>
                  </a:lnTo>
                  <a:lnTo>
                    <a:pt x="550948" y="87288"/>
                  </a:lnTo>
                  <a:lnTo>
                    <a:pt x="579250" y="91772"/>
                  </a:lnTo>
                  <a:lnTo>
                    <a:pt x="606170" y="96037"/>
                  </a:lnTo>
                  <a:lnTo>
                    <a:pt x="631838" y="100104"/>
                  </a:lnTo>
                  <a:lnTo>
                    <a:pt x="656365" y="103990"/>
                  </a:lnTo>
                  <a:lnTo>
                    <a:pt x="679848" y="107710"/>
                  </a:lnTo>
                  <a:lnTo>
                    <a:pt x="702372" y="111279"/>
                  </a:lnTo>
                  <a:lnTo>
                    <a:pt x="724012" y="114707"/>
                  </a:lnTo>
                  <a:lnTo>
                    <a:pt x="744836" y="118007"/>
                  </a:lnTo>
                  <a:lnTo>
                    <a:pt x="764902" y="121186"/>
                  </a:lnTo>
                  <a:lnTo>
                    <a:pt x="784264" y="124253"/>
                  </a:lnTo>
                  <a:lnTo>
                    <a:pt x="802970" y="127217"/>
                  </a:lnTo>
                  <a:lnTo>
                    <a:pt x="821062" y="130083"/>
                  </a:lnTo>
                  <a:lnTo>
                    <a:pt x="838579" y="132859"/>
                  </a:lnTo>
                  <a:lnTo>
                    <a:pt x="855558" y="135549"/>
                  </a:lnTo>
                  <a:lnTo>
                    <a:pt x="872030" y="138158"/>
                  </a:lnTo>
                  <a:lnTo>
                    <a:pt x="888024" y="140692"/>
                  </a:lnTo>
                  <a:lnTo>
                    <a:pt x="903567" y="143155"/>
                  </a:lnTo>
                  <a:lnTo>
                    <a:pt x="918685" y="145550"/>
                  </a:lnTo>
                  <a:lnTo>
                    <a:pt x="933400" y="147881"/>
                  </a:lnTo>
                  <a:lnTo>
                    <a:pt x="947732" y="150152"/>
                  </a:lnTo>
                  <a:lnTo>
                    <a:pt x="961701" y="152365"/>
                  </a:lnTo>
                  <a:lnTo>
                    <a:pt x="975326" y="154524"/>
                  </a:lnTo>
                  <a:lnTo>
                    <a:pt x="988622" y="156631"/>
                  </a:lnTo>
                  <a:lnTo>
                    <a:pt x="1001605" y="158688"/>
                  </a:lnTo>
                  <a:lnTo>
                    <a:pt x="1014290" y="160697"/>
                  </a:lnTo>
                  <a:lnTo>
                    <a:pt x="1026689" y="162662"/>
                  </a:lnTo>
                  <a:lnTo>
                    <a:pt x="1038816" y="164583"/>
                  </a:lnTo>
                  <a:lnTo>
                    <a:pt x="1050683" y="166463"/>
                  </a:lnTo>
                  <a:lnTo>
                    <a:pt x="1062299" y="168303"/>
                  </a:lnTo>
                  <a:lnTo>
                    <a:pt x="1073676" y="170106"/>
                  </a:lnTo>
                  <a:lnTo>
                    <a:pt x="1084823" y="171872"/>
                  </a:lnTo>
                  <a:lnTo>
                    <a:pt x="1095749" y="173603"/>
                  </a:lnTo>
                  <a:lnTo>
                    <a:pt x="1106463" y="175301"/>
                  </a:lnTo>
                  <a:lnTo>
                    <a:pt x="1116973" y="176966"/>
                  </a:lnTo>
                  <a:lnTo>
                    <a:pt x="1127287" y="178600"/>
                  </a:lnTo>
                  <a:lnTo>
                    <a:pt x="1137411" y="180204"/>
                  </a:lnTo>
                  <a:lnTo>
                    <a:pt x="1147353" y="181779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262641" y="1500887"/>
              <a:ext cx="1147353" cy="693180"/>
            </a:xfrm>
            <a:custGeom>
              <a:avLst/>
              <a:pathLst>
                <a:path w="1147353" h="693180">
                  <a:moveTo>
                    <a:pt x="0" y="693180"/>
                  </a:moveTo>
                  <a:lnTo>
                    <a:pt x="73677" y="648668"/>
                  </a:lnTo>
                  <a:lnTo>
                    <a:pt x="138665" y="609405"/>
                  </a:lnTo>
                  <a:lnTo>
                    <a:pt x="196799" y="574283"/>
                  </a:lnTo>
                  <a:lnTo>
                    <a:pt x="249387" y="542511"/>
                  </a:lnTo>
                  <a:lnTo>
                    <a:pt x="297396" y="513506"/>
                  </a:lnTo>
                  <a:lnTo>
                    <a:pt x="341561" y="486824"/>
                  </a:lnTo>
                  <a:lnTo>
                    <a:pt x="382451" y="462120"/>
                  </a:lnTo>
                  <a:lnTo>
                    <a:pt x="420518" y="439121"/>
                  </a:lnTo>
                  <a:lnTo>
                    <a:pt x="456128" y="417608"/>
                  </a:lnTo>
                  <a:lnTo>
                    <a:pt x="489578" y="397398"/>
                  </a:lnTo>
                  <a:lnTo>
                    <a:pt x="521116" y="378345"/>
                  </a:lnTo>
                  <a:lnTo>
                    <a:pt x="550948" y="360321"/>
                  </a:lnTo>
                  <a:lnTo>
                    <a:pt x="579250" y="343223"/>
                  </a:lnTo>
                  <a:lnTo>
                    <a:pt x="606170" y="326959"/>
                  </a:lnTo>
                  <a:lnTo>
                    <a:pt x="631838" y="311451"/>
                  </a:lnTo>
                  <a:lnTo>
                    <a:pt x="656365" y="296633"/>
                  </a:lnTo>
                  <a:lnTo>
                    <a:pt x="679848" y="282446"/>
                  </a:lnTo>
                  <a:lnTo>
                    <a:pt x="702372" y="268838"/>
                  </a:lnTo>
                  <a:lnTo>
                    <a:pt x="724012" y="255764"/>
                  </a:lnTo>
                  <a:lnTo>
                    <a:pt x="744836" y="243183"/>
                  </a:lnTo>
                  <a:lnTo>
                    <a:pt x="764902" y="231060"/>
                  </a:lnTo>
                  <a:lnTo>
                    <a:pt x="784264" y="219362"/>
                  </a:lnTo>
                  <a:lnTo>
                    <a:pt x="802970" y="208061"/>
                  </a:lnTo>
                  <a:lnTo>
                    <a:pt x="821062" y="197131"/>
                  </a:lnTo>
                  <a:lnTo>
                    <a:pt x="838579" y="186547"/>
                  </a:lnTo>
                  <a:lnTo>
                    <a:pt x="855558" y="176289"/>
                  </a:lnTo>
                  <a:lnTo>
                    <a:pt x="872030" y="166338"/>
                  </a:lnTo>
                  <a:lnTo>
                    <a:pt x="888024" y="156675"/>
                  </a:lnTo>
                  <a:lnTo>
                    <a:pt x="903567" y="147284"/>
                  </a:lnTo>
                  <a:lnTo>
                    <a:pt x="918685" y="138151"/>
                  </a:lnTo>
                  <a:lnTo>
                    <a:pt x="933400" y="129261"/>
                  </a:lnTo>
                  <a:lnTo>
                    <a:pt x="947732" y="120602"/>
                  </a:lnTo>
                  <a:lnTo>
                    <a:pt x="961701" y="112162"/>
                  </a:lnTo>
                  <a:lnTo>
                    <a:pt x="975326" y="103931"/>
                  </a:lnTo>
                  <a:lnTo>
                    <a:pt x="988622" y="95898"/>
                  </a:lnTo>
                  <a:lnTo>
                    <a:pt x="1001605" y="88054"/>
                  </a:lnTo>
                  <a:lnTo>
                    <a:pt x="1014290" y="80391"/>
                  </a:lnTo>
                  <a:lnTo>
                    <a:pt x="1026689" y="72899"/>
                  </a:lnTo>
                  <a:lnTo>
                    <a:pt x="1038816" y="65573"/>
                  </a:lnTo>
                  <a:lnTo>
                    <a:pt x="1050683" y="58404"/>
                  </a:lnTo>
                  <a:lnTo>
                    <a:pt x="1062299" y="51386"/>
                  </a:lnTo>
                  <a:lnTo>
                    <a:pt x="1073676" y="44512"/>
                  </a:lnTo>
                  <a:lnTo>
                    <a:pt x="1084823" y="37778"/>
                  </a:lnTo>
                  <a:lnTo>
                    <a:pt x="1095749" y="31176"/>
                  </a:lnTo>
                  <a:lnTo>
                    <a:pt x="1106463" y="24703"/>
                  </a:lnTo>
                  <a:lnTo>
                    <a:pt x="1116973" y="18354"/>
                  </a:lnTo>
                  <a:lnTo>
                    <a:pt x="1127287" y="12123"/>
                  </a:lnTo>
                  <a:lnTo>
                    <a:pt x="1137411" y="6006"/>
                  </a:lnTo>
                  <a:lnTo>
                    <a:pt x="114735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262641" y="1546019"/>
              <a:ext cx="1147353" cy="8501"/>
            </a:xfrm>
            <a:custGeom>
              <a:avLst/>
              <a:pathLst>
                <a:path w="1147353" h="8501">
                  <a:moveTo>
                    <a:pt x="0" y="8501"/>
                  </a:moveTo>
                  <a:lnTo>
                    <a:pt x="73677" y="7955"/>
                  </a:lnTo>
                  <a:lnTo>
                    <a:pt x="138665" y="7473"/>
                  </a:lnTo>
                  <a:lnTo>
                    <a:pt x="196799" y="7042"/>
                  </a:lnTo>
                  <a:lnTo>
                    <a:pt x="249387" y="6653"/>
                  </a:lnTo>
                  <a:lnTo>
                    <a:pt x="297396" y="6297"/>
                  </a:lnTo>
                  <a:lnTo>
                    <a:pt x="341561" y="5970"/>
                  </a:lnTo>
                  <a:lnTo>
                    <a:pt x="382451" y="5667"/>
                  </a:lnTo>
                  <a:lnTo>
                    <a:pt x="420518" y="5385"/>
                  </a:lnTo>
                  <a:lnTo>
                    <a:pt x="456128" y="5121"/>
                  </a:lnTo>
                  <a:lnTo>
                    <a:pt x="489578" y="4873"/>
                  </a:lnTo>
                  <a:lnTo>
                    <a:pt x="521116" y="4639"/>
                  </a:lnTo>
                  <a:lnTo>
                    <a:pt x="550948" y="4418"/>
                  </a:lnTo>
                  <a:lnTo>
                    <a:pt x="579250" y="4209"/>
                  </a:lnTo>
                  <a:lnTo>
                    <a:pt x="606170" y="4009"/>
                  </a:lnTo>
                  <a:lnTo>
                    <a:pt x="631838" y="3819"/>
                  </a:lnTo>
                  <a:lnTo>
                    <a:pt x="656365" y="3637"/>
                  </a:lnTo>
                  <a:lnTo>
                    <a:pt x="679848" y="3463"/>
                  </a:lnTo>
                  <a:lnTo>
                    <a:pt x="702372" y="3296"/>
                  </a:lnTo>
                  <a:lnTo>
                    <a:pt x="724012" y="3136"/>
                  </a:lnTo>
                  <a:lnTo>
                    <a:pt x="744836" y="2982"/>
                  </a:lnTo>
                  <a:lnTo>
                    <a:pt x="764902" y="2833"/>
                  </a:lnTo>
                  <a:lnTo>
                    <a:pt x="784264" y="2690"/>
                  </a:lnTo>
                  <a:lnTo>
                    <a:pt x="802970" y="2551"/>
                  </a:lnTo>
                  <a:lnTo>
                    <a:pt x="821062" y="2417"/>
                  </a:lnTo>
                  <a:lnTo>
                    <a:pt x="838579" y="2287"/>
                  </a:lnTo>
                  <a:lnTo>
                    <a:pt x="855558" y="2161"/>
                  </a:lnTo>
                  <a:lnTo>
                    <a:pt x="872030" y="2039"/>
                  </a:lnTo>
                  <a:lnTo>
                    <a:pt x="888024" y="1921"/>
                  </a:lnTo>
                  <a:lnTo>
                    <a:pt x="903567" y="1806"/>
                  </a:lnTo>
                  <a:lnTo>
                    <a:pt x="918685" y="1694"/>
                  </a:lnTo>
                  <a:lnTo>
                    <a:pt x="933400" y="1585"/>
                  </a:lnTo>
                  <a:lnTo>
                    <a:pt x="947732" y="1479"/>
                  </a:lnTo>
                  <a:lnTo>
                    <a:pt x="961701" y="1375"/>
                  </a:lnTo>
                  <a:lnTo>
                    <a:pt x="975326" y="1274"/>
                  </a:lnTo>
                  <a:lnTo>
                    <a:pt x="988622" y="1176"/>
                  </a:lnTo>
                  <a:lnTo>
                    <a:pt x="1001605" y="1079"/>
                  </a:lnTo>
                  <a:lnTo>
                    <a:pt x="1014290" y="985"/>
                  </a:lnTo>
                  <a:lnTo>
                    <a:pt x="1026689" y="894"/>
                  </a:lnTo>
                  <a:lnTo>
                    <a:pt x="1038816" y="804"/>
                  </a:lnTo>
                  <a:lnTo>
                    <a:pt x="1050683" y="716"/>
                  </a:lnTo>
                  <a:lnTo>
                    <a:pt x="1062299" y="630"/>
                  </a:lnTo>
                  <a:lnTo>
                    <a:pt x="1073676" y="545"/>
                  </a:lnTo>
                  <a:lnTo>
                    <a:pt x="1084823" y="463"/>
                  </a:lnTo>
                  <a:lnTo>
                    <a:pt x="1095749" y="382"/>
                  </a:lnTo>
                  <a:lnTo>
                    <a:pt x="1106463" y="302"/>
                  </a:lnTo>
                  <a:lnTo>
                    <a:pt x="1116973" y="225"/>
                  </a:lnTo>
                  <a:lnTo>
                    <a:pt x="1127287" y="148"/>
                  </a:lnTo>
                  <a:lnTo>
                    <a:pt x="1137411" y="73"/>
                  </a:lnTo>
                  <a:lnTo>
                    <a:pt x="114735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262641" y="1652564"/>
              <a:ext cx="1147353" cy="250662"/>
            </a:xfrm>
            <a:custGeom>
              <a:avLst/>
              <a:pathLst>
                <a:path w="1147353" h="250662">
                  <a:moveTo>
                    <a:pt x="0" y="0"/>
                  </a:moveTo>
                  <a:lnTo>
                    <a:pt x="73677" y="16096"/>
                  </a:lnTo>
                  <a:lnTo>
                    <a:pt x="138665" y="30294"/>
                  </a:lnTo>
                  <a:lnTo>
                    <a:pt x="196799" y="42994"/>
                  </a:lnTo>
                  <a:lnTo>
                    <a:pt x="249387" y="54483"/>
                  </a:lnTo>
                  <a:lnTo>
                    <a:pt x="297396" y="64972"/>
                  </a:lnTo>
                  <a:lnTo>
                    <a:pt x="341561" y="74620"/>
                  </a:lnTo>
                  <a:lnTo>
                    <a:pt x="382451" y="83554"/>
                  </a:lnTo>
                  <a:lnTo>
                    <a:pt x="420518" y="91870"/>
                  </a:lnTo>
                  <a:lnTo>
                    <a:pt x="456128" y="99650"/>
                  </a:lnTo>
                  <a:lnTo>
                    <a:pt x="489578" y="106958"/>
                  </a:lnTo>
                  <a:lnTo>
                    <a:pt x="521116" y="113848"/>
                  </a:lnTo>
                  <a:lnTo>
                    <a:pt x="550948" y="120365"/>
                  </a:lnTo>
                  <a:lnTo>
                    <a:pt x="579250" y="126548"/>
                  </a:lnTo>
                  <a:lnTo>
                    <a:pt x="606170" y="132430"/>
                  </a:lnTo>
                  <a:lnTo>
                    <a:pt x="631838" y="138037"/>
                  </a:lnTo>
                  <a:lnTo>
                    <a:pt x="656365" y="143396"/>
                  </a:lnTo>
                  <a:lnTo>
                    <a:pt x="679848" y="148526"/>
                  </a:lnTo>
                  <a:lnTo>
                    <a:pt x="702372" y="153447"/>
                  </a:lnTo>
                  <a:lnTo>
                    <a:pt x="724012" y="158175"/>
                  </a:lnTo>
                  <a:lnTo>
                    <a:pt x="744836" y="162724"/>
                  </a:lnTo>
                  <a:lnTo>
                    <a:pt x="764902" y="167108"/>
                  </a:lnTo>
                  <a:lnTo>
                    <a:pt x="784264" y="171338"/>
                  </a:lnTo>
                  <a:lnTo>
                    <a:pt x="802970" y="175424"/>
                  </a:lnTo>
                  <a:lnTo>
                    <a:pt x="821062" y="179377"/>
                  </a:lnTo>
                  <a:lnTo>
                    <a:pt x="838579" y="183204"/>
                  </a:lnTo>
                  <a:lnTo>
                    <a:pt x="855558" y="186913"/>
                  </a:lnTo>
                  <a:lnTo>
                    <a:pt x="872030" y="190512"/>
                  </a:lnTo>
                  <a:lnTo>
                    <a:pt x="888024" y="194006"/>
                  </a:lnTo>
                  <a:lnTo>
                    <a:pt x="903567" y="197402"/>
                  </a:lnTo>
                  <a:lnTo>
                    <a:pt x="918685" y="200705"/>
                  </a:lnTo>
                  <a:lnTo>
                    <a:pt x="933400" y="203919"/>
                  </a:lnTo>
                  <a:lnTo>
                    <a:pt x="947732" y="207051"/>
                  </a:lnTo>
                  <a:lnTo>
                    <a:pt x="961701" y="210103"/>
                  </a:lnTo>
                  <a:lnTo>
                    <a:pt x="975326" y="213079"/>
                  </a:lnTo>
                  <a:lnTo>
                    <a:pt x="988622" y="215984"/>
                  </a:lnTo>
                  <a:lnTo>
                    <a:pt x="1001605" y="218820"/>
                  </a:lnTo>
                  <a:lnTo>
                    <a:pt x="1014290" y="221592"/>
                  </a:lnTo>
                  <a:lnTo>
                    <a:pt x="1026689" y="224300"/>
                  </a:lnTo>
                  <a:lnTo>
                    <a:pt x="1038816" y="226950"/>
                  </a:lnTo>
                  <a:lnTo>
                    <a:pt x="1050683" y="229542"/>
                  </a:lnTo>
                  <a:lnTo>
                    <a:pt x="1062299" y="232080"/>
                  </a:lnTo>
                  <a:lnTo>
                    <a:pt x="1073676" y="234566"/>
                  </a:lnTo>
                  <a:lnTo>
                    <a:pt x="1084823" y="237001"/>
                  </a:lnTo>
                  <a:lnTo>
                    <a:pt x="1095749" y="239388"/>
                  </a:lnTo>
                  <a:lnTo>
                    <a:pt x="1106463" y="241729"/>
                  </a:lnTo>
                  <a:lnTo>
                    <a:pt x="1116973" y="244025"/>
                  </a:lnTo>
                  <a:lnTo>
                    <a:pt x="1127287" y="246278"/>
                  </a:lnTo>
                  <a:lnTo>
                    <a:pt x="1137411" y="248490"/>
                  </a:lnTo>
                  <a:lnTo>
                    <a:pt x="1147353" y="25066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262641" y="1986697"/>
              <a:ext cx="1147353" cy="51650"/>
            </a:xfrm>
            <a:custGeom>
              <a:avLst/>
              <a:pathLst>
                <a:path w="1147353" h="51650">
                  <a:moveTo>
                    <a:pt x="0" y="51650"/>
                  </a:moveTo>
                  <a:lnTo>
                    <a:pt x="73677" y="48333"/>
                  </a:lnTo>
                  <a:lnTo>
                    <a:pt x="138665" y="45408"/>
                  </a:lnTo>
                  <a:lnTo>
                    <a:pt x="196799" y="42791"/>
                  </a:lnTo>
                  <a:lnTo>
                    <a:pt x="249387" y="40423"/>
                  </a:lnTo>
                  <a:lnTo>
                    <a:pt x="297396" y="38262"/>
                  </a:lnTo>
                  <a:lnTo>
                    <a:pt x="341561" y="36274"/>
                  </a:lnTo>
                  <a:lnTo>
                    <a:pt x="382451" y="34433"/>
                  </a:lnTo>
                  <a:lnTo>
                    <a:pt x="420518" y="32719"/>
                  </a:lnTo>
                  <a:lnTo>
                    <a:pt x="456128" y="31116"/>
                  </a:lnTo>
                  <a:lnTo>
                    <a:pt x="489578" y="29610"/>
                  </a:lnTo>
                  <a:lnTo>
                    <a:pt x="521116" y="28191"/>
                  </a:lnTo>
                  <a:lnTo>
                    <a:pt x="550948" y="26848"/>
                  </a:lnTo>
                  <a:lnTo>
                    <a:pt x="579250" y="25574"/>
                  </a:lnTo>
                  <a:lnTo>
                    <a:pt x="606170" y="24362"/>
                  </a:lnTo>
                  <a:lnTo>
                    <a:pt x="631838" y="23206"/>
                  </a:lnTo>
                  <a:lnTo>
                    <a:pt x="656365" y="22102"/>
                  </a:lnTo>
                  <a:lnTo>
                    <a:pt x="679848" y="21045"/>
                  </a:lnTo>
                  <a:lnTo>
                    <a:pt x="702372" y="20031"/>
                  </a:lnTo>
                  <a:lnTo>
                    <a:pt x="724012" y="19057"/>
                  </a:lnTo>
                  <a:lnTo>
                    <a:pt x="744836" y="18120"/>
                  </a:lnTo>
                  <a:lnTo>
                    <a:pt x="764902" y="17216"/>
                  </a:lnTo>
                  <a:lnTo>
                    <a:pt x="784264" y="16345"/>
                  </a:lnTo>
                  <a:lnTo>
                    <a:pt x="802970" y="15503"/>
                  </a:lnTo>
                  <a:lnTo>
                    <a:pt x="821062" y="14688"/>
                  </a:lnTo>
                  <a:lnTo>
                    <a:pt x="838579" y="13900"/>
                  </a:lnTo>
                  <a:lnTo>
                    <a:pt x="855558" y="13135"/>
                  </a:lnTo>
                  <a:lnTo>
                    <a:pt x="872030" y="12394"/>
                  </a:lnTo>
                  <a:lnTo>
                    <a:pt x="888024" y="11674"/>
                  </a:lnTo>
                  <a:lnTo>
                    <a:pt x="903567" y="10974"/>
                  </a:lnTo>
                  <a:lnTo>
                    <a:pt x="918685" y="10293"/>
                  </a:lnTo>
                  <a:lnTo>
                    <a:pt x="933400" y="9631"/>
                  </a:lnTo>
                  <a:lnTo>
                    <a:pt x="947732" y="8986"/>
                  </a:lnTo>
                  <a:lnTo>
                    <a:pt x="961701" y="8357"/>
                  </a:lnTo>
                  <a:lnTo>
                    <a:pt x="975326" y="7744"/>
                  </a:lnTo>
                  <a:lnTo>
                    <a:pt x="988622" y="7145"/>
                  </a:lnTo>
                  <a:lnTo>
                    <a:pt x="1001605" y="6561"/>
                  </a:lnTo>
                  <a:lnTo>
                    <a:pt x="1014290" y="5990"/>
                  </a:lnTo>
                  <a:lnTo>
                    <a:pt x="1026689" y="5431"/>
                  </a:lnTo>
                  <a:lnTo>
                    <a:pt x="1038816" y="4885"/>
                  </a:lnTo>
                  <a:lnTo>
                    <a:pt x="1050683" y="4351"/>
                  </a:lnTo>
                  <a:lnTo>
                    <a:pt x="1062299" y="3828"/>
                  </a:lnTo>
                  <a:lnTo>
                    <a:pt x="1073676" y="3316"/>
                  </a:lnTo>
                  <a:lnTo>
                    <a:pt x="1084823" y="2814"/>
                  </a:lnTo>
                  <a:lnTo>
                    <a:pt x="1095749" y="2323"/>
                  </a:lnTo>
                  <a:lnTo>
                    <a:pt x="1106463" y="1840"/>
                  </a:lnTo>
                  <a:lnTo>
                    <a:pt x="1116973" y="1367"/>
                  </a:lnTo>
                  <a:lnTo>
                    <a:pt x="1127287" y="903"/>
                  </a:lnTo>
                  <a:lnTo>
                    <a:pt x="1137411" y="447"/>
                  </a:lnTo>
                  <a:lnTo>
                    <a:pt x="114735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262641" y="2043492"/>
              <a:ext cx="1147353" cy="73809"/>
            </a:xfrm>
            <a:custGeom>
              <a:avLst/>
              <a:pathLst>
                <a:path w="1147353" h="73809">
                  <a:moveTo>
                    <a:pt x="0" y="0"/>
                  </a:moveTo>
                  <a:lnTo>
                    <a:pt x="73677" y="4739"/>
                  </a:lnTo>
                  <a:lnTo>
                    <a:pt x="138665" y="8920"/>
                  </a:lnTo>
                  <a:lnTo>
                    <a:pt x="196799" y="12660"/>
                  </a:lnTo>
                  <a:lnTo>
                    <a:pt x="249387" y="16043"/>
                  </a:lnTo>
                  <a:lnTo>
                    <a:pt x="297396" y="19131"/>
                  </a:lnTo>
                  <a:lnTo>
                    <a:pt x="341561" y="21972"/>
                  </a:lnTo>
                  <a:lnTo>
                    <a:pt x="382451" y="24603"/>
                  </a:lnTo>
                  <a:lnTo>
                    <a:pt x="420518" y="27051"/>
                  </a:lnTo>
                  <a:lnTo>
                    <a:pt x="456128" y="29342"/>
                  </a:lnTo>
                  <a:lnTo>
                    <a:pt x="489578" y="31494"/>
                  </a:lnTo>
                  <a:lnTo>
                    <a:pt x="521116" y="33523"/>
                  </a:lnTo>
                  <a:lnTo>
                    <a:pt x="550948" y="35442"/>
                  </a:lnTo>
                  <a:lnTo>
                    <a:pt x="579250" y="37263"/>
                  </a:lnTo>
                  <a:lnTo>
                    <a:pt x="606170" y="38994"/>
                  </a:lnTo>
                  <a:lnTo>
                    <a:pt x="631838" y="40646"/>
                  </a:lnTo>
                  <a:lnTo>
                    <a:pt x="656365" y="42224"/>
                  </a:lnTo>
                  <a:lnTo>
                    <a:pt x="679848" y="43734"/>
                  </a:lnTo>
                  <a:lnTo>
                    <a:pt x="702372" y="45183"/>
                  </a:lnTo>
                  <a:lnTo>
                    <a:pt x="724012" y="46575"/>
                  </a:lnTo>
                  <a:lnTo>
                    <a:pt x="744836" y="47915"/>
                  </a:lnTo>
                  <a:lnTo>
                    <a:pt x="764902" y="49206"/>
                  </a:lnTo>
                  <a:lnTo>
                    <a:pt x="784264" y="50451"/>
                  </a:lnTo>
                  <a:lnTo>
                    <a:pt x="802970" y="51655"/>
                  </a:lnTo>
                  <a:lnTo>
                    <a:pt x="821062" y="52818"/>
                  </a:lnTo>
                  <a:lnTo>
                    <a:pt x="838579" y="53945"/>
                  </a:lnTo>
                  <a:lnTo>
                    <a:pt x="855558" y="55038"/>
                  </a:lnTo>
                  <a:lnTo>
                    <a:pt x="872030" y="56097"/>
                  </a:lnTo>
                  <a:lnTo>
                    <a:pt x="888024" y="57126"/>
                  </a:lnTo>
                  <a:lnTo>
                    <a:pt x="903567" y="58126"/>
                  </a:lnTo>
                  <a:lnTo>
                    <a:pt x="918685" y="59099"/>
                  </a:lnTo>
                  <a:lnTo>
                    <a:pt x="933400" y="60045"/>
                  </a:lnTo>
                  <a:lnTo>
                    <a:pt x="947732" y="60967"/>
                  </a:lnTo>
                  <a:lnTo>
                    <a:pt x="961701" y="61866"/>
                  </a:lnTo>
                  <a:lnTo>
                    <a:pt x="975326" y="62742"/>
                  </a:lnTo>
                  <a:lnTo>
                    <a:pt x="988622" y="63598"/>
                  </a:lnTo>
                  <a:lnTo>
                    <a:pt x="1001605" y="64433"/>
                  </a:lnTo>
                  <a:lnTo>
                    <a:pt x="1014290" y="65249"/>
                  </a:lnTo>
                  <a:lnTo>
                    <a:pt x="1026689" y="66046"/>
                  </a:lnTo>
                  <a:lnTo>
                    <a:pt x="1038816" y="66827"/>
                  </a:lnTo>
                  <a:lnTo>
                    <a:pt x="1050683" y="67590"/>
                  </a:lnTo>
                  <a:lnTo>
                    <a:pt x="1062299" y="68337"/>
                  </a:lnTo>
                  <a:lnTo>
                    <a:pt x="1073676" y="69069"/>
                  </a:lnTo>
                  <a:lnTo>
                    <a:pt x="1084823" y="69786"/>
                  </a:lnTo>
                  <a:lnTo>
                    <a:pt x="1095749" y="70489"/>
                  </a:lnTo>
                  <a:lnTo>
                    <a:pt x="1106463" y="71178"/>
                  </a:lnTo>
                  <a:lnTo>
                    <a:pt x="1116973" y="71854"/>
                  </a:lnTo>
                  <a:lnTo>
                    <a:pt x="1127287" y="72518"/>
                  </a:lnTo>
                  <a:lnTo>
                    <a:pt x="1137411" y="73169"/>
                  </a:lnTo>
                  <a:lnTo>
                    <a:pt x="1147353" y="7380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262641" y="1889088"/>
              <a:ext cx="1147353" cy="42704"/>
            </a:xfrm>
            <a:custGeom>
              <a:avLst/>
              <a:pathLst>
                <a:path w="1147353" h="42704">
                  <a:moveTo>
                    <a:pt x="0" y="42704"/>
                  </a:moveTo>
                  <a:lnTo>
                    <a:pt x="73677" y="39962"/>
                  </a:lnTo>
                  <a:lnTo>
                    <a:pt x="138665" y="37543"/>
                  </a:lnTo>
                  <a:lnTo>
                    <a:pt x="196799" y="35379"/>
                  </a:lnTo>
                  <a:lnTo>
                    <a:pt x="249387" y="33422"/>
                  </a:lnTo>
                  <a:lnTo>
                    <a:pt x="297396" y="31635"/>
                  </a:lnTo>
                  <a:lnTo>
                    <a:pt x="341561" y="29991"/>
                  </a:lnTo>
                  <a:lnTo>
                    <a:pt x="382451" y="28469"/>
                  </a:lnTo>
                  <a:lnTo>
                    <a:pt x="420518" y="27052"/>
                  </a:lnTo>
                  <a:lnTo>
                    <a:pt x="456128" y="25727"/>
                  </a:lnTo>
                  <a:lnTo>
                    <a:pt x="489578" y="24482"/>
                  </a:lnTo>
                  <a:lnTo>
                    <a:pt x="521116" y="23308"/>
                  </a:lnTo>
                  <a:lnTo>
                    <a:pt x="550948" y="22198"/>
                  </a:lnTo>
                  <a:lnTo>
                    <a:pt x="579250" y="21144"/>
                  </a:lnTo>
                  <a:lnTo>
                    <a:pt x="606170" y="20142"/>
                  </a:lnTo>
                  <a:lnTo>
                    <a:pt x="631838" y="19187"/>
                  </a:lnTo>
                  <a:lnTo>
                    <a:pt x="656365" y="18274"/>
                  </a:lnTo>
                  <a:lnTo>
                    <a:pt x="679848" y="17400"/>
                  </a:lnTo>
                  <a:lnTo>
                    <a:pt x="702372" y="16562"/>
                  </a:lnTo>
                  <a:lnTo>
                    <a:pt x="724012" y="15756"/>
                  </a:lnTo>
                  <a:lnTo>
                    <a:pt x="744836" y="14981"/>
                  </a:lnTo>
                  <a:lnTo>
                    <a:pt x="764902" y="14234"/>
                  </a:lnTo>
                  <a:lnTo>
                    <a:pt x="784264" y="13514"/>
                  </a:lnTo>
                  <a:lnTo>
                    <a:pt x="802970" y="12817"/>
                  </a:lnTo>
                  <a:lnTo>
                    <a:pt x="821062" y="12144"/>
                  </a:lnTo>
                  <a:lnTo>
                    <a:pt x="838579" y="11492"/>
                  </a:lnTo>
                  <a:lnTo>
                    <a:pt x="855558" y="10860"/>
                  </a:lnTo>
                  <a:lnTo>
                    <a:pt x="872030" y="10247"/>
                  </a:lnTo>
                  <a:lnTo>
                    <a:pt x="888024" y="9652"/>
                  </a:lnTo>
                  <a:lnTo>
                    <a:pt x="903567" y="9073"/>
                  </a:lnTo>
                  <a:lnTo>
                    <a:pt x="918685" y="8510"/>
                  </a:lnTo>
                  <a:lnTo>
                    <a:pt x="933400" y="7963"/>
                  </a:lnTo>
                  <a:lnTo>
                    <a:pt x="947732" y="7429"/>
                  </a:lnTo>
                  <a:lnTo>
                    <a:pt x="961701" y="6909"/>
                  </a:lnTo>
                  <a:lnTo>
                    <a:pt x="975326" y="6402"/>
                  </a:lnTo>
                  <a:lnTo>
                    <a:pt x="988622" y="5907"/>
                  </a:lnTo>
                  <a:lnTo>
                    <a:pt x="1001605" y="5424"/>
                  </a:lnTo>
                  <a:lnTo>
                    <a:pt x="1014290" y="4952"/>
                  </a:lnTo>
                  <a:lnTo>
                    <a:pt x="1026689" y="4491"/>
                  </a:lnTo>
                  <a:lnTo>
                    <a:pt x="1038816" y="4039"/>
                  </a:lnTo>
                  <a:lnTo>
                    <a:pt x="1050683" y="3598"/>
                  </a:lnTo>
                  <a:lnTo>
                    <a:pt x="1062299" y="3165"/>
                  </a:lnTo>
                  <a:lnTo>
                    <a:pt x="1073676" y="2742"/>
                  </a:lnTo>
                  <a:lnTo>
                    <a:pt x="1084823" y="2327"/>
                  </a:lnTo>
                  <a:lnTo>
                    <a:pt x="1095749" y="1920"/>
                  </a:lnTo>
                  <a:lnTo>
                    <a:pt x="1106463" y="1521"/>
                  </a:lnTo>
                  <a:lnTo>
                    <a:pt x="1116973" y="1130"/>
                  </a:lnTo>
                  <a:lnTo>
                    <a:pt x="1127287" y="746"/>
                  </a:lnTo>
                  <a:lnTo>
                    <a:pt x="1137411" y="370"/>
                  </a:lnTo>
                  <a:lnTo>
                    <a:pt x="114735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rc294"/>
            <p:cNvSpPr/>
            <p:nvPr/>
          </p:nvSpPr>
          <p:spPr>
            <a:xfrm>
              <a:off x="4186450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4186450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157982" y="20136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157982" y="16867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157982" y="13599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186450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62641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645092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027544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409995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>
              <a:off x="4186450" y="965010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6" name="rc305"/>
            <p:cNvSpPr/>
            <p:nvPr/>
          </p:nvSpPr>
          <p:spPr>
            <a:xfrm>
              <a:off x="5624659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5664105" y="194547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686759" y="185944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700720" y="179891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671350" y="20238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659154" y="20576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680164" y="14137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656626" y="195794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680785" y="17231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689662" y="19554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656064" y="20211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77566" y="18539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58651" y="196392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58057" y="16362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29388" y="20024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68580" y="194294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61256" y="171853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58198" y="20609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59180" y="19601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47722" y="18767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48999" y="118688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43174" y="14714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33251" y="18844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30171" y="18422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43608" y="205134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36824" y="19028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56012" y="18464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79222" y="19922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65951" y="193869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37847" y="21659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64980" y="19588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31858" y="194393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24547" y="18328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24179" y="13952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16209" y="13187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47593" y="161829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66050" y="172791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42323" y="174021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12762" y="16601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31990" y="17123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15287" y="16550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51385" y="19698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52517" y="18693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45519" y="19383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53725" y="15738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54623" y="16559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39307" y="185033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14514" y="17069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51947" y="116359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803751" y="17214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814072" y="182857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94151" y="17225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811436" y="17171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818062" y="17784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18990" y="17315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18783" y="16303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41246" y="172179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43801" y="19305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13872" y="14663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96780" y="19318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30103" y="19155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43060" y="18303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835710" y="17421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98499" y="175635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02183" y="192886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09445" y="164387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828632" y="176975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818209" y="183288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845628" y="17683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807060" y="183963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813704" y="152739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842687" y="178811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841506" y="17257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702126" y="1738370"/>
              <a:ext cx="1147025" cy="132009"/>
            </a:xfrm>
            <a:custGeom>
              <a:avLst/>
              <a:pathLst>
                <a:path w="1147025" h="132009">
                  <a:moveTo>
                    <a:pt x="0" y="132009"/>
                  </a:moveTo>
                  <a:lnTo>
                    <a:pt x="73656" y="123532"/>
                  </a:lnTo>
                  <a:lnTo>
                    <a:pt x="138625" y="116055"/>
                  </a:lnTo>
                  <a:lnTo>
                    <a:pt x="196742" y="109366"/>
                  </a:lnTo>
                  <a:lnTo>
                    <a:pt x="249316" y="103316"/>
                  </a:lnTo>
                  <a:lnTo>
                    <a:pt x="297311" y="97792"/>
                  </a:lnTo>
                  <a:lnTo>
                    <a:pt x="341463" y="92711"/>
                  </a:lnTo>
                  <a:lnTo>
                    <a:pt x="382341" y="88006"/>
                  </a:lnTo>
                  <a:lnTo>
                    <a:pt x="420398" y="83626"/>
                  </a:lnTo>
                  <a:lnTo>
                    <a:pt x="455998" y="79529"/>
                  </a:lnTo>
                  <a:lnTo>
                    <a:pt x="489438" y="75680"/>
                  </a:lnTo>
                  <a:lnTo>
                    <a:pt x="520967" y="72052"/>
                  </a:lnTo>
                  <a:lnTo>
                    <a:pt x="550791" y="68619"/>
                  </a:lnTo>
                  <a:lnTo>
                    <a:pt x="579084" y="65363"/>
                  </a:lnTo>
                  <a:lnTo>
                    <a:pt x="605997" y="62266"/>
                  </a:lnTo>
                  <a:lnTo>
                    <a:pt x="631658" y="59312"/>
                  </a:lnTo>
                  <a:lnTo>
                    <a:pt x="656177" y="56491"/>
                  </a:lnTo>
                  <a:lnTo>
                    <a:pt x="679653" y="53789"/>
                  </a:lnTo>
                  <a:lnTo>
                    <a:pt x="702171" y="51197"/>
                  </a:lnTo>
                  <a:lnTo>
                    <a:pt x="723805" y="48707"/>
                  </a:lnTo>
                  <a:lnTo>
                    <a:pt x="744623" y="46311"/>
                  </a:lnTo>
                  <a:lnTo>
                    <a:pt x="764683" y="44003"/>
                  </a:lnTo>
                  <a:lnTo>
                    <a:pt x="784040" y="41775"/>
                  </a:lnTo>
                  <a:lnTo>
                    <a:pt x="802740" y="39623"/>
                  </a:lnTo>
                  <a:lnTo>
                    <a:pt x="820827" y="37541"/>
                  </a:lnTo>
                  <a:lnTo>
                    <a:pt x="838340" y="35526"/>
                  </a:lnTo>
                  <a:lnTo>
                    <a:pt x="855313" y="33572"/>
                  </a:lnTo>
                  <a:lnTo>
                    <a:pt x="871780" y="31677"/>
                  </a:lnTo>
                  <a:lnTo>
                    <a:pt x="887770" y="29837"/>
                  </a:lnTo>
                  <a:lnTo>
                    <a:pt x="903309" y="28048"/>
                  </a:lnTo>
                  <a:lnTo>
                    <a:pt x="918422" y="26309"/>
                  </a:lnTo>
                  <a:lnTo>
                    <a:pt x="933133" y="24616"/>
                  </a:lnTo>
                  <a:lnTo>
                    <a:pt x="947461" y="22967"/>
                  </a:lnTo>
                  <a:lnTo>
                    <a:pt x="961426" y="21360"/>
                  </a:lnTo>
                  <a:lnTo>
                    <a:pt x="975047" y="19792"/>
                  </a:lnTo>
                  <a:lnTo>
                    <a:pt x="988339" y="18262"/>
                  </a:lnTo>
                  <a:lnTo>
                    <a:pt x="1001319" y="16769"/>
                  </a:lnTo>
                  <a:lnTo>
                    <a:pt x="1014000" y="15309"/>
                  </a:lnTo>
                  <a:lnTo>
                    <a:pt x="1026396" y="13883"/>
                  </a:lnTo>
                  <a:lnTo>
                    <a:pt x="1038519" y="12487"/>
                  </a:lnTo>
                  <a:lnTo>
                    <a:pt x="1050382" y="11122"/>
                  </a:lnTo>
                  <a:lnTo>
                    <a:pt x="1061995" y="9785"/>
                  </a:lnTo>
                  <a:lnTo>
                    <a:pt x="1073369" y="8477"/>
                  </a:lnTo>
                  <a:lnTo>
                    <a:pt x="1084513" y="7194"/>
                  </a:lnTo>
                  <a:lnTo>
                    <a:pt x="1095436" y="5937"/>
                  </a:lnTo>
                  <a:lnTo>
                    <a:pt x="1106147" y="4704"/>
                  </a:lnTo>
                  <a:lnTo>
                    <a:pt x="1116654" y="3495"/>
                  </a:lnTo>
                  <a:lnTo>
                    <a:pt x="1126965" y="2308"/>
                  </a:lnTo>
                  <a:lnTo>
                    <a:pt x="1137086" y="1143"/>
                  </a:lnTo>
                  <a:lnTo>
                    <a:pt x="114702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02126" y="1784690"/>
              <a:ext cx="1147025" cy="260941"/>
            </a:xfrm>
            <a:custGeom>
              <a:avLst/>
              <a:pathLst>
                <a:path w="1147025" h="260941">
                  <a:moveTo>
                    <a:pt x="0" y="260941"/>
                  </a:moveTo>
                  <a:lnTo>
                    <a:pt x="73656" y="244185"/>
                  </a:lnTo>
                  <a:lnTo>
                    <a:pt x="138625" y="229405"/>
                  </a:lnTo>
                  <a:lnTo>
                    <a:pt x="196742" y="216183"/>
                  </a:lnTo>
                  <a:lnTo>
                    <a:pt x="249316" y="204223"/>
                  </a:lnTo>
                  <a:lnTo>
                    <a:pt x="297311" y="193304"/>
                  </a:lnTo>
                  <a:lnTo>
                    <a:pt x="341463" y="183260"/>
                  </a:lnTo>
                  <a:lnTo>
                    <a:pt x="382341" y="173961"/>
                  </a:lnTo>
                  <a:lnTo>
                    <a:pt x="420398" y="165303"/>
                  </a:lnTo>
                  <a:lnTo>
                    <a:pt x="455998" y="157204"/>
                  </a:lnTo>
                  <a:lnTo>
                    <a:pt x="489438" y="149597"/>
                  </a:lnTo>
                  <a:lnTo>
                    <a:pt x="520967" y="142424"/>
                  </a:lnTo>
                  <a:lnTo>
                    <a:pt x="550791" y="135639"/>
                  </a:lnTo>
                  <a:lnTo>
                    <a:pt x="579084" y="129203"/>
                  </a:lnTo>
                  <a:lnTo>
                    <a:pt x="605997" y="123080"/>
                  </a:lnTo>
                  <a:lnTo>
                    <a:pt x="631658" y="117243"/>
                  </a:lnTo>
                  <a:lnTo>
                    <a:pt x="656177" y="111665"/>
                  </a:lnTo>
                  <a:lnTo>
                    <a:pt x="679653" y="106324"/>
                  </a:lnTo>
                  <a:lnTo>
                    <a:pt x="702171" y="101201"/>
                  </a:lnTo>
                  <a:lnTo>
                    <a:pt x="723805" y="96280"/>
                  </a:lnTo>
                  <a:lnTo>
                    <a:pt x="744623" y="91544"/>
                  </a:lnTo>
                  <a:lnTo>
                    <a:pt x="764683" y="86980"/>
                  </a:lnTo>
                  <a:lnTo>
                    <a:pt x="784040" y="82577"/>
                  </a:lnTo>
                  <a:lnTo>
                    <a:pt x="802740" y="78322"/>
                  </a:lnTo>
                  <a:lnTo>
                    <a:pt x="820827" y="74208"/>
                  </a:lnTo>
                  <a:lnTo>
                    <a:pt x="838340" y="70224"/>
                  </a:lnTo>
                  <a:lnTo>
                    <a:pt x="855313" y="66362"/>
                  </a:lnTo>
                  <a:lnTo>
                    <a:pt x="871780" y="62616"/>
                  </a:lnTo>
                  <a:lnTo>
                    <a:pt x="887770" y="58979"/>
                  </a:lnTo>
                  <a:lnTo>
                    <a:pt x="903309" y="55444"/>
                  </a:lnTo>
                  <a:lnTo>
                    <a:pt x="918422" y="52005"/>
                  </a:lnTo>
                  <a:lnTo>
                    <a:pt x="933133" y="48659"/>
                  </a:lnTo>
                  <a:lnTo>
                    <a:pt x="947461" y="45399"/>
                  </a:lnTo>
                  <a:lnTo>
                    <a:pt x="961426" y="42222"/>
                  </a:lnTo>
                  <a:lnTo>
                    <a:pt x="975047" y="39124"/>
                  </a:lnTo>
                  <a:lnTo>
                    <a:pt x="988339" y="36100"/>
                  </a:lnTo>
                  <a:lnTo>
                    <a:pt x="1001319" y="33147"/>
                  </a:lnTo>
                  <a:lnTo>
                    <a:pt x="1014000" y="30262"/>
                  </a:lnTo>
                  <a:lnTo>
                    <a:pt x="1026396" y="27442"/>
                  </a:lnTo>
                  <a:lnTo>
                    <a:pt x="1038519" y="24684"/>
                  </a:lnTo>
                  <a:lnTo>
                    <a:pt x="1050382" y="21985"/>
                  </a:lnTo>
                  <a:lnTo>
                    <a:pt x="1061995" y="19343"/>
                  </a:lnTo>
                  <a:lnTo>
                    <a:pt x="1073369" y="16756"/>
                  </a:lnTo>
                  <a:lnTo>
                    <a:pt x="1084513" y="14221"/>
                  </a:lnTo>
                  <a:lnTo>
                    <a:pt x="1095436" y="11736"/>
                  </a:lnTo>
                  <a:lnTo>
                    <a:pt x="1106147" y="9299"/>
                  </a:lnTo>
                  <a:lnTo>
                    <a:pt x="1116654" y="6909"/>
                  </a:lnTo>
                  <a:lnTo>
                    <a:pt x="1126965" y="4563"/>
                  </a:lnTo>
                  <a:lnTo>
                    <a:pt x="1137086" y="2261"/>
                  </a:lnTo>
                  <a:lnTo>
                    <a:pt x="114702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02126" y="1834075"/>
              <a:ext cx="1147025" cy="34989"/>
            </a:xfrm>
            <a:custGeom>
              <a:avLst/>
              <a:pathLst>
                <a:path w="1147025" h="34989">
                  <a:moveTo>
                    <a:pt x="0" y="34989"/>
                  </a:moveTo>
                  <a:lnTo>
                    <a:pt x="73656" y="32742"/>
                  </a:lnTo>
                  <a:lnTo>
                    <a:pt x="138625" y="30760"/>
                  </a:lnTo>
                  <a:lnTo>
                    <a:pt x="196742" y="28988"/>
                  </a:lnTo>
                  <a:lnTo>
                    <a:pt x="249316" y="27384"/>
                  </a:lnTo>
                  <a:lnTo>
                    <a:pt x="297311" y="25920"/>
                  </a:lnTo>
                  <a:lnTo>
                    <a:pt x="341463" y="24573"/>
                  </a:lnTo>
                  <a:lnTo>
                    <a:pt x="382341" y="23326"/>
                  </a:lnTo>
                  <a:lnTo>
                    <a:pt x="420398" y="22165"/>
                  </a:lnTo>
                  <a:lnTo>
                    <a:pt x="455998" y="21079"/>
                  </a:lnTo>
                  <a:lnTo>
                    <a:pt x="489438" y="20059"/>
                  </a:lnTo>
                  <a:lnTo>
                    <a:pt x="520967" y="19097"/>
                  </a:lnTo>
                  <a:lnTo>
                    <a:pt x="550791" y="18187"/>
                  </a:lnTo>
                  <a:lnTo>
                    <a:pt x="579084" y="17324"/>
                  </a:lnTo>
                  <a:lnTo>
                    <a:pt x="605997" y="16503"/>
                  </a:lnTo>
                  <a:lnTo>
                    <a:pt x="631658" y="15721"/>
                  </a:lnTo>
                  <a:lnTo>
                    <a:pt x="656177" y="14973"/>
                  </a:lnTo>
                  <a:lnTo>
                    <a:pt x="679653" y="14257"/>
                  </a:lnTo>
                  <a:lnTo>
                    <a:pt x="702171" y="13570"/>
                  </a:lnTo>
                  <a:lnTo>
                    <a:pt x="723805" y="12910"/>
                  </a:lnTo>
                  <a:lnTo>
                    <a:pt x="744623" y="12275"/>
                  </a:lnTo>
                  <a:lnTo>
                    <a:pt x="764683" y="11663"/>
                  </a:lnTo>
                  <a:lnTo>
                    <a:pt x="784040" y="11072"/>
                  </a:lnTo>
                  <a:lnTo>
                    <a:pt x="802740" y="10502"/>
                  </a:lnTo>
                  <a:lnTo>
                    <a:pt x="820827" y="9950"/>
                  </a:lnTo>
                  <a:lnTo>
                    <a:pt x="838340" y="9416"/>
                  </a:lnTo>
                  <a:lnTo>
                    <a:pt x="855313" y="8898"/>
                  </a:lnTo>
                  <a:lnTo>
                    <a:pt x="871780" y="8396"/>
                  </a:lnTo>
                  <a:lnTo>
                    <a:pt x="887770" y="7908"/>
                  </a:lnTo>
                  <a:lnTo>
                    <a:pt x="903309" y="7434"/>
                  </a:lnTo>
                  <a:lnTo>
                    <a:pt x="918422" y="6973"/>
                  </a:lnTo>
                  <a:lnTo>
                    <a:pt x="933133" y="6524"/>
                  </a:lnTo>
                  <a:lnTo>
                    <a:pt x="947461" y="6087"/>
                  </a:lnTo>
                  <a:lnTo>
                    <a:pt x="961426" y="5661"/>
                  </a:lnTo>
                  <a:lnTo>
                    <a:pt x="975047" y="5246"/>
                  </a:lnTo>
                  <a:lnTo>
                    <a:pt x="988339" y="4840"/>
                  </a:lnTo>
                  <a:lnTo>
                    <a:pt x="1001319" y="4444"/>
                  </a:lnTo>
                  <a:lnTo>
                    <a:pt x="1014000" y="4057"/>
                  </a:lnTo>
                  <a:lnTo>
                    <a:pt x="1026396" y="3679"/>
                  </a:lnTo>
                  <a:lnTo>
                    <a:pt x="1038519" y="3309"/>
                  </a:lnTo>
                  <a:lnTo>
                    <a:pt x="1050382" y="2948"/>
                  </a:lnTo>
                  <a:lnTo>
                    <a:pt x="1061995" y="2593"/>
                  </a:lnTo>
                  <a:lnTo>
                    <a:pt x="1073369" y="2246"/>
                  </a:lnTo>
                  <a:lnTo>
                    <a:pt x="1084513" y="1906"/>
                  </a:lnTo>
                  <a:lnTo>
                    <a:pt x="1095436" y="1573"/>
                  </a:lnTo>
                  <a:lnTo>
                    <a:pt x="1106147" y="1246"/>
                  </a:lnTo>
                  <a:lnTo>
                    <a:pt x="1116654" y="926"/>
                  </a:lnTo>
                  <a:lnTo>
                    <a:pt x="1126965" y="611"/>
                  </a:lnTo>
                  <a:lnTo>
                    <a:pt x="1137086" y="303"/>
                  </a:lnTo>
                  <a:lnTo>
                    <a:pt x="114702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02126" y="1426545"/>
              <a:ext cx="1147025" cy="604977"/>
            </a:xfrm>
            <a:custGeom>
              <a:avLst/>
              <a:pathLst>
                <a:path w="1147025" h="604977">
                  <a:moveTo>
                    <a:pt x="0" y="604977"/>
                  </a:moveTo>
                  <a:lnTo>
                    <a:pt x="73656" y="566128"/>
                  </a:lnTo>
                  <a:lnTo>
                    <a:pt x="138625" y="531862"/>
                  </a:lnTo>
                  <a:lnTo>
                    <a:pt x="196742" y="501209"/>
                  </a:lnTo>
                  <a:lnTo>
                    <a:pt x="249316" y="473480"/>
                  </a:lnTo>
                  <a:lnTo>
                    <a:pt x="297311" y="448165"/>
                  </a:lnTo>
                  <a:lnTo>
                    <a:pt x="341463" y="424878"/>
                  </a:lnTo>
                  <a:lnTo>
                    <a:pt x="382341" y="403318"/>
                  </a:lnTo>
                  <a:lnTo>
                    <a:pt x="420398" y="383246"/>
                  </a:lnTo>
                  <a:lnTo>
                    <a:pt x="455998" y="364469"/>
                  </a:lnTo>
                  <a:lnTo>
                    <a:pt x="489438" y="346832"/>
                  </a:lnTo>
                  <a:lnTo>
                    <a:pt x="520967" y="330202"/>
                  </a:lnTo>
                  <a:lnTo>
                    <a:pt x="550791" y="314472"/>
                  </a:lnTo>
                  <a:lnTo>
                    <a:pt x="579084" y="299550"/>
                  </a:lnTo>
                  <a:lnTo>
                    <a:pt x="605997" y="285355"/>
                  </a:lnTo>
                  <a:lnTo>
                    <a:pt x="631658" y="271821"/>
                  </a:lnTo>
                  <a:lnTo>
                    <a:pt x="656177" y="258888"/>
                  </a:lnTo>
                  <a:lnTo>
                    <a:pt x="679653" y="246506"/>
                  </a:lnTo>
                  <a:lnTo>
                    <a:pt x="702171" y="234630"/>
                  </a:lnTo>
                  <a:lnTo>
                    <a:pt x="723805" y="223219"/>
                  </a:lnTo>
                  <a:lnTo>
                    <a:pt x="744623" y="212239"/>
                  </a:lnTo>
                  <a:lnTo>
                    <a:pt x="764683" y="201659"/>
                  </a:lnTo>
                  <a:lnTo>
                    <a:pt x="784040" y="191449"/>
                  </a:lnTo>
                  <a:lnTo>
                    <a:pt x="802740" y="181586"/>
                  </a:lnTo>
                  <a:lnTo>
                    <a:pt x="820827" y="172047"/>
                  </a:lnTo>
                  <a:lnTo>
                    <a:pt x="838340" y="162810"/>
                  </a:lnTo>
                  <a:lnTo>
                    <a:pt x="855313" y="153858"/>
                  </a:lnTo>
                  <a:lnTo>
                    <a:pt x="871780" y="145172"/>
                  </a:lnTo>
                  <a:lnTo>
                    <a:pt x="887770" y="136739"/>
                  </a:lnTo>
                  <a:lnTo>
                    <a:pt x="903309" y="128543"/>
                  </a:lnTo>
                  <a:lnTo>
                    <a:pt x="918422" y="120572"/>
                  </a:lnTo>
                  <a:lnTo>
                    <a:pt x="933133" y="112813"/>
                  </a:lnTo>
                  <a:lnTo>
                    <a:pt x="947461" y="105256"/>
                  </a:lnTo>
                  <a:lnTo>
                    <a:pt x="961426" y="97890"/>
                  </a:lnTo>
                  <a:lnTo>
                    <a:pt x="975047" y="90706"/>
                  </a:lnTo>
                  <a:lnTo>
                    <a:pt x="988339" y="83696"/>
                  </a:lnTo>
                  <a:lnTo>
                    <a:pt x="1001319" y="76850"/>
                  </a:lnTo>
                  <a:lnTo>
                    <a:pt x="1014000" y="70161"/>
                  </a:lnTo>
                  <a:lnTo>
                    <a:pt x="1026396" y="63623"/>
                  </a:lnTo>
                  <a:lnTo>
                    <a:pt x="1038519" y="57229"/>
                  </a:lnTo>
                  <a:lnTo>
                    <a:pt x="1050382" y="50972"/>
                  </a:lnTo>
                  <a:lnTo>
                    <a:pt x="1061995" y="44847"/>
                  </a:lnTo>
                  <a:lnTo>
                    <a:pt x="1073369" y="38848"/>
                  </a:lnTo>
                  <a:lnTo>
                    <a:pt x="1084513" y="32971"/>
                  </a:lnTo>
                  <a:lnTo>
                    <a:pt x="1095436" y="27209"/>
                  </a:lnTo>
                  <a:lnTo>
                    <a:pt x="1106147" y="21560"/>
                  </a:lnTo>
                  <a:lnTo>
                    <a:pt x="1116654" y="16018"/>
                  </a:lnTo>
                  <a:lnTo>
                    <a:pt x="1126965" y="10580"/>
                  </a:lnTo>
                  <a:lnTo>
                    <a:pt x="1137086" y="5242"/>
                  </a:lnTo>
                  <a:lnTo>
                    <a:pt x="114702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02126" y="1743060"/>
              <a:ext cx="1147025" cy="157913"/>
            </a:xfrm>
            <a:custGeom>
              <a:avLst/>
              <a:pathLst>
                <a:path w="1147025" h="157913">
                  <a:moveTo>
                    <a:pt x="0" y="0"/>
                  </a:moveTo>
                  <a:lnTo>
                    <a:pt x="73656" y="10140"/>
                  </a:lnTo>
                  <a:lnTo>
                    <a:pt x="138625" y="19084"/>
                  </a:lnTo>
                  <a:lnTo>
                    <a:pt x="196742" y="27086"/>
                  </a:lnTo>
                  <a:lnTo>
                    <a:pt x="249316" y="34324"/>
                  </a:lnTo>
                  <a:lnTo>
                    <a:pt x="297311" y="40931"/>
                  </a:lnTo>
                  <a:lnTo>
                    <a:pt x="341463" y="47010"/>
                  </a:lnTo>
                  <a:lnTo>
                    <a:pt x="382341" y="52637"/>
                  </a:lnTo>
                  <a:lnTo>
                    <a:pt x="420398" y="57877"/>
                  </a:lnTo>
                  <a:lnTo>
                    <a:pt x="455998" y="62778"/>
                  </a:lnTo>
                  <a:lnTo>
                    <a:pt x="489438" y="67382"/>
                  </a:lnTo>
                  <a:lnTo>
                    <a:pt x="520967" y="71722"/>
                  </a:lnTo>
                  <a:lnTo>
                    <a:pt x="550791" y="75828"/>
                  </a:lnTo>
                  <a:lnTo>
                    <a:pt x="579084" y="79724"/>
                  </a:lnTo>
                  <a:lnTo>
                    <a:pt x="605997" y="83429"/>
                  </a:lnTo>
                  <a:lnTo>
                    <a:pt x="631658" y="86961"/>
                  </a:lnTo>
                  <a:lnTo>
                    <a:pt x="656177" y="90337"/>
                  </a:lnTo>
                  <a:lnTo>
                    <a:pt x="679653" y="93569"/>
                  </a:lnTo>
                  <a:lnTo>
                    <a:pt x="702171" y="96669"/>
                  </a:lnTo>
                  <a:lnTo>
                    <a:pt x="723805" y="99648"/>
                  </a:lnTo>
                  <a:lnTo>
                    <a:pt x="744623" y="102514"/>
                  </a:lnTo>
                  <a:lnTo>
                    <a:pt x="764683" y="105275"/>
                  </a:lnTo>
                  <a:lnTo>
                    <a:pt x="784040" y="107940"/>
                  </a:lnTo>
                  <a:lnTo>
                    <a:pt x="802740" y="110515"/>
                  </a:lnTo>
                  <a:lnTo>
                    <a:pt x="820827" y="113005"/>
                  </a:lnTo>
                  <a:lnTo>
                    <a:pt x="838340" y="115416"/>
                  </a:lnTo>
                  <a:lnTo>
                    <a:pt x="855313" y="117753"/>
                  </a:lnTo>
                  <a:lnTo>
                    <a:pt x="871780" y="120020"/>
                  </a:lnTo>
                  <a:lnTo>
                    <a:pt x="887770" y="122221"/>
                  </a:lnTo>
                  <a:lnTo>
                    <a:pt x="903309" y="124360"/>
                  </a:lnTo>
                  <a:lnTo>
                    <a:pt x="918422" y="126441"/>
                  </a:lnTo>
                  <a:lnTo>
                    <a:pt x="933133" y="128466"/>
                  </a:lnTo>
                  <a:lnTo>
                    <a:pt x="947461" y="130439"/>
                  </a:lnTo>
                  <a:lnTo>
                    <a:pt x="961426" y="132362"/>
                  </a:lnTo>
                  <a:lnTo>
                    <a:pt x="975047" y="134237"/>
                  </a:lnTo>
                  <a:lnTo>
                    <a:pt x="988339" y="136067"/>
                  </a:lnTo>
                  <a:lnTo>
                    <a:pt x="1001319" y="137854"/>
                  </a:lnTo>
                  <a:lnTo>
                    <a:pt x="1014000" y="139599"/>
                  </a:lnTo>
                  <a:lnTo>
                    <a:pt x="1026396" y="141306"/>
                  </a:lnTo>
                  <a:lnTo>
                    <a:pt x="1038519" y="142975"/>
                  </a:lnTo>
                  <a:lnTo>
                    <a:pt x="1050382" y="144608"/>
                  </a:lnTo>
                  <a:lnTo>
                    <a:pt x="1061995" y="146207"/>
                  </a:lnTo>
                  <a:lnTo>
                    <a:pt x="1073369" y="147773"/>
                  </a:lnTo>
                  <a:lnTo>
                    <a:pt x="1084513" y="149307"/>
                  </a:lnTo>
                  <a:lnTo>
                    <a:pt x="1095436" y="150811"/>
                  </a:lnTo>
                  <a:lnTo>
                    <a:pt x="1106147" y="152286"/>
                  </a:lnTo>
                  <a:lnTo>
                    <a:pt x="1116654" y="153732"/>
                  </a:lnTo>
                  <a:lnTo>
                    <a:pt x="1126965" y="155152"/>
                  </a:lnTo>
                  <a:lnTo>
                    <a:pt x="1137086" y="156545"/>
                  </a:lnTo>
                  <a:lnTo>
                    <a:pt x="1147025" y="157913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02126" y="1389969"/>
              <a:ext cx="1147025" cy="228665"/>
            </a:xfrm>
            <a:custGeom>
              <a:avLst/>
              <a:pathLst>
                <a:path w="1147025" h="228665">
                  <a:moveTo>
                    <a:pt x="0" y="0"/>
                  </a:moveTo>
                  <a:lnTo>
                    <a:pt x="73656" y="14683"/>
                  </a:lnTo>
                  <a:lnTo>
                    <a:pt x="138625" y="27635"/>
                  </a:lnTo>
                  <a:lnTo>
                    <a:pt x="196742" y="39221"/>
                  </a:lnTo>
                  <a:lnTo>
                    <a:pt x="249316" y="49702"/>
                  </a:lnTo>
                  <a:lnTo>
                    <a:pt x="297311" y="59270"/>
                  </a:lnTo>
                  <a:lnTo>
                    <a:pt x="341463" y="68072"/>
                  </a:lnTo>
                  <a:lnTo>
                    <a:pt x="382341" y="76221"/>
                  </a:lnTo>
                  <a:lnTo>
                    <a:pt x="420398" y="83808"/>
                  </a:lnTo>
                  <a:lnTo>
                    <a:pt x="455998" y="90905"/>
                  </a:lnTo>
                  <a:lnTo>
                    <a:pt x="489438" y="97572"/>
                  </a:lnTo>
                  <a:lnTo>
                    <a:pt x="520967" y="103857"/>
                  </a:lnTo>
                  <a:lnTo>
                    <a:pt x="550791" y="109803"/>
                  </a:lnTo>
                  <a:lnTo>
                    <a:pt x="579084" y="115443"/>
                  </a:lnTo>
                  <a:lnTo>
                    <a:pt x="605997" y="120808"/>
                  </a:lnTo>
                  <a:lnTo>
                    <a:pt x="631658" y="125924"/>
                  </a:lnTo>
                  <a:lnTo>
                    <a:pt x="656177" y="130812"/>
                  </a:lnTo>
                  <a:lnTo>
                    <a:pt x="679653" y="135492"/>
                  </a:lnTo>
                  <a:lnTo>
                    <a:pt x="702171" y="139981"/>
                  </a:lnTo>
                  <a:lnTo>
                    <a:pt x="723805" y="144294"/>
                  </a:lnTo>
                  <a:lnTo>
                    <a:pt x="744623" y="148444"/>
                  </a:lnTo>
                  <a:lnTo>
                    <a:pt x="764683" y="152443"/>
                  </a:lnTo>
                  <a:lnTo>
                    <a:pt x="784040" y="156302"/>
                  </a:lnTo>
                  <a:lnTo>
                    <a:pt x="802740" y="160030"/>
                  </a:lnTo>
                  <a:lnTo>
                    <a:pt x="820827" y="163636"/>
                  </a:lnTo>
                  <a:lnTo>
                    <a:pt x="838340" y="167127"/>
                  </a:lnTo>
                  <a:lnTo>
                    <a:pt x="855313" y="170511"/>
                  </a:lnTo>
                  <a:lnTo>
                    <a:pt x="871780" y="173794"/>
                  </a:lnTo>
                  <a:lnTo>
                    <a:pt x="887770" y="176981"/>
                  </a:lnTo>
                  <a:lnTo>
                    <a:pt x="903309" y="180079"/>
                  </a:lnTo>
                  <a:lnTo>
                    <a:pt x="918422" y="183092"/>
                  </a:lnTo>
                  <a:lnTo>
                    <a:pt x="933133" y="186024"/>
                  </a:lnTo>
                  <a:lnTo>
                    <a:pt x="947461" y="188881"/>
                  </a:lnTo>
                  <a:lnTo>
                    <a:pt x="961426" y="191665"/>
                  </a:lnTo>
                  <a:lnTo>
                    <a:pt x="975047" y="194380"/>
                  </a:lnTo>
                  <a:lnTo>
                    <a:pt x="988339" y="197030"/>
                  </a:lnTo>
                  <a:lnTo>
                    <a:pt x="1001319" y="199618"/>
                  </a:lnTo>
                  <a:lnTo>
                    <a:pt x="1014000" y="202146"/>
                  </a:lnTo>
                  <a:lnTo>
                    <a:pt x="1026396" y="204617"/>
                  </a:lnTo>
                  <a:lnTo>
                    <a:pt x="1038519" y="207034"/>
                  </a:lnTo>
                  <a:lnTo>
                    <a:pt x="1050382" y="209399"/>
                  </a:lnTo>
                  <a:lnTo>
                    <a:pt x="1061995" y="211714"/>
                  </a:lnTo>
                  <a:lnTo>
                    <a:pt x="1073369" y="213981"/>
                  </a:lnTo>
                  <a:lnTo>
                    <a:pt x="1084513" y="216203"/>
                  </a:lnTo>
                  <a:lnTo>
                    <a:pt x="1095436" y="218380"/>
                  </a:lnTo>
                  <a:lnTo>
                    <a:pt x="1106147" y="220516"/>
                  </a:lnTo>
                  <a:lnTo>
                    <a:pt x="1116654" y="222610"/>
                  </a:lnTo>
                  <a:lnTo>
                    <a:pt x="1126965" y="224666"/>
                  </a:lnTo>
                  <a:lnTo>
                    <a:pt x="1137086" y="226684"/>
                  </a:lnTo>
                  <a:lnTo>
                    <a:pt x="1147025" y="228665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02126" y="1780849"/>
              <a:ext cx="1147025" cy="166292"/>
            </a:xfrm>
            <a:custGeom>
              <a:avLst/>
              <a:pathLst>
                <a:path w="1147025" h="166292">
                  <a:moveTo>
                    <a:pt x="0" y="166292"/>
                  </a:moveTo>
                  <a:lnTo>
                    <a:pt x="73656" y="155613"/>
                  </a:lnTo>
                  <a:lnTo>
                    <a:pt x="138625" y="146194"/>
                  </a:lnTo>
                  <a:lnTo>
                    <a:pt x="196742" y="137768"/>
                  </a:lnTo>
                  <a:lnTo>
                    <a:pt x="249316" y="130146"/>
                  </a:lnTo>
                  <a:lnTo>
                    <a:pt x="297311" y="123188"/>
                  </a:lnTo>
                  <a:lnTo>
                    <a:pt x="341463" y="116787"/>
                  </a:lnTo>
                  <a:lnTo>
                    <a:pt x="382341" y="110861"/>
                  </a:lnTo>
                  <a:lnTo>
                    <a:pt x="420398" y="105344"/>
                  </a:lnTo>
                  <a:lnTo>
                    <a:pt x="455998" y="100182"/>
                  </a:lnTo>
                  <a:lnTo>
                    <a:pt x="489438" y="95334"/>
                  </a:lnTo>
                  <a:lnTo>
                    <a:pt x="520967" y="90763"/>
                  </a:lnTo>
                  <a:lnTo>
                    <a:pt x="550791" y="86440"/>
                  </a:lnTo>
                  <a:lnTo>
                    <a:pt x="579084" y="82338"/>
                  </a:lnTo>
                  <a:lnTo>
                    <a:pt x="605997" y="78436"/>
                  </a:lnTo>
                  <a:lnTo>
                    <a:pt x="631658" y="74716"/>
                  </a:lnTo>
                  <a:lnTo>
                    <a:pt x="656177" y="71161"/>
                  </a:lnTo>
                  <a:lnTo>
                    <a:pt x="679653" y="67758"/>
                  </a:lnTo>
                  <a:lnTo>
                    <a:pt x="702171" y="64493"/>
                  </a:lnTo>
                  <a:lnTo>
                    <a:pt x="723805" y="61357"/>
                  </a:lnTo>
                  <a:lnTo>
                    <a:pt x="744623" y="58338"/>
                  </a:lnTo>
                  <a:lnTo>
                    <a:pt x="764683" y="55430"/>
                  </a:lnTo>
                  <a:lnTo>
                    <a:pt x="784040" y="52624"/>
                  </a:lnTo>
                  <a:lnTo>
                    <a:pt x="802740" y="49913"/>
                  </a:lnTo>
                  <a:lnTo>
                    <a:pt x="820827" y="47291"/>
                  </a:lnTo>
                  <a:lnTo>
                    <a:pt x="838340" y="44752"/>
                  </a:lnTo>
                  <a:lnTo>
                    <a:pt x="855313" y="42291"/>
                  </a:lnTo>
                  <a:lnTo>
                    <a:pt x="871780" y="39904"/>
                  </a:lnTo>
                  <a:lnTo>
                    <a:pt x="887770" y="37585"/>
                  </a:lnTo>
                  <a:lnTo>
                    <a:pt x="903309" y="35333"/>
                  </a:lnTo>
                  <a:lnTo>
                    <a:pt x="918422" y="33142"/>
                  </a:lnTo>
                  <a:lnTo>
                    <a:pt x="933133" y="31009"/>
                  </a:lnTo>
                  <a:lnTo>
                    <a:pt x="947461" y="28932"/>
                  </a:lnTo>
                  <a:lnTo>
                    <a:pt x="961426" y="26907"/>
                  </a:lnTo>
                  <a:lnTo>
                    <a:pt x="975047" y="24932"/>
                  </a:lnTo>
                  <a:lnTo>
                    <a:pt x="988339" y="23005"/>
                  </a:lnTo>
                  <a:lnTo>
                    <a:pt x="1001319" y="21124"/>
                  </a:lnTo>
                  <a:lnTo>
                    <a:pt x="1014000" y="19285"/>
                  </a:lnTo>
                  <a:lnTo>
                    <a:pt x="1026396" y="17488"/>
                  </a:lnTo>
                  <a:lnTo>
                    <a:pt x="1038519" y="15730"/>
                  </a:lnTo>
                  <a:lnTo>
                    <a:pt x="1050382" y="14010"/>
                  </a:lnTo>
                  <a:lnTo>
                    <a:pt x="1061995" y="12327"/>
                  </a:lnTo>
                  <a:lnTo>
                    <a:pt x="1073369" y="10678"/>
                  </a:lnTo>
                  <a:lnTo>
                    <a:pt x="1084513" y="9062"/>
                  </a:lnTo>
                  <a:lnTo>
                    <a:pt x="1095436" y="7479"/>
                  </a:lnTo>
                  <a:lnTo>
                    <a:pt x="1106147" y="5926"/>
                  </a:lnTo>
                  <a:lnTo>
                    <a:pt x="1116654" y="4403"/>
                  </a:lnTo>
                  <a:lnTo>
                    <a:pt x="1126965" y="2908"/>
                  </a:lnTo>
                  <a:lnTo>
                    <a:pt x="1137086" y="1440"/>
                  </a:lnTo>
                  <a:lnTo>
                    <a:pt x="114702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02126" y="1714348"/>
              <a:ext cx="1147025" cy="292217"/>
            </a:xfrm>
            <a:custGeom>
              <a:avLst/>
              <a:pathLst>
                <a:path w="1147025" h="292217">
                  <a:moveTo>
                    <a:pt x="0" y="292217"/>
                  </a:moveTo>
                  <a:lnTo>
                    <a:pt x="73656" y="273452"/>
                  </a:lnTo>
                  <a:lnTo>
                    <a:pt x="138625" y="256901"/>
                  </a:lnTo>
                  <a:lnTo>
                    <a:pt x="196742" y="242095"/>
                  </a:lnTo>
                  <a:lnTo>
                    <a:pt x="249316" y="228701"/>
                  </a:lnTo>
                  <a:lnTo>
                    <a:pt x="297311" y="216474"/>
                  </a:lnTo>
                  <a:lnTo>
                    <a:pt x="341463" y="205226"/>
                  </a:lnTo>
                  <a:lnTo>
                    <a:pt x="382341" y="194811"/>
                  </a:lnTo>
                  <a:lnTo>
                    <a:pt x="420398" y="185116"/>
                  </a:lnTo>
                  <a:lnTo>
                    <a:pt x="455998" y="176047"/>
                  </a:lnTo>
                  <a:lnTo>
                    <a:pt x="489438" y="167527"/>
                  </a:lnTo>
                  <a:lnTo>
                    <a:pt x="520967" y="159495"/>
                  </a:lnTo>
                  <a:lnTo>
                    <a:pt x="550791" y="151897"/>
                  </a:lnTo>
                  <a:lnTo>
                    <a:pt x="579084" y="144689"/>
                  </a:lnTo>
                  <a:lnTo>
                    <a:pt x="605997" y="137833"/>
                  </a:lnTo>
                  <a:lnTo>
                    <a:pt x="631658" y="131295"/>
                  </a:lnTo>
                  <a:lnTo>
                    <a:pt x="656177" y="125049"/>
                  </a:lnTo>
                  <a:lnTo>
                    <a:pt x="679653" y="119068"/>
                  </a:lnTo>
                  <a:lnTo>
                    <a:pt x="702171" y="113331"/>
                  </a:lnTo>
                  <a:lnTo>
                    <a:pt x="723805" y="107820"/>
                  </a:lnTo>
                  <a:lnTo>
                    <a:pt x="744623" y="102516"/>
                  </a:lnTo>
                  <a:lnTo>
                    <a:pt x="764683" y="97405"/>
                  </a:lnTo>
                  <a:lnTo>
                    <a:pt x="784040" y="92474"/>
                  </a:lnTo>
                  <a:lnTo>
                    <a:pt x="802740" y="87710"/>
                  </a:lnTo>
                  <a:lnTo>
                    <a:pt x="820827" y="83102"/>
                  </a:lnTo>
                  <a:lnTo>
                    <a:pt x="838340" y="78641"/>
                  </a:lnTo>
                  <a:lnTo>
                    <a:pt x="855313" y="74316"/>
                  </a:lnTo>
                  <a:lnTo>
                    <a:pt x="871780" y="70121"/>
                  </a:lnTo>
                  <a:lnTo>
                    <a:pt x="887770" y="66048"/>
                  </a:lnTo>
                  <a:lnTo>
                    <a:pt x="903309" y="62089"/>
                  </a:lnTo>
                  <a:lnTo>
                    <a:pt x="918422" y="58239"/>
                  </a:lnTo>
                  <a:lnTo>
                    <a:pt x="933133" y="54491"/>
                  </a:lnTo>
                  <a:lnTo>
                    <a:pt x="947461" y="50841"/>
                  </a:lnTo>
                  <a:lnTo>
                    <a:pt x="961426" y="47283"/>
                  </a:lnTo>
                  <a:lnTo>
                    <a:pt x="975047" y="43813"/>
                  </a:lnTo>
                  <a:lnTo>
                    <a:pt x="988339" y="40427"/>
                  </a:lnTo>
                  <a:lnTo>
                    <a:pt x="1001319" y="37120"/>
                  </a:lnTo>
                  <a:lnTo>
                    <a:pt x="1014000" y="33889"/>
                  </a:lnTo>
                  <a:lnTo>
                    <a:pt x="1026396" y="30731"/>
                  </a:lnTo>
                  <a:lnTo>
                    <a:pt x="1038519" y="27643"/>
                  </a:lnTo>
                  <a:lnTo>
                    <a:pt x="1050382" y="24620"/>
                  </a:lnTo>
                  <a:lnTo>
                    <a:pt x="1061995" y="21662"/>
                  </a:lnTo>
                  <a:lnTo>
                    <a:pt x="1073369" y="18764"/>
                  </a:lnTo>
                  <a:lnTo>
                    <a:pt x="1084513" y="15925"/>
                  </a:lnTo>
                  <a:lnTo>
                    <a:pt x="1095436" y="13142"/>
                  </a:lnTo>
                  <a:lnTo>
                    <a:pt x="1106147" y="10414"/>
                  </a:lnTo>
                  <a:lnTo>
                    <a:pt x="1116654" y="7737"/>
                  </a:lnTo>
                  <a:lnTo>
                    <a:pt x="1126965" y="5110"/>
                  </a:lnTo>
                  <a:lnTo>
                    <a:pt x="1137086" y="2532"/>
                  </a:lnTo>
                  <a:lnTo>
                    <a:pt x="114702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02126" y="1970073"/>
              <a:ext cx="1147025" cy="67604"/>
            </a:xfrm>
            <a:custGeom>
              <a:avLst/>
              <a:pathLst>
                <a:path w="1147025" h="67604">
                  <a:moveTo>
                    <a:pt x="0" y="67604"/>
                  </a:moveTo>
                  <a:lnTo>
                    <a:pt x="73656" y="63263"/>
                  </a:lnTo>
                  <a:lnTo>
                    <a:pt x="138625" y="59434"/>
                  </a:lnTo>
                  <a:lnTo>
                    <a:pt x="196742" y="56008"/>
                  </a:lnTo>
                  <a:lnTo>
                    <a:pt x="249316" y="52910"/>
                  </a:lnTo>
                  <a:lnTo>
                    <a:pt x="297311" y="50081"/>
                  </a:lnTo>
                  <a:lnTo>
                    <a:pt x="341463" y="47479"/>
                  </a:lnTo>
                  <a:lnTo>
                    <a:pt x="382341" y="45069"/>
                  </a:lnTo>
                  <a:lnTo>
                    <a:pt x="420398" y="42826"/>
                  </a:lnTo>
                  <a:lnTo>
                    <a:pt x="455998" y="40728"/>
                  </a:lnTo>
                  <a:lnTo>
                    <a:pt x="489438" y="38757"/>
                  </a:lnTo>
                  <a:lnTo>
                    <a:pt x="520967" y="36899"/>
                  </a:lnTo>
                  <a:lnTo>
                    <a:pt x="550791" y="35141"/>
                  </a:lnTo>
                  <a:lnTo>
                    <a:pt x="579084" y="33473"/>
                  </a:lnTo>
                  <a:lnTo>
                    <a:pt x="605997" y="31887"/>
                  </a:lnTo>
                  <a:lnTo>
                    <a:pt x="631658" y="30375"/>
                  </a:lnTo>
                  <a:lnTo>
                    <a:pt x="656177" y="28930"/>
                  </a:lnTo>
                  <a:lnTo>
                    <a:pt x="679653" y="27546"/>
                  </a:lnTo>
                  <a:lnTo>
                    <a:pt x="702171" y="26219"/>
                  </a:lnTo>
                  <a:lnTo>
                    <a:pt x="723805" y="24944"/>
                  </a:lnTo>
                  <a:lnTo>
                    <a:pt x="744623" y="23717"/>
                  </a:lnTo>
                  <a:lnTo>
                    <a:pt x="764683" y="22534"/>
                  </a:lnTo>
                  <a:lnTo>
                    <a:pt x="784040" y="21394"/>
                  </a:lnTo>
                  <a:lnTo>
                    <a:pt x="802740" y="20291"/>
                  </a:lnTo>
                  <a:lnTo>
                    <a:pt x="820827" y="19225"/>
                  </a:lnTo>
                  <a:lnTo>
                    <a:pt x="838340" y="18193"/>
                  </a:lnTo>
                  <a:lnTo>
                    <a:pt x="855313" y="17193"/>
                  </a:lnTo>
                  <a:lnTo>
                    <a:pt x="871780" y="16222"/>
                  </a:lnTo>
                  <a:lnTo>
                    <a:pt x="887770" y="15280"/>
                  </a:lnTo>
                  <a:lnTo>
                    <a:pt x="903309" y="14364"/>
                  </a:lnTo>
                  <a:lnTo>
                    <a:pt x="918422" y="13473"/>
                  </a:lnTo>
                  <a:lnTo>
                    <a:pt x="933133" y="12606"/>
                  </a:lnTo>
                  <a:lnTo>
                    <a:pt x="947461" y="11762"/>
                  </a:lnTo>
                  <a:lnTo>
                    <a:pt x="961426" y="10939"/>
                  </a:lnTo>
                  <a:lnTo>
                    <a:pt x="975047" y="10136"/>
                  </a:lnTo>
                  <a:lnTo>
                    <a:pt x="988339" y="9352"/>
                  </a:lnTo>
                  <a:lnTo>
                    <a:pt x="1001319" y="8587"/>
                  </a:lnTo>
                  <a:lnTo>
                    <a:pt x="1014000" y="7840"/>
                  </a:lnTo>
                  <a:lnTo>
                    <a:pt x="1026396" y="7109"/>
                  </a:lnTo>
                  <a:lnTo>
                    <a:pt x="1038519" y="6395"/>
                  </a:lnTo>
                  <a:lnTo>
                    <a:pt x="1050382" y="5696"/>
                  </a:lnTo>
                  <a:lnTo>
                    <a:pt x="1061995" y="5011"/>
                  </a:lnTo>
                  <a:lnTo>
                    <a:pt x="1073369" y="4341"/>
                  </a:lnTo>
                  <a:lnTo>
                    <a:pt x="1084513" y="3684"/>
                  </a:lnTo>
                  <a:lnTo>
                    <a:pt x="1095436" y="3040"/>
                  </a:lnTo>
                  <a:lnTo>
                    <a:pt x="1106147" y="2409"/>
                  </a:lnTo>
                  <a:lnTo>
                    <a:pt x="1116654" y="1790"/>
                  </a:lnTo>
                  <a:lnTo>
                    <a:pt x="1126965" y="1182"/>
                  </a:lnTo>
                  <a:lnTo>
                    <a:pt x="1137086" y="585"/>
                  </a:lnTo>
                  <a:lnTo>
                    <a:pt x="114702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02126" y="1835567"/>
              <a:ext cx="1147025" cy="83793"/>
            </a:xfrm>
            <a:custGeom>
              <a:avLst/>
              <a:pathLst>
                <a:path w="1147025" h="83793">
                  <a:moveTo>
                    <a:pt x="0" y="83793"/>
                  </a:moveTo>
                  <a:lnTo>
                    <a:pt x="73656" y="78412"/>
                  </a:lnTo>
                  <a:lnTo>
                    <a:pt x="138625" y="73666"/>
                  </a:lnTo>
                  <a:lnTo>
                    <a:pt x="196742" y="69420"/>
                  </a:lnTo>
                  <a:lnTo>
                    <a:pt x="249316" y="65580"/>
                  </a:lnTo>
                  <a:lnTo>
                    <a:pt x="297311" y="62074"/>
                  </a:lnTo>
                  <a:lnTo>
                    <a:pt x="341463" y="58848"/>
                  </a:lnTo>
                  <a:lnTo>
                    <a:pt x="382341" y="55862"/>
                  </a:lnTo>
                  <a:lnTo>
                    <a:pt x="420398" y="53082"/>
                  </a:lnTo>
                  <a:lnTo>
                    <a:pt x="455998" y="50481"/>
                  </a:lnTo>
                  <a:lnTo>
                    <a:pt x="489438" y="48038"/>
                  </a:lnTo>
                  <a:lnTo>
                    <a:pt x="520967" y="45735"/>
                  </a:lnTo>
                  <a:lnTo>
                    <a:pt x="550791" y="43556"/>
                  </a:lnTo>
                  <a:lnTo>
                    <a:pt x="579084" y="41489"/>
                  </a:lnTo>
                  <a:lnTo>
                    <a:pt x="605997" y="39523"/>
                  </a:lnTo>
                  <a:lnTo>
                    <a:pt x="631658" y="37649"/>
                  </a:lnTo>
                  <a:lnTo>
                    <a:pt x="656177" y="35857"/>
                  </a:lnTo>
                  <a:lnTo>
                    <a:pt x="679653" y="34142"/>
                  </a:lnTo>
                  <a:lnTo>
                    <a:pt x="702171" y="32497"/>
                  </a:lnTo>
                  <a:lnTo>
                    <a:pt x="723805" y="30917"/>
                  </a:lnTo>
                  <a:lnTo>
                    <a:pt x="744623" y="29396"/>
                  </a:lnTo>
                  <a:lnTo>
                    <a:pt x="764683" y="27931"/>
                  </a:lnTo>
                  <a:lnTo>
                    <a:pt x="784040" y="26517"/>
                  </a:lnTo>
                  <a:lnTo>
                    <a:pt x="802740" y="25151"/>
                  </a:lnTo>
                  <a:lnTo>
                    <a:pt x="820827" y="23829"/>
                  </a:lnTo>
                  <a:lnTo>
                    <a:pt x="838340" y="22550"/>
                  </a:lnTo>
                  <a:lnTo>
                    <a:pt x="855313" y="21310"/>
                  </a:lnTo>
                  <a:lnTo>
                    <a:pt x="871780" y="20107"/>
                  </a:lnTo>
                  <a:lnTo>
                    <a:pt x="887770" y="18939"/>
                  </a:lnTo>
                  <a:lnTo>
                    <a:pt x="903309" y="17804"/>
                  </a:lnTo>
                  <a:lnTo>
                    <a:pt x="918422" y="16700"/>
                  </a:lnTo>
                  <a:lnTo>
                    <a:pt x="933133" y="15625"/>
                  </a:lnTo>
                  <a:lnTo>
                    <a:pt x="947461" y="14578"/>
                  </a:lnTo>
                  <a:lnTo>
                    <a:pt x="961426" y="13558"/>
                  </a:lnTo>
                  <a:lnTo>
                    <a:pt x="975047" y="12563"/>
                  </a:lnTo>
                  <a:lnTo>
                    <a:pt x="988339" y="11592"/>
                  </a:lnTo>
                  <a:lnTo>
                    <a:pt x="1001319" y="10644"/>
                  </a:lnTo>
                  <a:lnTo>
                    <a:pt x="1014000" y="9717"/>
                  </a:lnTo>
                  <a:lnTo>
                    <a:pt x="1026396" y="8812"/>
                  </a:lnTo>
                  <a:lnTo>
                    <a:pt x="1038519" y="7926"/>
                  </a:lnTo>
                  <a:lnTo>
                    <a:pt x="1050382" y="7060"/>
                  </a:lnTo>
                  <a:lnTo>
                    <a:pt x="1061995" y="6211"/>
                  </a:lnTo>
                  <a:lnTo>
                    <a:pt x="1073369" y="5380"/>
                  </a:lnTo>
                  <a:lnTo>
                    <a:pt x="1084513" y="4566"/>
                  </a:lnTo>
                  <a:lnTo>
                    <a:pt x="1095436" y="3768"/>
                  </a:lnTo>
                  <a:lnTo>
                    <a:pt x="1106147" y="2986"/>
                  </a:lnTo>
                  <a:lnTo>
                    <a:pt x="1116654" y="2218"/>
                  </a:lnTo>
                  <a:lnTo>
                    <a:pt x="1126965" y="1465"/>
                  </a:lnTo>
                  <a:lnTo>
                    <a:pt x="1137086" y="726"/>
                  </a:lnTo>
                  <a:lnTo>
                    <a:pt x="114702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rc388"/>
            <p:cNvSpPr/>
            <p:nvPr/>
          </p:nvSpPr>
          <p:spPr>
            <a:xfrm>
              <a:off x="5624659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5624659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596191" y="21934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596191" y="19241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596191" y="16548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596191" y="13854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24659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702126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6084468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466810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849152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tx399"/>
            <p:cNvSpPr/>
            <p:nvPr/>
          </p:nvSpPr>
          <p:spPr>
            <a:xfrm>
              <a:off x="5624659" y="965010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1" name="rc400"/>
            <p:cNvSpPr/>
            <p:nvPr/>
          </p:nvSpPr>
          <p:spPr>
            <a:xfrm>
              <a:off x="1310032" y="2499806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362217" y="328328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389533" y="339373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390389" y="311701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376584" y="31316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366835" y="351918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390223" y="314385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341437" y="350429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390520" y="35242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367822" y="34137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369796" y="31857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41265" y="32189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55047" y="252185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35379" y="30751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33718" y="33250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27517" y="34303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23965" y="333396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29337" y="298688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43337" y="31290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37229" y="32831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42119" y="26857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48487" y="29934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35626" y="32236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21240" y="28954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53423" y="28845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22390" y="34427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65598" y="268556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30658" y="304541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39900" y="312955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26669" y="317330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099874" y="31043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01189" y="320374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15814" y="32102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19478" y="29487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097451" y="3269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38519" y="31290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08578" y="33406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33683" y="33383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21245" y="291008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099362" y="30362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96893" y="29130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23968" y="28664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10608" y="34398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36578" y="32549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15372" y="29464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43815" y="27618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127129" y="33450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20437" y="29609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39074" y="311177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531001" y="32103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519187" y="329805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89349" y="32517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528145" y="35205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511365" y="33238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504774" y="339009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525568" y="25864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99614" y="340156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504703" y="32377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480931" y="31382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488024" y="33248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483663" y="31487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522748" y="334670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514201" y="33553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502698" y="336589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512903" y="345082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514400" y="307209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487151" y="33847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484415" y="329024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522323" y="32080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527904" y="32811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488051" y="265045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519622" y="32685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509841" y="33141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392325" y="3285933"/>
              <a:ext cx="1139497" cy="90089"/>
            </a:xfrm>
            <a:custGeom>
              <a:avLst/>
              <a:pathLst>
                <a:path w="1139497" h="90089">
                  <a:moveTo>
                    <a:pt x="0" y="0"/>
                  </a:moveTo>
                  <a:lnTo>
                    <a:pt x="73172" y="5785"/>
                  </a:lnTo>
                  <a:lnTo>
                    <a:pt x="137715" y="10887"/>
                  </a:lnTo>
                  <a:lnTo>
                    <a:pt x="195451" y="15452"/>
                  </a:lnTo>
                  <a:lnTo>
                    <a:pt x="247679" y="19581"/>
                  </a:lnTo>
                  <a:lnTo>
                    <a:pt x="295360" y="23351"/>
                  </a:lnTo>
                  <a:lnTo>
                    <a:pt x="339222" y="26819"/>
                  </a:lnTo>
                  <a:lnTo>
                    <a:pt x="379832" y="30029"/>
                  </a:lnTo>
                  <a:lnTo>
                    <a:pt x="417639" y="33018"/>
                  </a:lnTo>
                  <a:lnTo>
                    <a:pt x="453005" y="35814"/>
                  </a:lnTo>
                  <a:lnTo>
                    <a:pt x="486226" y="38441"/>
                  </a:lnTo>
                  <a:lnTo>
                    <a:pt x="517548" y="40917"/>
                  </a:lnTo>
                  <a:lnTo>
                    <a:pt x="547176" y="43260"/>
                  </a:lnTo>
                  <a:lnTo>
                    <a:pt x="575283" y="45482"/>
                  </a:lnTo>
                  <a:lnTo>
                    <a:pt x="602020" y="47596"/>
                  </a:lnTo>
                  <a:lnTo>
                    <a:pt x="627512" y="49611"/>
                  </a:lnTo>
                  <a:lnTo>
                    <a:pt x="651870" y="51537"/>
                  </a:lnTo>
                  <a:lnTo>
                    <a:pt x="675192" y="53381"/>
                  </a:lnTo>
                  <a:lnTo>
                    <a:pt x="697562" y="55149"/>
                  </a:lnTo>
                  <a:lnTo>
                    <a:pt x="719054" y="56849"/>
                  </a:lnTo>
                  <a:lnTo>
                    <a:pt x="739735" y="58484"/>
                  </a:lnTo>
                  <a:lnTo>
                    <a:pt x="759664" y="60059"/>
                  </a:lnTo>
                  <a:lnTo>
                    <a:pt x="778894" y="61580"/>
                  </a:lnTo>
                  <a:lnTo>
                    <a:pt x="797471" y="63048"/>
                  </a:lnTo>
                  <a:lnTo>
                    <a:pt x="815439" y="64469"/>
                  </a:lnTo>
                  <a:lnTo>
                    <a:pt x="832837" y="65844"/>
                  </a:lnTo>
                  <a:lnTo>
                    <a:pt x="849699" y="67178"/>
                  </a:lnTo>
                  <a:lnTo>
                    <a:pt x="866058" y="68471"/>
                  </a:lnTo>
                  <a:lnTo>
                    <a:pt x="881943" y="69727"/>
                  </a:lnTo>
                  <a:lnTo>
                    <a:pt x="897380" y="70947"/>
                  </a:lnTo>
                  <a:lnTo>
                    <a:pt x="912394" y="72134"/>
                  </a:lnTo>
                  <a:lnTo>
                    <a:pt x="927008" y="73290"/>
                  </a:lnTo>
                  <a:lnTo>
                    <a:pt x="941242" y="74415"/>
                  </a:lnTo>
                  <a:lnTo>
                    <a:pt x="955116" y="75512"/>
                  </a:lnTo>
                  <a:lnTo>
                    <a:pt x="968647" y="76582"/>
                  </a:lnTo>
                  <a:lnTo>
                    <a:pt x="981852" y="77626"/>
                  </a:lnTo>
                  <a:lnTo>
                    <a:pt x="994746" y="78645"/>
                  </a:lnTo>
                  <a:lnTo>
                    <a:pt x="1007344" y="79641"/>
                  </a:lnTo>
                  <a:lnTo>
                    <a:pt x="1019659" y="80615"/>
                  </a:lnTo>
                  <a:lnTo>
                    <a:pt x="1031703" y="81567"/>
                  </a:lnTo>
                  <a:lnTo>
                    <a:pt x="1043488" y="82499"/>
                  </a:lnTo>
                  <a:lnTo>
                    <a:pt x="1055025" y="83411"/>
                  </a:lnTo>
                  <a:lnTo>
                    <a:pt x="1066324" y="84304"/>
                  </a:lnTo>
                  <a:lnTo>
                    <a:pt x="1077394" y="85179"/>
                  </a:lnTo>
                  <a:lnTo>
                    <a:pt x="1088246" y="86037"/>
                  </a:lnTo>
                  <a:lnTo>
                    <a:pt x="1098887" y="86879"/>
                  </a:lnTo>
                  <a:lnTo>
                    <a:pt x="1109325" y="87704"/>
                  </a:lnTo>
                  <a:lnTo>
                    <a:pt x="1119568" y="88514"/>
                  </a:lnTo>
                  <a:lnTo>
                    <a:pt x="1129623" y="89309"/>
                  </a:lnTo>
                  <a:lnTo>
                    <a:pt x="1139497" y="9008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392325" y="3180251"/>
              <a:ext cx="1139497" cy="42560"/>
            </a:xfrm>
            <a:custGeom>
              <a:avLst/>
              <a:pathLst>
                <a:path w="1139497" h="42560">
                  <a:moveTo>
                    <a:pt x="0" y="0"/>
                  </a:moveTo>
                  <a:lnTo>
                    <a:pt x="73172" y="2733"/>
                  </a:lnTo>
                  <a:lnTo>
                    <a:pt x="137715" y="5143"/>
                  </a:lnTo>
                  <a:lnTo>
                    <a:pt x="195451" y="7300"/>
                  </a:lnTo>
                  <a:lnTo>
                    <a:pt x="247679" y="9250"/>
                  </a:lnTo>
                  <a:lnTo>
                    <a:pt x="295360" y="11031"/>
                  </a:lnTo>
                  <a:lnTo>
                    <a:pt x="339222" y="12669"/>
                  </a:lnTo>
                  <a:lnTo>
                    <a:pt x="379832" y="14186"/>
                  </a:lnTo>
                  <a:lnTo>
                    <a:pt x="417639" y="15598"/>
                  </a:lnTo>
                  <a:lnTo>
                    <a:pt x="453005" y="16919"/>
                  </a:lnTo>
                  <a:lnTo>
                    <a:pt x="486226" y="18160"/>
                  </a:lnTo>
                  <a:lnTo>
                    <a:pt x="517548" y="19330"/>
                  </a:lnTo>
                  <a:lnTo>
                    <a:pt x="547176" y="20437"/>
                  </a:lnTo>
                  <a:lnTo>
                    <a:pt x="575283" y="21486"/>
                  </a:lnTo>
                  <a:lnTo>
                    <a:pt x="602020" y="22485"/>
                  </a:lnTo>
                  <a:lnTo>
                    <a:pt x="627512" y="23437"/>
                  </a:lnTo>
                  <a:lnTo>
                    <a:pt x="651870" y="24347"/>
                  </a:lnTo>
                  <a:lnTo>
                    <a:pt x="675192" y="25218"/>
                  </a:lnTo>
                  <a:lnTo>
                    <a:pt x="697562" y="26053"/>
                  </a:lnTo>
                  <a:lnTo>
                    <a:pt x="719054" y="26856"/>
                  </a:lnTo>
                  <a:lnTo>
                    <a:pt x="739735" y="27629"/>
                  </a:lnTo>
                  <a:lnTo>
                    <a:pt x="759664" y="28373"/>
                  </a:lnTo>
                  <a:lnTo>
                    <a:pt x="778894" y="29091"/>
                  </a:lnTo>
                  <a:lnTo>
                    <a:pt x="797471" y="29785"/>
                  </a:lnTo>
                  <a:lnTo>
                    <a:pt x="815439" y="30456"/>
                  </a:lnTo>
                  <a:lnTo>
                    <a:pt x="832837" y="31106"/>
                  </a:lnTo>
                  <a:lnTo>
                    <a:pt x="849699" y="31736"/>
                  </a:lnTo>
                  <a:lnTo>
                    <a:pt x="866058" y="32347"/>
                  </a:lnTo>
                  <a:lnTo>
                    <a:pt x="881943" y="32940"/>
                  </a:lnTo>
                  <a:lnTo>
                    <a:pt x="897380" y="33517"/>
                  </a:lnTo>
                  <a:lnTo>
                    <a:pt x="912394" y="34077"/>
                  </a:lnTo>
                  <a:lnTo>
                    <a:pt x="927008" y="34623"/>
                  </a:lnTo>
                  <a:lnTo>
                    <a:pt x="941242" y="35155"/>
                  </a:lnTo>
                  <a:lnTo>
                    <a:pt x="955116" y="35673"/>
                  </a:lnTo>
                  <a:lnTo>
                    <a:pt x="968647" y="36179"/>
                  </a:lnTo>
                  <a:lnTo>
                    <a:pt x="981852" y="36672"/>
                  </a:lnTo>
                  <a:lnTo>
                    <a:pt x="994746" y="37153"/>
                  </a:lnTo>
                  <a:lnTo>
                    <a:pt x="1007344" y="37624"/>
                  </a:lnTo>
                  <a:lnTo>
                    <a:pt x="1019659" y="38084"/>
                  </a:lnTo>
                  <a:lnTo>
                    <a:pt x="1031703" y="38534"/>
                  </a:lnTo>
                  <a:lnTo>
                    <a:pt x="1043488" y="38974"/>
                  </a:lnTo>
                  <a:lnTo>
                    <a:pt x="1055025" y="39405"/>
                  </a:lnTo>
                  <a:lnTo>
                    <a:pt x="1066324" y="39827"/>
                  </a:lnTo>
                  <a:lnTo>
                    <a:pt x="1077394" y="40240"/>
                  </a:lnTo>
                  <a:lnTo>
                    <a:pt x="1088246" y="40646"/>
                  </a:lnTo>
                  <a:lnTo>
                    <a:pt x="1098887" y="41043"/>
                  </a:lnTo>
                  <a:lnTo>
                    <a:pt x="1109325" y="41433"/>
                  </a:lnTo>
                  <a:lnTo>
                    <a:pt x="1119568" y="41815"/>
                  </a:lnTo>
                  <a:lnTo>
                    <a:pt x="1129623" y="42191"/>
                  </a:lnTo>
                  <a:lnTo>
                    <a:pt x="1139497" y="4256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392325" y="3123018"/>
              <a:ext cx="1139497" cy="262495"/>
            </a:xfrm>
            <a:custGeom>
              <a:avLst/>
              <a:pathLst>
                <a:path w="1139497" h="262495">
                  <a:moveTo>
                    <a:pt x="0" y="0"/>
                  </a:moveTo>
                  <a:lnTo>
                    <a:pt x="73172" y="16856"/>
                  </a:lnTo>
                  <a:lnTo>
                    <a:pt x="137715" y="31724"/>
                  </a:lnTo>
                  <a:lnTo>
                    <a:pt x="195451" y="45024"/>
                  </a:lnTo>
                  <a:lnTo>
                    <a:pt x="247679" y="57055"/>
                  </a:lnTo>
                  <a:lnTo>
                    <a:pt x="295360" y="68039"/>
                  </a:lnTo>
                  <a:lnTo>
                    <a:pt x="339222" y="78143"/>
                  </a:lnTo>
                  <a:lnTo>
                    <a:pt x="379832" y="87498"/>
                  </a:lnTo>
                  <a:lnTo>
                    <a:pt x="417639" y="96207"/>
                  </a:lnTo>
                  <a:lnTo>
                    <a:pt x="453005" y="104354"/>
                  </a:lnTo>
                  <a:lnTo>
                    <a:pt x="486226" y="112007"/>
                  </a:lnTo>
                  <a:lnTo>
                    <a:pt x="517548" y="119222"/>
                  </a:lnTo>
                  <a:lnTo>
                    <a:pt x="547176" y="126047"/>
                  </a:lnTo>
                  <a:lnTo>
                    <a:pt x="575283" y="132522"/>
                  </a:lnTo>
                  <a:lnTo>
                    <a:pt x="602020" y="138681"/>
                  </a:lnTo>
                  <a:lnTo>
                    <a:pt x="627512" y="144554"/>
                  </a:lnTo>
                  <a:lnTo>
                    <a:pt x="651870" y="150165"/>
                  </a:lnTo>
                  <a:lnTo>
                    <a:pt x="675192" y="155537"/>
                  </a:lnTo>
                  <a:lnTo>
                    <a:pt x="697562" y="160690"/>
                  </a:lnTo>
                  <a:lnTo>
                    <a:pt x="719054" y="165641"/>
                  </a:lnTo>
                  <a:lnTo>
                    <a:pt x="739735" y="170405"/>
                  </a:lnTo>
                  <a:lnTo>
                    <a:pt x="759664" y="174996"/>
                  </a:lnTo>
                  <a:lnTo>
                    <a:pt x="778894" y="179426"/>
                  </a:lnTo>
                  <a:lnTo>
                    <a:pt x="797471" y="183706"/>
                  </a:lnTo>
                  <a:lnTo>
                    <a:pt x="815439" y="187845"/>
                  </a:lnTo>
                  <a:lnTo>
                    <a:pt x="832837" y="191852"/>
                  </a:lnTo>
                  <a:lnTo>
                    <a:pt x="849699" y="195737"/>
                  </a:lnTo>
                  <a:lnTo>
                    <a:pt x="866058" y="199505"/>
                  </a:lnTo>
                  <a:lnTo>
                    <a:pt x="881943" y="203165"/>
                  </a:lnTo>
                  <a:lnTo>
                    <a:pt x="897380" y="206721"/>
                  </a:lnTo>
                  <a:lnTo>
                    <a:pt x="912394" y="210179"/>
                  </a:lnTo>
                  <a:lnTo>
                    <a:pt x="927008" y="213546"/>
                  </a:lnTo>
                  <a:lnTo>
                    <a:pt x="941242" y="216825"/>
                  </a:lnTo>
                  <a:lnTo>
                    <a:pt x="955116" y="220021"/>
                  </a:lnTo>
                  <a:lnTo>
                    <a:pt x="968647" y="223138"/>
                  </a:lnTo>
                  <a:lnTo>
                    <a:pt x="981852" y="226180"/>
                  </a:lnTo>
                  <a:lnTo>
                    <a:pt x="994746" y="229150"/>
                  </a:lnTo>
                  <a:lnTo>
                    <a:pt x="1007344" y="232052"/>
                  </a:lnTo>
                  <a:lnTo>
                    <a:pt x="1019659" y="234889"/>
                  </a:lnTo>
                  <a:lnTo>
                    <a:pt x="1031703" y="237663"/>
                  </a:lnTo>
                  <a:lnTo>
                    <a:pt x="1043488" y="240378"/>
                  </a:lnTo>
                  <a:lnTo>
                    <a:pt x="1055025" y="243036"/>
                  </a:lnTo>
                  <a:lnTo>
                    <a:pt x="1066324" y="245639"/>
                  </a:lnTo>
                  <a:lnTo>
                    <a:pt x="1077394" y="248189"/>
                  </a:lnTo>
                  <a:lnTo>
                    <a:pt x="1088246" y="250689"/>
                  </a:lnTo>
                  <a:lnTo>
                    <a:pt x="1098887" y="253140"/>
                  </a:lnTo>
                  <a:lnTo>
                    <a:pt x="1109325" y="255544"/>
                  </a:lnTo>
                  <a:lnTo>
                    <a:pt x="1119568" y="257904"/>
                  </a:lnTo>
                  <a:lnTo>
                    <a:pt x="1129623" y="260220"/>
                  </a:lnTo>
                  <a:lnTo>
                    <a:pt x="1139497" y="26249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392325" y="3032369"/>
              <a:ext cx="1139497" cy="407714"/>
            </a:xfrm>
            <a:custGeom>
              <a:avLst/>
              <a:pathLst>
                <a:path w="1139497" h="407714">
                  <a:moveTo>
                    <a:pt x="0" y="407714"/>
                  </a:moveTo>
                  <a:lnTo>
                    <a:pt x="73172" y="381533"/>
                  </a:lnTo>
                  <a:lnTo>
                    <a:pt x="137715" y="358439"/>
                  </a:lnTo>
                  <a:lnTo>
                    <a:pt x="195451" y="337781"/>
                  </a:lnTo>
                  <a:lnTo>
                    <a:pt x="247679" y="319094"/>
                  </a:lnTo>
                  <a:lnTo>
                    <a:pt x="295360" y="302034"/>
                  </a:lnTo>
                  <a:lnTo>
                    <a:pt x="339222" y="286340"/>
                  </a:lnTo>
                  <a:lnTo>
                    <a:pt x="379832" y="271809"/>
                  </a:lnTo>
                  <a:lnTo>
                    <a:pt x="417639" y="258282"/>
                  </a:lnTo>
                  <a:lnTo>
                    <a:pt x="453005" y="245628"/>
                  </a:lnTo>
                  <a:lnTo>
                    <a:pt x="486226" y="233741"/>
                  </a:lnTo>
                  <a:lnTo>
                    <a:pt x="517548" y="222534"/>
                  </a:lnTo>
                  <a:lnTo>
                    <a:pt x="547176" y="211933"/>
                  </a:lnTo>
                  <a:lnTo>
                    <a:pt x="575283" y="201876"/>
                  </a:lnTo>
                  <a:lnTo>
                    <a:pt x="602020" y="192310"/>
                  </a:lnTo>
                  <a:lnTo>
                    <a:pt x="627512" y="183189"/>
                  </a:lnTo>
                  <a:lnTo>
                    <a:pt x="651870" y="174473"/>
                  </a:lnTo>
                  <a:lnTo>
                    <a:pt x="675192" y="166129"/>
                  </a:lnTo>
                  <a:lnTo>
                    <a:pt x="697562" y="158125"/>
                  </a:lnTo>
                  <a:lnTo>
                    <a:pt x="719054" y="150435"/>
                  </a:lnTo>
                  <a:lnTo>
                    <a:pt x="739735" y="143035"/>
                  </a:lnTo>
                  <a:lnTo>
                    <a:pt x="759664" y="135904"/>
                  </a:lnTo>
                  <a:lnTo>
                    <a:pt x="778894" y="129024"/>
                  </a:lnTo>
                  <a:lnTo>
                    <a:pt x="797471" y="122377"/>
                  </a:lnTo>
                  <a:lnTo>
                    <a:pt x="815439" y="115948"/>
                  </a:lnTo>
                  <a:lnTo>
                    <a:pt x="832837" y="109723"/>
                  </a:lnTo>
                  <a:lnTo>
                    <a:pt x="849699" y="103690"/>
                  </a:lnTo>
                  <a:lnTo>
                    <a:pt x="866058" y="97836"/>
                  </a:lnTo>
                  <a:lnTo>
                    <a:pt x="881943" y="92153"/>
                  </a:lnTo>
                  <a:lnTo>
                    <a:pt x="897380" y="86629"/>
                  </a:lnTo>
                  <a:lnTo>
                    <a:pt x="912394" y="81257"/>
                  </a:lnTo>
                  <a:lnTo>
                    <a:pt x="927008" y="76028"/>
                  </a:lnTo>
                  <a:lnTo>
                    <a:pt x="941242" y="70935"/>
                  </a:lnTo>
                  <a:lnTo>
                    <a:pt x="955116" y="65971"/>
                  </a:lnTo>
                  <a:lnTo>
                    <a:pt x="968647" y="61130"/>
                  </a:lnTo>
                  <a:lnTo>
                    <a:pt x="981852" y="56405"/>
                  </a:lnTo>
                  <a:lnTo>
                    <a:pt x="994746" y="51792"/>
                  </a:lnTo>
                  <a:lnTo>
                    <a:pt x="1007344" y="47284"/>
                  </a:lnTo>
                  <a:lnTo>
                    <a:pt x="1019659" y="42878"/>
                  </a:lnTo>
                  <a:lnTo>
                    <a:pt x="1031703" y="38568"/>
                  </a:lnTo>
                  <a:lnTo>
                    <a:pt x="1043488" y="34352"/>
                  </a:lnTo>
                  <a:lnTo>
                    <a:pt x="1055025" y="30224"/>
                  </a:lnTo>
                  <a:lnTo>
                    <a:pt x="1066324" y="26181"/>
                  </a:lnTo>
                  <a:lnTo>
                    <a:pt x="1077394" y="22220"/>
                  </a:lnTo>
                  <a:lnTo>
                    <a:pt x="1088246" y="18337"/>
                  </a:lnTo>
                  <a:lnTo>
                    <a:pt x="1098887" y="14530"/>
                  </a:lnTo>
                  <a:lnTo>
                    <a:pt x="1109325" y="10795"/>
                  </a:lnTo>
                  <a:lnTo>
                    <a:pt x="1119568" y="7130"/>
                  </a:lnTo>
                  <a:lnTo>
                    <a:pt x="1129623" y="3532"/>
                  </a:lnTo>
                  <a:lnTo>
                    <a:pt x="113949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392325" y="3280075"/>
              <a:ext cx="1139497" cy="8349"/>
            </a:xfrm>
            <a:custGeom>
              <a:avLst/>
              <a:pathLst>
                <a:path w="1139497" h="8349">
                  <a:moveTo>
                    <a:pt x="0" y="8349"/>
                  </a:moveTo>
                  <a:lnTo>
                    <a:pt x="73172" y="7812"/>
                  </a:lnTo>
                  <a:lnTo>
                    <a:pt x="137715" y="7339"/>
                  </a:lnTo>
                  <a:lnTo>
                    <a:pt x="195451" y="6916"/>
                  </a:lnTo>
                  <a:lnTo>
                    <a:pt x="247679" y="6534"/>
                  </a:lnTo>
                  <a:lnTo>
                    <a:pt x="295360" y="6184"/>
                  </a:lnTo>
                  <a:lnTo>
                    <a:pt x="339222" y="5863"/>
                  </a:lnTo>
                  <a:lnTo>
                    <a:pt x="379832" y="5566"/>
                  </a:lnTo>
                  <a:lnTo>
                    <a:pt x="417639" y="5289"/>
                  </a:lnTo>
                  <a:lnTo>
                    <a:pt x="453005" y="5029"/>
                  </a:lnTo>
                  <a:lnTo>
                    <a:pt x="486226" y="4786"/>
                  </a:lnTo>
                  <a:lnTo>
                    <a:pt x="517548" y="4556"/>
                  </a:lnTo>
                  <a:lnTo>
                    <a:pt x="547176" y="4339"/>
                  </a:lnTo>
                  <a:lnTo>
                    <a:pt x="575283" y="4133"/>
                  </a:lnTo>
                  <a:lnTo>
                    <a:pt x="602020" y="3938"/>
                  </a:lnTo>
                  <a:lnTo>
                    <a:pt x="627512" y="3751"/>
                  </a:lnTo>
                  <a:lnTo>
                    <a:pt x="651870" y="3572"/>
                  </a:lnTo>
                  <a:lnTo>
                    <a:pt x="675192" y="3401"/>
                  </a:lnTo>
                  <a:lnTo>
                    <a:pt x="697562" y="3238"/>
                  </a:lnTo>
                  <a:lnTo>
                    <a:pt x="719054" y="3080"/>
                  </a:lnTo>
                  <a:lnTo>
                    <a:pt x="739735" y="2929"/>
                  </a:lnTo>
                  <a:lnTo>
                    <a:pt x="759664" y="2783"/>
                  </a:lnTo>
                  <a:lnTo>
                    <a:pt x="778894" y="2642"/>
                  </a:lnTo>
                  <a:lnTo>
                    <a:pt x="797471" y="2506"/>
                  </a:lnTo>
                  <a:lnTo>
                    <a:pt x="815439" y="2374"/>
                  </a:lnTo>
                  <a:lnTo>
                    <a:pt x="832837" y="2246"/>
                  </a:lnTo>
                  <a:lnTo>
                    <a:pt x="849699" y="2123"/>
                  </a:lnTo>
                  <a:lnTo>
                    <a:pt x="866058" y="2003"/>
                  </a:lnTo>
                  <a:lnTo>
                    <a:pt x="881943" y="1887"/>
                  </a:lnTo>
                  <a:lnTo>
                    <a:pt x="897380" y="1773"/>
                  </a:lnTo>
                  <a:lnTo>
                    <a:pt x="912394" y="1663"/>
                  </a:lnTo>
                  <a:lnTo>
                    <a:pt x="927008" y="1556"/>
                  </a:lnTo>
                  <a:lnTo>
                    <a:pt x="941242" y="1452"/>
                  </a:lnTo>
                  <a:lnTo>
                    <a:pt x="955116" y="1350"/>
                  </a:lnTo>
                  <a:lnTo>
                    <a:pt x="968647" y="1251"/>
                  </a:lnTo>
                  <a:lnTo>
                    <a:pt x="981852" y="1155"/>
                  </a:lnTo>
                  <a:lnTo>
                    <a:pt x="994746" y="1060"/>
                  </a:lnTo>
                  <a:lnTo>
                    <a:pt x="1007344" y="968"/>
                  </a:lnTo>
                  <a:lnTo>
                    <a:pt x="1019659" y="878"/>
                  </a:lnTo>
                  <a:lnTo>
                    <a:pt x="1031703" y="789"/>
                  </a:lnTo>
                  <a:lnTo>
                    <a:pt x="1043488" y="703"/>
                  </a:lnTo>
                  <a:lnTo>
                    <a:pt x="1055025" y="618"/>
                  </a:lnTo>
                  <a:lnTo>
                    <a:pt x="1066324" y="536"/>
                  </a:lnTo>
                  <a:lnTo>
                    <a:pt x="1077394" y="455"/>
                  </a:lnTo>
                  <a:lnTo>
                    <a:pt x="1088246" y="375"/>
                  </a:lnTo>
                  <a:lnTo>
                    <a:pt x="1098887" y="297"/>
                  </a:lnTo>
                  <a:lnTo>
                    <a:pt x="1109325" y="221"/>
                  </a:lnTo>
                  <a:lnTo>
                    <a:pt x="1119568" y="146"/>
                  </a:lnTo>
                  <a:lnTo>
                    <a:pt x="1129623" y="72"/>
                  </a:lnTo>
                  <a:lnTo>
                    <a:pt x="113949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392325" y="2806173"/>
              <a:ext cx="1139497" cy="224371"/>
            </a:xfrm>
            <a:custGeom>
              <a:avLst/>
              <a:pathLst>
                <a:path w="1139497" h="224371">
                  <a:moveTo>
                    <a:pt x="0" y="224371"/>
                  </a:moveTo>
                  <a:lnTo>
                    <a:pt x="73172" y="209963"/>
                  </a:lnTo>
                  <a:lnTo>
                    <a:pt x="137715" y="197254"/>
                  </a:lnTo>
                  <a:lnTo>
                    <a:pt x="195451" y="185886"/>
                  </a:lnTo>
                  <a:lnTo>
                    <a:pt x="247679" y="175602"/>
                  </a:lnTo>
                  <a:lnTo>
                    <a:pt x="295360" y="166213"/>
                  </a:lnTo>
                  <a:lnTo>
                    <a:pt x="339222" y="157577"/>
                  </a:lnTo>
                  <a:lnTo>
                    <a:pt x="379832" y="149580"/>
                  </a:lnTo>
                  <a:lnTo>
                    <a:pt x="417639" y="142136"/>
                  </a:lnTo>
                  <a:lnTo>
                    <a:pt x="453005" y="135172"/>
                  </a:lnTo>
                  <a:lnTo>
                    <a:pt x="486226" y="128631"/>
                  </a:lnTo>
                  <a:lnTo>
                    <a:pt x="517548" y="122464"/>
                  </a:lnTo>
                  <a:lnTo>
                    <a:pt x="547176" y="116630"/>
                  </a:lnTo>
                  <a:lnTo>
                    <a:pt x="575283" y="111095"/>
                  </a:lnTo>
                  <a:lnTo>
                    <a:pt x="602020" y="105831"/>
                  </a:lnTo>
                  <a:lnTo>
                    <a:pt x="627512" y="100811"/>
                  </a:lnTo>
                  <a:lnTo>
                    <a:pt x="651870" y="96015"/>
                  </a:lnTo>
                  <a:lnTo>
                    <a:pt x="675192" y="91423"/>
                  </a:lnTo>
                  <a:lnTo>
                    <a:pt x="697562" y="87018"/>
                  </a:lnTo>
                  <a:lnTo>
                    <a:pt x="719054" y="82786"/>
                  </a:lnTo>
                  <a:lnTo>
                    <a:pt x="739735" y="78714"/>
                  </a:lnTo>
                  <a:lnTo>
                    <a:pt x="759664" y="74790"/>
                  </a:lnTo>
                  <a:lnTo>
                    <a:pt x="778894" y="71004"/>
                  </a:lnTo>
                  <a:lnTo>
                    <a:pt x="797471" y="67346"/>
                  </a:lnTo>
                  <a:lnTo>
                    <a:pt x="815439" y="63808"/>
                  </a:lnTo>
                  <a:lnTo>
                    <a:pt x="832837" y="60382"/>
                  </a:lnTo>
                  <a:lnTo>
                    <a:pt x="849699" y="57062"/>
                  </a:lnTo>
                  <a:lnTo>
                    <a:pt x="866058" y="53841"/>
                  </a:lnTo>
                  <a:lnTo>
                    <a:pt x="881943" y="50713"/>
                  </a:lnTo>
                  <a:lnTo>
                    <a:pt x="897380" y="47673"/>
                  </a:lnTo>
                  <a:lnTo>
                    <a:pt x="912394" y="44717"/>
                  </a:lnTo>
                  <a:lnTo>
                    <a:pt x="927008" y="41839"/>
                  </a:lnTo>
                  <a:lnTo>
                    <a:pt x="941242" y="39037"/>
                  </a:lnTo>
                  <a:lnTo>
                    <a:pt x="955116" y="36305"/>
                  </a:lnTo>
                  <a:lnTo>
                    <a:pt x="968647" y="33640"/>
                  </a:lnTo>
                  <a:lnTo>
                    <a:pt x="981852" y="31040"/>
                  </a:lnTo>
                  <a:lnTo>
                    <a:pt x="994746" y="28501"/>
                  </a:lnTo>
                  <a:lnTo>
                    <a:pt x="1007344" y="26021"/>
                  </a:lnTo>
                  <a:lnTo>
                    <a:pt x="1019659" y="23596"/>
                  </a:lnTo>
                  <a:lnTo>
                    <a:pt x="1031703" y="21224"/>
                  </a:lnTo>
                  <a:lnTo>
                    <a:pt x="1043488" y="18904"/>
                  </a:lnTo>
                  <a:lnTo>
                    <a:pt x="1055025" y="16632"/>
                  </a:lnTo>
                  <a:lnTo>
                    <a:pt x="1066324" y="14408"/>
                  </a:lnTo>
                  <a:lnTo>
                    <a:pt x="1077394" y="12228"/>
                  </a:lnTo>
                  <a:lnTo>
                    <a:pt x="1088246" y="10091"/>
                  </a:lnTo>
                  <a:lnTo>
                    <a:pt x="1098887" y="7996"/>
                  </a:lnTo>
                  <a:lnTo>
                    <a:pt x="1109325" y="5940"/>
                  </a:lnTo>
                  <a:lnTo>
                    <a:pt x="1119568" y="3924"/>
                  </a:lnTo>
                  <a:lnTo>
                    <a:pt x="1129623" y="1944"/>
                  </a:lnTo>
                  <a:lnTo>
                    <a:pt x="113949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392325" y="3015336"/>
              <a:ext cx="1139497" cy="188861"/>
            </a:xfrm>
            <a:custGeom>
              <a:avLst/>
              <a:pathLst>
                <a:path w="1139497" h="188861">
                  <a:moveTo>
                    <a:pt x="0" y="0"/>
                  </a:moveTo>
                  <a:lnTo>
                    <a:pt x="73172" y="12127"/>
                  </a:lnTo>
                  <a:lnTo>
                    <a:pt x="137715" y="22825"/>
                  </a:lnTo>
                  <a:lnTo>
                    <a:pt x="195451" y="32394"/>
                  </a:lnTo>
                  <a:lnTo>
                    <a:pt x="247679" y="41050"/>
                  </a:lnTo>
                  <a:lnTo>
                    <a:pt x="295360" y="48953"/>
                  </a:lnTo>
                  <a:lnTo>
                    <a:pt x="339222" y="56223"/>
                  </a:lnTo>
                  <a:lnTo>
                    <a:pt x="379832" y="62953"/>
                  </a:lnTo>
                  <a:lnTo>
                    <a:pt x="417639" y="69219"/>
                  </a:lnTo>
                  <a:lnTo>
                    <a:pt x="453005" y="75081"/>
                  </a:lnTo>
                  <a:lnTo>
                    <a:pt x="486226" y="80587"/>
                  </a:lnTo>
                  <a:lnTo>
                    <a:pt x="517548" y="85778"/>
                  </a:lnTo>
                  <a:lnTo>
                    <a:pt x="547176" y="90689"/>
                  </a:lnTo>
                  <a:lnTo>
                    <a:pt x="575283" y="95348"/>
                  </a:lnTo>
                  <a:lnTo>
                    <a:pt x="602020" y="99779"/>
                  </a:lnTo>
                  <a:lnTo>
                    <a:pt x="627512" y="104004"/>
                  </a:lnTo>
                  <a:lnTo>
                    <a:pt x="651870" y="108041"/>
                  </a:lnTo>
                  <a:lnTo>
                    <a:pt x="675192" y="111907"/>
                  </a:lnTo>
                  <a:lnTo>
                    <a:pt x="697562" y="115614"/>
                  </a:lnTo>
                  <a:lnTo>
                    <a:pt x="719054" y="119176"/>
                  </a:lnTo>
                  <a:lnTo>
                    <a:pt x="739735" y="122604"/>
                  </a:lnTo>
                  <a:lnTo>
                    <a:pt x="759664" y="125907"/>
                  </a:lnTo>
                  <a:lnTo>
                    <a:pt x="778894" y="129094"/>
                  </a:lnTo>
                  <a:lnTo>
                    <a:pt x="797471" y="132173"/>
                  </a:lnTo>
                  <a:lnTo>
                    <a:pt x="815439" y="135151"/>
                  </a:lnTo>
                  <a:lnTo>
                    <a:pt x="832837" y="138035"/>
                  </a:lnTo>
                  <a:lnTo>
                    <a:pt x="849699" y="140830"/>
                  </a:lnTo>
                  <a:lnTo>
                    <a:pt x="866058" y="143541"/>
                  </a:lnTo>
                  <a:lnTo>
                    <a:pt x="881943" y="146174"/>
                  </a:lnTo>
                  <a:lnTo>
                    <a:pt x="897380" y="148732"/>
                  </a:lnTo>
                  <a:lnTo>
                    <a:pt x="912394" y="151221"/>
                  </a:lnTo>
                  <a:lnTo>
                    <a:pt x="927008" y="153643"/>
                  </a:lnTo>
                  <a:lnTo>
                    <a:pt x="941242" y="156002"/>
                  </a:lnTo>
                  <a:lnTo>
                    <a:pt x="955116" y="158301"/>
                  </a:lnTo>
                  <a:lnTo>
                    <a:pt x="968647" y="160544"/>
                  </a:lnTo>
                  <a:lnTo>
                    <a:pt x="981852" y="162733"/>
                  </a:lnTo>
                  <a:lnTo>
                    <a:pt x="994746" y="164870"/>
                  </a:lnTo>
                  <a:lnTo>
                    <a:pt x="1007344" y="166958"/>
                  </a:lnTo>
                  <a:lnTo>
                    <a:pt x="1019659" y="168999"/>
                  </a:lnTo>
                  <a:lnTo>
                    <a:pt x="1031703" y="170995"/>
                  </a:lnTo>
                  <a:lnTo>
                    <a:pt x="1043488" y="172948"/>
                  </a:lnTo>
                  <a:lnTo>
                    <a:pt x="1055025" y="174860"/>
                  </a:lnTo>
                  <a:lnTo>
                    <a:pt x="1066324" y="176733"/>
                  </a:lnTo>
                  <a:lnTo>
                    <a:pt x="1077394" y="178568"/>
                  </a:lnTo>
                  <a:lnTo>
                    <a:pt x="1088246" y="180367"/>
                  </a:lnTo>
                  <a:lnTo>
                    <a:pt x="1098887" y="182130"/>
                  </a:lnTo>
                  <a:lnTo>
                    <a:pt x="1109325" y="183860"/>
                  </a:lnTo>
                  <a:lnTo>
                    <a:pt x="1119568" y="185558"/>
                  </a:lnTo>
                  <a:lnTo>
                    <a:pt x="1129623" y="187224"/>
                  </a:lnTo>
                  <a:lnTo>
                    <a:pt x="1139497" y="18886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392325" y="3260306"/>
              <a:ext cx="1139497" cy="83771"/>
            </a:xfrm>
            <a:custGeom>
              <a:avLst/>
              <a:pathLst>
                <a:path w="1139497" h="83771">
                  <a:moveTo>
                    <a:pt x="0" y="0"/>
                  </a:moveTo>
                  <a:lnTo>
                    <a:pt x="73172" y="5379"/>
                  </a:lnTo>
                  <a:lnTo>
                    <a:pt x="137715" y="10124"/>
                  </a:lnTo>
                  <a:lnTo>
                    <a:pt x="195451" y="14368"/>
                  </a:lnTo>
                  <a:lnTo>
                    <a:pt x="247679" y="18208"/>
                  </a:lnTo>
                  <a:lnTo>
                    <a:pt x="295360" y="21713"/>
                  </a:lnTo>
                  <a:lnTo>
                    <a:pt x="339222" y="24938"/>
                  </a:lnTo>
                  <a:lnTo>
                    <a:pt x="379832" y="27923"/>
                  </a:lnTo>
                  <a:lnTo>
                    <a:pt x="417639" y="30703"/>
                  </a:lnTo>
                  <a:lnTo>
                    <a:pt x="453005" y="33303"/>
                  </a:lnTo>
                  <a:lnTo>
                    <a:pt x="486226" y="35745"/>
                  </a:lnTo>
                  <a:lnTo>
                    <a:pt x="517548" y="38048"/>
                  </a:lnTo>
                  <a:lnTo>
                    <a:pt x="547176" y="40226"/>
                  </a:lnTo>
                  <a:lnTo>
                    <a:pt x="575283" y="42292"/>
                  </a:lnTo>
                  <a:lnTo>
                    <a:pt x="602020" y="44258"/>
                  </a:lnTo>
                  <a:lnTo>
                    <a:pt x="627512" y="46132"/>
                  </a:lnTo>
                  <a:lnTo>
                    <a:pt x="651870" y="47923"/>
                  </a:lnTo>
                  <a:lnTo>
                    <a:pt x="675192" y="49637"/>
                  </a:lnTo>
                  <a:lnTo>
                    <a:pt x="697562" y="51282"/>
                  </a:lnTo>
                  <a:lnTo>
                    <a:pt x="719054" y="52862"/>
                  </a:lnTo>
                  <a:lnTo>
                    <a:pt x="739735" y="54382"/>
                  </a:lnTo>
                  <a:lnTo>
                    <a:pt x="759664" y="55847"/>
                  </a:lnTo>
                  <a:lnTo>
                    <a:pt x="778894" y="57261"/>
                  </a:lnTo>
                  <a:lnTo>
                    <a:pt x="797471" y="58627"/>
                  </a:lnTo>
                  <a:lnTo>
                    <a:pt x="815439" y="59948"/>
                  </a:lnTo>
                  <a:lnTo>
                    <a:pt x="832837" y="61227"/>
                  </a:lnTo>
                  <a:lnTo>
                    <a:pt x="849699" y="62466"/>
                  </a:lnTo>
                  <a:lnTo>
                    <a:pt x="866058" y="63669"/>
                  </a:lnTo>
                  <a:lnTo>
                    <a:pt x="881943" y="64837"/>
                  </a:lnTo>
                  <a:lnTo>
                    <a:pt x="897380" y="65972"/>
                  </a:lnTo>
                  <a:lnTo>
                    <a:pt x="912394" y="67076"/>
                  </a:lnTo>
                  <a:lnTo>
                    <a:pt x="927008" y="68150"/>
                  </a:lnTo>
                  <a:lnTo>
                    <a:pt x="941242" y="69196"/>
                  </a:lnTo>
                  <a:lnTo>
                    <a:pt x="955116" y="70216"/>
                  </a:lnTo>
                  <a:lnTo>
                    <a:pt x="968647" y="71211"/>
                  </a:lnTo>
                  <a:lnTo>
                    <a:pt x="981852" y="72182"/>
                  </a:lnTo>
                  <a:lnTo>
                    <a:pt x="994746" y="73130"/>
                  </a:lnTo>
                  <a:lnTo>
                    <a:pt x="1007344" y="74056"/>
                  </a:lnTo>
                  <a:lnTo>
                    <a:pt x="1019659" y="74961"/>
                  </a:lnTo>
                  <a:lnTo>
                    <a:pt x="1031703" y="75847"/>
                  </a:lnTo>
                  <a:lnTo>
                    <a:pt x="1043488" y="76713"/>
                  </a:lnTo>
                  <a:lnTo>
                    <a:pt x="1055025" y="77561"/>
                  </a:lnTo>
                  <a:lnTo>
                    <a:pt x="1066324" y="78392"/>
                  </a:lnTo>
                  <a:lnTo>
                    <a:pt x="1077394" y="79206"/>
                  </a:lnTo>
                  <a:lnTo>
                    <a:pt x="1088246" y="80004"/>
                  </a:lnTo>
                  <a:lnTo>
                    <a:pt x="1098887" y="80786"/>
                  </a:lnTo>
                  <a:lnTo>
                    <a:pt x="1109325" y="81553"/>
                  </a:lnTo>
                  <a:lnTo>
                    <a:pt x="1119568" y="82306"/>
                  </a:lnTo>
                  <a:lnTo>
                    <a:pt x="1129623" y="83045"/>
                  </a:lnTo>
                  <a:lnTo>
                    <a:pt x="1139497" y="8377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392325" y="3109717"/>
              <a:ext cx="1139497" cy="180040"/>
            </a:xfrm>
            <a:custGeom>
              <a:avLst/>
              <a:pathLst>
                <a:path w="1139497" h="180040">
                  <a:moveTo>
                    <a:pt x="0" y="0"/>
                  </a:moveTo>
                  <a:lnTo>
                    <a:pt x="73172" y="11561"/>
                  </a:lnTo>
                  <a:lnTo>
                    <a:pt x="137715" y="21759"/>
                  </a:lnTo>
                  <a:lnTo>
                    <a:pt x="195451" y="30881"/>
                  </a:lnTo>
                  <a:lnTo>
                    <a:pt x="247679" y="39133"/>
                  </a:lnTo>
                  <a:lnTo>
                    <a:pt x="295360" y="46666"/>
                  </a:lnTo>
                  <a:lnTo>
                    <a:pt x="339222" y="53597"/>
                  </a:lnTo>
                  <a:lnTo>
                    <a:pt x="379832" y="60013"/>
                  </a:lnTo>
                  <a:lnTo>
                    <a:pt x="417639" y="65986"/>
                  </a:lnTo>
                  <a:lnTo>
                    <a:pt x="453005" y="71574"/>
                  </a:lnTo>
                  <a:lnTo>
                    <a:pt x="486226" y="76823"/>
                  </a:lnTo>
                  <a:lnTo>
                    <a:pt x="517548" y="81772"/>
                  </a:lnTo>
                  <a:lnTo>
                    <a:pt x="547176" y="86453"/>
                  </a:lnTo>
                  <a:lnTo>
                    <a:pt x="575283" y="90894"/>
                  </a:lnTo>
                  <a:lnTo>
                    <a:pt x="602020" y="95119"/>
                  </a:lnTo>
                  <a:lnTo>
                    <a:pt x="627512" y="99146"/>
                  </a:lnTo>
                  <a:lnTo>
                    <a:pt x="651870" y="102995"/>
                  </a:lnTo>
                  <a:lnTo>
                    <a:pt x="675192" y="106680"/>
                  </a:lnTo>
                  <a:lnTo>
                    <a:pt x="697562" y="110214"/>
                  </a:lnTo>
                  <a:lnTo>
                    <a:pt x="719054" y="113610"/>
                  </a:lnTo>
                  <a:lnTo>
                    <a:pt x="739735" y="116878"/>
                  </a:lnTo>
                  <a:lnTo>
                    <a:pt x="759664" y="120026"/>
                  </a:lnTo>
                  <a:lnTo>
                    <a:pt x="778894" y="123065"/>
                  </a:lnTo>
                  <a:lnTo>
                    <a:pt x="797471" y="126000"/>
                  </a:lnTo>
                  <a:lnTo>
                    <a:pt x="815439" y="128839"/>
                  </a:lnTo>
                  <a:lnTo>
                    <a:pt x="832837" y="131588"/>
                  </a:lnTo>
                  <a:lnTo>
                    <a:pt x="849699" y="134252"/>
                  </a:lnTo>
                  <a:lnTo>
                    <a:pt x="866058" y="136837"/>
                  </a:lnTo>
                  <a:lnTo>
                    <a:pt x="881943" y="139346"/>
                  </a:lnTo>
                  <a:lnTo>
                    <a:pt x="897380" y="141785"/>
                  </a:lnTo>
                  <a:lnTo>
                    <a:pt x="912394" y="144158"/>
                  </a:lnTo>
                  <a:lnTo>
                    <a:pt x="927008" y="146467"/>
                  </a:lnTo>
                  <a:lnTo>
                    <a:pt x="941242" y="148716"/>
                  </a:lnTo>
                  <a:lnTo>
                    <a:pt x="955116" y="150908"/>
                  </a:lnTo>
                  <a:lnTo>
                    <a:pt x="968647" y="153046"/>
                  </a:lnTo>
                  <a:lnTo>
                    <a:pt x="981852" y="155132"/>
                  </a:lnTo>
                  <a:lnTo>
                    <a:pt x="994746" y="157169"/>
                  </a:lnTo>
                  <a:lnTo>
                    <a:pt x="1007344" y="159160"/>
                  </a:lnTo>
                  <a:lnTo>
                    <a:pt x="1019659" y="161105"/>
                  </a:lnTo>
                  <a:lnTo>
                    <a:pt x="1031703" y="163008"/>
                  </a:lnTo>
                  <a:lnTo>
                    <a:pt x="1043488" y="164870"/>
                  </a:lnTo>
                  <a:lnTo>
                    <a:pt x="1055025" y="166693"/>
                  </a:lnTo>
                  <a:lnTo>
                    <a:pt x="1066324" y="168479"/>
                  </a:lnTo>
                  <a:lnTo>
                    <a:pt x="1077394" y="170228"/>
                  </a:lnTo>
                  <a:lnTo>
                    <a:pt x="1088246" y="171942"/>
                  </a:lnTo>
                  <a:lnTo>
                    <a:pt x="1098887" y="173623"/>
                  </a:lnTo>
                  <a:lnTo>
                    <a:pt x="1109325" y="175273"/>
                  </a:lnTo>
                  <a:lnTo>
                    <a:pt x="1119568" y="176891"/>
                  </a:lnTo>
                  <a:lnTo>
                    <a:pt x="1129623" y="178480"/>
                  </a:lnTo>
                  <a:lnTo>
                    <a:pt x="1139497" y="18004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392325" y="3066829"/>
              <a:ext cx="1139497" cy="147012"/>
            </a:xfrm>
            <a:custGeom>
              <a:avLst/>
              <a:pathLst>
                <a:path w="1139497" h="147012">
                  <a:moveTo>
                    <a:pt x="0" y="0"/>
                  </a:moveTo>
                  <a:lnTo>
                    <a:pt x="73172" y="9440"/>
                  </a:lnTo>
                  <a:lnTo>
                    <a:pt x="137715" y="17767"/>
                  </a:lnTo>
                  <a:lnTo>
                    <a:pt x="195451" y="25216"/>
                  </a:lnTo>
                  <a:lnTo>
                    <a:pt x="247679" y="31954"/>
                  </a:lnTo>
                  <a:lnTo>
                    <a:pt x="295360" y="38106"/>
                  </a:lnTo>
                  <a:lnTo>
                    <a:pt x="339222" y="43765"/>
                  </a:lnTo>
                  <a:lnTo>
                    <a:pt x="379832" y="49004"/>
                  </a:lnTo>
                  <a:lnTo>
                    <a:pt x="417639" y="53881"/>
                  </a:lnTo>
                  <a:lnTo>
                    <a:pt x="453005" y="58444"/>
                  </a:lnTo>
                  <a:lnTo>
                    <a:pt x="486226" y="62730"/>
                  </a:lnTo>
                  <a:lnTo>
                    <a:pt x="517548" y="66771"/>
                  </a:lnTo>
                  <a:lnTo>
                    <a:pt x="547176" y="70594"/>
                  </a:lnTo>
                  <a:lnTo>
                    <a:pt x="575283" y="74220"/>
                  </a:lnTo>
                  <a:lnTo>
                    <a:pt x="602020" y="77670"/>
                  </a:lnTo>
                  <a:lnTo>
                    <a:pt x="627512" y="80958"/>
                  </a:lnTo>
                  <a:lnTo>
                    <a:pt x="651870" y="84101"/>
                  </a:lnTo>
                  <a:lnTo>
                    <a:pt x="675192" y="87110"/>
                  </a:lnTo>
                  <a:lnTo>
                    <a:pt x="697562" y="89996"/>
                  </a:lnTo>
                  <a:lnTo>
                    <a:pt x="719054" y="92769"/>
                  </a:lnTo>
                  <a:lnTo>
                    <a:pt x="739735" y="95437"/>
                  </a:lnTo>
                  <a:lnTo>
                    <a:pt x="759664" y="98008"/>
                  </a:lnTo>
                  <a:lnTo>
                    <a:pt x="778894" y="100489"/>
                  </a:lnTo>
                  <a:lnTo>
                    <a:pt x="797471" y="102886"/>
                  </a:lnTo>
                  <a:lnTo>
                    <a:pt x="815439" y="105204"/>
                  </a:lnTo>
                  <a:lnTo>
                    <a:pt x="832837" y="107449"/>
                  </a:lnTo>
                  <a:lnTo>
                    <a:pt x="849699" y="109624"/>
                  </a:lnTo>
                  <a:lnTo>
                    <a:pt x="866058" y="111735"/>
                  </a:lnTo>
                  <a:lnTo>
                    <a:pt x="881943" y="113784"/>
                  </a:lnTo>
                  <a:lnTo>
                    <a:pt x="897380" y="115776"/>
                  </a:lnTo>
                  <a:lnTo>
                    <a:pt x="912394" y="117713"/>
                  </a:lnTo>
                  <a:lnTo>
                    <a:pt x="927008" y="119598"/>
                  </a:lnTo>
                  <a:lnTo>
                    <a:pt x="941242" y="121435"/>
                  </a:lnTo>
                  <a:lnTo>
                    <a:pt x="955116" y="123224"/>
                  </a:lnTo>
                  <a:lnTo>
                    <a:pt x="968647" y="124970"/>
                  </a:lnTo>
                  <a:lnTo>
                    <a:pt x="981852" y="126674"/>
                  </a:lnTo>
                  <a:lnTo>
                    <a:pt x="994746" y="128337"/>
                  </a:lnTo>
                  <a:lnTo>
                    <a:pt x="1007344" y="129963"/>
                  </a:lnTo>
                  <a:lnTo>
                    <a:pt x="1019659" y="131551"/>
                  </a:lnTo>
                  <a:lnTo>
                    <a:pt x="1031703" y="133105"/>
                  </a:lnTo>
                  <a:lnTo>
                    <a:pt x="1043488" y="134626"/>
                  </a:lnTo>
                  <a:lnTo>
                    <a:pt x="1055025" y="136114"/>
                  </a:lnTo>
                  <a:lnTo>
                    <a:pt x="1066324" y="137572"/>
                  </a:lnTo>
                  <a:lnTo>
                    <a:pt x="1077394" y="139000"/>
                  </a:lnTo>
                  <a:lnTo>
                    <a:pt x="1088246" y="140400"/>
                  </a:lnTo>
                  <a:lnTo>
                    <a:pt x="1098887" y="141773"/>
                  </a:lnTo>
                  <a:lnTo>
                    <a:pt x="1109325" y="143120"/>
                  </a:lnTo>
                  <a:lnTo>
                    <a:pt x="1119568" y="144441"/>
                  </a:lnTo>
                  <a:lnTo>
                    <a:pt x="1129623" y="145739"/>
                  </a:lnTo>
                  <a:lnTo>
                    <a:pt x="1139497" y="14701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rc483"/>
            <p:cNvSpPr/>
            <p:nvPr/>
          </p:nvSpPr>
          <p:spPr>
            <a:xfrm>
              <a:off x="1310032" y="2499806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310032" y="2499806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5"/>
            <p:cNvSpPr/>
            <p:nvPr/>
          </p:nvSpPr>
          <p:spPr>
            <a:xfrm rot="-5400000">
              <a:off x="1140466" y="346793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7" name="tx486"/>
            <p:cNvSpPr/>
            <p:nvPr/>
          </p:nvSpPr>
          <p:spPr>
            <a:xfrm rot="-5400000">
              <a:off x="1140466" y="321011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295228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269445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0" name="pl489"/>
            <p:cNvSpPr/>
            <p:nvPr/>
          </p:nvSpPr>
          <p:spPr>
            <a:xfrm>
              <a:off x="1281564" y="35043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281564" y="32465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281564" y="298871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27308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10032" y="360244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92325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772157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151989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531822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tx498"/>
            <p:cNvSpPr/>
            <p:nvPr/>
          </p:nvSpPr>
          <p:spPr>
            <a:xfrm rot="-5400000">
              <a:off x="129703" y="3005543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1310032" y="2323266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1" name="rc500"/>
            <p:cNvSpPr/>
            <p:nvPr/>
          </p:nvSpPr>
          <p:spPr>
            <a:xfrm>
              <a:off x="2748241" y="2499806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779646" y="32153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831724" y="301838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798806" y="317344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18338" y="31752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827084" y="332816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834030" y="31484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793014" y="326709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812768" y="32108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30423" y="33639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01932" y="33779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203572" y="34500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196790" y="342051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205191" y="32897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159975" y="34023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185714" y="32943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167546" y="31041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186618" y="34255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177336" y="34172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203473" y="32800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211520" y="31387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198296" y="32226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172399" y="34181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182299" y="30658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173412" y="33035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186271" y="31818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185867" y="316556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168329" y="29646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188821" y="308579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544837" y="310789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41914" y="34930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68485" y="315100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68974" y="33619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86697" y="33906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48538" y="35242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62587" y="291726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47466" y="30933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60297" y="326751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55548" y="319601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87966" y="34674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48495" y="33539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53633" y="33428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48007" y="33644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75455" y="32125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65654" y="34062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47283" y="33279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67383" y="30555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49458" y="327263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81519" y="252185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35655" y="32504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27559" y="33045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43193" y="29250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69210" y="34113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959834" y="30294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917447" y="334651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933281" y="33150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937964" y="310993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969125" y="29703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928280" y="33661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953465" y="31820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920693" y="32821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952526" y="31285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937234" y="34007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958053" y="30720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937780" y="301984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928875" y="328838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954336" y="30937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959769" y="304347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933582" y="32678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927790" y="30505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929300" y="34299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959793" y="33503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945084" y="34883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l573"/>
            <p:cNvSpPr/>
            <p:nvPr/>
          </p:nvSpPr>
          <p:spPr>
            <a:xfrm>
              <a:off x="2834810" y="3170537"/>
              <a:ext cx="1136679" cy="8462"/>
            </a:xfrm>
            <a:custGeom>
              <a:avLst/>
              <a:pathLst>
                <a:path w="1136679" h="8462">
                  <a:moveTo>
                    <a:pt x="0" y="8462"/>
                  </a:moveTo>
                  <a:lnTo>
                    <a:pt x="72991" y="7918"/>
                  </a:lnTo>
                  <a:lnTo>
                    <a:pt x="137375" y="7439"/>
                  </a:lnTo>
                  <a:lnTo>
                    <a:pt x="194968" y="7010"/>
                  </a:lnTo>
                  <a:lnTo>
                    <a:pt x="247067" y="6622"/>
                  </a:lnTo>
                  <a:lnTo>
                    <a:pt x="294630" y="6268"/>
                  </a:lnTo>
                  <a:lnTo>
                    <a:pt x="338383" y="5942"/>
                  </a:lnTo>
                  <a:lnTo>
                    <a:pt x="378893" y="5641"/>
                  </a:lnTo>
                  <a:lnTo>
                    <a:pt x="416606" y="5360"/>
                  </a:lnTo>
                  <a:lnTo>
                    <a:pt x="451885" y="5098"/>
                  </a:lnTo>
                  <a:lnTo>
                    <a:pt x="485024" y="4851"/>
                  </a:lnTo>
                  <a:lnTo>
                    <a:pt x="516268" y="4618"/>
                  </a:lnTo>
                  <a:lnTo>
                    <a:pt x="545823" y="4398"/>
                  </a:lnTo>
                  <a:lnTo>
                    <a:pt x="573861" y="4189"/>
                  </a:lnTo>
                  <a:lnTo>
                    <a:pt x="600531" y="3991"/>
                  </a:lnTo>
                  <a:lnTo>
                    <a:pt x="625960" y="3802"/>
                  </a:lnTo>
                  <a:lnTo>
                    <a:pt x="650259" y="3621"/>
                  </a:lnTo>
                  <a:lnTo>
                    <a:pt x="673523" y="3448"/>
                  </a:lnTo>
                  <a:lnTo>
                    <a:pt x="695837" y="3281"/>
                  </a:lnTo>
                  <a:lnTo>
                    <a:pt x="717277" y="3122"/>
                  </a:lnTo>
                  <a:lnTo>
                    <a:pt x="737906" y="2968"/>
                  </a:lnTo>
                  <a:lnTo>
                    <a:pt x="757786" y="2820"/>
                  </a:lnTo>
                  <a:lnTo>
                    <a:pt x="776968" y="2677"/>
                  </a:lnTo>
                  <a:lnTo>
                    <a:pt x="795499" y="2539"/>
                  </a:lnTo>
                  <a:lnTo>
                    <a:pt x="813423" y="2406"/>
                  </a:lnTo>
                  <a:lnTo>
                    <a:pt x="830778" y="2277"/>
                  </a:lnTo>
                  <a:lnTo>
                    <a:pt x="847599" y="2152"/>
                  </a:lnTo>
                  <a:lnTo>
                    <a:pt x="863917" y="2030"/>
                  </a:lnTo>
                  <a:lnTo>
                    <a:pt x="879762" y="1912"/>
                  </a:lnTo>
                  <a:lnTo>
                    <a:pt x="895161" y="1798"/>
                  </a:lnTo>
                  <a:lnTo>
                    <a:pt x="910138" y="1686"/>
                  </a:lnTo>
                  <a:lnTo>
                    <a:pt x="924716" y="1577"/>
                  </a:lnTo>
                  <a:lnTo>
                    <a:pt x="938915" y="1472"/>
                  </a:lnTo>
                  <a:lnTo>
                    <a:pt x="952754" y="1369"/>
                  </a:lnTo>
                  <a:lnTo>
                    <a:pt x="966252" y="1268"/>
                  </a:lnTo>
                  <a:lnTo>
                    <a:pt x="979424" y="1170"/>
                  </a:lnTo>
                  <a:lnTo>
                    <a:pt x="992287" y="1074"/>
                  </a:lnTo>
                  <a:lnTo>
                    <a:pt x="1004853" y="981"/>
                  </a:lnTo>
                  <a:lnTo>
                    <a:pt x="1017138" y="889"/>
                  </a:lnTo>
                  <a:lnTo>
                    <a:pt x="1029152" y="800"/>
                  </a:lnTo>
                  <a:lnTo>
                    <a:pt x="1040908" y="712"/>
                  </a:lnTo>
                  <a:lnTo>
                    <a:pt x="1052416" y="627"/>
                  </a:lnTo>
                  <a:lnTo>
                    <a:pt x="1063687" y="543"/>
                  </a:lnTo>
                  <a:lnTo>
                    <a:pt x="1074731" y="461"/>
                  </a:lnTo>
                  <a:lnTo>
                    <a:pt x="1085555" y="380"/>
                  </a:lnTo>
                  <a:lnTo>
                    <a:pt x="1096170" y="301"/>
                  </a:lnTo>
                  <a:lnTo>
                    <a:pt x="1106582" y="224"/>
                  </a:lnTo>
                  <a:lnTo>
                    <a:pt x="1116800" y="147"/>
                  </a:lnTo>
                  <a:lnTo>
                    <a:pt x="1126830" y="73"/>
                  </a:lnTo>
                  <a:lnTo>
                    <a:pt x="113667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834810" y="3287048"/>
              <a:ext cx="1136679" cy="30734"/>
            </a:xfrm>
            <a:custGeom>
              <a:avLst/>
              <a:pathLst>
                <a:path w="1136679" h="30734">
                  <a:moveTo>
                    <a:pt x="0" y="0"/>
                  </a:moveTo>
                  <a:lnTo>
                    <a:pt x="72991" y="1973"/>
                  </a:lnTo>
                  <a:lnTo>
                    <a:pt x="137375" y="3714"/>
                  </a:lnTo>
                  <a:lnTo>
                    <a:pt x="194968" y="5271"/>
                  </a:lnTo>
                  <a:lnTo>
                    <a:pt x="247067" y="6680"/>
                  </a:lnTo>
                  <a:lnTo>
                    <a:pt x="294630" y="7966"/>
                  </a:lnTo>
                  <a:lnTo>
                    <a:pt x="338383" y="9149"/>
                  </a:lnTo>
                  <a:lnTo>
                    <a:pt x="378893" y="10244"/>
                  </a:lnTo>
                  <a:lnTo>
                    <a:pt x="416606" y="11264"/>
                  </a:lnTo>
                  <a:lnTo>
                    <a:pt x="451885" y="12218"/>
                  </a:lnTo>
                  <a:lnTo>
                    <a:pt x="485024" y="13114"/>
                  </a:lnTo>
                  <a:lnTo>
                    <a:pt x="516268" y="13959"/>
                  </a:lnTo>
                  <a:lnTo>
                    <a:pt x="545823" y="14758"/>
                  </a:lnTo>
                  <a:lnTo>
                    <a:pt x="573861" y="15516"/>
                  </a:lnTo>
                  <a:lnTo>
                    <a:pt x="600531" y="16237"/>
                  </a:lnTo>
                  <a:lnTo>
                    <a:pt x="625960" y="16925"/>
                  </a:lnTo>
                  <a:lnTo>
                    <a:pt x="650259" y="17582"/>
                  </a:lnTo>
                  <a:lnTo>
                    <a:pt x="673523" y="18211"/>
                  </a:lnTo>
                  <a:lnTo>
                    <a:pt x="695837" y="18814"/>
                  </a:lnTo>
                  <a:lnTo>
                    <a:pt x="717277" y="19394"/>
                  </a:lnTo>
                  <a:lnTo>
                    <a:pt x="737906" y="19952"/>
                  </a:lnTo>
                  <a:lnTo>
                    <a:pt x="757786" y="20489"/>
                  </a:lnTo>
                  <a:lnTo>
                    <a:pt x="776968" y="21008"/>
                  </a:lnTo>
                  <a:lnTo>
                    <a:pt x="795499" y="21509"/>
                  </a:lnTo>
                  <a:lnTo>
                    <a:pt x="813423" y="21994"/>
                  </a:lnTo>
                  <a:lnTo>
                    <a:pt x="830778" y="22463"/>
                  </a:lnTo>
                  <a:lnTo>
                    <a:pt x="847599" y="22918"/>
                  </a:lnTo>
                  <a:lnTo>
                    <a:pt x="863917" y="23359"/>
                  </a:lnTo>
                  <a:lnTo>
                    <a:pt x="879762" y="23787"/>
                  </a:lnTo>
                  <a:lnTo>
                    <a:pt x="895161" y="24204"/>
                  </a:lnTo>
                  <a:lnTo>
                    <a:pt x="910138" y="24609"/>
                  </a:lnTo>
                  <a:lnTo>
                    <a:pt x="924716" y="25003"/>
                  </a:lnTo>
                  <a:lnTo>
                    <a:pt x="938915" y="25387"/>
                  </a:lnTo>
                  <a:lnTo>
                    <a:pt x="952754" y="25761"/>
                  </a:lnTo>
                  <a:lnTo>
                    <a:pt x="966252" y="26126"/>
                  </a:lnTo>
                  <a:lnTo>
                    <a:pt x="979424" y="26482"/>
                  </a:lnTo>
                  <a:lnTo>
                    <a:pt x="992287" y="26830"/>
                  </a:lnTo>
                  <a:lnTo>
                    <a:pt x="1004853" y="27170"/>
                  </a:lnTo>
                  <a:lnTo>
                    <a:pt x="1017138" y="27502"/>
                  </a:lnTo>
                  <a:lnTo>
                    <a:pt x="1029152" y="27827"/>
                  </a:lnTo>
                  <a:lnTo>
                    <a:pt x="1040908" y="28144"/>
                  </a:lnTo>
                  <a:lnTo>
                    <a:pt x="1052416" y="28456"/>
                  </a:lnTo>
                  <a:lnTo>
                    <a:pt x="1063687" y="28760"/>
                  </a:lnTo>
                  <a:lnTo>
                    <a:pt x="1074731" y="29059"/>
                  </a:lnTo>
                  <a:lnTo>
                    <a:pt x="1085555" y="29352"/>
                  </a:lnTo>
                  <a:lnTo>
                    <a:pt x="1096170" y="29639"/>
                  </a:lnTo>
                  <a:lnTo>
                    <a:pt x="1106582" y="29920"/>
                  </a:lnTo>
                  <a:lnTo>
                    <a:pt x="1116800" y="30196"/>
                  </a:lnTo>
                  <a:lnTo>
                    <a:pt x="1126830" y="30468"/>
                  </a:lnTo>
                  <a:lnTo>
                    <a:pt x="1136679" y="3073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834810" y="3146561"/>
              <a:ext cx="1136679" cy="59233"/>
            </a:xfrm>
            <a:custGeom>
              <a:avLst/>
              <a:pathLst>
                <a:path w="1136679" h="59233">
                  <a:moveTo>
                    <a:pt x="0" y="59233"/>
                  </a:moveTo>
                  <a:lnTo>
                    <a:pt x="72991" y="55430"/>
                  </a:lnTo>
                  <a:lnTo>
                    <a:pt x="137375" y="52075"/>
                  </a:lnTo>
                  <a:lnTo>
                    <a:pt x="194968" y="49073"/>
                  </a:lnTo>
                  <a:lnTo>
                    <a:pt x="247067" y="46358"/>
                  </a:lnTo>
                  <a:lnTo>
                    <a:pt x="294630" y="43880"/>
                  </a:lnTo>
                  <a:lnTo>
                    <a:pt x="338383" y="41600"/>
                  </a:lnTo>
                  <a:lnTo>
                    <a:pt x="378893" y="39489"/>
                  </a:lnTo>
                  <a:lnTo>
                    <a:pt x="416606" y="37524"/>
                  </a:lnTo>
                  <a:lnTo>
                    <a:pt x="451885" y="35685"/>
                  </a:lnTo>
                  <a:lnTo>
                    <a:pt x="485024" y="33958"/>
                  </a:lnTo>
                  <a:lnTo>
                    <a:pt x="516268" y="32330"/>
                  </a:lnTo>
                  <a:lnTo>
                    <a:pt x="545823" y="30790"/>
                  </a:lnTo>
                  <a:lnTo>
                    <a:pt x="573861" y="29329"/>
                  </a:lnTo>
                  <a:lnTo>
                    <a:pt x="600531" y="27939"/>
                  </a:lnTo>
                  <a:lnTo>
                    <a:pt x="625960" y="26614"/>
                  </a:lnTo>
                  <a:lnTo>
                    <a:pt x="650259" y="25348"/>
                  </a:lnTo>
                  <a:lnTo>
                    <a:pt x="673523" y="24135"/>
                  </a:lnTo>
                  <a:lnTo>
                    <a:pt x="695837" y="22972"/>
                  </a:lnTo>
                  <a:lnTo>
                    <a:pt x="717277" y="21855"/>
                  </a:lnTo>
                  <a:lnTo>
                    <a:pt x="737906" y="20780"/>
                  </a:lnTo>
                  <a:lnTo>
                    <a:pt x="757786" y="19744"/>
                  </a:lnTo>
                  <a:lnTo>
                    <a:pt x="776968" y="18745"/>
                  </a:lnTo>
                  <a:lnTo>
                    <a:pt x="795499" y="17779"/>
                  </a:lnTo>
                  <a:lnTo>
                    <a:pt x="813423" y="16845"/>
                  </a:lnTo>
                  <a:lnTo>
                    <a:pt x="830778" y="15940"/>
                  </a:lnTo>
                  <a:lnTo>
                    <a:pt x="847599" y="15064"/>
                  </a:lnTo>
                  <a:lnTo>
                    <a:pt x="863917" y="14214"/>
                  </a:lnTo>
                  <a:lnTo>
                    <a:pt x="879762" y="13388"/>
                  </a:lnTo>
                  <a:lnTo>
                    <a:pt x="895161" y="12585"/>
                  </a:lnTo>
                  <a:lnTo>
                    <a:pt x="910138" y="11805"/>
                  </a:lnTo>
                  <a:lnTo>
                    <a:pt x="924716" y="11045"/>
                  </a:lnTo>
                  <a:lnTo>
                    <a:pt x="938915" y="10305"/>
                  </a:lnTo>
                  <a:lnTo>
                    <a:pt x="952754" y="9584"/>
                  </a:lnTo>
                  <a:lnTo>
                    <a:pt x="966252" y="8881"/>
                  </a:lnTo>
                  <a:lnTo>
                    <a:pt x="979424" y="8194"/>
                  </a:lnTo>
                  <a:lnTo>
                    <a:pt x="992287" y="7524"/>
                  </a:lnTo>
                  <a:lnTo>
                    <a:pt x="1004853" y="6869"/>
                  </a:lnTo>
                  <a:lnTo>
                    <a:pt x="1017138" y="6229"/>
                  </a:lnTo>
                  <a:lnTo>
                    <a:pt x="1029152" y="5603"/>
                  </a:lnTo>
                  <a:lnTo>
                    <a:pt x="1040908" y="4990"/>
                  </a:lnTo>
                  <a:lnTo>
                    <a:pt x="1052416" y="4391"/>
                  </a:lnTo>
                  <a:lnTo>
                    <a:pt x="1063687" y="3803"/>
                  </a:lnTo>
                  <a:lnTo>
                    <a:pt x="1074731" y="3228"/>
                  </a:lnTo>
                  <a:lnTo>
                    <a:pt x="1085555" y="2664"/>
                  </a:lnTo>
                  <a:lnTo>
                    <a:pt x="1096170" y="2111"/>
                  </a:lnTo>
                  <a:lnTo>
                    <a:pt x="1106582" y="1568"/>
                  </a:lnTo>
                  <a:lnTo>
                    <a:pt x="1116800" y="1035"/>
                  </a:lnTo>
                  <a:lnTo>
                    <a:pt x="1126830" y="513"/>
                  </a:lnTo>
                  <a:lnTo>
                    <a:pt x="113667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834810" y="2981637"/>
              <a:ext cx="1136679" cy="205000"/>
            </a:xfrm>
            <a:custGeom>
              <a:avLst/>
              <a:pathLst>
                <a:path w="1136679" h="205000">
                  <a:moveTo>
                    <a:pt x="0" y="205000"/>
                  </a:moveTo>
                  <a:lnTo>
                    <a:pt x="72991" y="191836"/>
                  </a:lnTo>
                  <a:lnTo>
                    <a:pt x="137375" y="180224"/>
                  </a:lnTo>
                  <a:lnTo>
                    <a:pt x="194968" y="169837"/>
                  </a:lnTo>
                  <a:lnTo>
                    <a:pt x="247067" y="160441"/>
                  </a:lnTo>
                  <a:lnTo>
                    <a:pt x="294630" y="151863"/>
                  </a:lnTo>
                  <a:lnTo>
                    <a:pt x="338383" y="143972"/>
                  </a:lnTo>
                  <a:lnTo>
                    <a:pt x="378893" y="136666"/>
                  </a:lnTo>
                  <a:lnTo>
                    <a:pt x="416606" y="129865"/>
                  </a:lnTo>
                  <a:lnTo>
                    <a:pt x="451885" y="123502"/>
                  </a:lnTo>
                  <a:lnTo>
                    <a:pt x="485024" y="117526"/>
                  </a:lnTo>
                  <a:lnTo>
                    <a:pt x="516268" y="111891"/>
                  </a:lnTo>
                  <a:lnTo>
                    <a:pt x="545823" y="106561"/>
                  </a:lnTo>
                  <a:lnTo>
                    <a:pt x="573861" y="101504"/>
                  </a:lnTo>
                  <a:lnTo>
                    <a:pt x="600531" y="96694"/>
                  </a:lnTo>
                  <a:lnTo>
                    <a:pt x="625960" y="92108"/>
                  </a:lnTo>
                  <a:lnTo>
                    <a:pt x="650259" y="87726"/>
                  </a:lnTo>
                  <a:lnTo>
                    <a:pt x="673523" y="83530"/>
                  </a:lnTo>
                  <a:lnTo>
                    <a:pt x="695837" y="79505"/>
                  </a:lnTo>
                  <a:lnTo>
                    <a:pt x="717277" y="75639"/>
                  </a:lnTo>
                  <a:lnTo>
                    <a:pt x="737906" y="71918"/>
                  </a:lnTo>
                  <a:lnTo>
                    <a:pt x="757786" y="68333"/>
                  </a:lnTo>
                  <a:lnTo>
                    <a:pt x="776968" y="64874"/>
                  </a:lnTo>
                  <a:lnTo>
                    <a:pt x="795499" y="61531"/>
                  </a:lnTo>
                  <a:lnTo>
                    <a:pt x="813423" y="58299"/>
                  </a:lnTo>
                  <a:lnTo>
                    <a:pt x="830778" y="55169"/>
                  </a:lnTo>
                  <a:lnTo>
                    <a:pt x="847599" y="52135"/>
                  </a:lnTo>
                  <a:lnTo>
                    <a:pt x="863917" y="49192"/>
                  </a:lnTo>
                  <a:lnTo>
                    <a:pt x="879762" y="46335"/>
                  </a:lnTo>
                  <a:lnTo>
                    <a:pt x="895161" y="43557"/>
                  </a:lnTo>
                  <a:lnTo>
                    <a:pt x="910138" y="40856"/>
                  </a:lnTo>
                  <a:lnTo>
                    <a:pt x="924716" y="38227"/>
                  </a:lnTo>
                  <a:lnTo>
                    <a:pt x="938915" y="35666"/>
                  </a:lnTo>
                  <a:lnTo>
                    <a:pt x="952754" y="33170"/>
                  </a:lnTo>
                  <a:lnTo>
                    <a:pt x="966252" y="30736"/>
                  </a:lnTo>
                  <a:lnTo>
                    <a:pt x="979424" y="28360"/>
                  </a:lnTo>
                  <a:lnTo>
                    <a:pt x="992287" y="26041"/>
                  </a:lnTo>
                  <a:lnTo>
                    <a:pt x="1004853" y="23774"/>
                  </a:lnTo>
                  <a:lnTo>
                    <a:pt x="1017138" y="21559"/>
                  </a:lnTo>
                  <a:lnTo>
                    <a:pt x="1029152" y="19392"/>
                  </a:lnTo>
                  <a:lnTo>
                    <a:pt x="1040908" y="17272"/>
                  </a:lnTo>
                  <a:lnTo>
                    <a:pt x="1052416" y="15196"/>
                  </a:lnTo>
                  <a:lnTo>
                    <a:pt x="1063687" y="13164"/>
                  </a:lnTo>
                  <a:lnTo>
                    <a:pt x="1074731" y="11172"/>
                  </a:lnTo>
                  <a:lnTo>
                    <a:pt x="1085555" y="9220"/>
                  </a:lnTo>
                  <a:lnTo>
                    <a:pt x="1096170" y="7305"/>
                  </a:lnTo>
                  <a:lnTo>
                    <a:pt x="1106582" y="5428"/>
                  </a:lnTo>
                  <a:lnTo>
                    <a:pt x="1116800" y="3585"/>
                  </a:lnTo>
                  <a:lnTo>
                    <a:pt x="1126830" y="1776"/>
                  </a:lnTo>
                  <a:lnTo>
                    <a:pt x="113667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834810" y="3059889"/>
              <a:ext cx="1136679" cy="194538"/>
            </a:xfrm>
            <a:custGeom>
              <a:avLst/>
              <a:pathLst>
                <a:path w="1136679" h="194538">
                  <a:moveTo>
                    <a:pt x="0" y="194538"/>
                  </a:moveTo>
                  <a:lnTo>
                    <a:pt x="72991" y="182046"/>
                  </a:lnTo>
                  <a:lnTo>
                    <a:pt x="137375" y="171027"/>
                  </a:lnTo>
                  <a:lnTo>
                    <a:pt x="194968" y="161170"/>
                  </a:lnTo>
                  <a:lnTo>
                    <a:pt x="247067" y="152253"/>
                  </a:lnTo>
                  <a:lnTo>
                    <a:pt x="294630" y="144113"/>
                  </a:lnTo>
                  <a:lnTo>
                    <a:pt x="338383" y="136625"/>
                  </a:lnTo>
                  <a:lnTo>
                    <a:pt x="378893" y="129692"/>
                  </a:lnTo>
                  <a:lnTo>
                    <a:pt x="416606" y="123237"/>
                  </a:lnTo>
                  <a:lnTo>
                    <a:pt x="451885" y="117200"/>
                  </a:lnTo>
                  <a:lnTo>
                    <a:pt x="485024" y="111528"/>
                  </a:lnTo>
                  <a:lnTo>
                    <a:pt x="516268" y="106181"/>
                  </a:lnTo>
                  <a:lnTo>
                    <a:pt x="545823" y="101122"/>
                  </a:lnTo>
                  <a:lnTo>
                    <a:pt x="573861" y="96324"/>
                  </a:lnTo>
                  <a:lnTo>
                    <a:pt x="600531" y="91759"/>
                  </a:lnTo>
                  <a:lnTo>
                    <a:pt x="625960" y="87407"/>
                  </a:lnTo>
                  <a:lnTo>
                    <a:pt x="650259" y="83249"/>
                  </a:lnTo>
                  <a:lnTo>
                    <a:pt x="673523" y="79267"/>
                  </a:lnTo>
                  <a:lnTo>
                    <a:pt x="695837" y="75448"/>
                  </a:lnTo>
                  <a:lnTo>
                    <a:pt x="717277" y="71779"/>
                  </a:lnTo>
                  <a:lnTo>
                    <a:pt x="737906" y="68248"/>
                  </a:lnTo>
                  <a:lnTo>
                    <a:pt x="757786" y="64846"/>
                  </a:lnTo>
                  <a:lnTo>
                    <a:pt x="776968" y="61563"/>
                  </a:lnTo>
                  <a:lnTo>
                    <a:pt x="795499" y="58391"/>
                  </a:lnTo>
                  <a:lnTo>
                    <a:pt x="813423" y="55324"/>
                  </a:lnTo>
                  <a:lnTo>
                    <a:pt x="830778" y="52353"/>
                  </a:lnTo>
                  <a:lnTo>
                    <a:pt x="847599" y="49475"/>
                  </a:lnTo>
                  <a:lnTo>
                    <a:pt x="863917" y="46682"/>
                  </a:lnTo>
                  <a:lnTo>
                    <a:pt x="879762" y="43970"/>
                  </a:lnTo>
                  <a:lnTo>
                    <a:pt x="895161" y="41334"/>
                  </a:lnTo>
                  <a:lnTo>
                    <a:pt x="910138" y="38771"/>
                  </a:lnTo>
                  <a:lnTo>
                    <a:pt x="924716" y="36276"/>
                  </a:lnTo>
                  <a:lnTo>
                    <a:pt x="938915" y="33846"/>
                  </a:lnTo>
                  <a:lnTo>
                    <a:pt x="952754" y="31478"/>
                  </a:lnTo>
                  <a:lnTo>
                    <a:pt x="966252" y="29167"/>
                  </a:lnTo>
                  <a:lnTo>
                    <a:pt x="979424" y="26913"/>
                  </a:lnTo>
                  <a:lnTo>
                    <a:pt x="992287" y="24712"/>
                  </a:lnTo>
                  <a:lnTo>
                    <a:pt x="1004853" y="22561"/>
                  </a:lnTo>
                  <a:lnTo>
                    <a:pt x="1017138" y="20459"/>
                  </a:lnTo>
                  <a:lnTo>
                    <a:pt x="1029152" y="18402"/>
                  </a:lnTo>
                  <a:lnTo>
                    <a:pt x="1040908" y="16390"/>
                  </a:lnTo>
                  <a:lnTo>
                    <a:pt x="1052416" y="14421"/>
                  </a:lnTo>
                  <a:lnTo>
                    <a:pt x="1063687" y="12492"/>
                  </a:lnTo>
                  <a:lnTo>
                    <a:pt x="1074731" y="10602"/>
                  </a:lnTo>
                  <a:lnTo>
                    <a:pt x="1085555" y="8749"/>
                  </a:lnTo>
                  <a:lnTo>
                    <a:pt x="1096170" y="6933"/>
                  </a:lnTo>
                  <a:lnTo>
                    <a:pt x="1106582" y="5151"/>
                  </a:lnTo>
                  <a:lnTo>
                    <a:pt x="1116800" y="3402"/>
                  </a:lnTo>
                  <a:lnTo>
                    <a:pt x="1126830" y="1685"/>
                  </a:lnTo>
                  <a:lnTo>
                    <a:pt x="113667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834810" y="3150288"/>
              <a:ext cx="1136679" cy="253263"/>
            </a:xfrm>
            <a:custGeom>
              <a:avLst/>
              <a:pathLst>
                <a:path w="1136679" h="253263">
                  <a:moveTo>
                    <a:pt x="0" y="0"/>
                  </a:moveTo>
                  <a:lnTo>
                    <a:pt x="72991" y="16263"/>
                  </a:lnTo>
                  <a:lnTo>
                    <a:pt x="137375" y="30608"/>
                  </a:lnTo>
                  <a:lnTo>
                    <a:pt x="194968" y="43440"/>
                  </a:lnTo>
                  <a:lnTo>
                    <a:pt x="247067" y="55049"/>
                  </a:lnTo>
                  <a:lnTo>
                    <a:pt x="294630" y="65646"/>
                  </a:lnTo>
                  <a:lnTo>
                    <a:pt x="338383" y="75395"/>
                  </a:lnTo>
                  <a:lnTo>
                    <a:pt x="378893" y="84421"/>
                  </a:lnTo>
                  <a:lnTo>
                    <a:pt x="416606" y="92824"/>
                  </a:lnTo>
                  <a:lnTo>
                    <a:pt x="451885" y="100684"/>
                  </a:lnTo>
                  <a:lnTo>
                    <a:pt x="485024" y="108068"/>
                  </a:lnTo>
                  <a:lnTo>
                    <a:pt x="516268" y="115029"/>
                  </a:lnTo>
                  <a:lnTo>
                    <a:pt x="545823" y="121614"/>
                  </a:lnTo>
                  <a:lnTo>
                    <a:pt x="573861" y="127862"/>
                  </a:lnTo>
                  <a:lnTo>
                    <a:pt x="600531" y="133804"/>
                  </a:lnTo>
                  <a:lnTo>
                    <a:pt x="625960" y="139470"/>
                  </a:lnTo>
                  <a:lnTo>
                    <a:pt x="650259" y="144884"/>
                  </a:lnTo>
                  <a:lnTo>
                    <a:pt x="673523" y="150067"/>
                  </a:lnTo>
                  <a:lnTo>
                    <a:pt x="695837" y="155039"/>
                  </a:lnTo>
                  <a:lnTo>
                    <a:pt x="717277" y="159816"/>
                  </a:lnTo>
                  <a:lnTo>
                    <a:pt x="737906" y="164413"/>
                  </a:lnTo>
                  <a:lnTo>
                    <a:pt x="757786" y="168842"/>
                  </a:lnTo>
                  <a:lnTo>
                    <a:pt x="776968" y="173116"/>
                  </a:lnTo>
                  <a:lnTo>
                    <a:pt x="795499" y="177245"/>
                  </a:lnTo>
                  <a:lnTo>
                    <a:pt x="813423" y="181238"/>
                  </a:lnTo>
                  <a:lnTo>
                    <a:pt x="830778" y="185105"/>
                  </a:lnTo>
                  <a:lnTo>
                    <a:pt x="847599" y="188853"/>
                  </a:lnTo>
                  <a:lnTo>
                    <a:pt x="863917" y="192489"/>
                  </a:lnTo>
                  <a:lnTo>
                    <a:pt x="879762" y="196019"/>
                  </a:lnTo>
                  <a:lnTo>
                    <a:pt x="895161" y="199451"/>
                  </a:lnTo>
                  <a:lnTo>
                    <a:pt x="910138" y="202788"/>
                  </a:lnTo>
                  <a:lnTo>
                    <a:pt x="924716" y="206036"/>
                  </a:lnTo>
                  <a:lnTo>
                    <a:pt x="938915" y="209199"/>
                  </a:lnTo>
                  <a:lnTo>
                    <a:pt x="952754" y="212283"/>
                  </a:lnTo>
                  <a:lnTo>
                    <a:pt x="966252" y="215290"/>
                  </a:lnTo>
                  <a:lnTo>
                    <a:pt x="979424" y="218225"/>
                  </a:lnTo>
                  <a:lnTo>
                    <a:pt x="992287" y="221091"/>
                  </a:lnTo>
                  <a:lnTo>
                    <a:pt x="1004853" y="223891"/>
                  </a:lnTo>
                  <a:lnTo>
                    <a:pt x="1017138" y="226628"/>
                  </a:lnTo>
                  <a:lnTo>
                    <a:pt x="1029152" y="229305"/>
                  </a:lnTo>
                  <a:lnTo>
                    <a:pt x="1040908" y="231924"/>
                  </a:lnTo>
                  <a:lnTo>
                    <a:pt x="1052416" y="234488"/>
                  </a:lnTo>
                  <a:lnTo>
                    <a:pt x="1063687" y="237000"/>
                  </a:lnTo>
                  <a:lnTo>
                    <a:pt x="1074731" y="239460"/>
                  </a:lnTo>
                  <a:lnTo>
                    <a:pt x="1085555" y="241872"/>
                  </a:lnTo>
                  <a:lnTo>
                    <a:pt x="1096170" y="244237"/>
                  </a:lnTo>
                  <a:lnTo>
                    <a:pt x="1106582" y="246557"/>
                  </a:lnTo>
                  <a:lnTo>
                    <a:pt x="1116800" y="248834"/>
                  </a:lnTo>
                  <a:lnTo>
                    <a:pt x="1126830" y="251069"/>
                  </a:lnTo>
                  <a:lnTo>
                    <a:pt x="1136679" y="253263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834810" y="3211504"/>
              <a:ext cx="1136679" cy="237252"/>
            </a:xfrm>
            <a:custGeom>
              <a:avLst/>
              <a:pathLst>
                <a:path w="1136679" h="237252">
                  <a:moveTo>
                    <a:pt x="0" y="237252"/>
                  </a:moveTo>
                  <a:lnTo>
                    <a:pt x="72991" y="222016"/>
                  </a:lnTo>
                  <a:lnTo>
                    <a:pt x="137375" y="208578"/>
                  </a:lnTo>
                  <a:lnTo>
                    <a:pt x="194968" y="196557"/>
                  </a:lnTo>
                  <a:lnTo>
                    <a:pt x="247067" y="185683"/>
                  </a:lnTo>
                  <a:lnTo>
                    <a:pt x="294630" y="175755"/>
                  </a:lnTo>
                  <a:lnTo>
                    <a:pt x="338383" y="166623"/>
                  </a:lnTo>
                  <a:lnTo>
                    <a:pt x="378893" y="158168"/>
                  </a:lnTo>
                  <a:lnTo>
                    <a:pt x="416606" y="150296"/>
                  </a:lnTo>
                  <a:lnTo>
                    <a:pt x="451885" y="142932"/>
                  </a:lnTo>
                  <a:lnTo>
                    <a:pt x="485024" y="136015"/>
                  </a:lnTo>
                  <a:lnTo>
                    <a:pt x="516268" y="129494"/>
                  </a:lnTo>
                  <a:lnTo>
                    <a:pt x="545823" y="123325"/>
                  </a:lnTo>
                  <a:lnTo>
                    <a:pt x="573861" y="117473"/>
                  </a:lnTo>
                  <a:lnTo>
                    <a:pt x="600531" y="111906"/>
                  </a:lnTo>
                  <a:lnTo>
                    <a:pt x="625960" y="106599"/>
                  </a:lnTo>
                  <a:lnTo>
                    <a:pt x="650259" y="101527"/>
                  </a:lnTo>
                  <a:lnTo>
                    <a:pt x="673523" y="96671"/>
                  </a:lnTo>
                  <a:lnTo>
                    <a:pt x="695837" y="92014"/>
                  </a:lnTo>
                  <a:lnTo>
                    <a:pt x="717277" y="87539"/>
                  </a:lnTo>
                  <a:lnTo>
                    <a:pt x="737906" y="83233"/>
                  </a:lnTo>
                  <a:lnTo>
                    <a:pt x="757786" y="79084"/>
                  </a:lnTo>
                  <a:lnTo>
                    <a:pt x="776968" y="75080"/>
                  </a:lnTo>
                  <a:lnTo>
                    <a:pt x="795499" y="71212"/>
                  </a:lnTo>
                  <a:lnTo>
                    <a:pt x="813423" y="67471"/>
                  </a:lnTo>
                  <a:lnTo>
                    <a:pt x="830778" y="63848"/>
                  </a:lnTo>
                  <a:lnTo>
                    <a:pt x="847599" y="60337"/>
                  </a:lnTo>
                  <a:lnTo>
                    <a:pt x="863917" y="56931"/>
                  </a:lnTo>
                  <a:lnTo>
                    <a:pt x="879762" y="53624"/>
                  </a:lnTo>
                  <a:lnTo>
                    <a:pt x="895161" y="50410"/>
                  </a:lnTo>
                  <a:lnTo>
                    <a:pt x="910138" y="47284"/>
                  </a:lnTo>
                  <a:lnTo>
                    <a:pt x="924716" y="44241"/>
                  </a:lnTo>
                  <a:lnTo>
                    <a:pt x="938915" y="41278"/>
                  </a:lnTo>
                  <a:lnTo>
                    <a:pt x="952754" y="38389"/>
                  </a:lnTo>
                  <a:lnTo>
                    <a:pt x="966252" y="35572"/>
                  </a:lnTo>
                  <a:lnTo>
                    <a:pt x="979424" y="32822"/>
                  </a:lnTo>
                  <a:lnTo>
                    <a:pt x="992287" y="30138"/>
                  </a:lnTo>
                  <a:lnTo>
                    <a:pt x="1004853" y="27515"/>
                  </a:lnTo>
                  <a:lnTo>
                    <a:pt x="1017138" y="24951"/>
                  </a:lnTo>
                  <a:lnTo>
                    <a:pt x="1029152" y="22443"/>
                  </a:lnTo>
                  <a:lnTo>
                    <a:pt x="1040908" y="19989"/>
                  </a:lnTo>
                  <a:lnTo>
                    <a:pt x="1052416" y="17587"/>
                  </a:lnTo>
                  <a:lnTo>
                    <a:pt x="1063687" y="15235"/>
                  </a:lnTo>
                  <a:lnTo>
                    <a:pt x="1074731" y="12930"/>
                  </a:lnTo>
                  <a:lnTo>
                    <a:pt x="1085555" y="10670"/>
                  </a:lnTo>
                  <a:lnTo>
                    <a:pt x="1096170" y="8455"/>
                  </a:lnTo>
                  <a:lnTo>
                    <a:pt x="1106582" y="6281"/>
                  </a:lnTo>
                  <a:lnTo>
                    <a:pt x="1116800" y="4149"/>
                  </a:lnTo>
                  <a:lnTo>
                    <a:pt x="1126830" y="2055"/>
                  </a:lnTo>
                  <a:lnTo>
                    <a:pt x="113667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834810" y="3403957"/>
              <a:ext cx="1136679" cy="81105"/>
            </a:xfrm>
            <a:custGeom>
              <a:avLst/>
              <a:pathLst>
                <a:path w="1136679" h="81105">
                  <a:moveTo>
                    <a:pt x="0" y="0"/>
                  </a:moveTo>
                  <a:lnTo>
                    <a:pt x="72991" y="5208"/>
                  </a:lnTo>
                  <a:lnTo>
                    <a:pt x="137375" y="9802"/>
                  </a:lnTo>
                  <a:lnTo>
                    <a:pt x="194968" y="13911"/>
                  </a:lnTo>
                  <a:lnTo>
                    <a:pt x="247067" y="17629"/>
                  </a:lnTo>
                  <a:lnTo>
                    <a:pt x="294630" y="21022"/>
                  </a:lnTo>
                  <a:lnTo>
                    <a:pt x="338383" y="24144"/>
                  </a:lnTo>
                  <a:lnTo>
                    <a:pt x="378893" y="27035"/>
                  </a:lnTo>
                  <a:lnTo>
                    <a:pt x="416606" y="29726"/>
                  </a:lnTo>
                  <a:lnTo>
                    <a:pt x="451885" y="32243"/>
                  </a:lnTo>
                  <a:lnTo>
                    <a:pt x="485024" y="34607"/>
                  </a:lnTo>
                  <a:lnTo>
                    <a:pt x="516268" y="36837"/>
                  </a:lnTo>
                  <a:lnTo>
                    <a:pt x="545823" y="38946"/>
                  </a:lnTo>
                  <a:lnTo>
                    <a:pt x="573861" y="40946"/>
                  </a:lnTo>
                  <a:lnTo>
                    <a:pt x="600531" y="42849"/>
                  </a:lnTo>
                  <a:lnTo>
                    <a:pt x="625960" y="44664"/>
                  </a:lnTo>
                  <a:lnTo>
                    <a:pt x="650259" y="46397"/>
                  </a:lnTo>
                  <a:lnTo>
                    <a:pt x="673523" y="48057"/>
                  </a:lnTo>
                  <a:lnTo>
                    <a:pt x="695837" y="49650"/>
                  </a:lnTo>
                  <a:lnTo>
                    <a:pt x="717277" y="51179"/>
                  </a:lnTo>
                  <a:lnTo>
                    <a:pt x="737906" y="52651"/>
                  </a:lnTo>
                  <a:lnTo>
                    <a:pt x="757786" y="54070"/>
                  </a:lnTo>
                  <a:lnTo>
                    <a:pt x="776968" y="55439"/>
                  </a:lnTo>
                  <a:lnTo>
                    <a:pt x="795499" y="56761"/>
                  </a:lnTo>
                  <a:lnTo>
                    <a:pt x="813423" y="58040"/>
                  </a:lnTo>
                  <a:lnTo>
                    <a:pt x="830778" y="59278"/>
                  </a:lnTo>
                  <a:lnTo>
                    <a:pt x="847599" y="60478"/>
                  </a:lnTo>
                  <a:lnTo>
                    <a:pt x="863917" y="61643"/>
                  </a:lnTo>
                  <a:lnTo>
                    <a:pt x="879762" y="62773"/>
                  </a:lnTo>
                  <a:lnTo>
                    <a:pt x="895161" y="63872"/>
                  </a:lnTo>
                  <a:lnTo>
                    <a:pt x="910138" y="64941"/>
                  </a:lnTo>
                  <a:lnTo>
                    <a:pt x="924716" y="65981"/>
                  </a:lnTo>
                  <a:lnTo>
                    <a:pt x="938915" y="66994"/>
                  </a:lnTo>
                  <a:lnTo>
                    <a:pt x="952754" y="67981"/>
                  </a:lnTo>
                  <a:lnTo>
                    <a:pt x="966252" y="68945"/>
                  </a:lnTo>
                  <a:lnTo>
                    <a:pt x="979424" y="69884"/>
                  </a:lnTo>
                  <a:lnTo>
                    <a:pt x="992287" y="70802"/>
                  </a:lnTo>
                  <a:lnTo>
                    <a:pt x="1004853" y="71699"/>
                  </a:lnTo>
                  <a:lnTo>
                    <a:pt x="1017138" y="72575"/>
                  </a:lnTo>
                  <a:lnTo>
                    <a:pt x="1029152" y="73433"/>
                  </a:lnTo>
                  <a:lnTo>
                    <a:pt x="1040908" y="74271"/>
                  </a:lnTo>
                  <a:lnTo>
                    <a:pt x="1052416" y="75093"/>
                  </a:lnTo>
                  <a:lnTo>
                    <a:pt x="1063687" y="75897"/>
                  </a:lnTo>
                  <a:lnTo>
                    <a:pt x="1074731" y="76685"/>
                  </a:lnTo>
                  <a:lnTo>
                    <a:pt x="1085555" y="77457"/>
                  </a:lnTo>
                  <a:lnTo>
                    <a:pt x="1096170" y="78215"/>
                  </a:lnTo>
                  <a:lnTo>
                    <a:pt x="1106582" y="78958"/>
                  </a:lnTo>
                  <a:lnTo>
                    <a:pt x="1116800" y="79687"/>
                  </a:lnTo>
                  <a:lnTo>
                    <a:pt x="1126830" y="80402"/>
                  </a:lnTo>
                  <a:lnTo>
                    <a:pt x="1136679" y="8110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834810" y="3180413"/>
              <a:ext cx="1136679" cy="179173"/>
            </a:xfrm>
            <a:custGeom>
              <a:avLst/>
              <a:pathLst>
                <a:path w="1136679" h="179173">
                  <a:moveTo>
                    <a:pt x="0" y="179173"/>
                  </a:moveTo>
                  <a:lnTo>
                    <a:pt x="72991" y="167667"/>
                  </a:lnTo>
                  <a:lnTo>
                    <a:pt x="137375" y="157518"/>
                  </a:lnTo>
                  <a:lnTo>
                    <a:pt x="194968" y="148440"/>
                  </a:lnTo>
                  <a:lnTo>
                    <a:pt x="247067" y="140228"/>
                  </a:lnTo>
                  <a:lnTo>
                    <a:pt x="294630" y="132731"/>
                  </a:lnTo>
                  <a:lnTo>
                    <a:pt x="338383" y="125834"/>
                  </a:lnTo>
                  <a:lnTo>
                    <a:pt x="378893" y="119448"/>
                  </a:lnTo>
                  <a:lnTo>
                    <a:pt x="416606" y="113504"/>
                  </a:lnTo>
                  <a:lnTo>
                    <a:pt x="451885" y="107943"/>
                  </a:lnTo>
                  <a:lnTo>
                    <a:pt x="485024" y="102719"/>
                  </a:lnTo>
                  <a:lnTo>
                    <a:pt x="516268" y="97794"/>
                  </a:lnTo>
                  <a:lnTo>
                    <a:pt x="545823" y="93135"/>
                  </a:lnTo>
                  <a:lnTo>
                    <a:pt x="573861" y="88716"/>
                  </a:lnTo>
                  <a:lnTo>
                    <a:pt x="600531" y="84512"/>
                  </a:lnTo>
                  <a:lnTo>
                    <a:pt x="625960" y="80503"/>
                  </a:lnTo>
                  <a:lnTo>
                    <a:pt x="650259" y="76673"/>
                  </a:lnTo>
                  <a:lnTo>
                    <a:pt x="673523" y="73006"/>
                  </a:lnTo>
                  <a:lnTo>
                    <a:pt x="695837" y="69489"/>
                  </a:lnTo>
                  <a:lnTo>
                    <a:pt x="717277" y="66109"/>
                  </a:lnTo>
                  <a:lnTo>
                    <a:pt x="737906" y="62857"/>
                  </a:lnTo>
                  <a:lnTo>
                    <a:pt x="757786" y="59724"/>
                  </a:lnTo>
                  <a:lnTo>
                    <a:pt x="776968" y="56700"/>
                  </a:lnTo>
                  <a:lnTo>
                    <a:pt x="795499" y="53779"/>
                  </a:lnTo>
                  <a:lnTo>
                    <a:pt x="813423" y="50954"/>
                  </a:lnTo>
                  <a:lnTo>
                    <a:pt x="830778" y="48218"/>
                  </a:lnTo>
                  <a:lnTo>
                    <a:pt x="847599" y="45567"/>
                  </a:lnTo>
                  <a:lnTo>
                    <a:pt x="863917" y="42995"/>
                  </a:lnTo>
                  <a:lnTo>
                    <a:pt x="879762" y="40497"/>
                  </a:lnTo>
                  <a:lnTo>
                    <a:pt x="895161" y="38070"/>
                  </a:lnTo>
                  <a:lnTo>
                    <a:pt x="910138" y="35709"/>
                  </a:lnTo>
                  <a:lnTo>
                    <a:pt x="924716" y="33411"/>
                  </a:lnTo>
                  <a:lnTo>
                    <a:pt x="938915" y="31173"/>
                  </a:lnTo>
                  <a:lnTo>
                    <a:pt x="952754" y="28991"/>
                  </a:lnTo>
                  <a:lnTo>
                    <a:pt x="966252" y="26864"/>
                  </a:lnTo>
                  <a:lnTo>
                    <a:pt x="979424" y="24787"/>
                  </a:lnTo>
                  <a:lnTo>
                    <a:pt x="992287" y="22760"/>
                  </a:lnTo>
                  <a:lnTo>
                    <a:pt x="1004853" y="20779"/>
                  </a:lnTo>
                  <a:lnTo>
                    <a:pt x="1017138" y="18843"/>
                  </a:lnTo>
                  <a:lnTo>
                    <a:pt x="1029152" y="16949"/>
                  </a:lnTo>
                  <a:lnTo>
                    <a:pt x="1040908" y="15096"/>
                  </a:lnTo>
                  <a:lnTo>
                    <a:pt x="1052416" y="13282"/>
                  </a:lnTo>
                  <a:lnTo>
                    <a:pt x="1063687" y="11505"/>
                  </a:lnTo>
                  <a:lnTo>
                    <a:pt x="1074731" y="9764"/>
                  </a:lnTo>
                  <a:lnTo>
                    <a:pt x="1085555" y="8058"/>
                  </a:lnTo>
                  <a:lnTo>
                    <a:pt x="1096170" y="6385"/>
                  </a:lnTo>
                  <a:lnTo>
                    <a:pt x="1106582" y="4744"/>
                  </a:lnTo>
                  <a:lnTo>
                    <a:pt x="1116800" y="3133"/>
                  </a:lnTo>
                  <a:lnTo>
                    <a:pt x="1126830" y="1552"/>
                  </a:lnTo>
                  <a:lnTo>
                    <a:pt x="113667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834810" y="3080858"/>
              <a:ext cx="1136679" cy="82925"/>
            </a:xfrm>
            <a:custGeom>
              <a:avLst/>
              <a:pathLst>
                <a:path w="1136679" h="82925">
                  <a:moveTo>
                    <a:pt x="0" y="0"/>
                  </a:moveTo>
                  <a:lnTo>
                    <a:pt x="72991" y="5325"/>
                  </a:lnTo>
                  <a:lnTo>
                    <a:pt x="137375" y="10022"/>
                  </a:lnTo>
                  <a:lnTo>
                    <a:pt x="194968" y="14223"/>
                  </a:lnTo>
                  <a:lnTo>
                    <a:pt x="247067" y="18024"/>
                  </a:lnTo>
                  <a:lnTo>
                    <a:pt x="294630" y="21494"/>
                  </a:lnTo>
                  <a:lnTo>
                    <a:pt x="338383" y="24686"/>
                  </a:lnTo>
                  <a:lnTo>
                    <a:pt x="378893" y="27641"/>
                  </a:lnTo>
                  <a:lnTo>
                    <a:pt x="416606" y="30393"/>
                  </a:lnTo>
                  <a:lnTo>
                    <a:pt x="451885" y="32966"/>
                  </a:lnTo>
                  <a:lnTo>
                    <a:pt x="485024" y="35384"/>
                  </a:lnTo>
                  <a:lnTo>
                    <a:pt x="516268" y="37664"/>
                  </a:lnTo>
                  <a:lnTo>
                    <a:pt x="545823" y="39820"/>
                  </a:lnTo>
                  <a:lnTo>
                    <a:pt x="573861" y="41865"/>
                  </a:lnTo>
                  <a:lnTo>
                    <a:pt x="600531" y="43811"/>
                  </a:lnTo>
                  <a:lnTo>
                    <a:pt x="625960" y="45666"/>
                  </a:lnTo>
                  <a:lnTo>
                    <a:pt x="650259" y="47439"/>
                  </a:lnTo>
                  <a:lnTo>
                    <a:pt x="673523" y="49136"/>
                  </a:lnTo>
                  <a:lnTo>
                    <a:pt x="695837" y="50764"/>
                  </a:lnTo>
                  <a:lnTo>
                    <a:pt x="717277" y="52328"/>
                  </a:lnTo>
                  <a:lnTo>
                    <a:pt x="737906" y="53833"/>
                  </a:lnTo>
                  <a:lnTo>
                    <a:pt x="757786" y="55283"/>
                  </a:lnTo>
                  <a:lnTo>
                    <a:pt x="776968" y="56683"/>
                  </a:lnTo>
                  <a:lnTo>
                    <a:pt x="795499" y="58035"/>
                  </a:lnTo>
                  <a:lnTo>
                    <a:pt x="813423" y="59342"/>
                  </a:lnTo>
                  <a:lnTo>
                    <a:pt x="830778" y="60608"/>
                  </a:lnTo>
                  <a:lnTo>
                    <a:pt x="847599" y="61836"/>
                  </a:lnTo>
                  <a:lnTo>
                    <a:pt x="863917" y="63026"/>
                  </a:lnTo>
                  <a:lnTo>
                    <a:pt x="879762" y="64182"/>
                  </a:lnTo>
                  <a:lnTo>
                    <a:pt x="895161" y="65305"/>
                  </a:lnTo>
                  <a:lnTo>
                    <a:pt x="910138" y="66398"/>
                  </a:lnTo>
                  <a:lnTo>
                    <a:pt x="924716" y="67462"/>
                  </a:lnTo>
                  <a:lnTo>
                    <a:pt x="938915" y="68497"/>
                  </a:lnTo>
                  <a:lnTo>
                    <a:pt x="952754" y="69507"/>
                  </a:lnTo>
                  <a:lnTo>
                    <a:pt x="966252" y="70492"/>
                  </a:lnTo>
                  <a:lnTo>
                    <a:pt x="979424" y="71453"/>
                  </a:lnTo>
                  <a:lnTo>
                    <a:pt x="992287" y="72391"/>
                  </a:lnTo>
                  <a:lnTo>
                    <a:pt x="1004853" y="73308"/>
                  </a:lnTo>
                  <a:lnTo>
                    <a:pt x="1017138" y="74204"/>
                  </a:lnTo>
                  <a:lnTo>
                    <a:pt x="1029152" y="75081"/>
                  </a:lnTo>
                  <a:lnTo>
                    <a:pt x="1040908" y="75938"/>
                  </a:lnTo>
                  <a:lnTo>
                    <a:pt x="1052416" y="76778"/>
                  </a:lnTo>
                  <a:lnTo>
                    <a:pt x="1063687" y="77600"/>
                  </a:lnTo>
                  <a:lnTo>
                    <a:pt x="1074731" y="78406"/>
                  </a:lnTo>
                  <a:lnTo>
                    <a:pt x="1085555" y="79196"/>
                  </a:lnTo>
                  <a:lnTo>
                    <a:pt x="1096170" y="79970"/>
                  </a:lnTo>
                  <a:lnTo>
                    <a:pt x="1106582" y="80730"/>
                  </a:lnTo>
                  <a:lnTo>
                    <a:pt x="1116800" y="81475"/>
                  </a:lnTo>
                  <a:lnTo>
                    <a:pt x="1126830" y="82207"/>
                  </a:lnTo>
                  <a:lnTo>
                    <a:pt x="1136679" y="8292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rc583"/>
            <p:cNvSpPr/>
            <p:nvPr/>
          </p:nvSpPr>
          <p:spPr>
            <a:xfrm>
              <a:off x="2748241" y="2499806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2748241" y="2499806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719773" y="35648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719773" y="32526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719773" y="29404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719773" y="26281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748241" y="360244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34810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3213704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592597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971490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tx594"/>
            <p:cNvSpPr/>
            <p:nvPr/>
          </p:nvSpPr>
          <p:spPr>
            <a:xfrm>
              <a:off x="2748241" y="2323266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6" name="rc595"/>
            <p:cNvSpPr/>
            <p:nvPr/>
          </p:nvSpPr>
          <p:spPr>
            <a:xfrm>
              <a:off x="4186450" y="2499806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227393" y="32958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221794" y="27495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238109" y="307390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237233" y="332163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225952" y="31865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217855" y="31907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224034" y="288727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228757" y="33075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262696" y="35242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246773" y="32909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612635" y="34281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26391" y="252185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09302" y="31560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35605" y="33849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23188" y="329873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10067" y="32410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597815" y="33214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38504" y="34574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44477" y="30813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38433" y="320877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06567" y="29450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42387" y="32855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31867" y="29986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01893" y="31551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44512" y="33206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03878" y="30676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23775" y="288541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17448" y="263830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998513" y="335363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007855" y="32693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023725" y="304988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022842" y="32435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029291" y="31690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979524" y="34270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015055" y="337896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992965" y="31904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018597" y="31663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96350" y="28709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998607" y="32780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992145" y="28702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997145" y="33229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017533" y="345566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982863" y="31223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013360" y="30150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998507" y="33726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75206" y="31250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983741" y="28478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4999942" y="31110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363431" y="307024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89533" y="312974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371009" y="32592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76435" y="33250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359704" y="33044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400410" y="32763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392423" y="30124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407419" y="310210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398706" y="30232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386114" y="27862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86977" y="33178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90055" y="29036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396635" y="26992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355199" y="34066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363711" y="30493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405919" y="33275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396790" y="26313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383193" y="30741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62682" y="296403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386604" y="31768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86144" y="30831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359482" y="32943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356428" y="30148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86353" y="33274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l668"/>
            <p:cNvSpPr/>
            <p:nvPr/>
          </p:nvSpPr>
          <p:spPr>
            <a:xfrm>
              <a:off x="4272522" y="3185674"/>
              <a:ext cx="1137120" cy="162325"/>
            </a:xfrm>
            <a:custGeom>
              <a:avLst/>
              <a:pathLst>
                <a:path w="1137120" h="162325">
                  <a:moveTo>
                    <a:pt x="0" y="162325"/>
                  </a:moveTo>
                  <a:lnTo>
                    <a:pt x="73020" y="151901"/>
                  </a:lnTo>
                  <a:lnTo>
                    <a:pt x="137428" y="142707"/>
                  </a:lnTo>
                  <a:lnTo>
                    <a:pt x="195043" y="134482"/>
                  </a:lnTo>
                  <a:lnTo>
                    <a:pt x="247163" y="127042"/>
                  </a:lnTo>
                  <a:lnTo>
                    <a:pt x="294744" y="120250"/>
                  </a:lnTo>
                  <a:lnTo>
                    <a:pt x="338514" y="114002"/>
                  </a:lnTo>
                  <a:lnTo>
                    <a:pt x="379040" y="108217"/>
                  </a:lnTo>
                  <a:lnTo>
                    <a:pt x="416768" y="102831"/>
                  </a:lnTo>
                  <a:lnTo>
                    <a:pt x="452060" y="97793"/>
                  </a:lnTo>
                  <a:lnTo>
                    <a:pt x="485212" y="93060"/>
                  </a:lnTo>
                  <a:lnTo>
                    <a:pt x="516468" y="88598"/>
                  </a:lnTo>
                  <a:lnTo>
                    <a:pt x="546034" y="84378"/>
                  </a:lnTo>
                  <a:lnTo>
                    <a:pt x="574083" y="80374"/>
                  </a:lnTo>
                  <a:lnTo>
                    <a:pt x="600764" y="76565"/>
                  </a:lnTo>
                  <a:lnTo>
                    <a:pt x="626203" y="72934"/>
                  </a:lnTo>
                  <a:lnTo>
                    <a:pt x="650511" y="69464"/>
                  </a:lnTo>
                  <a:lnTo>
                    <a:pt x="673784" y="66141"/>
                  </a:lnTo>
                  <a:lnTo>
                    <a:pt x="696107" y="62955"/>
                  </a:lnTo>
                  <a:lnTo>
                    <a:pt x="717554" y="59893"/>
                  </a:lnTo>
                  <a:lnTo>
                    <a:pt x="738192" y="56947"/>
                  </a:lnTo>
                  <a:lnTo>
                    <a:pt x="758080" y="54108"/>
                  </a:lnTo>
                  <a:lnTo>
                    <a:pt x="777269" y="51369"/>
                  </a:lnTo>
                  <a:lnTo>
                    <a:pt x="795808" y="48722"/>
                  </a:lnTo>
                  <a:lnTo>
                    <a:pt x="813738" y="46163"/>
                  </a:lnTo>
                  <a:lnTo>
                    <a:pt x="831100" y="43684"/>
                  </a:lnTo>
                  <a:lnTo>
                    <a:pt x="847927" y="41282"/>
                  </a:lnTo>
                  <a:lnTo>
                    <a:pt x="864252" y="38952"/>
                  </a:lnTo>
                  <a:lnTo>
                    <a:pt x="880103" y="36689"/>
                  </a:lnTo>
                  <a:lnTo>
                    <a:pt x="895508" y="34490"/>
                  </a:lnTo>
                  <a:lnTo>
                    <a:pt x="910491" y="32351"/>
                  </a:lnTo>
                  <a:lnTo>
                    <a:pt x="925074" y="30269"/>
                  </a:lnTo>
                  <a:lnTo>
                    <a:pt x="939279" y="28242"/>
                  </a:lnTo>
                  <a:lnTo>
                    <a:pt x="953123" y="26265"/>
                  </a:lnTo>
                  <a:lnTo>
                    <a:pt x="966626" y="24338"/>
                  </a:lnTo>
                  <a:lnTo>
                    <a:pt x="979804" y="22457"/>
                  </a:lnTo>
                  <a:lnTo>
                    <a:pt x="992671" y="20620"/>
                  </a:lnTo>
                  <a:lnTo>
                    <a:pt x="1005243" y="18825"/>
                  </a:lnTo>
                  <a:lnTo>
                    <a:pt x="1017532" y="17071"/>
                  </a:lnTo>
                  <a:lnTo>
                    <a:pt x="1029551" y="15355"/>
                  </a:lnTo>
                  <a:lnTo>
                    <a:pt x="1041311" y="13676"/>
                  </a:lnTo>
                  <a:lnTo>
                    <a:pt x="1052824" y="12033"/>
                  </a:lnTo>
                  <a:lnTo>
                    <a:pt x="1064099" y="10423"/>
                  </a:lnTo>
                  <a:lnTo>
                    <a:pt x="1075147" y="8846"/>
                  </a:lnTo>
                  <a:lnTo>
                    <a:pt x="1085976" y="7300"/>
                  </a:lnTo>
                  <a:lnTo>
                    <a:pt x="1096594" y="5785"/>
                  </a:lnTo>
                  <a:lnTo>
                    <a:pt x="1107011" y="4298"/>
                  </a:lnTo>
                  <a:lnTo>
                    <a:pt x="1117232" y="2838"/>
                  </a:lnTo>
                  <a:lnTo>
                    <a:pt x="1127266" y="1406"/>
                  </a:lnTo>
                  <a:lnTo>
                    <a:pt x="113712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272522" y="3006079"/>
              <a:ext cx="1137120" cy="389029"/>
            </a:xfrm>
            <a:custGeom>
              <a:avLst/>
              <a:pathLst>
                <a:path w="1137120" h="389029">
                  <a:moveTo>
                    <a:pt x="0" y="389029"/>
                  </a:moveTo>
                  <a:lnTo>
                    <a:pt x="73020" y="364048"/>
                  </a:lnTo>
                  <a:lnTo>
                    <a:pt x="137428" y="342012"/>
                  </a:lnTo>
                  <a:lnTo>
                    <a:pt x="195043" y="322301"/>
                  </a:lnTo>
                  <a:lnTo>
                    <a:pt x="247163" y="304470"/>
                  </a:lnTo>
                  <a:lnTo>
                    <a:pt x="294744" y="288192"/>
                  </a:lnTo>
                  <a:lnTo>
                    <a:pt x="338514" y="273217"/>
                  </a:lnTo>
                  <a:lnTo>
                    <a:pt x="379040" y="259353"/>
                  </a:lnTo>
                  <a:lnTo>
                    <a:pt x="416768" y="246445"/>
                  </a:lnTo>
                  <a:lnTo>
                    <a:pt x="452060" y="234371"/>
                  </a:lnTo>
                  <a:lnTo>
                    <a:pt x="485212" y="223029"/>
                  </a:lnTo>
                  <a:lnTo>
                    <a:pt x="516468" y="212336"/>
                  </a:lnTo>
                  <a:lnTo>
                    <a:pt x="546034" y="202221"/>
                  </a:lnTo>
                  <a:lnTo>
                    <a:pt x="574083" y="192625"/>
                  </a:lnTo>
                  <a:lnTo>
                    <a:pt x="600764" y="183497"/>
                  </a:lnTo>
                  <a:lnTo>
                    <a:pt x="626203" y="174794"/>
                  </a:lnTo>
                  <a:lnTo>
                    <a:pt x="650511" y="166477"/>
                  </a:lnTo>
                  <a:lnTo>
                    <a:pt x="673784" y="158515"/>
                  </a:lnTo>
                  <a:lnTo>
                    <a:pt x="696107" y="150878"/>
                  </a:lnTo>
                  <a:lnTo>
                    <a:pt x="717554" y="143540"/>
                  </a:lnTo>
                  <a:lnTo>
                    <a:pt x="738192" y="136480"/>
                  </a:lnTo>
                  <a:lnTo>
                    <a:pt x="758080" y="129676"/>
                  </a:lnTo>
                  <a:lnTo>
                    <a:pt x="777269" y="123111"/>
                  </a:lnTo>
                  <a:lnTo>
                    <a:pt x="795808" y="116769"/>
                  </a:lnTo>
                  <a:lnTo>
                    <a:pt x="813738" y="110634"/>
                  </a:lnTo>
                  <a:lnTo>
                    <a:pt x="831100" y="104695"/>
                  </a:lnTo>
                  <a:lnTo>
                    <a:pt x="847927" y="98938"/>
                  </a:lnTo>
                  <a:lnTo>
                    <a:pt x="864252" y="93353"/>
                  </a:lnTo>
                  <a:lnTo>
                    <a:pt x="880103" y="87930"/>
                  </a:lnTo>
                  <a:lnTo>
                    <a:pt x="895508" y="82659"/>
                  </a:lnTo>
                  <a:lnTo>
                    <a:pt x="910491" y="77533"/>
                  </a:lnTo>
                  <a:lnTo>
                    <a:pt x="925074" y="72544"/>
                  </a:lnTo>
                  <a:lnTo>
                    <a:pt x="939279" y="67685"/>
                  </a:lnTo>
                  <a:lnTo>
                    <a:pt x="953123" y="62948"/>
                  </a:lnTo>
                  <a:lnTo>
                    <a:pt x="966626" y="58328"/>
                  </a:lnTo>
                  <a:lnTo>
                    <a:pt x="979804" y="53820"/>
                  </a:lnTo>
                  <a:lnTo>
                    <a:pt x="992671" y="49418"/>
                  </a:lnTo>
                  <a:lnTo>
                    <a:pt x="1005243" y="45117"/>
                  </a:lnTo>
                  <a:lnTo>
                    <a:pt x="1017532" y="40913"/>
                  </a:lnTo>
                  <a:lnTo>
                    <a:pt x="1029551" y="36801"/>
                  </a:lnTo>
                  <a:lnTo>
                    <a:pt x="1041311" y="32777"/>
                  </a:lnTo>
                  <a:lnTo>
                    <a:pt x="1052824" y="28839"/>
                  </a:lnTo>
                  <a:lnTo>
                    <a:pt x="1064099" y="24981"/>
                  </a:lnTo>
                  <a:lnTo>
                    <a:pt x="1075147" y="21201"/>
                  </a:lnTo>
                  <a:lnTo>
                    <a:pt x="1085976" y="17497"/>
                  </a:lnTo>
                  <a:lnTo>
                    <a:pt x="1096594" y="13864"/>
                  </a:lnTo>
                  <a:lnTo>
                    <a:pt x="1107011" y="10300"/>
                  </a:lnTo>
                  <a:lnTo>
                    <a:pt x="1117232" y="6803"/>
                  </a:lnTo>
                  <a:lnTo>
                    <a:pt x="1127266" y="3370"/>
                  </a:lnTo>
                  <a:lnTo>
                    <a:pt x="113712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272522" y="3092835"/>
              <a:ext cx="1137120" cy="19022"/>
            </a:xfrm>
            <a:custGeom>
              <a:avLst/>
              <a:pathLst>
                <a:path w="1137120" h="19022">
                  <a:moveTo>
                    <a:pt x="0" y="0"/>
                  </a:moveTo>
                  <a:lnTo>
                    <a:pt x="73020" y="1221"/>
                  </a:lnTo>
                  <a:lnTo>
                    <a:pt x="137428" y="2299"/>
                  </a:lnTo>
                  <a:lnTo>
                    <a:pt x="195043" y="3262"/>
                  </a:lnTo>
                  <a:lnTo>
                    <a:pt x="247163" y="4134"/>
                  </a:lnTo>
                  <a:lnTo>
                    <a:pt x="294744" y="4930"/>
                  </a:lnTo>
                  <a:lnTo>
                    <a:pt x="338514" y="5662"/>
                  </a:lnTo>
                  <a:lnTo>
                    <a:pt x="379040" y="6340"/>
                  </a:lnTo>
                  <a:lnTo>
                    <a:pt x="416768" y="6972"/>
                  </a:lnTo>
                  <a:lnTo>
                    <a:pt x="452060" y="7562"/>
                  </a:lnTo>
                  <a:lnTo>
                    <a:pt x="485212" y="8117"/>
                  </a:lnTo>
                  <a:lnTo>
                    <a:pt x="516468" y="8639"/>
                  </a:lnTo>
                  <a:lnTo>
                    <a:pt x="546034" y="9134"/>
                  </a:lnTo>
                  <a:lnTo>
                    <a:pt x="574083" y="9603"/>
                  </a:lnTo>
                  <a:lnTo>
                    <a:pt x="600764" y="10050"/>
                  </a:lnTo>
                  <a:lnTo>
                    <a:pt x="626203" y="10475"/>
                  </a:lnTo>
                  <a:lnTo>
                    <a:pt x="650511" y="10882"/>
                  </a:lnTo>
                  <a:lnTo>
                    <a:pt x="673784" y="11271"/>
                  </a:lnTo>
                  <a:lnTo>
                    <a:pt x="696107" y="11645"/>
                  </a:lnTo>
                  <a:lnTo>
                    <a:pt x="717554" y="12003"/>
                  </a:lnTo>
                  <a:lnTo>
                    <a:pt x="738192" y="12349"/>
                  </a:lnTo>
                  <a:lnTo>
                    <a:pt x="758080" y="12681"/>
                  </a:lnTo>
                  <a:lnTo>
                    <a:pt x="777269" y="13002"/>
                  </a:lnTo>
                  <a:lnTo>
                    <a:pt x="795808" y="13312"/>
                  </a:lnTo>
                  <a:lnTo>
                    <a:pt x="813738" y="13612"/>
                  </a:lnTo>
                  <a:lnTo>
                    <a:pt x="831100" y="13903"/>
                  </a:lnTo>
                  <a:lnTo>
                    <a:pt x="847927" y="14184"/>
                  </a:lnTo>
                  <a:lnTo>
                    <a:pt x="864252" y="14457"/>
                  </a:lnTo>
                  <a:lnTo>
                    <a:pt x="880103" y="14723"/>
                  </a:lnTo>
                  <a:lnTo>
                    <a:pt x="895508" y="14980"/>
                  </a:lnTo>
                  <a:lnTo>
                    <a:pt x="910491" y="15231"/>
                  </a:lnTo>
                  <a:lnTo>
                    <a:pt x="925074" y="15475"/>
                  </a:lnTo>
                  <a:lnTo>
                    <a:pt x="939279" y="15713"/>
                  </a:lnTo>
                  <a:lnTo>
                    <a:pt x="953123" y="15944"/>
                  </a:lnTo>
                  <a:lnTo>
                    <a:pt x="966626" y="16170"/>
                  </a:lnTo>
                  <a:lnTo>
                    <a:pt x="979804" y="16390"/>
                  </a:lnTo>
                  <a:lnTo>
                    <a:pt x="992671" y="16606"/>
                  </a:lnTo>
                  <a:lnTo>
                    <a:pt x="1005243" y="16816"/>
                  </a:lnTo>
                  <a:lnTo>
                    <a:pt x="1017532" y="17022"/>
                  </a:lnTo>
                  <a:lnTo>
                    <a:pt x="1029551" y="17223"/>
                  </a:lnTo>
                  <a:lnTo>
                    <a:pt x="1041311" y="17419"/>
                  </a:lnTo>
                  <a:lnTo>
                    <a:pt x="1052824" y="17612"/>
                  </a:lnTo>
                  <a:lnTo>
                    <a:pt x="1064099" y="17801"/>
                  </a:lnTo>
                  <a:lnTo>
                    <a:pt x="1075147" y="17985"/>
                  </a:lnTo>
                  <a:lnTo>
                    <a:pt x="1085976" y="18167"/>
                  </a:lnTo>
                  <a:lnTo>
                    <a:pt x="1096594" y="18344"/>
                  </a:lnTo>
                  <a:lnTo>
                    <a:pt x="1107011" y="18518"/>
                  </a:lnTo>
                  <a:lnTo>
                    <a:pt x="1117232" y="18689"/>
                  </a:lnTo>
                  <a:lnTo>
                    <a:pt x="1127266" y="18857"/>
                  </a:lnTo>
                  <a:lnTo>
                    <a:pt x="1137120" y="19022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272522" y="2740973"/>
              <a:ext cx="1137120" cy="357835"/>
            </a:xfrm>
            <a:custGeom>
              <a:avLst/>
              <a:pathLst>
                <a:path w="1137120" h="357835">
                  <a:moveTo>
                    <a:pt x="0" y="357835"/>
                  </a:moveTo>
                  <a:lnTo>
                    <a:pt x="73020" y="334856"/>
                  </a:lnTo>
                  <a:lnTo>
                    <a:pt x="137428" y="314588"/>
                  </a:lnTo>
                  <a:lnTo>
                    <a:pt x="195043" y="296457"/>
                  </a:lnTo>
                  <a:lnTo>
                    <a:pt x="247163" y="280056"/>
                  </a:lnTo>
                  <a:lnTo>
                    <a:pt x="294744" y="265083"/>
                  </a:lnTo>
                  <a:lnTo>
                    <a:pt x="338514" y="251309"/>
                  </a:lnTo>
                  <a:lnTo>
                    <a:pt x="379040" y="238556"/>
                  </a:lnTo>
                  <a:lnTo>
                    <a:pt x="416768" y="226684"/>
                  </a:lnTo>
                  <a:lnTo>
                    <a:pt x="452060" y="215578"/>
                  </a:lnTo>
                  <a:lnTo>
                    <a:pt x="485212" y="205146"/>
                  </a:lnTo>
                  <a:lnTo>
                    <a:pt x="516468" y="195310"/>
                  </a:lnTo>
                  <a:lnTo>
                    <a:pt x="546034" y="186006"/>
                  </a:lnTo>
                  <a:lnTo>
                    <a:pt x="574083" y="177179"/>
                  </a:lnTo>
                  <a:lnTo>
                    <a:pt x="600764" y="168783"/>
                  </a:lnTo>
                  <a:lnTo>
                    <a:pt x="626203" y="160778"/>
                  </a:lnTo>
                  <a:lnTo>
                    <a:pt x="650511" y="153128"/>
                  </a:lnTo>
                  <a:lnTo>
                    <a:pt x="673784" y="145805"/>
                  </a:lnTo>
                  <a:lnTo>
                    <a:pt x="696107" y="138780"/>
                  </a:lnTo>
                  <a:lnTo>
                    <a:pt x="717554" y="132031"/>
                  </a:lnTo>
                  <a:lnTo>
                    <a:pt x="738192" y="125536"/>
                  </a:lnTo>
                  <a:lnTo>
                    <a:pt x="758080" y="119278"/>
                  </a:lnTo>
                  <a:lnTo>
                    <a:pt x="777269" y="113239"/>
                  </a:lnTo>
                  <a:lnTo>
                    <a:pt x="795808" y="107405"/>
                  </a:lnTo>
                  <a:lnTo>
                    <a:pt x="813738" y="101763"/>
                  </a:lnTo>
                  <a:lnTo>
                    <a:pt x="831100" y="96300"/>
                  </a:lnTo>
                  <a:lnTo>
                    <a:pt x="847927" y="91004"/>
                  </a:lnTo>
                  <a:lnTo>
                    <a:pt x="864252" y="85867"/>
                  </a:lnTo>
                  <a:lnTo>
                    <a:pt x="880103" y="80879"/>
                  </a:lnTo>
                  <a:lnTo>
                    <a:pt x="895508" y="76031"/>
                  </a:lnTo>
                  <a:lnTo>
                    <a:pt x="910491" y="71316"/>
                  </a:lnTo>
                  <a:lnTo>
                    <a:pt x="925074" y="66727"/>
                  </a:lnTo>
                  <a:lnTo>
                    <a:pt x="939279" y="62257"/>
                  </a:lnTo>
                  <a:lnTo>
                    <a:pt x="953123" y="57900"/>
                  </a:lnTo>
                  <a:lnTo>
                    <a:pt x="966626" y="53651"/>
                  </a:lnTo>
                  <a:lnTo>
                    <a:pt x="979804" y="49505"/>
                  </a:lnTo>
                  <a:lnTo>
                    <a:pt x="992671" y="45455"/>
                  </a:lnTo>
                  <a:lnTo>
                    <a:pt x="1005243" y="41499"/>
                  </a:lnTo>
                  <a:lnTo>
                    <a:pt x="1017532" y="37632"/>
                  </a:lnTo>
                  <a:lnTo>
                    <a:pt x="1029551" y="33850"/>
                  </a:lnTo>
                  <a:lnTo>
                    <a:pt x="1041311" y="30149"/>
                  </a:lnTo>
                  <a:lnTo>
                    <a:pt x="1052824" y="26526"/>
                  </a:lnTo>
                  <a:lnTo>
                    <a:pt x="1064099" y="22978"/>
                  </a:lnTo>
                  <a:lnTo>
                    <a:pt x="1075147" y="19501"/>
                  </a:lnTo>
                  <a:lnTo>
                    <a:pt x="1085976" y="16094"/>
                  </a:lnTo>
                  <a:lnTo>
                    <a:pt x="1096594" y="12752"/>
                  </a:lnTo>
                  <a:lnTo>
                    <a:pt x="1107011" y="9474"/>
                  </a:lnTo>
                  <a:lnTo>
                    <a:pt x="1117232" y="6258"/>
                  </a:lnTo>
                  <a:lnTo>
                    <a:pt x="1127266" y="3100"/>
                  </a:lnTo>
                  <a:lnTo>
                    <a:pt x="113712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272522" y="3139751"/>
              <a:ext cx="1137120" cy="61372"/>
            </a:xfrm>
            <a:custGeom>
              <a:avLst/>
              <a:pathLst>
                <a:path w="1137120" h="61372">
                  <a:moveTo>
                    <a:pt x="0" y="61372"/>
                  </a:moveTo>
                  <a:lnTo>
                    <a:pt x="73020" y="57431"/>
                  </a:lnTo>
                  <a:lnTo>
                    <a:pt x="137428" y="53955"/>
                  </a:lnTo>
                  <a:lnTo>
                    <a:pt x="195043" y="50845"/>
                  </a:lnTo>
                  <a:lnTo>
                    <a:pt x="247163" y="48032"/>
                  </a:lnTo>
                  <a:lnTo>
                    <a:pt x="294744" y="45464"/>
                  </a:lnTo>
                  <a:lnTo>
                    <a:pt x="338514" y="43102"/>
                  </a:lnTo>
                  <a:lnTo>
                    <a:pt x="379040" y="40914"/>
                  </a:lnTo>
                  <a:lnTo>
                    <a:pt x="416768" y="38878"/>
                  </a:lnTo>
                  <a:lnTo>
                    <a:pt x="452060" y="36973"/>
                  </a:lnTo>
                  <a:lnTo>
                    <a:pt x="485212" y="35184"/>
                  </a:lnTo>
                  <a:lnTo>
                    <a:pt x="516468" y="33497"/>
                  </a:lnTo>
                  <a:lnTo>
                    <a:pt x="546034" y="31901"/>
                  </a:lnTo>
                  <a:lnTo>
                    <a:pt x="574083" y="30388"/>
                  </a:lnTo>
                  <a:lnTo>
                    <a:pt x="600764" y="28948"/>
                  </a:lnTo>
                  <a:lnTo>
                    <a:pt x="626203" y="27575"/>
                  </a:lnTo>
                  <a:lnTo>
                    <a:pt x="650511" y="26263"/>
                  </a:lnTo>
                  <a:lnTo>
                    <a:pt x="673784" y="25007"/>
                  </a:lnTo>
                  <a:lnTo>
                    <a:pt x="696107" y="23802"/>
                  </a:lnTo>
                  <a:lnTo>
                    <a:pt x="717554" y="22644"/>
                  </a:lnTo>
                  <a:lnTo>
                    <a:pt x="738192" y="21530"/>
                  </a:lnTo>
                  <a:lnTo>
                    <a:pt x="758080" y="20457"/>
                  </a:lnTo>
                  <a:lnTo>
                    <a:pt x="777269" y="19421"/>
                  </a:lnTo>
                  <a:lnTo>
                    <a:pt x="795808" y="18421"/>
                  </a:lnTo>
                  <a:lnTo>
                    <a:pt x="813738" y="17453"/>
                  </a:lnTo>
                  <a:lnTo>
                    <a:pt x="831100" y="16516"/>
                  </a:lnTo>
                  <a:lnTo>
                    <a:pt x="847927" y="15608"/>
                  </a:lnTo>
                  <a:lnTo>
                    <a:pt x="864252" y="14727"/>
                  </a:lnTo>
                  <a:lnTo>
                    <a:pt x="880103" y="13871"/>
                  </a:lnTo>
                  <a:lnTo>
                    <a:pt x="895508" y="13040"/>
                  </a:lnTo>
                  <a:lnTo>
                    <a:pt x="910491" y="12231"/>
                  </a:lnTo>
                  <a:lnTo>
                    <a:pt x="925074" y="11444"/>
                  </a:lnTo>
                  <a:lnTo>
                    <a:pt x="939279" y="10677"/>
                  </a:lnTo>
                  <a:lnTo>
                    <a:pt x="953123" y="9930"/>
                  </a:lnTo>
                  <a:lnTo>
                    <a:pt x="966626" y="9201"/>
                  </a:lnTo>
                  <a:lnTo>
                    <a:pt x="979804" y="8490"/>
                  </a:lnTo>
                  <a:lnTo>
                    <a:pt x="992671" y="7796"/>
                  </a:lnTo>
                  <a:lnTo>
                    <a:pt x="1005243" y="7117"/>
                  </a:lnTo>
                  <a:lnTo>
                    <a:pt x="1017532" y="6454"/>
                  </a:lnTo>
                  <a:lnTo>
                    <a:pt x="1029551" y="5805"/>
                  </a:lnTo>
                  <a:lnTo>
                    <a:pt x="1041311" y="5170"/>
                  </a:lnTo>
                  <a:lnTo>
                    <a:pt x="1052824" y="4549"/>
                  </a:lnTo>
                  <a:lnTo>
                    <a:pt x="1064099" y="3941"/>
                  </a:lnTo>
                  <a:lnTo>
                    <a:pt x="1075147" y="3344"/>
                  </a:lnTo>
                  <a:lnTo>
                    <a:pt x="1085976" y="2760"/>
                  </a:lnTo>
                  <a:lnTo>
                    <a:pt x="1096594" y="2187"/>
                  </a:lnTo>
                  <a:lnTo>
                    <a:pt x="1107011" y="1625"/>
                  </a:lnTo>
                  <a:lnTo>
                    <a:pt x="1117232" y="1073"/>
                  </a:lnTo>
                  <a:lnTo>
                    <a:pt x="1127266" y="531"/>
                  </a:lnTo>
                  <a:lnTo>
                    <a:pt x="113712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272522" y="3059869"/>
              <a:ext cx="1137120" cy="186338"/>
            </a:xfrm>
            <a:custGeom>
              <a:avLst/>
              <a:pathLst>
                <a:path w="1137120" h="186338">
                  <a:moveTo>
                    <a:pt x="0" y="186338"/>
                  </a:moveTo>
                  <a:lnTo>
                    <a:pt x="73020" y="174372"/>
                  </a:lnTo>
                  <a:lnTo>
                    <a:pt x="137428" y="163817"/>
                  </a:lnTo>
                  <a:lnTo>
                    <a:pt x="195043" y="154376"/>
                  </a:lnTo>
                  <a:lnTo>
                    <a:pt x="247163" y="145835"/>
                  </a:lnTo>
                  <a:lnTo>
                    <a:pt x="294744" y="138038"/>
                  </a:lnTo>
                  <a:lnTo>
                    <a:pt x="338514" y="130866"/>
                  </a:lnTo>
                  <a:lnTo>
                    <a:pt x="379040" y="124225"/>
                  </a:lnTo>
                  <a:lnTo>
                    <a:pt x="416768" y="118042"/>
                  </a:lnTo>
                  <a:lnTo>
                    <a:pt x="452060" y="112259"/>
                  </a:lnTo>
                  <a:lnTo>
                    <a:pt x="485212" y="106827"/>
                  </a:lnTo>
                  <a:lnTo>
                    <a:pt x="516468" y="101705"/>
                  </a:lnTo>
                  <a:lnTo>
                    <a:pt x="546034" y="96860"/>
                  </a:lnTo>
                  <a:lnTo>
                    <a:pt x="574083" y="92263"/>
                  </a:lnTo>
                  <a:lnTo>
                    <a:pt x="600764" y="87891"/>
                  </a:lnTo>
                  <a:lnTo>
                    <a:pt x="626203" y="83723"/>
                  </a:lnTo>
                  <a:lnTo>
                    <a:pt x="650511" y="79739"/>
                  </a:lnTo>
                  <a:lnTo>
                    <a:pt x="673784" y="75926"/>
                  </a:lnTo>
                  <a:lnTo>
                    <a:pt x="696107" y="72268"/>
                  </a:lnTo>
                  <a:lnTo>
                    <a:pt x="717554" y="68753"/>
                  </a:lnTo>
                  <a:lnTo>
                    <a:pt x="738192" y="65371"/>
                  </a:lnTo>
                  <a:lnTo>
                    <a:pt x="758080" y="62112"/>
                  </a:lnTo>
                  <a:lnTo>
                    <a:pt x="777269" y="58968"/>
                  </a:lnTo>
                  <a:lnTo>
                    <a:pt x="795808" y="55930"/>
                  </a:lnTo>
                  <a:lnTo>
                    <a:pt x="813738" y="52991"/>
                  </a:lnTo>
                  <a:lnTo>
                    <a:pt x="831100" y="50146"/>
                  </a:lnTo>
                  <a:lnTo>
                    <a:pt x="847927" y="47389"/>
                  </a:lnTo>
                  <a:lnTo>
                    <a:pt x="864252" y="44714"/>
                  </a:lnTo>
                  <a:lnTo>
                    <a:pt x="880103" y="42116"/>
                  </a:lnTo>
                  <a:lnTo>
                    <a:pt x="895508" y="39592"/>
                  </a:lnTo>
                  <a:lnTo>
                    <a:pt x="910491" y="37137"/>
                  </a:lnTo>
                  <a:lnTo>
                    <a:pt x="925074" y="34747"/>
                  </a:lnTo>
                  <a:lnTo>
                    <a:pt x="939279" y="32419"/>
                  </a:lnTo>
                  <a:lnTo>
                    <a:pt x="953123" y="30151"/>
                  </a:lnTo>
                  <a:lnTo>
                    <a:pt x="966626" y="27938"/>
                  </a:lnTo>
                  <a:lnTo>
                    <a:pt x="979804" y="25779"/>
                  </a:lnTo>
                  <a:lnTo>
                    <a:pt x="992671" y="23670"/>
                  </a:lnTo>
                  <a:lnTo>
                    <a:pt x="1005243" y="21610"/>
                  </a:lnTo>
                  <a:lnTo>
                    <a:pt x="1017532" y="19596"/>
                  </a:lnTo>
                  <a:lnTo>
                    <a:pt x="1029551" y="17627"/>
                  </a:lnTo>
                  <a:lnTo>
                    <a:pt x="1041311" y="15699"/>
                  </a:lnTo>
                  <a:lnTo>
                    <a:pt x="1052824" y="13813"/>
                  </a:lnTo>
                  <a:lnTo>
                    <a:pt x="1064099" y="11965"/>
                  </a:lnTo>
                  <a:lnTo>
                    <a:pt x="1075147" y="10155"/>
                  </a:lnTo>
                  <a:lnTo>
                    <a:pt x="1085976" y="8380"/>
                  </a:lnTo>
                  <a:lnTo>
                    <a:pt x="1096594" y="6640"/>
                  </a:lnTo>
                  <a:lnTo>
                    <a:pt x="1107011" y="4933"/>
                  </a:lnTo>
                  <a:lnTo>
                    <a:pt x="1117232" y="3258"/>
                  </a:lnTo>
                  <a:lnTo>
                    <a:pt x="1127266" y="1614"/>
                  </a:lnTo>
                  <a:lnTo>
                    <a:pt x="113712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272522" y="3240703"/>
              <a:ext cx="1137120" cy="31408"/>
            </a:xfrm>
            <a:custGeom>
              <a:avLst/>
              <a:pathLst>
                <a:path w="1137120" h="31408">
                  <a:moveTo>
                    <a:pt x="0" y="0"/>
                  </a:moveTo>
                  <a:lnTo>
                    <a:pt x="73020" y="2016"/>
                  </a:lnTo>
                  <a:lnTo>
                    <a:pt x="137428" y="3795"/>
                  </a:lnTo>
                  <a:lnTo>
                    <a:pt x="195043" y="5387"/>
                  </a:lnTo>
                  <a:lnTo>
                    <a:pt x="247163" y="6826"/>
                  </a:lnTo>
                  <a:lnTo>
                    <a:pt x="294744" y="8141"/>
                  </a:lnTo>
                  <a:lnTo>
                    <a:pt x="338514" y="9350"/>
                  </a:lnTo>
                  <a:lnTo>
                    <a:pt x="379040" y="10469"/>
                  </a:lnTo>
                  <a:lnTo>
                    <a:pt x="416768" y="11511"/>
                  </a:lnTo>
                  <a:lnTo>
                    <a:pt x="452060" y="12486"/>
                  </a:lnTo>
                  <a:lnTo>
                    <a:pt x="485212" y="13402"/>
                  </a:lnTo>
                  <a:lnTo>
                    <a:pt x="516468" y="14265"/>
                  </a:lnTo>
                  <a:lnTo>
                    <a:pt x="546034" y="15082"/>
                  </a:lnTo>
                  <a:lnTo>
                    <a:pt x="574083" y="15856"/>
                  </a:lnTo>
                  <a:lnTo>
                    <a:pt x="600764" y="16593"/>
                  </a:lnTo>
                  <a:lnTo>
                    <a:pt x="626203" y="17296"/>
                  </a:lnTo>
                  <a:lnTo>
                    <a:pt x="650511" y="17967"/>
                  </a:lnTo>
                  <a:lnTo>
                    <a:pt x="673784" y="18610"/>
                  </a:lnTo>
                  <a:lnTo>
                    <a:pt x="696107" y="19227"/>
                  </a:lnTo>
                  <a:lnTo>
                    <a:pt x="717554" y="19819"/>
                  </a:lnTo>
                  <a:lnTo>
                    <a:pt x="738192" y="20389"/>
                  </a:lnTo>
                  <a:lnTo>
                    <a:pt x="758080" y="20938"/>
                  </a:lnTo>
                  <a:lnTo>
                    <a:pt x="777269" y="21468"/>
                  </a:lnTo>
                  <a:lnTo>
                    <a:pt x="795808" y="21980"/>
                  </a:lnTo>
                  <a:lnTo>
                    <a:pt x="813738" y="22476"/>
                  </a:lnTo>
                  <a:lnTo>
                    <a:pt x="831100" y="22955"/>
                  </a:lnTo>
                  <a:lnTo>
                    <a:pt x="847927" y="23420"/>
                  </a:lnTo>
                  <a:lnTo>
                    <a:pt x="864252" y="23871"/>
                  </a:lnTo>
                  <a:lnTo>
                    <a:pt x="880103" y="24309"/>
                  </a:lnTo>
                  <a:lnTo>
                    <a:pt x="895508" y="24734"/>
                  </a:lnTo>
                  <a:lnTo>
                    <a:pt x="910491" y="25148"/>
                  </a:lnTo>
                  <a:lnTo>
                    <a:pt x="925074" y="25551"/>
                  </a:lnTo>
                  <a:lnTo>
                    <a:pt x="939279" y="25943"/>
                  </a:lnTo>
                  <a:lnTo>
                    <a:pt x="953123" y="26326"/>
                  </a:lnTo>
                  <a:lnTo>
                    <a:pt x="966626" y="26699"/>
                  </a:lnTo>
                  <a:lnTo>
                    <a:pt x="979804" y="27063"/>
                  </a:lnTo>
                  <a:lnTo>
                    <a:pt x="992671" y="27418"/>
                  </a:lnTo>
                  <a:lnTo>
                    <a:pt x="1005243" y="27765"/>
                  </a:lnTo>
                  <a:lnTo>
                    <a:pt x="1017532" y="28105"/>
                  </a:lnTo>
                  <a:lnTo>
                    <a:pt x="1029551" y="28437"/>
                  </a:lnTo>
                  <a:lnTo>
                    <a:pt x="1041311" y="28762"/>
                  </a:lnTo>
                  <a:lnTo>
                    <a:pt x="1052824" y="29080"/>
                  </a:lnTo>
                  <a:lnTo>
                    <a:pt x="1064099" y="29391"/>
                  </a:lnTo>
                  <a:lnTo>
                    <a:pt x="1075147" y="29696"/>
                  </a:lnTo>
                  <a:lnTo>
                    <a:pt x="1085976" y="29995"/>
                  </a:lnTo>
                  <a:lnTo>
                    <a:pt x="1096594" y="30289"/>
                  </a:lnTo>
                  <a:lnTo>
                    <a:pt x="1107011" y="30576"/>
                  </a:lnTo>
                  <a:lnTo>
                    <a:pt x="1117232" y="30859"/>
                  </a:lnTo>
                  <a:lnTo>
                    <a:pt x="1127266" y="31136"/>
                  </a:lnTo>
                  <a:lnTo>
                    <a:pt x="1137120" y="3140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272522" y="3362081"/>
              <a:ext cx="1137120" cy="54531"/>
            </a:xfrm>
            <a:custGeom>
              <a:avLst/>
              <a:pathLst>
                <a:path w="1137120" h="54531">
                  <a:moveTo>
                    <a:pt x="0" y="54531"/>
                  </a:moveTo>
                  <a:lnTo>
                    <a:pt x="73020" y="51029"/>
                  </a:lnTo>
                  <a:lnTo>
                    <a:pt x="137428" y="47940"/>
                  </a:lnTo>
                  <a:lnTo>
                    <a:pt x="195043" y="45177"/>
                  </a:lnTo>
                  <a:lnTo>
                    <a:pt x="247163" y="42678"/>
                  </a:lnTo>
                  <a:lnTo>
                    <a:pt x="294744" y="40396"/>
                  </a:lnTo>
                  <a:lnTo>
                    <a:pt x="338514" y="38297"/>
                  </a:lnTo>
                  <a:lnTo>
                    <a:pt x="379040" y="36354"/>
                  </a:lnTo>
                  <a:lnTo>
                    <a:pt x="416768" y="34545"/>
                  </a:lnTo>
                  <a:lnTo>
                    <a:pt x="452060" y="32852"/>
                  </a:lnTo>
                  <a:lnTo>
                    <a:pt x="485212" y="31262"/>
                  </a:lnTo>
                  <a:lnTo>
                    <a:pt x="516468" y="29763"/>
                  </a:lnTo>
                  <a:lnTo>
                    <a:pt x="546034" y="28345"/>
                  </a:lnTo>
                  <a:lnTo>
                    <a:pt x="574083" y="27000"/>
                  </a:lnTo>
                  <a:lnTo>
                    <a:pt x="600764" y="25721"/>
                  </a:lnTo>
                  <a:lnTo>
                    <a:pt x="626203" y="24501"/>
                  </a:lnTo>
                  <a:lnTo>
                    <a:pt x="650511" y="23335"/>
                  </a:lnTo>
                  <a:lnTo>
                    <a:pt x="673784" y="22219"/>
                  </a:lnTo>
                  <a:lnTo>
                    <a:pt x="696107" y="21149"/>
                  </a:lnTo>
                  <a:lnTo>
                    <a:pt x="717554" y="20120"/>
                  </a:lnTo>
                  <a:lnTo>
                    <a:pt x="738192" y="19130"/>
                  </a:lnTo>
                  <a:lnTo>
                    <a:pt x="758080" y="18177"/>
                  </a:lnTo>
                  <a:lnTo>
                    <a:pt x="777269" y="17256"/>
                  </a:lnTo>
                  <a:lnTo>
                    <a:pt x="795808" y="16367"/>
                  </a:lnTo>
                  <a:lnTo>
                    <a:pt x="813738" y="15507"/>
                  </a:lnTo>
                  <a:lnTo>
                    <a:pt x="831100" y="14675"/>
                  </a:lnTo>
                  <a:lnTo>
                    <a:pt x="847927" y="13868"/>
                  </a:lnTo>
                  <a:lnTo>
                    <a:pt x="864252" y="13085"/>
                  </a:lnTo>
                  <a:lnTo>
                    <a:pt x="880103" y="12325"/>
                  </a:lnTo>
                  <a:lnTo>
                    <a:pt x="895508" y="11586"/>
                  </a:lnTo>
                  <a:lnTo>
                    <a:pt x="910491" y="10868"/>
                  </a:lnTo>
                  <a:lnTo>
                    <a:pt x="925074" y="10168"/>
                  </a:lnTo>
                  <a:lnTo>
                    <a:pt x="939279" y="9487"/>
                  </a:lnTo>
                  <a:lnTo>
                    <a:pt x="953123" y="8823"/>
                  </a:lnTo>
                  <a:lnTo>
                    <a:pt x="966626" y="8176"/>
                  </a:lnTo>
                  <a:lnTo>
                    <a:pt x="979804" y="7544"/>
                  </a:lnTo>
                  <a:lnTo>
                    <a:pt x="992671" y="6927"/>
                  </a:lnTo>
                  <a:lnTo>
                    <a:pt x="1005243" y="6324"/>
                  </a:lnTo>
                  <a:lnTo>
                    <a:pt x="1017532" y="5734"/>
                  </a:lnTo>
                  <a:lnTo>
                    <a:pt x="1029551" y="5158"/>
                  </a:lnTo>
                  <a:lnTo>
                    <a:pt x="1041311" y="4594"/>
                  </a:lnTo>
                  <a:lnTo>
                    <a:pt x="1052824" y="4042"/>
                  </a:lnTo>
                  <a:lnTo>
                    <a:pt x="1064099" y="3501"/>
                  </a:lnTo>
                  <a:lnTo>
                    <a:pt x="1075147" y="2971"/>
                  </a:lnTo>
                  <a:lnTo>
                    <a:pt x="1085976" y="2452"/>
                  </a:lnTo>
                  <a:lnTo>
                    <a:pt x="1096594" y="1943"/>
                  </a:lnTo>
                  <a:lnTo>
                    <a:pt x="1107011" y="1443"/>
                  </a:lnTo>
                  <a:lnTo>
                    <a:pt x="1117232" y="953"/>
                  </a:lnTo>
                  <a:lnTo>
                    <a:pt x="1127266" y="472"/>
                  </a:lnTo>
                  <a:lnTo>
                    <a:pt x="113712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272522" y="2753129"/>
              <a:ext cx="1137120" cy="531585"/>
            </a:xfrm>
            <a:custGeom>
              <a:avLst/>
              <a:pathLst>
                <a:path w="1137120" h="531585">
                  <a:moveTo>
                    <a:pt x="0" y="0"/>
                  </a:moveTo>
                  <a:lnTo>
                    <a:pt x="73020" y="34135"/>
                  </a:lnTo>
                  <a:lnTo>
                    <a:pt x="137428" y="64245"/>
                  </a:lnTo>
                  <a:lnTo>
                    <a:pt x="195043" y="91179"/>
                  </a:lnTo>
                  <a:lnTo>
                    <a:pt x="247163" y="115544"/>
                  </a:lnTo>
                  <a:lnTo>
                    <a:pt x="294744" y="137788"/>
                  </a:lnTo>
                  <a:lnTo>
                    <a:pt x="338514" y="158250"/>
                  </a:lnTo>
                  <a:lnTo>
                    <a:pt x="379040" y="177195"/>
                  </a:lnTo>
                  <a:lnTo>
                    <a:pt x="416768" y="194832"/>
                  </a:lnTo>
                  <a:lnTo>
                    <a:pt x="452060" y="211330"/>
                  </a:lnTo>
                  <a:lnTo>
                    <a:pt x="485212" y="226828"/>
                  </a:lnTo>
                  <a:lnTo>
                    <a:pt x="516468" y="241440"/>
                  </a:lnTo>
                  <a:lnTo>
                    <a:pt x="546034" y="255262"/>
                  </a:lnTo>
                  <a:lnTo>
                    <a:pt x="574083" y="268374"/>
                  </a:lnTo>
                  <a:lnTo>
                    <a:pt x="600764" y="280847"/>
                  </a:lnTo>
                  <a:lnTo>
                    <a:pt x="626203" y="292739"/>
                  </a:lnTo>
                  <a:lnTo>
                    <a:pt x="650511" y="304103"/>
                  </a:lnTo>
                  <a:lnTo>
                    <a:pt x="673784" y="314983"/>
                  </a:lnTo>
                  <a:lnTo>
                    <a:pt x="696107" y="325418"/>
                  </a:lnTo>
                  <a:lnTo>
                    <a:pt x="717554" y="335445"/>
                  </a:lnTo>
                  <a:lnTo>
                    <a:pt x="738192" y="345093"/>
                  </a:lnTo>
                  <a:lnTo>
                    <a:pt x="758080" y="354390"/>
                  </a:lnTo>
                  <a:lnTo>
                    <a:pt x="777269" y="363360"/>
                  </a:lnTo>
                  <a:lnTo>
                    <a:pt x="795808" y="372027"/>
                  </a:lnTo>
                  <a:lnTo>
                    <a:pt x="813738" y="380409"/>
                  </a:lnTo>
                  <a:lnTo>
                    <a:pt x="831100" y="388525"/>
                  </a:lnTo>
                  <a:lnTo>
                    <a:pt x="847927" y="396392"/>
                  </a:lnTo>
                  <a:lnTo>
                    <a:pt x="864252" y="404023"/>
                  </a:lnTo>
                  <a:lnTo>
                    <a:pt x="880103" y="411434"/>
                  </a:lnTo>
                  <a:lnTo>
                    <a:pt x="895508" y="418635"/>
                  </a:lnTo>
                  <a:lnTo>
                    <a:pt x="910491" y="425639"/>
                  </a:lnTo>
                  <a:lnTo>
                    <a:pt x="925074" y="432457"/>
                  </a:lnTo>
                  <a:lnTo>
                    <a:pt x="939279" y="439097"/>
                  </a:lnTo>
                  <a:lnTo>
                    <a:pt x="953123" y="445569"/>
                  </a:lnTo>
                  <a:lnTo>
                    <a:pt x="966626" y="451882"/>
                  </a:lnTo>
                  <a:lnTo>
                    <a:pt x="979804" y="458042"/>
                  </a:lnTo>
                  <a:lnTo>
                    <a:pt x="992671" y="464057"/>
                  </a:lnTo>
                  <a:lnTo>
                    <a:pt x="1005243" y="469934"/>
                  </a:lnTo>
                  <a:lnTo>
                    <a:pt x="1017532" y="475679"/>
                  </a:lnTo>
                  <a:lnTo>
                    <a:pt x="1029551" y="481298"/>
                  </a:lnTo>
                  <a:lnTo>
                    <a:pt x="1041311" y="486796"/>
                  </a:lnTo>
                  <a:lnTo>
                    <a:pt x="1052824" y="492178"/>
                  </a:lnTo>
                  <a:lnTo>
                    <a:pt x="1064099" y="497449"/>
                  </a:lnTo>
                  <a:lnTo>
                    <a:pt x="1075147" y="502613"/>
                  </a:lnTo>
                  <a:lnTo>
                    <a:pt x="1085976" y="507676"/>
                  </a:lnTo>
                  <a:lnTo>
                    <a:pt x="1096594" y="512640"/>
                  </a:lnTo>
                  <a:lnTo>
                    <a:pt x="1107011" y="517509"/>
                  </a:lnTo>
                  <a:lnTo>
                    <a:pt x="1117232" y="522288"/>
                  </a:lnTo>
                  <a:lnTo>
                    <a:pt x="1127266" y="526978"/>
                  </a:lnTo>
                  <a:lnTo>
                    <a:pt x="1137120" y="531585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272522" y="2887766"/>
              <a:ext cx="1137120" cy="20865"/>
            </a:xfrm>
            <a:custGeom>
              <a:avLst/>
              <a:pathLst>
                <a:path w="1137120" h="20865">
                  <a:moveTo>
                    <a:pt x="0" y="20865"/>
                  </a:moveTo>
                  <a:lnTo>
                    <a:pt x="73020" y="19525"/>
                  </a:lnTo>
                  <a:lnTo>
                    <a:pt x="137428" y="18343"/>
                  </a:lnTo>
                  <a:lnTo>
                    <a:pt x="195043" y="17286"/>
                  </a:lnTo>
                  <a:lnTo>
                    <a:pt x="247163" y="16330"/>
                  </a:lnTo>
                  <a:lnTo>
                    <a:pt x="294744" y="15457"/>
                  </a:lnTo>
                  <a:lnTo>
                    <a:pt x="338514" y="14654"/>
                  </a:lnTo>
                  <a:lnTo>
                    <a:pt x="379040" y="13910"/>
                  </a:lnTo>
                  <a:lnTo>
                    <a:pt x="416768" y="13218"/>
                  </a:lnTo>
                  <a:lnTo>
                    <a:pt x="452060" y="12570"/>
                  </a:lnTo>
                  <a:lnTo>
                    <a:pt x="485212" y="11962"/>
                  </a:lnTo>
                  <a:lnTo>
                    <a:pt x="516468" y="11388"/>
                  </a:lnTo>
                  <a:lnTo>
                    <a:pt x="546034" y="10846"/>
                  </a:lnTo>
                  <a:lnTo>
                    <a:pt x="574083" y="10331"/>
                  </a:lnTo>
                  <a:lnTo>
                    <a:pt x="600764" y="9841"/>
                  </a:lnTo>
                  <a:lnTo>
                    <a:pt x="626203" y="9375"/>
                  </a:lnTo>
                  <a:lnTo>
                    <a:pt x="650511" y="8929"/>
                  </a:lnTo>
                  <a:lnTo>
                    <a:pt x="673784" y="8501"/>
                  </a:lnTo>
                  <a:lnTo>
                    <a:pt x="696107" y="8092"/>
                  </a:lnTo>
                  <a:lnTo>
                    <a:pt x="717554" y="7698"/>
                  </a:lnTo>
                  <a:lnTo>
                    <a:pt x="738192" y="7320"/>
                  </a:lnTo>
                  <a:lnTo>
                    <a:pt x="758080" y="6955"/>
                  </a:lnTo>
                  <a:lnTo>
                    <a:pt x="777269" y="6603"/>
                  </a:lnTo>
                  <a:lnTo>
                    <a:pt x="795808" y="6262"/>
                  </a:lnTo>
                  <a:lnTo>
                    <a:pt x="813738" y="5933"/>
                  </a:lnTo>
                  <a:lnTo>
                    <a:pt x="831100" y="5615"/>
                  </a:lnTo>
                  <a:lnTo>
                    <a:pt x="847927" y="5306"/>
                  </a:lnTo>
                  <a:lnTo>
                    <a:pt x="864252" y="5006"/>
                  </a:lnTo>
                  <a:lnTo>
                    <a:pt x="880103" y="4716"/>
                  </a:lnTo>
                  <a:lnTo>
                    <a:pt x="895508" y="4433"/>
                  </a:lnTo>
                  <a:lnTo>
                    <a:pt x="910491" y="4158"/>
                  </a:lnTo>
                  <a:lnTo>
                    <a:pt x="925074" y="3890"/>
                  </a:lnTo>
                  <a:lnTo>
                    <a:pt x="939279" y="3630"/>
                  </a:lnTo>
                  <a:lnTo>
                    <a:pt x="953123" y="3376"/>
                  </a:lnTo>
                  <a:lnTo>
                    <a:pt x="966626" y="3128"/>
                  </a:lnTo>
                  <a:lnTo>
                    <a:pt x="979804" y="2886"/>
                  </a:lnTo>
                  <a:lnTo>
                    <a:pt x="992671" y="2650"/>
                  </a:lnTo>
                  <a:lnTo>
                    <a:pt x="1005243" y="2419"/>
                  </a:lnTo>
                  <a:lnTo>
                    <a:pt x="1017532" y="2194"/>
                  </a:lnTo>
                  <a:lnTo>
                    <a:pt x="1029551" y="1973"/>
                  </a:lnTo>
                  <a:lnTo>
                    <a:pt x="1041311" y="1758"/>
                  </a:lnTo>
                  <a:lnTo>
                    <a:pt x="1052824" y="1546"/>
                  </a:lnTo>
                  <a:lnTo>
                    <a:pt x="1064099" y="1339"/>
                  </a:lnTo>
                  <a:lnTo>
                    <a:pt x="1075147" y="1137"/>
                  </a:lnTo>
                  <a:lnTo>
                    <a:pt x="1085976" y="938"/>
                  </a:lnTo>
                  <a:lnTo>
                    <a:pt x="1096594" y="743"/>
                  </a:lnTo>
                  <a:lnTo>
                    <a:pt x="1107011" y="552"/>
                  </a:lnTo>
                  <a:lnTo>
                    <a:pt x="1117232" y="364"/>
                  </a:lnTo>
                  <a:lnTo>
                    <a:pt x="1127266" y="180"/>
                  </a:lnTo>
                  <a:lnTo>
                    <a:pt x="113712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rc678"/>
            <p:cNvSpPr/>
            <p:nvPr/>
          </p:nvSpPr>
          <p:spPr>
            <a:xfrm>
              <a:off x="4186450" y="2499806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4186450" y="2499806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157982" y="33281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157982" y="30187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157982" y="27093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186450" y="360244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72522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651562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5030602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409642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tx688"/>
            <p:cNvSpPr/>
            <p:nvPr/>
          </p:nvSpPr>
          <p:spPr>
            <a:xfrm>
              <a:off x="4186450" y="2323266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0" name="rc689"/>
            <p:cNvSpPr/>
            <p:nvPr/>
          </p:nvSpPr>
          <p:spPr>
            <a:xfrm>
              <a:off x="1310032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368435" y="445643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376196" y="46386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379576" y="461731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348008" y="42299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357895" y="468404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345149" y="45612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341437" y="47881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364304" y="47457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373943" y="43957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353148" y="45299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731303" y="46528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57904" y="44137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66501" y="44769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728821" y="48433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60321" y="38801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33337" y="404226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32078" y="465830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43538" y="48485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64374" y="48075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761951" y="46501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73796" y="46037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67336" y="47578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50277" y="47079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48247" y="46601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736432" y="47726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45873" y="457140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68836" y="474642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72638" y="46243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114834" y="446516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106512" y="48825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110221" y="459688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26054" y="47415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23465" y="43270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54182" y="46247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33312" y="44097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48889" y="46929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11362" y="45458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32373" y="46527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30086" y="47149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141615" y="41571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16069" y="46470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02841" y="47658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23578" y="423177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22293" y="43552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12407" y="45629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06437" y="48144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25896" y="46440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42972" y="453616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531001" y="46098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495822" y="460395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02947" y="46282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495604" y="47166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491726" y="45839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505611" y="45449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483445" y="45193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483862" y="460251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529445" y="47216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487163" y="44352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514703" y="47345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527740" y="46253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495322" y="468266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527503" y="48324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526288" y="47178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502352" y="476114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24634" y="469848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506001" y="45673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529117" y="47336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517532" y="45163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81658" y="46602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494748" y="45353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19475" y="46199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503105" y="47716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l762"/>
            <p:cNvSpPr/>
            <p:nvPr/>
          </p:nvSpPr>
          <p:spPr>
            <a:xfrm>
              <a:off x="1394093" y="4278508"/>
              <a:ext cx="1142234" cy="328131"/>
            </a:xfrm>
            <a:custGeom>
              <a:avLst/>
              <a:pathLst>
                <a:path w="1142234" h="328131">
                  <a:moveTo>
                    <a:pt x="0" y="0"/>
                  </a:moveTo>
                  <a:lnTo>
                    <a:pt x="73348" y="21070"/>
                  </a:lnTo>
                  <a:lnTo>
                    <a:pt x="138046" y="39656"/>
                  </a:lnTo>
                  <a:lnTo>
                    <a:pt x="195921" y="56282"/>
                  </a:lnTo>
                  <a:lnTo>
                    <a:pt x="248274" y="71322"/>
                  </a:lnTo>
                  <a:lnTo>
                    <a:pt x="296069" y="85052"/>
                  </a:lnTo>
                  <a:lnTo>
                    <a:pt x="340037" y="97683"/>
                  </a:lnTo>
                  <a:lnTo>
                    <a:pt x="380744" y="109377"/>
                  </a:lnTo>
                  <a:lnTo>
                    <a:pt x="418642" y="120264"/>
                  </a:lnTo>
                  <a:lnTo>
                    <a:pt x="454093" y="130448"/>
                  </a:lnTo>
                  <a:lnTo>
                    <a:pt x="487394" y="140014"/>
                  </a:lnTo>
                  <a:lnTo>
                    <a:pt x="518791" y="149034"/>
                  </a:lnTo>
                  <a:lnTo>
                    <a:pt x="548490" y="157565"/>
                  </a:lnTo>
                  <a:lnTo>
                    <a:pt x="576665" y="165659"/>
                  </a:lnTo>
                  <a:lnTo>
                    <a:pt x="603466" y="173358"/>
                  </a:lnTo>
                  <a:lnTo>
                    <a:pt x="629019" y="180699"/>
                  </a:lnTo>
                  <a:lnTo>
                    <a:pt x="653436" y="187713"/>
                  </a:lnTo>
                  <a:lnTo>
                    <a:pt x="676814" y="194429"/>
                  </a:lnTo>
                  <a:lnTo>
                    <a:pt x="699238" y="200871"/>
                  </a:lnTo>
                  <a:lnTo>
                    <a:pt x="720782" y="207060"/>
                  </a:lnTo>
                  <a:lnTo>
                    <a:pt x="741512" y="213015"/>
                  </a:lnTo>
                  <a:lnTo>
                    <a:pt x="761489" y="218754"/>
                  </a:lnTo>
                  <a:lnTo>
                    <a:pt x="780765" y="224291"/>
                  </a:lnTo>
                  <a:lnTo>
                    <a:pt x="799387" y="229641"/>
                  </a:lnTo>
                  <a:lnTo>
                    <a:pt x="817398" y="234815"/>
                  </a:lnTo>
                  <a:lnTo>
                    <a:pt x="834838" y="239825"/>
                  </a:lnTo>
                  <a:lnTo>
                    <a:pt x="851740" y="244681"/>
                  </a:lnTo>
                  <a:lnTo>
                    <a:pt x="868139" y="249391"/>
                  </a:lnTo>
                  <a:lnTo>
                    <a:pt x="884061" y="253965"/>
                  </a:lnTo>
                  <a:lnTo>
                    <a:pt x="899536" y="258411"/>
                  </a:lnTo>
                  <a:lnTo>
                    <a:pt x="914586" y="262734"/>
                  </a:lnTo>
                  <a:lnTo>
                    <a:pt x="929235" y="266942"/>
                  </a:lnTo>
                  <a:lnTo>
                    <a:pt x="943503" y="271041"/>
                  </a:lnTo>
                  <a:lnTo>
                    <a:pt x="957410" y="275036"/>
                  </a:lnTo>
                  <a:lnTo>
                    <a:pt x="970974" y="278933"/>
                  </a:lnTo>
                  <a:lnTo>
                    <a:pt x="984210" y="282735"/>
                  </a:lnTo>
                  <a:lnTo>
                    <a:pt x="997136" y="286449"/>
                  </a:lnTo>
                  <a:lnTo>
                    <a:pt x="1009764" y="290076"/>
                  </a:lnTo>
                  <a:lnTo>
                    <a:pt x="1022108" y="293622"/>
                  </a:lnTo>
                  <a:lnTo>
                    <a:pt x="1034181" y="297091"/>
                  </a:lnTo>
                  <a:lnTo>
                    <a:pt x="1045994" y="300484"/>
                  </a:lnTo>
                  <a:lnTo>
                    <a:pt x="1057559" y="303806"/>
                  </a:lnTo>
                  <a:lnTo>
                    <a:pt x="1068885" y="307060"/>
                  </a:lnTo>
                  <a:lnTo>
                    <a:pt x="1079982" y="310248"/>
                  </a:lnTo>
                  <a:lnTo>
                    <a:pt x="1090860" y="313373"/>
                  </a:lnTo>
                  <a:lnTo>
                    <a:pt x="1101526" y="316437"/>
                  </a:lnTo>
                  <a:lnTo>
                    <a:pt x="1111989" y="319443"/>
                  </a:lnTo>
                  <a:lnTo>
                    <a:pt x="1122257" y="322392"/>
                  </a:lnTo>
                  <a:lnTo>
                    <a:pt x="1132336" y="325288"/>
                  </a:lnTo>
                  <a:lnTo>
                    <a:pt x="1142234" y="328131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394093" y="4189565"/>
              <a:ext cx="1142234" cy="436308"/>
            </a:xfrm>
            <a:custGeom>
              <a:avLst/>
              <a:pathLst>
                <a:path w="1142234" h="436308">
                  <a:moveTo>
                    <a:pt x="0" y="0"/>
                  </a:moveTo>
                  <a:lnTo>
                    <a:pt x="73348" y="28017"/>
                  </a:lnTo>
                  <a:lnTo>
                    <a:pt x="138046" y="52730"/>
                  </a:lnTo>
                  <a:lnTo>
                    <a:pt x="195921" y="74837"/>
                  </a:lnTo>
                  <a:lnTo>
                    <a:pt x="248274" y="94835"/>
                  </a:lnTo>
                  <a:lnTo>
                    <a:pt x="296069" y="113092"/>
                  </a:lnTo>
                  <a:lnTo>
                    <a:pt x="340037" y="129886"/>
                  </a:lnTo>
                  <a:lnTo>
                    <a:pt x="380744" y="145436"/>
                  </a:lnTo>
                  <a:lnTo>
                    <a:pt x="418642" y="159912"/>
                  </a:lnTo>
                  <a:lnTo>
                    <a:pt x="454093" y="173453"/>
                  </a:lnTo>
                  <a:lnTo>
                    <a:pt x="487394" y="186174"/>
                  </a:lnTo>
                  <a:lnTo>
                    <a:pt x="518791" y="198167"/>
                  </a:lnTo>
                  <a:lnTo>
                    <a:pt x="548490" y="209511"/>
                  </a:lnTo>
                  <a:lnTo>
                    <a:pt x="576665" y="220273"/>
                  </a:lnTo>
                  <a:lnTo>
                    <a:pt x="603466" y="230510"/>
                  </a:lnTo>
                  <a:lnTo>
                    <a:pt x="629019" y="240271"/>
                  </a:lnTo>
                  <a:lnTo>
                    <a:pt x="653436" y="249598"/>
                  </a:lnTo>
                  <a:lnTo>
                    <a:pt x="676814" y="258528"/>
                  </a:lnTo>
                  <a:lnTo>
                    <a:pt x="699238" y="267093"/>
                  </a:lnTo>
                  <a:lnTo>
                    <a:pt x="720782" y="275323"/>
                  </a:lnTo>
                  <a:lnTo>
                    <a:pt x="741512" y="283241"/>
                  </a:lnTo>
                  <a:lnTo>
                    <a:pt x="761489" y="290872"/>
                  </a:lnTo>
                  <a:lnTo>
                    <a:pt x="780765" y="298235"/>
                  </a:lnTo>
                  <a:lnTo>
                    <a:pt x="799387" y="305348"/>
                  </a:lnTo>
                  <a:lnTo>
                    <a:pt x="817398" y="312228"/>
                  </a:lnTo>
                  <a:lnTo>
                    <a:pt x="834838" y="318889"/>
                  </a:lnTo>
                  <a:lnTo>
                    <a:pt x="851740" y="325346"/>
                  </a:lnTo>
                  <a:lnTo>
                    <a:pt x="868139" y="331610"/>
                  </a:lnTo>
                  <a:lnTo>
                    <a:pt x="884061" y="337692"/>
                  </a:lnTo>
                  <a:lnTo>
                    <a:pt x="899536" y="343603"/>
                  </a:lnTo>
                  <a:lnTo>
                    <a:pt x="914586" y="349352"/>
                  </a:lnTo>
                  <a:lnTo>
                    <a:pt x="929235" y="354947"/>
                  </a:lnTo>
                  <a:lnTo>
                    <a:pt x="943503" y="360397"/>
                  </a:lnTo>
                  <a:lnTo>
                    <a:pt x="957410" y="365709"/>
                  </a:lnTo>
                  <a:lnTo>
                    <a:pt x="970974" y="370890"/>
                  </a:lnTo>
                  <a:lnTo>
                    <a:pt x="984210" y="375947"/>
                  </a:lnTo>
                  <a:lnTo>
                    <a:pt x="997136" y="380884"/>
                  </a:lnTo>
                  <a:lnTo>
                    <a:pt x="1009764" y="385707"/>
                  </a:lnTo>
                  <a:lnTo>
                    <a:pt x="1022108" y="390423"/>
                  </a:lnTo>
                  <a:lnTo>
                    <a:pt x="1034181" y="395034"/>
                  </a:lnTo>
                  <a:lnTo>
                    <a:pt x="1045994" y="399547"/>
                  </a:lnTo>
                  <a:lnTo>
                    <a:pt x="1057559" y="403964"/>
                  </a:lnTo>
                  <a:lnTo>
                    <a:pt x="1068885" y="408291"/>
                  </a:lnTo>
                  <a:lnTo>
                    <a:pt x="1079982" y="412529"/>
                  </a:lnTo>
                  <a:lnTo>
                    <a:pt x="1090860" y="416684"/>
                  </a:lnTo>
                  <a:lnTo>
                    <a:pt x="1101526" y="420759"/>
                  </a:lnTo>
                  <a:lnTo>
                    <a:pt x="1111989" y="424755"/>
                  </a:lnTo>
                  <a:lnTo>
                    <a:pt x="1122257" y="428677"/>
                  </a:lnTo>
                  <a:lnTo>
                    <a:pt x="1132336" y="432527"/>
                  </a:lnTo>
                  <a:lnTo>
                    <a:pt x="1142234" y="43630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394093" y="4626039"/>
              <a:ext cx="1142234" cy="17097"/>
            </a:xfrm>
            <a:custGeom>
              <a:avLst/>
              <a:pathLst>
                <a:path w="1142234" h="17097">
                  <a:moveTo>
                    <a:pt x="0" y="17097"/>
                  </a:moveTo>
                  <a:lnTo>
                    <a:pt x="73348" y="15999"/>
                  </a:lnTo>
                  <a:lnTo>
                    <a:pt x="138046" y="15030"/>
                  </a:lnTo>
                  <a:lnTo>
                    <a:pt x="195921" y="14164"/>
                  </a:lnTo>
                  <a:lnTo>
                    <a:pt x="248274" y="13380"/>
                  </a:lnTo>
                  <a:lnTo>
                    <a:pt x="296069" y="12665"/>
                  </a:lnTo>
                  <a:lnTo>
                    <a:pt x="340037" y="12007"/>
                  </a:lnTo>
                  <a:lnTo>
                    <a:pt x="380744" y="11398"/>
                  </a:lnTo>
                  <a:lnTo>
                    <a:pt x="418642" y="10830"/>
                  </a:lnTo>
                  <a:lnTo>
                    <a:pt x="454093" y="10300"/>
                  </a:lnTo>
                  <a:lnTo>
                    <a:pt x="487394" y="9801"/>
                  </a:lnTo>
                  <a:lnTo>
                    <a:pt x="518791" y="9331"/>
                  </a:lnTo>
                  <a:lnTo>
                    <a:pt x="548490" y="8887"/>
                  </a:lnTo>
                  <a:lnTo>
                    <a:pt x="576665" y="8465"/>
                  </a:lnTo>
                  <a:lnTo>
                    <a:pt x="603466" y="8064"/>
                  </a:lnTo>
                  <a:lnTo>
                    <a:pt x="629019" y="7681"/>
                  </a:lnTo>
                  <a:lnTo>
                    <a:pt x="653436" y="7316"/>
                  </a:lnTo>
                  <a:lnTo>
                    <a:pt x="676814" y="6966"/>
                  </a:lnTo>
                  <a:lnTo>
                    <a:pt x="699238" y="6630"/>
                  </a:lnTo>
                  <a:lnTo>
                    <a:pt x="720782" y="6308"/>
                  </a:lnTo>
                  <a:lnTo>
                    <a:pt x="741512" y="5998"/>
                  </a:lnTo>
                  <a:lnTo>
                    <a:pt x="761489" y="5699"/>
                  </a:lnTo>
                  <a:lnTo>
                    <a:pt x="780765" y="5410"/>
                  </a:lnTo>
                  <a:lnTo>
                    <a:pt x="799387" y="5131"/>
                  </a:lnTo>
                  <a:lnTo>
                    <a:pt x="817398" y="4862"/>
                  </a:lnTo>
                  <a:lnTo>
                    <a:pt x="834838" y="4601"/>
                  </a:lnTo>
                  <a:lnTo>
                    <a:pt x="851740" y="4348"/>
                  </a:lnTo>
                  <a:lnTo>
                    <a:pt x="868139" y="4102"/>
                  </a:lnTo>
                  <a:lnTo>
                    <a:pt x="884061" y="3864"/>
                  </a:lnTo>
                  <a:lnTo>
                    <a:pt x="899536" y="3632"/>
                  </a:lnTo>
                  <a:lnTo>
                    <a:pt x="914586" y="3407"/>
                  </a:lnTo>
                  <a:lnTo>
                    <a:pt x="929235" y="3188"/>
                  </a:lnTo>
                  <a:lnTo>
                    <a:pt x="943503" y="2974"/>
                  </a:lnTo>
                  <a:lnTo>
                    <a:pt x="957410" y="2766"/>
                  </a:lnTo>
                  <a:lnTo>
                    <a:pt x="970974" y="2563"/>
                  </a:lnTo>
                  <a:lnTo>
                    <a:pt x="984210" y="2365"/>
                  </a:lnTo>
                  <a:lnTo>
                    <a:pt x="997136" y="2171"/>
                  </a:lnTo>
                  <a:lnTo>
                    <a:pt x="1009764" y="1982"/>
                  </a:lnTo>
                  <a:lnTo>
                    <a:pt x="1022108" y="1798"/>
                  </a:lnTo>
                  <a:lnTo>
                    <a:pt x="1034181" y="1617"/>
                  </a:lnTo>
                  <a:lnTo>
                    <a:pt x="1045994" y="1440"/>
                  </a:lnTo>
                  <a:lnTo>
                    <a:pt x="1057559" y="1267"/>
                  </a:lnTo>
                  <a:lnTo>
                    <a:pt x="1068885" y="1097"/>
                  </a:lnTo>
                  <a:lnTo>
                    <a:pt x="1079982" y="931"/>
                  </a:lnTo>
                  <a:lnTo>
                    <a:pt x="1090860" y="768"/>
                  </a:lnTo>
                  <a:lnTo>
                    <a:pt x="1101526" y="609"/>
                  </a:lnTo>
                  <a:lnTo>
                    <a:pt x="1111989" y="452"/>
                  </a:lnTo>
                  <a:lnTo>
                    <a:pt x="1122257" y="299"/>
                  </a:lnTo>
                  <a:lnTo>
                    <a:pt x="1132336" y="148"/>
                  </a:lnTo>
                  <a:lnTo>
                    <a:pt x="114223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394093" y="4657111"/>
              <a:ext cx="1142234" cy="13431"/>
            </a:xfrm>
            <a:custGeom>
              <a:avLst/>
              <a:pathLst>
                <a:path w="1142234" h="13431">
                  <a:moveTo>
                    <a:pt x="0" y="13431"/>
                  </a:moveTo>
                  <a:lnTo>
                    <a:pt x="73348" y="12569"/>
                  </a:lnTo>
                  <a:lnTo>
                    <a:pt x="138046" y="11808"/>
                  </a:lnTo>
                  <a:lnTo>
                    <a:pt x="195921" y="11127"/>
                  </a:lnTo>
                  <a:lnTo>
                    <a:pt x="248274" y="10512"/>
                  </a:lnTo>
                  <a:lnTo>
                    <a:pt x="296069" y="9950"/>
                  </a:lnTo>
                  <a:lnTo>
                    <a:pt x="340037" y="9433"/>
                  </a:lnTo>
                  <a:lnTo>
                    <a:pt x="380744" y="8954"/>
                  </a:lnTo>
                  <a:lnTo>
                    <a:pt x="418642" y="8508"/>
                  </a:lnTo>
                  <a:lnTo>
                    <a:pt x="454093" y="8091"/>
                  </a:lnTo>
                  <a:lnTo>
                    <a:pt x="487394" y="7700"/>
                  </a:lnTo>
                  <a:lnTo>
                    <a:pt x="518791" y="7331"/>
                  </a:lnTo>
                  <a:lnTo>
                    <a:pt x="548490" y="6981"/>
                  </a:lnTo>
                  <a:lnTo>
                    <a:pt x="576665" y="6650"/>
                  </a:lnTo>
                  <a:lnTo>
                    <a:pt x="603466" y="6335"/>
                  </a:lnTo>
                  <a:lnTo>
                    <a:pt x="629019" y="6034"/>
                  </a:lnTo>
                  <a:lnTo>
                    <a:pt x="653436" y="5747"/>
                  </a:lnTo>
                  <a:lnTo>
                    <a:pt x="676814" y="5472"/>
                  </a:lnTo>
                  <a:lnTo>
                    <a:pt x="699238" y="5209"/>
                  </a:lnTo>
                  <a:lnTo>
                    <a:pt x="720782" y="4955"/>
                  </a:lnTo>
                  <a:lnTo>
                    <a:pt x="741512" y="4712"/>
                  </a:lnTo>
                  <a:lnTo>
                    <a:pt x="761489" y="4477"/>
                  </a:lnTo>
                  <a:lnTo>
                    <a:pt x="780765" y="4250"/>
                  </a:lnTo>
                  <a:lnTo>
                    <a:pt x="799387" y="4031"/>
                  </a:lnTo>
                  <a:lnTo>
                    <a:pt x="817398" y="3819"/>
                  </a:lnTo>
                  <a:lnTo>
                    <a:pt x="834838" y="3614"/>
                  </a:lnTo>
                  <a:lnTo>
                    <a:pt x="851740" y="3415"/>
                  </a:lnTo>
                  <a:lnTo>
                    <a:pt x="868139" y="3223"/>
                  </a:lnTo>
                  <a:lnTo>
                    <a:pt x="884061" y="3035"/>
                  </a:lnTo>
                  <a:lnTo>
                    <a:pt x="899536" y="2853"/>
                  </a:lnTo>
                  <a:lnTo>
                    <a:pt x="914586" y="2676"/>
                  </a:lnTo>
                  <a:lnTo>
                    <a:pt x="929235" y="2504"/>
                  </a:lnTo>
                  <a:lnTo>
                    <a:pt x="943503" y="2336"/>
                  </a:lnTo>
                  <a:lnTo>
                    <a:pt x="957410" y="2173"/>
                  </a:lnTo>
                  <a:lnTo>
                    <a:pt x="970974" y="2013"/>
                  </a:lnTo>
                  <a:lnTo>
                    <a:pt x="984210" y="1858"/>
                  </a:lnTo>
                  <a:lnTo>
                    <a:pt x="997136" y="1706"/>
                  </a:lnTo>
                  <a:lnTo>
                    <a:pt x="1009764" y="1557"/>
                  </a:lnTo>
                  <a:lnTo>
                    <a:pt x="1022108" y="1412"/>
                  </a:lnTo>
                  <a:lnTo>
                    <a:pt x="1034181" y="1270"/>
                  </a:lnTo>
                  <a:lnTo>
                    <a:pt x="1045994" y="1131"/>
                  </a:lnTo>
                  <a:lnTo>
                    <a:pt x="1057559" y="995"/>
                  </a:lnTo>
                  <a:lnTo>
                    <a:pt x="1068885" y="862"/>
                  </a:lnTo>
                  <a:lnTo>
                    <a:pt x="1079982" y="732"/>
                  </a:lnTo>
                  <a:lnTo>
                    <a:pt x="1090860" y="604"/>
                  </a:lnTo>
                  <a:lnTo>
                    <a:pt x="1101526" y="478"/>
                  </a:lnTo>
                  <a:lnTo>
                    <a:pt x="1111989" y="355"/>
                  </a:lnTo>
                  <a:lnTo>
                    <a:pt x="1122257" y="234"/>
                  </a:lnTo>
                  <a:lnTo>
                    <a:pt x="1132336" y="116"/>
                  </a:lnTo>
                  <a:lnTo>
                    <a:pt x="114223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394093" y="4637315"/>
              <a:ext cx="1142234" cy="97901"/>
            </a:xfrm>
            <a:custGeom>
              <a:avLst/>
              <a:pathLst>
                <a:path w="1142234" h="97901">
                  <a:moveTo>
                    <a:pt x="0" y="97901"/>
                  </a:moveTo>
                  <a:lnTo>
                    <a:pt x="73348" y="91614"/>
                  </a:lnTo>
                  <a:lnTo>
                    <a:pt x="138046" y="86069"/>
                  </a:lnTo>
                  <a:lnTo>
                    <a:pt x="195921" y="81109"/>
                  </a:lnTo>
                  <a:lnTo>
                    <a:pt x="248274" y="76621"/>
                  </a:lnTo>
                  <a:lnTo>
                    <a:pt x="296069" y="72525"/>
                  </a:lnTo>
                  <a:lnTo>
                    <a:pt x="340037" y="68756"/>
                  </a:lnTo>
                  <a:lnTo>
                    <a:pt x="380744" y="65267"/>
                  </a:lnTo>
                  <a:lnTo>
                    <a:pt x="418642" y="62019"/>
                  </a:lnTo>
                  <a:lnTo>
                    <a:pt x="454093" y="58980"/>
                  </a:lnTo>
                  <a:lnTo>
                    <a:pt x="487394" y="56126"/>
                  </a:lnTo>
                  <a:lnTo>
                    <a:pt x="518791" y="53435"/>
                  </a:lnTo>
                  <a:lnTo>
                    <a:pt x="548490" y="50890"/>
                  </a:lnTo>
                  <a:lnTo>
                    <a:pt x="576665" y="48475"/>
                  </a:lnTo>
                  <a:lnTo>
                    <a:pt x="603466" y="46178"/>
                  </a:lnTo>
                  <a:lnTo>
                    <a:pt x="629019" y="43987"/>
                  </a:lnTo>
                  <a:lnTo>
                    <a:pt x="653436" y="41895"/>
                  </a:lnTo>
                  <a:lnTo>
                    <a:pt x="676814" y="39891"/>
                  </a:lnTo>
                  <a:lnTo>
                    <a:pt x="699238" y="37969"/>
                  </a:lnTo>
                  <a:lnTo>
                    <a:pt x="720782" y="36122"/>
                  </a:lnTo>
                  <a:lnTo>
                    <a:pt x="741512" y="34346"/>
                  </a:lnTo>
                  <a:lnTo>
                    <a:pt x="761489" y="32633"/>
                  </a:lnTo>
                  <a:lnTo>
                    <a:pt x="780765" y="30981"/>
                  </a:lnTo>
                  <a:lnTo>
                    <a:pt x="799387" y="29385"/>
                  </a:lnTo>
                  <a:lnTo>
                    <a:pt x="817398" y="27841"/>
                  </a:lnTo>
                  <a:lnTo>
                    <a:pt x="834838" y="26347"/>
                  </a:lnTo>
                  <a:lnTo>
                    <a:pt x="851740" y="24898"/>
                  </a:lnTo>
                  <a:lnTo>
                    <a:pt x="868139" y="23492"/>
                  </a:lnTo>
                  <a:lnTo>
                    <a:pt x="884061" y="22128"/>
                  </a:lnTo>
                  <a:lnTo>
                    <a:pt x="899536" y="20801"/>
                  </a:lnTo>
                  <a:lnTo>
                    <a:pt x="914586" y="19511"/>
                  </a:lnTo>
                  <a:lnTo>
                    <a:pt x="929235" y="18256"/>
                  </a:lnTo>
                  <a:lnTo>
                    <a:pt x="943503" y="17033"/>
                  </a:lnTo>
                  <a:lnTo>
                    <a:pt x="957410" y="15841"/>
                  </a:lnTo>
                  <a:lnTo>
                    <a:pt x="970974" y="14678"/>
                  </a:lnTo>
                  <a:lnTo>
                    <a:pt x="984210" y="13544"/>
                  </a:lnTo>
                  <a:lnTo>
                    <a:pt x="997136" y="12436"/>
                  </a:lnTo>
                  <a:lnTo>
                    <a:pt x="1009764" y="11354"/>
                  </a:lnTo>
                  <a:lnTo>
                    <a:pt x="1022108" y="10296"/>
                  </a:lnTo>
                  <a:lnTo>
                    <a:pt x="1034181" y="9261"/>
                  </a:lnTo>
                  <a:lnTo>
                    <a:pt x="1045994" y="8248"/>
                  </a:lnTo>
                  <a:lnTo>
                    <a:pt x="1057559" y="7257"/>
                  </a:lnTo>
                  <a:lnTo>
                    <a:pt x="1068885" y="6286"/>
                  </a:lnTo>
                  <a:lnTo>
                    <a:pt x="1079982" y="5335"/>
                  </a:lnTo>
                  <a:lnTo>
                    <a:pt x="1090860" y="4403"/>
                  </a:lnTo>
                  <a:lnTo>
                    <a:pt x="1101526" y="3489"/>
                  </a:lnTo>
                  <a:lnTo>
                    <a:pt x="1111989" y="2592"/>
                  </a:lnTo>
                  <a:lnTo>
                    <a:pt x="1122257" y="1712"/>
                  </a:lnTo>
                  <a:lnTo>
                    <a:pt x="1132336" y="848"/>
                  </a:lnTo>
                  <a:lnTo>
                    <a:pt x="114223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394093" y="4526752"/>
              <a:ext cx="1142234" cy="106040"/>
            </a:xfrm>
            <a:custGeom>
              <a:avLst/>
              <a:pathLst>
                <a:path w="1142234" h="106040">
                  <a:moveTo>
                    <a:pt x="0" y="106040"/>
                  </a:moveTo>
                  <a:lnTo>
                    <a:pt x="73348" y="99230"/>
                  </a:lnTo>
                  <a:lnTo>
                    <a:pt x="138046" y="93224"/>
                  </a:lnTo>
                  <a:lnTo>
                    <a:pt x="195921" y="87851"/>
                  </a:lnTo>
                  <a:lnTo>
                    <a:pt x="248274" y="82991"/>
                  </a:lnTo>
                  <a:lnTo>
                    <a:pt x="296069" y="78554"/>
                  </a:lnTo>
                  <a:lnTo>
                    <a:pt x="340037" y="74472"/>
                  </a:lnTo>
                  <a:lnTo>
                    <a:pt x="380744" y="70693"/>
                  </a:lnTo>
                  <a:lnTo>
                    <a:pt x="418642" y="67175"/>
                  </a:lnTo>
                  <a:lnTo>
                    <a:pt x="454093" y="63884"/>
                  </a:lnTo>
                  <a:lnTo>
                    <a:pt x="487394" y="60792"/>
                  </a:lnTo>
                  <a:lnTo>
                    <a:pt x="518791" y="57877"/>
                  </a:lnTo>
                  <a:lnTo>
                    <a:pt x="548490" y="55120"/>
                  </a:lnTo>
                  <a:lnTo>
                    <a:pt x="576665" y="52504"/>
                  </a:lnTo>
                  <a:lnTo>
                    <a:pt x="603466" y="50016"/>
                  </a:lnTo>
                  <a:lnTo>
                    <a:pt x="629019" y="47644"/>
                  </a:lnTo>
                  <a:lnTo>
                    <a:pt x="653436" y="45377"/>
                  </a:lnTo>
                  <a:lnTo>
                    <a:pt x="676814" y="43207"/>
                  </a:lnTo>
                  <a:lnTo>
                    <a:pt x="699238" y="41125"/>
                  </a:lnTo>
                  <a:lnTo>
                    <a:pt x="720782" y="39125"/>
                  </a:lnTo>
                  <a:lnTo>
                    <a:pt x="741512" y="37201"/>
                  </a:lnTo>
                  <a:lnTo>
                    <a:pt x="761489" y="35346"/>
                  </a:lnTo>
                  <a:lnTo>
                    <a:pt x="780765" y="33557"/>
                  </a:lnTo>
                  <a:lnTo>
                    <a:pt x="799387" y="31828"/>
                  </a:lnTo>
                  <a:lnTo>
                    <a:pt x="817398" y="30156"/>
                  </a:lnTo>
                  <a:lnTo>
                    <a:pt x="834838" y="28537"/>
                  </a:lnTo>
                  <a:lnTo>
                    <a:pt x="851740" y="26968"/>
                  </a:lnTo>
                  <a:lnTo>
                    <a:pt x="868139" y="25445"/>
                  </a:lnTo>
                  <a:lnTo>
                    <a:pt x="884061" y="23967"/>
                  </a:lnTo>
                  <a:lnTo>
                    <a:pt x="899536" y="22531"/>
                  </a:lnTo>
                  <a:lnTo>
                    <a:pt x="914586" y="21133"/>
                  </a:lnTo>
                  <a:lnTo>
                    <a:pt x="929235" y="19773"/>
                  </a:lnTo>
                  <a:lnTo>
                    <a:pt x="943503" y="18449"/>
                  </a:lnTo>
                  <a:lnTo>
                    <a:pt x="957410" y="17158"/>
                  </a:lnTo>
                  <a:lnTo>
                    <a:pt x="970974" y="15899"/>
                  </a:lnTo>
                  <a:lnTo>
                    <a:pt x="984210" y="14670"/>
                  </a:lnTo>
                  <a:lnTo>
                    <a:pt x="997136" y="13470"/>
                  </a:lnTo>
                  <a:lnTo>
                    <a:pt x="1009764" y="12297"/>
                  </a:lnTo>
                  <a:lnTo>
                    <a:pt x="1022108" y="11151"/>
                  </a:lnTo>
                  <a:lnTo>
                    <a:pt x="1034181" y="10031"/>
                  </a:lnTo>
                  <a:lnTo>
                    <a:pt x="1045994" y="8934"/>
                  </a:lnTo>
                  <a:lnTo>
                    <a:pt x="1057559" y="7860"/>
                  </a:lnTo>
                  <a:lnTo>
                    <a:pt x="1068885" y="6809"/>
                  </a:lnTo>
                  <a:lnTo>
                    <a:pt x="1079982" y="5779"/>
                  </a:lnTo>
                  <a:lnTo>
                    <a:pt x="1090860" y="4769"/>
                  </a:lnTo>
                  <a:lnTo>
                    <a:pt x="1101526" y="3779"/>
                  </a:lnTo>
                  <a:lnTo>
                    <a:pt x="1111989" y="2807"/>
                  </a:lnTo>
                  <a:lnTo>
                    <a:pt x="1122257" y="1854"/>
                  </a:lnTo>
                  <a:lnTo>
                    <a:pt x="1132336" y="918"/>
                  </a:lnTo>
                  <a:lnTo>
                    <a:pt x="1142234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394093" y="4556007"/>
              <a:ext cx="1142234" cy="90063"/>
            </a:xfrm>
            <a:custGeom>
              <a:avLst/>
              <a:pathLst>
                <a:path w="1142234" h="90063">
                  <a:moveTo>
                    <a:pt x="0" y="0"/>
                  </a:moveTo>
                  <a:lnTo>
                    <a:pt x="73348" y="5783"/>
                  </a:lnTo>
                  <a:lnTo>
                    <a:pt x="138046" y="10884"/>
                  </a:lnTo>
                  <a:lnTo>
                    <a:pt x="195921" y="15448"/>
                  </a:lnTo>
                  <a:lnTo>
                    <a:pt x="248274" y="19576"/>
                  </a:lnTo>
                  <a:lnTo>
                    <a:pt x="296069" y="23344"/>
                  </a:lnTo>
                  <a:lnTo>
                    <a:pt x="340037" y="26811"/>
                  </a:lnTo>
                  <a:lnTo>
                    <a:pt x="380744" y="30021"/>
                  </a:lnTo>
                  <a:lnTo>
                    <a:pt x="418642" y="33009"/>
                  </a:lnTo>
                  <a:lnTo>
                    <a:pt x="454093" y="35804"/>
                  </a:lnTo>
                  <a:lnTo>
                    <a:pt x="487394" y="38430"/>
                  </a:lnTo>
                  <a:lnTo>
                    <a:pt x="518791" y="40906"/>
                  </a:lnTo>
                  <a:lnTo>
                    <a:pt x="548490" y="43247"/>
                  </a:lnTo>
                  <a:lnTo>
                    <a:pt x="576665" y="45469"/>
                  </a:lnTo>
                  <a:lnTo>
                    <a:pt x="603466" y="47582"/>
                  </a:lnTo>
                  <a:lnTo>
                    <a:pt x="629019" y="49597"/>
                  </a:lnTo>
                  <a:lnTo>
                    <a:pt x="653436" y="51522"/>
                  </a:lnTo>
                  <a:lnTo>
                    <a:pt x="676814" y="53365"/>
                  </a:lnTo>
                  <a:lnTo>
                    <a:pt x="699238" y="55134"/>
                  </a:lnTo>
                  <a:lnTo>
                    <a:pt x="720782" y="56832"/>
                  </a:lnTo>
                  <a:lnTo>
                    <a:pt x="741512" y="58467"/>
                  </a:lnTo>
                  <a:lnTo>
                    <a:pt x="761489" y="60042"/>
                  </a:lnTo>
                  <a:lnTo>
                    <a:pt x="780765" y="61562"/>
                  </a:lnTo>
                  <a:lnTo>
                    <a:pt x="799387" y="63030"/>
                  </a:lnTo>
                  <a:lnTo>
                    <a:pt x="817398" y="64450"/>
                  </a:lnTo>
                  <a:lnTo>
                    <a:pt x="834838" y="65825"/>
                  </a:lnTo>
                  <a:lnTo>
                    <a:pt x="851740" y="67158"/>
                  </a:lnTo>
                  <a:lnTo>
                    <a:pt x="868139" y="68451"/>
                  </a:lnTo>
                  <a:lnTo>
                    <a:pt x="884061" y="69707"/>
                  </a:lnTo>
                  <a:lnTo>
                    <a:pt x="899536" y="70927"/>
                  </a:lnTo>
                  <a:lnTo>
                    <a:pt x="914586" y="72113"/>
                  </a:lnTo>
                  <a:lnTo>
                    <a:pt x="929235" y="73268"/>
                  </a:lnTo>
                  <a:lnTo>
                    <a:pt x="943503" y="74393"/>
                  </a:lnTo>
                  <a:lnTo>
                    <a:pt x="957410" y="75490"/>
                  </a:lnTo>
                  <a:lnTo>
                    <a:pt x="970974" y="76560"/>
                  </a:lnTo>
                  <a:lnTo>
                    <a:pt x="984210" y="77603"/>
                  </a:lnTo>
                  <a:lnTo>
                    <a:pt x="997136" y="78622"/>
                  </a:lnTo>
                  <a:lnTo>
                    <a:pt x="1009764" y="79618"/>
                  </a:lnTo>
                  <a:lnTo>
                    <a:pt x="1022108" y="80591"/>
                  </a:lnTo>
                  <a:lnTo>
                    <a:pt x="1034181" y="81543"/>
                  </a:lnTo>
                  <a:lnTo>
                    <a:pt x="1045994" y="82475"/>
                  </a:lnTo>
                  <a:lnTo>
                    <a:pt x="1057559" y="83387"/>
                  </a:lnTo>
                  <a:lnTo>
                    <a:pt x="1068885" y="84280"/>
                  </a:lnTo>
                  <a:lnTo>
                    <a:pt x="1079982" y="85155"/>
                  </a:lnTo>
                  <a:lnTo>
                    <a:pt x="1090860" y="86012"/>
                  </a:lnTo>
                  <a:lnTo>
                    <a:pt x="1101526" y="86853"/>
                  </a:lnTo>
                  <a:lnTo>
                    <a:pt x="1111989" y="87678"/>
                  </a:lnTo>
                  <a:lnTo>
                    <a:pt x="1122257" y="88488"/>
                  </a:lnTo>
                  <a:lnTo>
                    <a:pt x="1132336" y="89283"/>
                  </a:lnTo>
                  <a:lnTo>
                    <a:pt x="1142234" y="9006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394093" y="4676932"/>
              <a:ext cx="1142234" cy="160846"/>
            </a:xfrm>
            <a:custGeom>
              <a:avLst/>
              <a:pathLst>
                <a:path w="1142234" h="160846">
                  <a:moveTo>
                    <a:pt x="0" y="0"/>
                  </a:moveTo>
                  <a:lnTo>
                    <a:pt x="73348" y="10328"/>
                  </a:lnTo>
                  <a:lnTo>
                    <a:pt x="138046" y="19439"/>
                  </a:lnTo>
                  <a:lnTo>
                    <a:pt x="195921" y="27589"/>
                  </a:lnTo>
                  <a:lnTo>
                    <a:pt x="248274" y="34961"/>
                  </a:lnTo>
                  <a:lnTo>
                    <a:pt x="296069" y="41691"/>
                  </a:lnTo>
                  <a:lnTo>
                    <a:pt x="340037" y="47883"/>
                  </a:lnTo>
                  <a:lnTo>
                    <a:pt x="380744" y="53615"/>
                  </a:lnTo>
                  <a:lnTo>
                    <a:pt x="418642" y="58952"/>
                  </a:lnTo>
                  <a:lnTo>
                    <a:pt x="454093" y="63944"/>
                  </a:lnTo>
                  <a:lnTo>
                    <a:pt x="487394" y="68633"/>
                  </a:lnTo>
                  <a:lnTo>
                    <a:pt x="518791" y="73054"/>
                  </a:lnTo>
                  <a:lnTo>
                    <a:pt x="548490" y="77236"/>
                  </a:lnTo>
                  <a:lnTo>
                    <a:pt x="576665" y="81204"/>
                  </a:lnTo>
                  <a:lnTo>
                    <a:pt x="603466" y="84978"/>
                  </a:lnTo>
                  <a:lnTo>
                    <a:pt x="629019" y="88576"/>
                  </a:lnTo>
                  <a:lnTo>
                    <a:pt x="653436" y="92015"/>
                  </a:lnTo>
                  <a:lnTo>
                    <a:pt x="676814" y="95307"/>
                  </a:lnTo>
                  <a:lnTo>
                    <a:pt x="699238" y="98464"/>
                  </a:lnTo>
                  <a:lnTo>
                    <a:pt x="720782" y="101498"/>
                  </a:lnTo>
                  <a:lnTo>
                    <a:pt x="741512" y="104417"/>
                  </a:lnTo>
                  <a:lnTo>
                    <a:pt x="761489" y="107230"/>
                  </a:lnTo>
                  <a:lnTo>
                    <a:pt x="780765" y="109945"/>
                  </a:lnTo>
                  <a:lnTo>
                    <a:pt x="799387" y="112567"/>
                  </a:lnTo>
                  <a:lnTo>
                    <a:pt x="817398" y="115103"/>
                  </a:lnTo>
                  <a:lnTo>
                    <a:pt x="834838" y="117559"/>
                  </a:lnTo>
                  <a:lnTo>
                    <a:pt x="851740" y="119939"/>
                  </a:lnTo>
                  <a:lnTo>
                    <a:pt x="868139" y="122248"/>
                  </a:lnTo>
                  <a:lnTo>
                    <a:pt x="884061" y="124491"/>
                  </a:lnTo>
                  <a:lnTo>
                    <a:pt x="899536" y="126670"/>
                  </a:lnTo>
                  <a:lnTo>
                    <a:pt x="914586" y="128789"/>
                  </a:lnTo>
                  <a:lnTo>
                    <a:pt x="929235" y="130852"/>
                  </a:lnTo>
                  <a:lnTo>
                    <a:pt x="943503" y="132861"/>
                  </a:lnTo>
                  <a:lnTo>
                    <a:pt x="957410" y="134819"/>
                  </a:lnTo>
                  <a:lnTo>
                    <a:pt x="970974" y="136729"/>
                  </a:lnTo>
                  <a:lnTo>
                    <a:pt x="984210" y="138593"/>
                  </a:lnTo>
                  <a:lnTo>
                    <a:pt x="997136" y="140413"/>
                  </a:lnTo>
                  <a:lnTo>
                    <a:pt x="1009764" y="142192"/>
                  </a:lnTo>
                  <a:lnTo>
                    <a:pt x="1022108" y="143930"/>
                  </a:lnTo>
                  <a:lnTo>
                    <a:pt x="1034181" y="145630"/>
                  </a:lnTo>
                  <a:lnTo>
                    <a:pt x="1045994" y="147294"/>
                  </a:lnTo>
                  <a:lnTo>
                    <a:pt x="1057559" y="148922"/>
                  </a:lnTo>
                  <a:lnTo>
                    <a:pt x="1068885" y="150517"/>
                  </a:lnTo>
                  <a:lnTo>
                    <a:pt x="1079982" y="152080"/>
                  </a:lnTo>
                  <a:lnTo>
                    <a:pt x="1090860" y="153611"/>
                  </a:lnTo>
                  <a:lnTo>
                    <a:pt x="1101526" y="155113"/>
                  </a:lnTo>
                  <a:lnTo>
                    <a:pt x="1111989" y="156587"/>
                  </a:lnTo>
                  <a:lnTo>
                    <a:pt x="1122257" y="158033"/>
                  </a:lnTo>
                  <a:lnTo>
                    <a:pt x="1132336" y="159452"/>
                  </a:lnTo>
                  <a:lnTo>
                    <a:pt x="1142234" y="16084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394093" y="4631229"/>
              <a:ext cx="1142234" cy="8221"/>
            </a:xfrm>
            <a:custGeom>
              <a:avLst/>
              <a:pathLst>
                <a:path w="1142234" h="8221">
                  <a:moveTo>
                    <a:pt x="0" y="8221"/>
                  </a:moveTo>
                  <a:lnTo>
                    <a:pt x="73348" y="7693"/>
                  </a:lnTo>
                  <a:lnTo>
                    <a:pt x="138046" y="7227"/>
                  </a:lnTo>
                  <a:lnTo>
                    <a:pt x="195921" y="6811"/>
                  </a:lnTo>
                  <a:lnTo>
                    <a:pt x="248274" y="6434"/>
                  </a:lnTo>
                  <a:lnTo>
                    <a:pt x="296069" y="6090"/>
                  </a:lnTo>
                  <a:lnTo>
                    <a:pt x="340037" y="5774"/>
                  </a:lnTo>
                  <a:lnTo>
                    <a:pt x="380744" y="5481"/>
                  </a:lnTo>
                  <a:lnTo>
                    <a:pt x="418642" y="5208"/>
                  </a:lnTo>
                  <a:lnTo>
                    <a:pt x="454093" y="4953"/>
                  </a:lnTo>
                  <a:lnTo>
                    <a:pt x="487394" y="4713"/>
                  </a:lnTo>
                  <a:lnTo>
                    <a:pt x="518791" y="4487"/>
                  </a:lnTo>
                  <a:lnTo>
                    <a:pt x="548490" y="4273"/>
                  </a:lnTo>
                  <a:lnTo>
                    <a:pt x="576665" y="4070"/>
                  </a:lnTo>
                  <a:lnTo>
                    <a:pt x="603466" y="3877"/>
                  </a:lnTo>
                  <a:lnTo>
                    <a:pt x="629019" y="3694"/>
                  </a:lnTo>
                  <a:lnTo>
                    <a:pt x="653436" y="3518"/>
                  </a:lnTo>
                  <a:lnTo>
                    <a:pt x="676814" y="3350"/>
                  </a:lnTo>
                  <a:lnTo>
                    <a:pt x="699238" y="3188"/>
                  </a:lnTo>
                  <a:lnTo>
                    <a:pt x="720782" y="3033"/>
                  </a:lnTo>
                  <a:lnTo>
                    <a:pt x="741512" y="2884"/>
                  </a:lnTo>
                  <a:lnTo>
                    <a:pt x="761489" y="2740"/>
                  </a:lnTo>
                  <a:lnTo>
                    <a:pt x="780765" y="2601"/>
                  </a:lnTo>
                  <a:lnTo>
                    <a:pt x="799387" y="2467"/>
                  </a:lnTo>
                  <a:lnTo>
                    <a:pt x="817398" y="2338"/>
                  </a:lnTo>
                  <a:lnTo>
                    <a:pt x="834838" y="2212"/>
                  </a:lnTo>
                  <a:lnTo>
                    <a:pt x="851740" y="2090"/>
                  </a:lnTo>
                  <a:lnTo>
                    <a:pt x="868139" y="1972"/>
                  </a:lnTo>
                  <a:lnTo>
                    <a:pt x="884061" y="1858"/>
                  </a:lnTo>
                  <a:lnTo>
                    <a:pt x="899536" y="1746"/>
                  </a:lnTo>
                  <a:lnTo>
                    <a:pt x="914586" y="1638"/>
                  </a:lnTo>
                  <a:lnTo>
                    <a:pt x="929235" y="1533"/>
                  </a:lnTo>
                  <a:lnTo>
                    <a:pt x="943503" y="1430"/>
                  </a:lnTo>
                  <a:lnTo>
                    <a:pt x="957410" y="1330"/>
                  </a:lnTo>
                  <a:lnTo>
                    <a:pt x="970974" y="1232"/>
                  </a:lnTo>
                  <a:lnTo>
                    <a:pt x="984210" y="1137"/>
                  </a:lnTo>
                  <a:lnTo>
                    <a:pt x="997136" y="1044"/>
                  </a:lnTo>
                  <a:lnTo>
                    <a:pt x="1009764" y="953"/>
                  </a:lnTo>
                  <a:lnTo>
                    <a:pt x="1022108" y="864"/>
                  </a:lnTo>
                  <a:lnTo>
                    <a:pt x="1034181" y="777"/>
                  </a:lnTo>
                  <a:lnTo>
                    <a:pt x="1045994" y="692"/>
                  </a:lnTo>
                  <a:lnTo>
                    <a:pt x="1057559" y="609"/>
                  </a:lnTo>
                  <a:lnTo>
                    <a:pt x="1068885" y="527"/>
                  </a:lnTo>
                  <a:lnTo>
                    <a:pt x="1079982" y="448"/>
                  </a:lnTo>
                  <a:lnTo>
                    <a:pt x="1090860" y="369"/>
                  </a:lnTo>
                  <a:lnTo>
                    <a:pt x="1101526" y="293"/>
                  </a:lnTo>
                  <a:lnTo>
                    <a:pt x="1111989" y="217"/>
                  </a:lnTo>
                  <a:lnTo>
                    <a:pt x="1122257" y="143"/>
                  </a:lnTo>
                  <a:lnTo>
                    <a:pt x="1132336" y="71"/>
                  </a:lnTo>
                  <a:lnTo>
                    <a:pt x="114223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394093" y="4661098"/>
              <a:ext cx="1142234" cy="65583"/>
            </a:xfrm>
            <a:custGeom>
              <a:avLst/>
              <a:pathLst>
                <a:path w="1142234" h="65583">
                  <a:moveTo>
                    <a:pt x="0" y="0"/>
                  </a:moveTo>
                  <a:lnTo>
                    <a:pt x="73348" y="4211"/>
                  </a:lnTo>
                  <a:lnTo>
                    <a:pt x="138046" y="7926"/>
                  </a:lnTo>
                  <a:lnTo>
                    <a:pt x="195921" y="11249"/>
                  </a:lnTo>
                  <a:lnTo>
                    <a:pt x="248274" y="14255"/>
                  </a:lnTo>
                  <a:lnTo>
                    <a:pt x="296069" y="16999"/>
                  </a:lnTo>
                  <a:lnTo>
                    <a:pt x="340037" y="19523"/>
                  </a:lnTo>
                  <a:lnTo>
                    <a:pt x="380744" y="21861"/>
                  </a:lnTo>
                  <a:lnTo>
                    <a:pt x="418642" y="24037"/>
                  </a:lnTo>
                  <a:lnTo>
                    <a:pt x="454093" y="26072"/>
                  </a:lnTo>
                  <a:lnTo>
                    <a:pt x="487394" y="27984"/>
                  </a:lnTo>
                  <a:lnTo>
                    <a:pt x="518791" y="29787"/>
                  </a:lnTo>
                  <a:lnTo>
                    <a:pt x="548490" y="31492"/>
                  </a:lnTo>
                  <a:lnTo>
                    <a:pt x="576665" y="33110"/>
                  </a:lnTo>
                  <a:lnTo>
                    <a:pt x="603466" y="34649"/>
                  </a:lnTo>
                  <a:lnTo>
                    <a:pt x="629019" y="36116"/>
                  </a:lnTo>
                  <a:lnTo>
                    <a:pt x="653436" y="37518"/>
                  </a:lnTo>
                  <a:lnTo>
                    <a:pt x="676814" y="38860"/>
                  </a:lnTo>
                  <a:lnTo>
                    <a:pt x="699238" y="40148"/>
                  </a:lnTo>
                  <a:lnTo>
                    <a:pt x="720782" y="41385"/>
                  </a:lnTo>
                  <a:lnTo>
                    <a:pt x="741512" y="42575"/>
                  </a:lnTo>
                  <a:lnTo>
                    <a:pt x="761489" y="43722"/>
                  </a:lnTo>
                  <a:lnTo>
                    <a:pt x="780765" y="44829"/>
                  </a:lnTo>
                  <a:lnTo>
                    <a:pt x="799387" y="45898"/>
                  </a:lnTo>
                  <a:lnTo>
                    <a:pt x="817398" y="46932"/>
                  </a:lnTo>
                  <a:lnTo>
                    <a:pt x="834838" y="47933"/>
                  </a:lnTo>
                  <a:lnTo>
                    <a:pt x="851740" y="48904"/>
                  </a:lnTo>
                  <a:lnTo>
                    <a:pt x="868139" y="49846"/>
                  </a:lnTo>
                  <a:lnTo>
                    <a:pt x="884061" y="50760"/>
                  </a:lnTo>
                  <a:lnTo>
                    <a:pt x="899536" y="51648"/>
                  </a:lnTo>
                  <a:lnTo>
                    <a:pt x="914586" y="52512"/>
                  </a:lnTo>
                  <a:lnTo>
                    <a:pt x="929235" y="53353"/>
                  </a:lnTo>
                  <a:lnTo>
                    <a:pt x="943503" y="54173"/>
                  </a:lnTo>
                  <a:lnTo>
                    <a:pt x="957410" y="54971"/>
                  </a:lnTo>
                  <a:lnTo>
                    <a:pt x="970974" y="55750"/>
                  </a:lnTo>
                  <a:lnTo>
                    <a:pt x="984210" y="56510"/>
                  </a:lnTo>
                  <a:lnTo>
                    <a:pt x="997136" y="57252"/>
                  </a:lnTo>
                  <a:lnTo>
                    <a:pt x="1009764" y="57977"/>
                  </a:lnTo>
                  <a:lnTo>
                    <a:pt x="1022108" y="58686"/>
                  </a:lnTo>
                  <a:lnTo>
                    <a:pt x="1034181" y="59379"/>
                  </a:lnTo>
                  <a:lnTo>
                    <a:pt x="1045994" y="60057"/>
                  </a:lnTo>
                  <a:lnTo>
                    <a:pt x="1057559" y="60721"/>
                  </a:lnTo>
                  <a:lnTo>
                    <a:pt x="1068885" y="61372"/>
                  </a:lnTo>
                  <a:lnTo>
                    <a:pt x="1079982" y="62009"/>
                  </a:lnTo>
                  <a:lnTo>
                    <a:pt x="1090860" y="62634"/>
                  </a:lnTo>
                  <a:lnTo>
                    <a:pt x="1101526" y="63246"/>
                  </a:lnTo>
                  <a:lnTo>
                    <a:pt x="1111989" y="63847"/>
                  </a:lnTo>
                  <a:lnTo>
                    <a:pt x="1122257" y="64436"/>
                  </a:lnTo>
                  <a:lnTo>
                    <a:pt x="1132336" y="65015"/>
                  </a:lnTo>
                  <a:lnTo>
                    <a:pt x="1142234" y="6558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rc772"/>
            <p:cNvSpPr/>
            <p:nvPr/>
          </p:nvSpPr>
          <p:spPr>
            <a:xfrm>
              <a:off x="1310032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4" name="pl773"/>
            <p:cNvSpPr/>
            <p:nvPr/>
          </p:nvSpPr>
          <p:spPr>
            <a:xfrm>
              <a:off x="1310032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tx774"/>
            <p:cNvSpPr/>
            <p:nvPr/>
          </p:nvSpPr>
          <p:spPr>
            <a:xfrm rot="-5400000">
              <a:off x="1140466" y="482837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6" name="tx775"/>
            <p:cNvSpPr/>
            <p:nvPr/>
          </p:nvSpPr>
          <p:spPr>
            <a:xfrm rot="-5400000">
              <a:off x="1140466" y="447695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140466" y="412553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8" name="pl777"/>
            <p:cNvSpPr/>
            <p:nvPr/>
          </p:nvSpPr>
          <p:spPr>
            <a:xfrm>
              <a:off x="1281564" y="48648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8"/>
            <p:cNvSpPr/>
            <p:nvPr/>
          </p:nvSpPr>
          <p:spPr>
            <a:xfrm>
              <a:off x="1281564" y="45133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281564" y="41619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10032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394093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774838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2155583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536327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tx785"/>
            <p:cNvSpPr/>
            <p:nvPr/>
          </p:nvSpPr>
          <p:spPr>
            <a:xfrm>
              <a:off x="1365838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7" name="tx786"/>
            <p:cNvSpPr/>
            <p:nvPr/>
          </p:nvSpPr>
          <p:spPr>
            <a:xfrm>
              <a:off x="1746583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2127328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508072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1703231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310032" y="3681523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2" name="rc791"/>
            <p:cNvSpPr/>
            <p:nvPr/>
          </p:nvSpPr>
          <p:spPr>
            <a:xfrm>
              <a:off x="2748241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779646" y="436908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2788826" y="411746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06322" y="440965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816918" y="43676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797227" y="398669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826955" y="433483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810247" y="468153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794738" y="45734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780109" y="43713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24168" y="39191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181521" y="48825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195388" y="431819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189884" y="44122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203497" y="47778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177380" y="441663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157923" y="455652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179343" y="463340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170313" y="47021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181348" y="45006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194695" y="421787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172993" y="41745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180742" y="46238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176142" y="448145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192537" y="45188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190089" y="44131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183123" y="412535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200861" y="45789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172615" y="398773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581206" y="408720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580111" y="44553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74654" y="438975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62746" y="45684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77466" y="454289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66698" y="46373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42207" y="432275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88002" y="42196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64827" y="42325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46595" y="42784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80414" y="44207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65180" y="40234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568797" y="46597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43310" y="47636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76948" y="43618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59608" y="41682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57615" y="44276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73520" y="47613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67506" y="38801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60156" y="43003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927292" y="45772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922322" y="442301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921587" y="45669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964470" y="45481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958435" y="46309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942812" y="436724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942729" y="45203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954579" y="484433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943493" y="44288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931662" y="462535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956959" y="46329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949428" y="44903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934797" y="438903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933091" y="471136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927215" y="46360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969210" y="46674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968325" y="418142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953316" y="43040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919627" y="46705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931425" y="44764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917982" y="43438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954138" y="43819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937345" y="43216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959297" y="45628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l864"/>
            <p:cNvSpPr/>
            <p:nvPr/>
          </p:nvSpPr>
          <p:spPr>
            <a:xfrm>
              <a:off x="2832616" y="4423273"/>
              <a:ext cx="1138202" cy="4729"/>
            </a:xfrm>
            <a:custGeom>
              <a:avLst/>
              <a:pathLst>
                <a:path w="1138202" h="4729">
                  <a:moveTo>
                    <a:pt x="0" y="0"/>
                  </a:moveTo>
                  <a:lnTo>
                    <a:pt x="73089" y="303"/>
                  </a:lnTo>
                  <a:lnTo>
                    <a:pt x="137559" y="571"/>
                  </a:lnTo>
                  <a:lnTo>
                    <a:pt x="195229" y="811"/>
                  </a:lnTo>
                  <a:lnTo>
                    <a:pt x="247398" y="1027"/>
                  </a:lnTo>
                  <a:lnTo>
                    <a:pt x="295024" y="1225"/>
                  </a:lnTo>
                  <a:lnTo>
                    <a:pt x="338837" y="1407"/>
                  </a:lnTo>
                  <a:lnTo>
                    <a:pt x="379400" y="1576"/>
                  </a:lnTo>
                  <a:lnTo>
                    <a:pt x="417164" y="1733"/>
                  </a:lnTo>
                  <a:lnTo>
                    <a:pt x="452490" y="1880"/>
                  </a:lnTo>
                  <a:lnTo>
                    <a:pt x="485673" y="2018"/>
                  </a:lnTo>
                  <a:lnTo>
                    <a:pt x="516960" y="2148"/>
                  </a:lnTo>
                  <a:lnTo>
                    <a:pt x="546554" y="2271"/>
                  </a:lnTo>
                  <a:lnTo>
                    <a:pt x="574630" y="2387"/>
                  </a:lnTo>
                  <a:lnTo>
                    <a:pt x="601335" y="2498"/>
                  </a:lnTo>
                  <a:lnTo>
                    <a:pt x="626799" y="2604"/>
                  </a:lnTo>
                  <a:lnTo>
                    <a:pt x="651130" y="2705"/>
                  </a:lnTo>
                  <a:lnTo>
                    <a:pt x="674425" y="2802"/>
                  </a:lnTo>
                  <a:lnTo>
                    <a:pt x="696769" y="2895"/>
                  </a:lnTo>
                  <a:lnTo>
                    <a:pt x="718237" y="2984"/>
                  </a:lnTo>
                  <a:lnTo>
                    <a:pt x="738895" y="3070"/>
                  </a:lnTo>
                  <a:lnTo>
                    <a:pt x="758801" y="3152"/>
                  </a:lnTo>
                  <a:lnTo>
                    <a:pt x="778009" y="3232"/>
                  </a:lnTo>
                  <a:lnTo>
                    <a:pt x="796565" y="3309"/>
                  </a:lnTo>
                  <a:lnTo>
                    <a:pt x="814513" y="3384"/>
                  </a:lnTo>
                  <a:lnTo>
                    <a:pt x="831891" y="3456"/>
                  </a:lnTo>
                  <a:lnTo>
                    <a:pt x="848734" y="3526"/>
                  </a:lnTo>
                  <a:lnTo>
                    <a:pt x="865074" y="3594"/>
                  </a:lnTo>
                  <a:lnTo>
                    <a:pt x="880941" y="3660"/>
                  </a:lnTo>
                  <a:lnTo>
                    <a:pt x="896360" y="3724"/>
                  </a:lnTo>
                  <a:lnTo>
                    <a:pt x="911357" y="3786"/>
                  </a:lnTo>
                  <a:lnTo>
                    <a:pt x="925955" y="3847"/>
                  </a:lnTo>
                  <a:lnTo>
                    <a:pt x="940172" y="3906"/>
                  </a:lnTo>
                  <a:lnTo>
                    <a:pt x="954030" y="3964"/>
                  </a:lnTo>
                  <a:lnTo>
                    <a:pt x="967546" y="4020"/>
                  </a:lnTo>
                  <a:lnTo>
                    <a:pt x="980736" y="4075"/>
                  </a:lnTo>
                  <a:lnTo>
                    <a:pt x="993616" y="4128"/>
                  </a:lnTo>
                  <a:lnTo>
                    <a:pt x="1006199" y="4180"/>
                  </a:lnTo>
                  <a:lnTo>
                    <a:pt x="1018500" y="4232"/>
                  </a:lnTo>
                  <a:lnTo>
                    <a:pt x="1030530" y="4282"/>
                  </a:lnTo>
                  <a:lnTo>
                    <a:pt x="1042302" y="4330"/>
                  </a:lnTo>
                  <a:lnTo>
                    <a:pt x="1053826" y="4378"/>
                  </a:lnTo>
                  <a:lnTo>
                    <a:pt x="1065112" y="4425"/>
                  </a:lnTo>
                  <a:lnTo>
                    <a:pt x="1076170" y="4471"/>
                  </a:lnTo>
                  <a:lnTo>
                    <a:pt x="1087009" y="4516"/>
                  </a:lnTo>
                  <a:lnTo>
                    <a:pt x="1097638" y="4560"/>
                  </a:lnTo>
                  <a:lnTo>
                    <a:pt x="1108064" y="4604"/>
                  </a:lnTo>
                  <a:lnTo>
                    <a:pt x="1118295" y="4646"/>
                  </a:lnTo>
                  <a:lnTo>
                    <a:pt x="1128339" y="4688"/>
                  </a:lnTo>
                  <a:lnTo>
                    <a:pt x="1138202" y="472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6" name="pl865"/>
            <p:cNvSpPr/>
            <p:nvPr/>
          </p:nvSpPr>
          <p:spPr>
            <a:xfrm>
              <a:off x="2832616" y="4407428"/>
              <a:ext cx="1138202" cy="5059"/>
            </a:xfrm>
            <a:custGeom>
              <a:avLst/>
              <a:pathLst>
                <a:path w="1138202" h="5059">
                  <a:moveTo>
                    <a:pt x="0" y="5059"/>
                  </a:moveTo>
                  <a:lnTo>
                    <a:pt x="73089" y="4734"/>
                  </a:lnTo>
                  <a:lnTo>
                    <a:pt x="137559" y="4447"/>
                  </a:lnTo>
                  <a:lnTo>
                    <a:pt x="195229" y="4191"/>
                  </a:lnTo>
                  <a:lnTo>
                    <a:pt x="247398" y="3959"/>
                  </a:lnTo>
                  <a:lnTo>
                    <a:pt x="295024" y="3747"/>
                  </a:lnTo>
                  <a:lnTo>
                    <a:pt x="338837" y="3553"/>
                  </a:lnTo>
                  <a:lnTo>
                    <a:pt x="379400" y="3372"/>
                  </a:lnTo>
                  <a:lnTo>
                    <a:pt x="417164" y="3204"/>
                  </a:lnTo>
                  <a:lnTo>
                    <a:pt x="452490" y="3047"/>
                  </a:lnTo>
                  <a:lnTo>
                    <a:pt x="485673" y="2900"/>
                  </a:lnTo>
                  <a:lnTo>
                    <a:pt x="516960" y="2761"/>
                  </a:lnTo>
                  <a:lnTo>
                    <a:pt x="546554" y="2629"/>
                  </a:lnTo>
                  <a:lnTo>
                    <a:pt x="574630" y="2504"/>
                  </a:lnTo>
                  <a:lnTo>
                    <a:pt x="601335" y="2386"/>
                  </a:lnTo>
                  <a:lnTo>
                    <a:pt x="626799" y="2273"/>
                  </a:lnTo>
                  <a:lnTo>
                    <a:pt x="651130" y="2164"/>
                  </a:lnTo>
                  <a:lnTo>
                    <a:pt x="674425" y="2061"/>
                  </a:lnTo>
                  <a:lnTo>
                    <a:pt x="696769" y="1962"/>
                  </a:lnTo>
                  <a:lnTo>
                    <a:pt x="718237" y="1866"/>
                  </a:lnTo>
                  <a:lnTo>
                    <a:pt x="738895" y="1774"/>
                  </a:lnTo>
                  <a:lnTo>
                    <a:pt x="758801" y="1686"/>
                  </a:lnTo>
                  <a:lnTo>
                    <a:pt x="778009" y="1600"/>
                  </a:lnTo>
                  <a:lnTo>
                    <a:pt x="796565" y="1518"/>
                  </a:lnTo>
                  <a:lnTo>
                    <a:pt x="814513" y="1438"/>
                  </a:lnTo>
                  <a:lnTo>
                    <a:pt x="831891" y="1361"/>
                  </a:lnTo>
                  <a:lnTo>
                    <a:pt x="848734" y="1286"/>
                  </a:lnTo>
                  <a:lnTo>
                    <a:pt x="865074" y="1213"/>
                  </a:lnTo>
                  <a:lnTo>
                    <a:pt x="880941" y="1143"/>
                  </a:lnTo>
                  <a:lnTo>
                    <a:pt x="896360" y="1074"/>
                  </a:lnTo>
                  <a:lnTo>
                    <a:pt x="911357" y="1008"/>
                  </a:lnTo>
                  <a:lnTo>
                    <a:pt x="925955" y="943"/>
                  </a:lnTo>
                  <a:lnTo>
                    <a:pt x="940172" y="880"/>
                  </a:lnTo>
                  <a:lnTo>
                    <a:pt x="954030" y="818"/>
                  </a:lnTo>
                  <a:lnTo>
                    <a:pt x="967546" y="758"/>
                  </a:lnTo>
                  <a:lnTo>
                    <a:pt x="980736" y="699"/>
                  </a:lnTo>
                  <a:lnTo>
                    <a:pt x="993616" y="642"/>
                  </a:lnTo>
                  <a:lnTo>
                    <a:pt x="1006199" y="586"/>
                  </a:lnTo>
                  <a:lnTo>
                    <a:pt x="1018500" y="532"/>
                  </a:lnTo>
                  <a:lnTo>
                    <a:pt x="1030530" y="478"/>
                  </a:lnTo>
                  <a:lnTo>
                    <a:pt x="1042302" y="426"/>
                  </a:lnTo>
                  <a:lnTo>
                    <a:pt x="1053826" y="375"/>
                  </a:lnTo>
                  <a:lnTo>
                    <a:pt x="1065112" y="324"/>
                  </a:lnTo>
                  <a:lnTo>
                    <a:pt x="1076170" y="275"/>
                  </a:lnTo>
                  <a:lnTo>
                    <a:pt x="1087009" y="227"/>
                  </a:lnTo>
                  <a:lnTo>
                    <a:pt x="1097638" y="180"/>
                  </a:lnTo>
                  <a:lnTo>
                    <a:pt x="1108064" y="133"/>
                  </a:lnTo>
                  <a:lnTo>
                    <a:pt x="1118295" y="88"/>
                  </a:lnTo>
                  <a:lnTo>
                    <a:pt x="1128339" y="43"/>
                  </a:lnTo>
                  <a:lnTo>
                    <a:pt x="113820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832616" y="4371247"/>
              <a:ext cx="1138202" cy="368485"/>
            </a:xfrm>
            <a:custGeom>
              <a:avLst/>
              <a:pathLst>
                <a:path w="1138202" h="368485">
                  <a:moveTo>
                    <a:pt x="0" y="0"/>
                  </a:moveTo>
                  <a:lnTo>
                    <a:pt x="73089" y="23662"/>
                  </a:lnTo>
                  <a:lnTo>
                    <a:pt x="137559" y="44533"/>
                  </a:lnTo>
                  <a:lnTo>
                    <a:pt x="195229" y="63204"/>
                  </a:lnTo>
                  <a:lnTo>
                    <a:pt x="247398" y="80093"/>
                  </a:lnTo>
                  <a:lnTo>
                    <a:pt x="295024" y="95512"/>
                  </a:lnTo>
                  <a:lnTo>
                    <a:pt x="338837" y="109696"/>
                  </a:lnTo>
                  <a:lnTo>
                    <a:pt x="379400" y="122828"/>
                  </a:lnTo>
                  <a:lnTo>
                    <a:pt x="417164" y="135054"/>
                  </a:lnTo>
                  <a:lnTo>
                    <a:pt x="452490" y="146490"/>
                  </a:lnTo>
                  <a:lnTo>
                    <a:pt x="485673" y="157233"/>
                  </a:lnTo>
                  <a:lnTo>
                    <a:pt x="516960" y="167362"/>
                  </a:lnTo>
                  <a:lnTo>
                    <a:pt x="546554" y="176943"/>
                  </a:lnTo>
                  <a:lnTo>
                    <a:pt x="574630" y="186032"/>
                  </a:lnTo>
                  <a:lnTo>
                    <a:pt x="601335" y="194678"/>
                  </a:lnTo>
                  <a:lnTo>
                    <a:pt x="626799" y="202922"/>
                  </a:lnTo>
                  <a:lnTo>
                    <a:pt x="651130" y="210799"/>
                  </a:lnTo>
                  <a:lnTo>
                    <a:pt x="674425" y="218340"/>
                  </a:lnTo>
                  <a:lnTo>
                    <a:pt x="696769" y="225574"/>
                  </a:lnTo>
                  <a:lnTo>
                    <a:pt x="718237" y="232524"/>
                  </a:lnTo>
                  <a:lnTo>
                    <a:pt x="738895" y="239212"/>
                  </a:lnTo>
                  <a:lnTo>
                    <a:pt x="758801" y="245657"/>
                  </a:lnTo>
                  <a:lnTo>
                    <a:pt x="778009" y="251875"/>
                  </a:lnTo>
                  <a:lnTo>
                    <a:pt x="796565" y="257882"/>
                  </a:lnTo>
                  <a:lnTo>
                    <a:pt x="814513" y="263693"/>
                  </a:lnTo>
                  <a:lnTo>
                    <a:pt x="831891" y="269319"/>
                  </a:lnTo>
                  <a:lnTo>
                    <a:pt x="848734" y="274772"/>
                  </a:lnTo>
                  <a:lnTo>
                    <a:pt x="865074" y="280062"/>
                  </a:lnTo>
                  <a:lnTo>
                    <a:pt x="880941" y="285199"/>
                  </a:lnTo>
                  <a:lnTo>
                    <a:pt x="896360" y="290191"/>
                  </a:lnTo>
                  <a:lnTo>
                    <a:pt x="911357" y="295046"/>
                  </a:lnTo>
                  <a:lnTo>
                    <a:pt x="925955" y="299772"/>
                  </a:lnTo>
                  <a:lnTo>
                    <a:pt x="940172" y="304374"/>
                  </a:lnTo>
                  <a:lnTo>
                    <a:pt x="954030" y="308861"/>
                  </a:lnTo>
                  <a:lnTo>
                    <a:pt x="967546" y="313237"/>
                  </a:lnTo>
                  <a:lnTo>
                    <a:pt x="980736" y="317507"/>
                  </a:lnTo>
                  <a:lnTo>
                    <a:pt x="993616" y="321676"/>
                  </a:lnTo>
                  <a:lnTo>
                    <a:pt x="1006199" y="325750"/>
                  </a:lnTo>
                  <a:lnTo>
                    <a:pt x="1018500" y="329733"/>
                  </a:lnTo>
                  <a:lnTo>
                    <a:pt x="1030530" y="333627"/>
                  </a:lnTo>
                  <a:lnTo>
                    <a:pt x="1042302" y="337438"/>
                  </a:lnTo>
                  <a:lnTo>
                    <a:pt x="1053826" y="341169"/>
                  </a:lnTo>
                  <a:lnTo>
                    <a:pt x="1065112" y="344823"/>
                  </a:lnTo>
                  <a:lnTo>
                    <a:pt x="1076170" y="348403"/>
                  </a:lnTo>
                  <a:lnTo>
                    <a:pt x="1087009" y="351912"/>
                  </a:lnTo>
                  <a:lnTo>
                    <a:pt x="1097638" y="355353"/>
                  </a:lnTo>
                  <a:lnTo>
                    <a:pt x="1108064" y="358728"/>
                  </a:lnTo>
                  <a:lnTo>
                    <a:pt x="1118295" y="362041"/>
                  </a:lnTo>
                  <a:lnTo>
                    <a:pt x="1128339" y="365292"/>
                  </a:lnTo>
                  <a:lnTo>
                    <a:pt x="1138202" y="36848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832616" y="4007540"/>
              <a:ext cx="1138202" cy="269053"/>
            </a:xfrm>
            <a:custGeom>
              <a:avLst/>
              <a:pathLst>
                <a:path w="1138202" h="269053">
                  <a:moveTo>
                    <a:pt x="0" y="0"/>
                  </a:moveTo>
                  <a:lnTo>
                    <a:pt x="73089" y="17277"/>
                  </a:lnTo>
                  <a:lnTo>
                    <a:pt x="137559" y="32516"/>
                  </a:lnTo>
                  <a:lnTo>
                    <a:pt x="195229" y="46149"/>
                  </a:lnTo>
                  <a:lnTo>
                    <a:pt x="247398" y="58481"/>
                  </a:lnTo>
                  <a:lnTo>
                    <a:pt x="295024" y="69739"/>
                  </a:lnTo>
                  <a:lnTo>
                    <a:pt x="338837" y="80095"/>
                  </a:lnTo>
                  <a:lnTo>
                    <a:pt x="379400" y="89684"/>
                  </a:lnTo>
                  <a:lnTo>
                    <a:pt x="417164" y="98611"/>
                  </a:lnTo>
                  <a:lnTo>
                    <a:pt x="452490" y="106961"/>
                  </a:lnTo>
                  <a:lnTo>
                    <a:pt x="485673" y="114806"/>
                  </a:lnTo>
                  <a:lnTo>
                    <a:pt x="516960" y="122201"/>
                  </a:lnTo>
                  <a:lnTo>
                    <a:pt x="546554" y="129197"/>
                  </a:lnTo>
                  <a:lnTo>
                    <a:pt x="574630" y="135833"/>
                  </a:lnTo>
                  <a:lnTo>
                    <a:pt x="601335" y="142146"/>
                  </a:lnTo>
                  <a:lnTo>
                    <a:pt x="626799" y="148165"/>
                  </a:lnTo>
                  <a:lnTo>
                    <a:pt x="651130" y="153917"/>
                  </a:lnTo>
                  <a:lnTo>
                    <a:pt x="674425" y="159424"/>
                  </a:lnTo>
                  <a:lnTo>
                    <a:pt x="696769" y="164705"/>
                  </a:lnTo>
                  <a:lnTo>
                    <a:pt x="718237" y="169780"/>
                  </a:lnTo>
                  <a:lnTo>
                    <a:pt x="738895" y="174663"/>
                  </a:lnTo>
                  <a:lnTo>
                    <a:pt x="758801" y="179369"/>
                  </a:lnTo>
                  <a:lnTo>
                    <a:pt x="778009" y="183909"/>
                  </a:lnTo>
                  <a:lnTo>
                    <a:pt x="796565" y="188296"/>
                  </a:lnTo>
                  <a:lnTo>
                    <a:pt x="814513" y="192538"/>
                  </a:lnTo>
                  <a:lnTo>
                    <a:pt x="831891" y="196646"/>
                  </a:lnTo>
                  <a:lnTo>
                    <a:pt x="848734" y="200628"/>
                  </a:lnTo>
                  <a:lnTo>
                    <a:pt x="865074" y="204490"/>
                  </a:lnTo>
                  <a:lnTo>
                    <a:pt x="880941" y="208241"/>
                  </a:lnTo>
                  <a:lnTo>
                    <a:pt x="896360" y="211886"/>
                  </a:lnTo>
                  <a:lnTo>
                    <a:pt x="911357" y="215431"/>
                  </a:lnTo>
                  <a:lnTo>
                    <a:pt x="925955" y="218881"/>
                  </a:lnTo>
                  <a:lnTo>
                    <a:pt x="940172" y="222242"/>
                  </a:lnTo>
                  <a:lnTo>
                    <a:pt x="954030" y="225518"/>
                  </a:lnTo>
                  <a:lnTo>
                    <a:pt x="967546" y="228713"/>
                  </a:lnTo>
                  <a:lnTo>
                    <a:pt x="980736" y="231831"/>
                  </a:lnTo>
                  <a:lnTo>
                    <a:pt x="993616" y="234875"/>
                  </a:lnTo>
                  <a:lnTo>
                    <a:pt x="1006199" y="237850"/>
                  </a:lnTo>
                  <a:lnTo>
                    <a:pt x="1018500" y="240758"/>
                  </a:lnTo>
                  <a:lnTo>
                    <a:pt x="1030530" y="243602"/>
                  </a:lnTo>
                  <a:lnTo>
                    <a:pt x="1042302" y="246384"/>
                  </a:lnTo>
                  <a:lnTo>
                    <a:pt x="1053826" y="249108"/>
                  </a:lnTo>
                  <a:lnTo>
                    <a:pt x="1065112" y="251776"/>
                  </a:lnTo>
                  <a:lnTo>
                    <a:pt x="1076170" y="254390"/>
                  </a:lnTo>
                  <a:lnTo>
                    <a:pt x="1087009" y="256952"/>
                  </a:lnTo>
                  <a:lnTo>
                    <a:pt x="1097638" y="259465"/>
                  </a:lnTo>
                  <a:lnTo>
                    <a:pt x="1108064" y="261929"/>
                  </a:lnTo>
                  <a:lnTo>
                    <a:pt x="1118295" y="264348"/>
                  </a:lnTo>
                  <a:lnTo>
                    <a:pt x="1128339" y="266722"/>
                  </a:lnTo>
                  <a:lnTo>
                    <a:pt x="1138202" y="269053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832616" y="4470117"/>
              <a:ext cx="1138202" cy="35806"/>
            </a:xfrm>
            <a:custGeom>
              <a:avLst/>
              <a:pathLst>
                <a:path w="1138202" h="35806">
                  <a:moveTo>
                    <a:pt x="0" y="0"/>
                  </a:moveTo>
                  <a:lnTo>
                    <a:pt x="73089" y="2299"/>
                  </a:lnTo>
                  <a:lnTo>
                    <a:pt x="137559" y="4327"/>
                  </a:lnTo>
                  <a:lnTo>
                    <a:pt x="195229" y="6141"/>
                  </a:lnTo>
                  <a:lnTo>
                    <a:pt x="247398" y="7782"/>
                  </a:lnTo>
                  <a:lnTo>
                    <a:pt x="295024" y="9281"/>
                  </a:lnTo>
                  <a:lnTo>
                    <a:pt x="338837" y="10659"/>
                  </a:lnTo>
                  <a:lnTo>
                    <a:pt x="379400" y="11935"/>
                  </a:lnTo>
                  <a:lnTo>
                    <a:pt x="417164" y="13123"/>
                  </a:lnTo>
                  <a:lnTo>
                    <a:pt x="452490" y="14234"/>
                  </a:lnTo>
                  <a:lnTo>
                    <a:pt x="485673" y="15278"/>
                  </a:lnTo>
                  <a:lnTo>
                    <a:pt x="516960" y="16262"/>
                  </a:lnTo>
                  <a:lnTo>
                    <a:pt x="546554" y="17193"/>
                  </a:lnTo>
                  <a:lnTo>
                    <a:pt x="574630" y="18077"/>
                  </a:lnTo>
                  <a:lnTo>
                    <a:pt x="601335" y="18917"/>
                  </a:lnTo>
                  <a:lnTo>
                    <a:pt x="626799" y="19718"/>
                  </a:lnTo>
                  <a:lnTo>
                    <a:pt x="651130" y="20483"/>
                  </a:lnTo>
                  <a:lnTo>
                    <a:pt x="674425" y="21216"/>
                  </a:lnTo>
                  <a:lnTo>
                    <a:pt x="696769" y="21919"/>
                  </a:lnTo>
                  <a:lnTo>
                    <a:pt x="718237" y="22594"/>
                  </a:lnTo>
                  <a:lnTo>
                    <a:pt x="738895" y="23244"/>
                  </a:lnTo>
                  <a:lnTo>
                    <a:pt x="758801" y="23870"/>
                  </a:lnTo>
                  <a:lnTo>
                    <a:pt x="778009" y="24475"/>
                  </a:lnTo>
                  <a:lnTo>
                    <a:pt x="796565" y="25058"/>
                  </a:lnTo>
                  <a:lnTo>
                    <a:pt x="814513" y="25623"/>
                  </a:lnTo>
                  <a:lnTo>
                    <a:pt x="831891" y="26170"/>
                  </a:lnTo>
                  <a:lnTo>
                    <a:pt x="848734" y="26699"/>
                  </a:lnTo>
                  <a:lnTo>
                    <a:pt x="865074" y="27213"/>
                  </a:lnTo>
                  <a:lnTo>
                    <a:pt x="880941" y="27713"/>
                  </a:lnTo>
                  <a:lnTo>
                    <a:pt x="896360" y="28198"/>
                  </a:lnTo>
                  <a:lnTo>
                    <a:pt x="911357" y="28669"/>
                  </a:lnTo>
                  <a:lnTo>
                    <a:pt x="925955" y="29129"/>
                  </a:lnTo>
                  <a:lnTo>
                    <a:pt x="940172" y="29576"/>
                  </a:lnTo>
                  <a:lnTo>
                    <a:pt x="954030" y="30012"/>
                  </a:lnTo>
                  <a:lnTo>
                    <a:pt x="967546" y="30437"/>
                  </a:lnTo>
                  <a:lnTo>
                    <a:pt x="980736" y="30852"/>
                  </a:lnTo>
                  <a:lnTo>
                    <a:pt x="993616" y="31257"/>
                  </a:lnTo>
                  <a:lnTo>
                    <a:pt x="1006199" y="31653"/>
                  </a:lnTo>
                  <a:lnTo>
                    <a:pt x="1018500" y="32040"/>
                  </a:lnTo>
                  <a:lnTo>
                    <a:pt x="1030530" y="32418"/>
                  </a:lnTo>
                  <a:lnTo>
                    <a:pt x="1042302" y="32789"/>
                  </a:lnTo>
                  <a:lnTo>
                    <a:pt x="1053826" y="33151"/>
                  </a:lnTo>
                  <a:lnTo>
                    <a:pt x="1065112" y="33506"/>
                  </a:lnTo>
                  <a:lnTo>
                    <a:pt x="1076170" y="33854"/>
                  </a:lnTo>
                  <a:lnTo>
                    <a:pt x="1087009" y="34195"/>
                  </a:lnTo>
                  <a:lnTo>
                    <a:pt x="1097638" y="34530"/>
                  </a:lnTo>
                  <a:lnTo>
                    <a:pt x="1108064" y="34858"/>
                  </a:lnTo>
                  <a:lnTo>
                    <a:pt x="1118295" y="35179"/>
                  </a:lnTo>
                  <a:lnTo>
                    <a:pt x="1128339" y="35495"/>
                  </a:lnTo>
                  <a:lnTo>
                    <a:pt x="1138202" y="35806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832616" y="4237451"/>
              <a:ext cx="1138202" cy="239965"/>
            </a:xfrm>
            <a:custGeom>
              <a:avLst/>
              <a:pathLst>
                <a:path w="1138202" h="239965">
                  <a:moveTo>
                    <a:pt x="0" y="0"/>
                  </a:moveTo>
                  <a:lnTo>
                    <a:pt x="73089" y="15409"/>
                  </a:lnTo>
                  <a:lnTo>
                    <a:pt x="137559" y="29001"/>
                  </a:lnTo>
                  <a:lnTo>
                    <a:pt x="195229" y="41160"/>
                  </a:lnTo>
                  <a:lnTo>
                    <a:pt x="247398" y="52158"/>
                  </a:lnTo>
                  <a:lnTo>
                    <a:pt x="295024" y="62199"/>
                  </a:lnTo>
                  <a:lnTo>
                    <a:pt x="338837" y="71436"/>
                  </a:lnTo>
                  <a:lnTo>
                    <a:pt x="379400" y="79988"/>
                  </a:lnTo>
                  <a:lnTo>
                    <a:pt x="417164" y="87950"/>
                  </a:lnTo>
                  <a:lnTo>
                    <a:pt x="452490" y="95398"/>
                  </a:lnTo>
                  <a:lnTo>
                    <a:pt x="485673" y="102394"/>
                  </a:lnTo>
                  <a:lnTo>
                    <a:pt x="516960" y="108990"/>
                  </a:lnTo>
                  <a:lnTo>
                    <a:pt x="546554" y="115229"/>
                  </a:lnTo>
                  <a:lnTo>
                    <a:pt x="574630" y="121148"/>
                  </a:lnTo>
                  <a:lnTo>
                    <a:pt x="601335" y="126778"/>
                  </a:lnTo>
                  <a:lnTo>
                    <a:pt x="626799" y="132147"/>
                  </a:lnTo>
                  <a:lnTo>
                    <a:pt x="651130" y="137277"/>
                  </a:lnTo>
                  <a:lnTo>
                    <a:pt x="674425" y="142188"/>
                  </a:lnTo>
                  <a:lnTo>
                    <a:pt x="696769" y="146899"/>
                  </a:lnTo>
                  <a:lnTo>
                    <a:pt x="718237" y="151425"/>
                  </a:lnTo>
                  <a:lnTo>
                    <a:pt x="738895" y="155780"/>
                  </a:lnTo>
                  <a:lnTo>
                    <a:pt x="758801" y="159977"/>
                  </a:lnTo>
                  <a:lnTo>
                    <a:pt x="778009" y="164026"/>
                  </a:lnTo>
                  <a:lnTo>
                    <a:pt x="796565" y="167938"/>
                  </a:lnTo>
                  <a:lnTo>
                    <a:pt x="814513" y="171722"/>
                  </a:lnTo>
                  <a:lnTo>
                    <a:pt x="831891" y="175386"/>
                  </a:lnTo>
                  <a:lnTo>
                    <a:pt x="848734" y="178937"/>
                  </a:lnTo>
                  <a:lnTo>
                    <a:pt x="865074" y="182382"/>
                  </a:lnTo>
                  <a:lnTo>
                    <a:pt x="880941" y="185727"/>
                  </a:lnTo>
                  <a:lnTo>
                    <a:pt x="896360" y="188978"/>
                  </a:lnTo>
                  <a:lnTo>
                    <a:pt x="911357" y="192140"/>
                  </a:lnTo>
                  <a:lnTo>
                    <a:pt x="925955" y="195218"/>
                  </a:lnTo>
                  <a:lnTo>
                    <a:pt x="940172" y="198215"/>
                  </a:lnTo>
                  <a:lnTo>
                    <a:pt x="954030" y="201137"/>
                  </a:lnTo>
                  <a:lnTo>
                    <a:pt x="967546" y="203986"/>
                  </a:lnTo>
                  <a:lnTo>
                    <a:pt x="980736" y="206767"/>
                  </a:lnTo>
                  <a:lnTo>
                    <a:pt x="993616" y="209483"/>
                  </a:lnTo>
                  <a:lnTo>
                    <a:pt x="1006199" y="212135"/>
                  </a:lnTo>
                  <a:lnTo>
                    <a:pt x="1018500" y="214729"/>
                  </a:lnTo>
                  <a:lnTo>
                    <a:pt x="1030530" y="217265"/>
                  </a:lnTo>
                  <a:lnTo>
                    <a:pt x="1042302" y="219747"/>
                  </a:lnTo>
                  <a:lnTo>
                    <a:pt x="1053826" y="222177"/>
                  </a:lnTo>
                  <a:lnTo>
                    <a:pt x="1065112" y="224556"/>
                  </a:lnTo>
                  <a:lnTo>
                    <a:pt x="1076170" y="226887"/>
                  </a:lnTo>
                  <a:lnTo>
                    <a:pt x="1087009" y="229173"/>
                  </a:lnTo>
                  <a:lnTo>
                    <a:pt x="1097638" y="231413"/>
                  </a:lnTo>
                  <a:lnTo>
                    <a:pt x="1108064" y="233612"/>
                  </a:lnTo>
                  <a:lnTo>
                    <a:pt x="1118295" y="235769"/>
                  </a:lnTo>
                  <a:lnTo>
                    <a:pt x="1128339" y="237886"/>
                  </a:lnTo>
                  <a:lnTo>
                    <a:pt x="1138202" y="239965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832616" y="4211393"/>
              <a:ext cx="1138202" cy="467252"/>
            </a:xfrm>
            <a:custGeom>
              <a:avLst/>
              <a:pathLst>
                <a:path w="1138202" h="467252">
                  <a:moveTo>
                    <a:pt x="0" y="0"/>
                  </a:moveTo>
                  <a:lnTo>
                    <a:pt x="73089" y="30004"/>
                  </a:lnTo>
                  <a:lnTo>
                    <a:pt x="137559" y="56470"/>
                  </a:lnTo>
                  <a:lnTo>
                    <a:pt x="195229" y="80145"/>
                  </a:lnTo>
                  <a:lnTo>
                    <a:pt x="247398" y="101561"/>
                  </a:lnTo>
                  <a:lnTo>
                    <a:pt x="295024" y="121113"/>
                  </a:lnTo>
                  <a:lnTo>
                    <a:pt x="338837" y="139098"/>
                  </a:lnTo>
                  <a:lnTo>
                    <a:pt x="379400" y="155750"/>
                  </a:lnTo>
                  <a:lnTo>
                    <a:pt x="417164" y="171253"/>
                  </a:lnTo>
                  <a:lnTo>
                    <a:pt x="452490" y="185755"/>
                  </a:lnTo>
                  <a:lnTo>
                    <a:pt x="485673" y="199377"/>
                  </a:lnTo>
                  <a:lnTo>
                    <a:pt x="516960" y="212221"/>
                  </a:lnTo>
                  <a:lnTo>
                    <a:pt x="546554" y="224370"/>
                  </a:lnTo>
                  <a:lnTo>
                    <a:pt x="574630" y="235896"/>
                  </a:lnTo>
                  <a:lnTo>
                    <a:pt x="601335" y="246859"/>
                  </a:lnTo>
                  <a:lnTo>
                    <a:pt x="626799" y="257312"/>
                  </a:lnTo>
                  <a:lnTo>
                    <a:pt x="651130" y="267300"/>
                  </a:lnTo>
                  <a:lnTo>
                    <a:pt x="674425" y="276863"/>
                  </a:lnTo>
                  <a:lnTo>
                    <a:pt x="696769" y="286036"/>
                  </a:lnTo>
                  <a:lnTo>
                    <a:pt x="718237" y="294849"/>
                  </a:lnTo>
                  <a:lnTo>
                    <a:pt x="738895" y="303329"/>
                  </a:lnTo>
                  <a:lnTo>
                    <a:pt x="758801" y="311501"/>
                  </a:lnTo>
                  <a:lnTo>
                    <a:pt x="778009" y="319386"/>
                  </a:lnTo>
                  <a:lnTo>
                    <a:pt x="796565" y="327004"/>
                  </a:lnTo>
                  <a:lnTo>
                    <a:pt x="814513" y="334372"/>
                  </a:lnTo>
                  <a:lnTo>
                    <a:pt x="831891" y="341506"/>
                  </a:lnTo>
                  <a:lnTo>
                    <a:pt x="848734" y="348420"/>
                  </a:lnTo>
                  <a:lnTo>
                    <a:pt x="865074" y="355128"/>
                  </a:lnTo>
                  <a:lnTo>
                    <a:pt x="880941" y="361642"/>
                  </a:lnTo>
                  <a:lnTo>
                    <a:pt x="896360" y="367972"/>
                  </a:lnTo>
                  <a:lnTo>
                    <a:pt x="911357" y="374128"/>
                  </a:lnTo>
                  <a:lnTo>
                    <a:pt x="925955" y="380121"/>
                  </a:lnTo>
                  <a:lnTo>
                    <a:pt x="940172" y="385958"/>
                  </a:lnTo>
                  <a:lnTo>
                    <a:pt x="954030" y="391647"/>
                  </a:lnTo>
                  <a:lnTo>
                    <a:pt x="967546" y="397195"/>
                  </a:lnTo>
                  <a:lnTo>
                    <a:pt x="980736" y="402610"/>
                  </a:lnTo>
                  <a:lnTo>
                    <a:pt x="993616" y="407897"/>
                  </a:lnTo>
                  <a:lnTo>
                    <a:pt x="1006199" y="413063"/>
                  </a:lnTo>
                  <a:lnTo>
                    <a:pt x="1018500" y="418113"/>
                  </a:lnTo>
                  <a:lnTo>
                    <a:pt x="1030530" y="423051"/>
                  </a:lnTo>
                  <a:lnTo>
                    <a:pt x="1042302" y="427884"/>
                  </a:lnTo>
                  <a:lnTo>
                    <a:pt x="1053826" y="432614"/>
                  </a:lnTo>
                  <a:lnTo>
                    <a:pt x="1065112" y="437248"/>
                  </a:lnTo>
                  <a:lnTo>
                    <a:pt x="1076170" y="441787"/>
                  </a:lnTo>
                  <a:lnTo>
                    <a:pt x="1087009" y="446237"/>
                  </a:lnTo>
                  <a:lnTo>
                    <a:pt x="1097638" y="450600"/>
                  </a:lnTo>
                  <a:lnTo>
                    <a:pt x="1108064" y="454880"/>
                  </a:lnTo>
                  <a:lnTo>
                    <a:pt x="1118295" y="459080"/>
                  </a:lnTo>
                  <a:lnTo>
                    <a:pt x="1128339" y="463203"/>
                  </a:lnTo>
                  <a:lnTo>
                    <a:pt x="1138202" y="46725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832616" y="4633694"/>
              <a:ext cx="1138202" cy="11562"/>
            </a:xfrm>
            <a:custGeom>
              <a:avLst/>
              <a:pathLst>
                <a:path w="1138202" h="11562">
                  <a:moveTo>
                    <a:pt x="0" y="0"/>
                  </a:moveTo>
                  <a:lnTo>
                    <a:pt x="73089" y="742"/>
                  </a:lnTo>
                  <a:lnTo>
                    <a:pt x="137559" y="1397"/>
                  </a:lnTo>
                  <a:lnTo>
                    <a:pt x="195229" y="1983"/>
                  </a:lnTo>
                  <a:lnTo>
                    <a:pt x="247398" y="2513"/>
                  </a:lnTo>
                  <a:lnTo>
                    <a:pt x="295024" y="2996"/>
                  </a:lnTo>
                  <a:lnTo>
                    <a:pt x="338837" y="3441"/>
                  </a:lnTo>
                  <a:lnTo>
                    <a:pt x="379400" y="3854"/>
                  </a:lnTo>
                  <a:lnTo>
                    <a:pt x="417164" y="4237"/>
                  </a:lnTo>
                  <a:lnTo>
                    <a:pt x="452490" y="4596"/>
                  </a:lnTo>
                  <a:lnTo>
                    <a:pt x="485673" y="4933"/>
                  </a:lnTo>
                  <a:lnTo>
                    <a:pt x="516960" y="5251"/>
                  </a:lnTo>
                  <a:lnTo>
                    <a:pt x="546554" y="5552"/>
                  </a:lnTo>
                  <a:lnTo>
                    <a:pt x="574630" y="5837"/>
                  </a:lnTo>
                  <a:lnTo>
                    <a:pt x="601335" y="6108"/>
                  </a:lnTo>
                  <a:lnTo>
                    <a:pt x="626799" y="6367"/>
                  </a:lnTo>
                  <a:lnTo>
                    <a:pt x="651130" y="6614"/>
                  </a:lnTo>
                  <a:lnTo>
                    <a:pt x="674425" y="6850"/>
                  </a:lnTo>
                  <a:lnTo>
                    <a:pt x="696769" y="7077"/>
                  </a:lnTo>
                  <a:lnTo>
                    <a:pt x="718237" y="7296"/>
                  </a:lnTo>
                  <a:lnTo>
                    <a:pt x="738895" y="7505"/>
                  </a:lnTo>
                  <a:lnTo>
                    <a:pt x="758801" y="7708"/>
                  </a:lnTo>
                  <a:lnTo>
                    <a:pt x="778009" y="7903"/>
                  </a:lnTo>
                  <a:lnTo>
                    <a:pt x="796565" y="8091"/>
                  </a:lnTo>
                  <a:lnTo>
                    <a:pt x="814513" y="8274"/>
                  </a:lnTo>
                  <a:lnTo>
                    <a:pt x="831891" y="8450"/>
                  </a:lnTo>
                  <a:lnTo>
                    <a:pt x="848734" y="8621"/>
                  </a:lnTo>
                  <a:lnTo>
                    <a:pt x="865074" y="8787"/>
                  </a:lnTo>
                  <a:lnTo>
                    <a:pt x="880941" y="8948"/>
                  </a:lnTo>
                  <a:lnTo>
                    <a:pt x="896360" y="9105"/>
                  </a:lnTo>
                  <a:lnTo>
                    <a:pt x="911357" y="9257"/>
                  </a:lnTo>
                  <a:lnTo>
                    <a:pt x="925955" y="9406"/>
                  </a:lnTo>
                  <a:lnTo>
                    <a:pt x="940172" y="9550"/>
                  </a:lnTo>
                  <a:lnTo>
                    <a:pt x="954030" y="9691"/>
                  </a:lnTo>
                  <a:lnTo>
                    <a:pt x="967546" y="9828"/>
                  </a:lnTo>
                  <a:lnTo>
                    <a:pt x="980736" y="9962"/>
                  </a:lnTo>
                  <a:lnTo>
                    <a:pt x="993616" y="10093"/>
                  </a:lnTo>
                  <a:lnTo>
                    <a:pt x="1006199" y="10221"/>
                  </a:lnTo>
                  <a:lnTo>
                    <a:pt x="1018500" y="10346"/>
                  </a:lnTo>
                  <a:lnTo>
                    <a:pt x="1030530" y="10468"/>
                  </a:lnTo>
                  <a:lnTo>
                    <a:pt x="1042302" y="10587"/>
                  </a:lnTo>
                  <a:lnTo>
                    <a:pt x="1053826" y="10705"/>
                  </a:lnTo>
                  <a:lnTo>
                    <a:pt x="1065112" y="10819"/>
                  </a:lnTo>
                  <a:lnTo>
                    <a:pt x="1076170" y="10932"/>
                  </a:lnTo>
                  <a:lnTo>
                    <a:pt x="1087009" y="11042"/>
                  </a:lnTo>
                  <a:lnTo>
                    <a:pt x="1097638" y="11150"/>
                  </a:lnTo>
                  <a:lnTo>
                    <a:pt x="1108064" y="11255"/>
                  </a:lnTo>
                  <a:lnTo>
                    <a:pt x="1118295" y="11359"/>
                  </a:lnTo>
                  <a:lnTo>
                    <a:pt x="1128339" y="11461"/>
                  </a:lnTo>
                  <a:lnTo>
                    <a:pt x="1138202" y="1156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832616" y="4436140"/>
              <a:ext cx="1138202" cy="68540"/>
            </a:xfrm>
            <a:custGeom>
              <a:avLst/>
              <a:pathLst>
                <a:path w="1138202" h="68540">
                  <a:moveTo>
                    <a:pt x="0" y="68540"/>
                  </a:moveTo>
                  <a:lnTo>
                    <a:pt x="73089" y="64139"/>
                  </a:lnTo>
                  <a:lnTo>
                    <a:pt x="137559" y="60257"/>
                  </a:lnTo>
                  <a:lnTo>
                    <a:pt x="195229" y="56784"/>
                  </a:lnTo>
                  <a:lnTo>
                    <a:pt x="247398" y="53642"/>
                  </a:lnTo>
                  <a:lnTo>
                    <a:pt x="295024" y="50774"/>
                  </a:lnTo>
                  <a:lnTo>
                    <a:pt x="338837" y="48136"/>
                  </a:lnTo>
                  <a:lnTo>
                    <a:pt x="379400" y="45693"/>
                  </a:lnTo>
                  <a:lnTo>
                    <a:pt x="417164" y="43419"/>
                  </a:lnTo>
                  <a:lnTo>
                    <a:pt x="452490" y="41292"/>
                  </a:lnTo>
                  <a:lnTo>
                    <a:pt x="485673" y="39294"/>
                  </a:lnTo>
                  <a:lnTo>
                    <a:pt x="516960" y="37410"/>
                  </a:lnTo>
                  <a:lnTo>
                    <a:pt x="546554" y="35628"/>
                  </a:lnTo>
                  <a:lnTo>
                    <a:pt x="574630" y="33937"/>
                  </a:lnTo>
                  <a:lnTo>
                    <a:pt x="601335" y="32329"/>
                  </a:lnTo>
                  <a:lnTo>
                    <a:pt x="626799" y="30795"/>
                  </a:lnTo>
                  <a:lnTo>
                    <a:pt x="651130" y="29330"/>
                  </a:lnTo>
                  <a:lnTo>
                    <a:pt x="674425" y="27927"/>
                  </a:lnTo>
                  <a:lnTo>
                    <a:pt x="696769" y="26582"/>
                  </a:lnTo>
                  <a:lnTo>
                    <a:pt x="718237" y="25289"/>
                  </a:lnTo>
                  <a:lnTo>
                    <a:pt x="738895" y="24045"/>
                  </a:lnTo>
                  <a:lnTo>
                    <a:pt x="758801" y="22846"/>
                  </a:lnTo>
                  <a:lnTo>
                    <a:pt x="778009" y="21690"/>
                  </a:lnTo>
                  <a:lnTo>
                    <a:pt x="796565" y="20572"/>
                  </a:lnTo>
                  <a:lnTo>
                    <a:pt x="814513" y="19492"/>
                  </a:lnTo>
                  <a:lnTo>
                    <a:pt x="831891" y="18445"/>
                  </a:lnTo>
                  <a:lnTo>
                    <a:pt x="848734" y="17431"/>
                  </a:lnTo>
                  <a:lnTo>
                    <a:pt x="865074" y="16447"/>
                  </a:lnTo>
                  <a:lnTo>
                    <a:pt x="880941" y="15491"/>
                  </a:lnTo>
                  <a:lnTo>
                    <a:pt x="896360" y="14563"/>
                  </a:lnTo>
                  <a:lnTo>
                    <a:pt x="911357" y="13660"/>
                  </a:lnTo>
                  <a:lnTo>
                    <a:pt x="925955" y="12781"/>
                  </a:lnTo>
                  <a:lnTo>
                    <a:pt x="940172" y="11925"/>
                  </a:lnTo>
                  <a:lnTo>
                    <a:pt x="954030" y="11090"/>
                  </a:lnTo>
                  <a:lnTo>
                    <a:pt x="967546" y="10276"/>
                  </a:lnTo>
                  <a:lnTo>
                    <a:pt x="980736" y="9482"/>
                  </a:lnTo>
                  <a:lnTo>
                    <a:pt x="993616" y="8706"/>
                  </a:lnTo>
                  <a:lnTo>
                    <a:pt x="1006199" y="7948"/>
                  </a:lnTo>
                  <a:lnTo>
                    <a:pt x="1018500" y="7208"/>
                  </a:lnTo>
                  <a:lnTo>
                    <a:pt x="1030530" y="6483"/>
                  </a:lnTo>
                  <a:lnTo>
                    <a:pt x="1042302" y="5774"/>
                  </a:lnTo>
                  <a:lnTo>
                    <a:pt x="1053826" y="5080"/>
                  </a:lnTo>
                  <a:lnTo>
                    <a:pt x="1065112" y="4401"/>
                  </a:lnTo>
                  <a:lnTo>
                    <a:pt x="1076170" y="3735"/>
                  </a:lnTo>
                  <a:lnTo>
                    <a:pt x="1087009" y="3082"/>
                  </a:lnTo>
                  <a:lnTo>
                    <a:pt x="1097638" y="2442"/>
                  </a:lnTo>
                  <a:lnTo>
                    <a:pt x="1108064" y="1814"/>
                  </a:lnTo>
                  <a:lnTo>
                    <a:pt x="1118295" y="1198"/>
                  </a:lnTo>
                  <a:lnTo>
                    <a:pt x="1128339" y="593"/>
                  </a:lnTo>
                  <a:lnTo>
                    <a:pt x="113820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832616" y="4160911"/>
              <a:ext cx="1138202" cy="289357"/>
            </a:xfrm>
            <a:custGeom>
              <a:avLst/>
              <a:pathLst>
                <a:path w="1138202" h="289357">
                  <a:moveTo>
                    <a:pt x="0" y="0"/>
                  </a:moveTo>
                  <a:lnTo>
                    <a:pt x="73089" y="18581"/>
                  </a:lnTo>
                  <a:lnTo>
                    <a:pt x="137559" y="34970"/>
                  </a:lnTo>
                  <a:lnTo>
                    <a:pt x="195229" y="49631"/>
                  </a:lnTo>
                  <a:lnTo>
                    <a:pt x="247398" y="62894"/>
                  </a:lnTo>
                  <a:lnTo>
                    <a:pt x="295024" y="75002"/>
                  </a:lnTo>
                  <a:lnTo>
                    <a:pt x="338837" y="86140"/>
                  </a:lnTo>
                  <a:lnTo>
                    <a:pt x="379400" y="96452"/>
                  </a:lnTo>
                  <a:lnTo>
                    <a:pt x="417164" y="106052"/>
                  </a:lnTo>
                  <a:lnTo>
                    <a:pt x="452490" y="115033"/>
                  </a:lnTo>
                  <a:lnTo>
                    <a:pt x="485673" y="123469"/>
                  </a:lnTo>
                  <a:lnTo>
                    <a:pt x="516960" y="131423"/>
                  </a:lnTo>
                  <a:lnTo>
                    <a:pt x="546554" y="138946"/>
                  </a:lnTo>
                  <a:lnTo>
                    <a:pt x="574630" y="146084"/>
                  </a:lnTo>
                  <a:lnTo>
                    <a:pt x="601335" y="152873"/>
                  </a:lnTo>
                  <a:lnTo>
                    <a:pt x="626799" y="159346"/>
                  </a:lnTo>
                  <a:lnTo>
                    <a:pt x="651130" y="165532"/>
                  </a:lnTo>
                  <a:lnTo>
                    <a:pt x="674425" y="171454"/>
                  </a:lnTo>
                  <a:lnTo>
                    <a:pt x="696769" y="177134"/>
                  </a:lnTo>
                  <a:lnTo>
                    <a:pt x="718237" y="182592"/>
                  </a:lnTo>
                  <a:lnTo>
                    <a:pt x="738895" y="187844"/>
                  </a:lnTo>
                  <a:lnTo>
                    <a:pt x="758801" y="192904"/>
                  </a:lnTo>
                  <a:lnTo>
                    <a:pt x="778009" y="197787"/>
                  </a:lnTo>
                  <a:lnTo>
                    <a:pt x="796565" y="202505"/>
                  </a:lnTo>
                  <a:lnTo>
                    <a:pt x="814513" y="207067"/>
                  </a:lnTo>
                  <a:lnTo>
                    <a:pt x="831891" y="211485"/>
                  </a:lnTo>
                  <a:lnTo>
                    <a:pt x="848734" y="215767"/>
                  </a:lnTo>
                  <a:lnTo>
                    <a:pt x="865074" y="219921"/>
                  </a:lnTo>
                  <a:lnTo>
                    <a:pt x="880941" y="223955"/>
                  </a:lnTo>
                  <a:lnTo>
                    <a:pt x="896360" y="227875"/>
                  </a:lnTo>
                  <a:lnTo>
                    <a:pt x="911357" y="231688"/>
                  </a:lnTo>
                  <a:lnTo>
                    <a:pt x="925955" y="235399"/>
                  </a:lnTo>
                  <a:lnTo>
                    <a:pt x="940172" y="239013"/>
                  </a:lnTo>
                  <a:lnTo>
                    <a:pt x="954030" y="242536"/>
                  </a:lnTo>
                  <a:lnTo>
                    <a:pt x="967546" y="245972"/>
                  </a:lnTo>
                  <a:lnTo>
                    <a:pt x="980736" y="249325"/>
                  </a:lnTo>
                  <a:lnTo>
                    <a:pt x="993616" y="252600"/>
                  </a:lnTo>
                  <a:lnTo>
                    <a:pt x="1006199" y="255799"/>
                  </a:lnTo>
                  <a:lnTo>
                    <a:pt x="1018500" y="258926"/>
                  </a:lnTo>
                  <a:lnTo>
                    <a:pt x="1030530" y="261984"/>
                  </a:lnTo>
                  <a:lnTo>
                    <a:pt x="1042302" y="264977"/>
                  </a:lnTo>
                  <a:lnTo>
                    <a:pt x="1053826" y="267906"/>
                  </a:lnTo>
                  <a:lnTo>
                    <a:pt x="1065112" y="270776"/>
                  </a:lnTo>
                  <a:lnTo>
                    <a:pt x="1076170" y="273587"/>
                  </a:lnTo>
                  <a:lnTo>
                    <a:pt x="1087009" y="276342"/>
                  </a:lnTo>
                  <a:lnTo>
                    <a:pt x="1097638" y="279044"/>
                  </a:lnTo>
                  <a:lnTo>
                    <a:pt x="1108064" y="281695"/>
                  </a:lnTo>
                  <a:lnTo>
                    <a:pt x="1118295" y="284296"/>
                  </a:lnTo>
                  <a:lnTo>
                    <a:pt x="1128339" y="286849"/>
                  </a:lnTo>
                  <a:lnTo>
                    <a:pt x="1138202" y="28935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rc874"/>
            <p:cNvSpPr/>
            <p:nvPr/>
          </p:nvSpPr>
          <p:spPr>
            <a:xfrm>
              <a:off x="2748241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748241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6"/>
            <p:cNvSpPr/>
            <p:nvPr/>
          </p:nvSpPr>
          <p:spPr>
            <a:xfrm>
              <a:off x="2719773" y="48697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719773" y="45266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719773" y="41835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748241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32616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3212017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3591418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970818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tx884"/>
            <p:cNvSpPr/>
            <p:nvPr/>
          </p:nvSpPr>
          <p:spPr>
            <a:xfrm>
              <a:off x="2804361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6" name="tx885"/>
            <p:cNvSpPr/>
            <p:nvPr/>
          </p:nvSpPr>
          <p:spPr>
            <a:xfrm>
              <a:off x="3183762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7" name="tx886"/>
            <p:cNvSpPr/>
            <p:nvPr/>
          </p:nvSpPr>
          <p:spPr>
            <a:xfrm>
              <a:off x="3563163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942564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141440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2748241" y="3681523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1" name="rc890"/>
            <p:cNvSpPr/>
            <p:nvPr/>
          </p:nvSpPr>
          <p:spPr>
            <a:xfrm>
              <a:off x="4186450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234755" y="47294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251267" y="460895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217905" y="474794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247363" y="40267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241777" y="451477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248701" y="43390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243555" y="48825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31969" y="460893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217855" y="45005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243991" y="42007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608856" y="44830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639739" y="425607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10730" y="47332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21130" y="47910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21676" y="38801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596629" y="404519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594622" y="48423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43636" y="4761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17775" y="48010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622967" y="47183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36362" y="46843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24399" y="48182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594039" y="45918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10059" y="46182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00068" y="44100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04982" y="451230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16989" y="48219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02035" y="470505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999461" y="473360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020805" y="46873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017271" y="469068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5024228" y="465822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4977901" y="46698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020252" y="47378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024121" y="471493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4990418" y="44463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5008969" y="47776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4995284" y="45411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5014915" y="47543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4983984" y="458560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4973863" y="47487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5022096" y="47851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5025588" y="43561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4994996" y="47074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5003979" y="44861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5000432" y="463124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4996474" y="45319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5025939" y="454146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5376875" y="48169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5370302" y="46478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99437" y="44926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369224" y="46373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395910" y="45234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76172" y="470434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362491" y="46099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364828" y="471868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387861" y="44587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377678" y="44773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400184" y="465426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368997" y="47488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387433" y="46020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371875" y="47606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406696" y="45898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387259" y="480338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392319" y="43799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357563" y="474906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382579" y="470619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360081" y="46069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66002" y="453983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407419" y="46228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403145" y="46662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387543" y="47323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4269237" y="4509093"/>
              <a:ext cx="1139756" cy="202156"/>
            </a:xfrm>
            <a:custGeom>
              <a:avLst/>
              <a:pathLst>
                <a:path w="1139756" h="202156">
                  <a:moveTo>
                    <a:pt x="0" y="0"/>
                  </a:moveTo>
                  <a:lnTo>
                    <a:pt x="73189" y="12981"/>
                  </a:lnTo>
                  <a:lnTo>
                    <a:pt x="137747" y="24431"/>
                  </a:lnTo>
                  <a:lnTo>
                    <a:pt x="195496" y="34674"/>
                  </a:lnTo>
                  <a:lnTo>
                    <a:pt x="247736" y="43940"/>
                  </a:lnTo>
                  <a:lnTo>
                    <a:pt x="295427" y="52399"/>
                  </a:lnTo>
                  <a:lnTo>
                    <a:pt x="339299" y="60180"/>
                  </a:lnTo>
                  <a:lnTo>
                    <a:pt x="379918" y="67385"/>
                  </a:lnTo>
                  <a:lnTo>
                    <a:pt x="417734" y="74092"/>
                  </a:lnTo>
                  <a:lnTo>
                    <a:pt x="453108" y="80366"/>
                  </a:lnTo>
                  <a:lnTo>
                    <a:pt x="486337" y="86260"/>
                  </a:lnTo>
                  <a:lnTo>
                    <a:pt x="517666" y="91817"/>
                  </a:lnTo>
                  <a:lnTo>
                    <a:pt x="547300" y="97073"/>
                  </a:lnTo>
                  <a:lnTo>
                    <a:pt x="575415" y="102060"/>
                  </a:lnTo>
                  <a:lnTo>
                    <a:pt x="602157" y="106803"/>
                  </a:lnTo>
                  <a:lnTo>
                    <a:pt x="627655" y="111326"/>
                  </a:lnTo>
                  <a:lnTo>
                    <a:pt x="652019" y="115647"/>
                  </a:lnTo>
                  <a:lnTo>
                    <a:pt x="675346" y="119784"/>
                  </a:lnTo>
                  <a:lnTo>
                    <a:pt x="697721" y="123753"/>
                  </a:lnTo>
                  <a:lnTo>
                    <a:pt x="719218" y="127566"/>
                  </a:lnTo>
                  <a:lnTo>
                    <a:pt x="739904" y="131235"/>
                  </a:lnTo>
                  <a:lnTo>
                    <a:pt x="759837" y="134771"/>
                  </a:lnTo>
                  <a:lnTo>
                    <a:pt x="779071" y="138182"/>
                  </a:lnTo>
                  <a:lnTo>
                    <a:pt x="797653" y="141478"/>
                  </a:lnTo>
                  <a:lnTo>
                    <a:pt x="815625" y="144665"/>
                  </a:lnTo>
                  <a:lnTo>
                    <a:pt x="833027" y="147752"/>
                  </a:lnTo>
                  <a:lnTo>
                    <a:pt x="849893" y="150744"/>
                  </a:lnTo>
                  <a:lnTo>
                    <a:pt x="866256" y="153646"/>
                  </a:lnTo>
                  <a:lnTo>
                    <a:pt x="882144" y="156464"/>
                  </a:lnTo>
                  <a:lnTo>
                    <a:pt x="897585" y="159202"/>
                  </a:lnTo>
                  <a:lnTo>
                    <a:pt x="912602" y="161866"/>
                  </a:lnTo>
                  <a:lnTo>
                    <a:pt x="927219" y="164459"/>
                  </a:lnTo>
                  <a:lnTo>
                    <a:pt x="941457" y="166984"/>
                  </a:lnTo>
                  <a:lnTo>
                    <a:pt x="955333" y="169445"/>
                  </a:lnTo>
                  <a:lnTo>
                    <a:pt x="968868" y="171846"/>
                  </a:lnTo>
                  <a:lnTo>
                    <a:pt x="982076" y="174188"/>
                  </a:lnTo>
                  <a:lnTo>
                    <a:pt x="994973" y="176476"/>
                  </a:lnTo>
                  <a:lnTo>
                    <a:pt x="1007574" y="178711"/>
                  </a:lnTo>
                  <a:lnTo>
                    <a:pt x="1019891" y="180896"/>
                  </a:lnTo>
                  <a:lnTo>
                    <a:pt x="1031938" y="183032"/>
                  </a:lnTo>
                  <a:lnTo>
                    <a:pt x="1043726" y="185123"/>
                  </a:lnTo>
                  <a:lnTo>
                    <a:pt x="1055265" y="187170"/>
                  </a:lnTo>
                  <a:lnTo>
                    <a:pt x="1066567" y="189175"/>
                  </a:lnTo>
                  <a:lnTo>
                    <a:pt x="1077640" y="191139"/>
                  </a:lnTo>
                  <a:lnTo>
                    <a:pt x="1088494" y="193064"/>
                  </a:lnTo>
                  <a:lnTo>
                    <a:pt x="1099137" y="194951"/>
                  </a:lnTo>
                  <a:lnTo>
                    <a:pt x="1109578" y="196803"/>
                  </a:lnTo>
                  <a:lnTo>
                    <a:pt x="1119823" y="198620"/>
                  </a:lnTo>
                  <a:lnTo>
                    <a:pt x="1129880" y="200404"/>
                  </a:lnTo>
                  <a:lnTo>
                    <a:pt x="1139756" y="20215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4269237" y="4116160"/>
              <a:ext cx="1139756" cy="661728"/>
            </a:xfrm>
            <a:custGeom>
              <a:avLst/>
              <a:pathLst>
                <a:path w="1139756" h="661728">
                  <a:moveTo>
                    <a:pt x="0" y="0"/>
                  </a:moveTo>
                  <a:lnTo>
                    <a:pt x="73189" y="42492"/>
                  </a:lnTo>
                  <a:lnTo>
                    <a:pt x="137747" y="79974"/>
                  </a:lnTo>
                  <a:lnTo>
                    <a:pt x="195496" y="113502"/>
                  </a:lnTo>
                  <a:lnTo>
                    <a:pt x="247736" y="143832"/>
                  </a:lnTo>
                  <a:lnTo>
                    <a:pt x="295427" y="171521"/>
                  </a:lnTo>
                  <a:lnTo>
                    <a:pt x="339299" y="196993"/>
                  </a:lnTo>
                  <a:lnTo>
                    <a:pt x="379918" y="220576"/>
                  </a:lnTo>
                  <a:lnTo>
                    <a:pt x="417734" y="242531"/>
                  </a:lnTo>
                  <a:lnTo>
                    <a:pt x="453108" y="263069"/>
                  </a:lnTo>
                  <a:lnTo>
                    <a:pt x="486337" y="282361"/>
                  </a:lnTo>
                  <a:lnTo>
                    <a:pt x="517666" y="300550"/>
                  </a:lnTo>
                  <a:lnTo>
                    <a:pt x="547300" y="317756"/>
                  </a:lnTo>
                  <a:lnTo>
                    <a:pt x="575415" y="334078"/>
                  </a:lnTo>
                  <a:lnTo>
                    <a:pt x="602157" y="349605"/>
                  </a:lnTo>
                  <a:lnTo>
                    <a:pt x="627655" y="364408"/>
                  </a:lnTo>
                  <a:lnTo>
                    <a:pt x="652019" y="378554"/>
                  </a:lnTo>
                  <a:lnTo>
                    <a:pt x="675346" y="392098"/>
                  </a:lnTo>
                  <a:lnTo>
                    <a:pt x="697721" y="405088"/>
                  </a:lnTo>
                  <a:lnTo>
                    <a:pt x="719218" y="417569"/>
                  </a:lnTo>
                  <a:lnTo>
                    <a:pt x="739904" y="429579"/>
                  </a:lnTo>
                  <a:lnTo>
                    <a:pt x="759837" y="441152"/>
                  </a:lnTo>
                  <a:lnTo>
                    <a:pt x="779071" y="452319"/>
                  </a:lnTo>
                  <a:lnTo>
                    <a:pt x="797653" y="463107"/>
                  </a:lnTo>
                  <a:lnTo>
                    <a:pt x="815625" y="473542"/>
                  </a:lnTo>
                  <a:lnTo>
                    <a:pt x="833027" y="483645"/>
                  </a:lnTo>
                  <a:lnTo>
                    <a:pt x="849893" y="493437"/>
                  </a:lnTo>
                  <a:lnTo>
                    <a:pt x="866256" y="502937"/>
                  </a:lnTo>
                  <a:lnTo>
                    <a:pt x="882144" y="512162"/>
                  </a:lnTo>
                  <a:lnTo>
                    <a:pt x="897585" y="521126"/>
                  </a:lnTo>
                  <a:lnTo>
                    <a:pt x="912602" y="529845"/>
                  </a:lnTo>
                  <a:lnTo>
                    <a:pt x="927219" y="538332"/>
                  </a:lnTo>
                  <a:lnTo>
                    <a:pt x="941457" y="546598"/>
                  </a:lnTo>
                  <a:lnTo>
                    <a:pt x="955333" y="554655"/>
                  </a:lnTo>
                  <a:lnTo>
                    <a:pt x="968868" y="562512"/>
                  </a:lnTo>
                  <a:lnTo>
                    <a:pt x="982076" y="570181"/>
                  </a:lnTo>
                  <a:lnTo>
                    <a:pt x="994973" y="577669"/>
                  </a:lnTo>
                  <a:lnTo>
                    <a:pt x="1007574" y="584985"/>
                  </a:lnTo>
                  <a:lnTo>
                    <a:pt x="1019891" y="592136"/>
                  </a:lnTo>
                  <a:lnTo>
                    <a:pt x="1031938" y="599130"/>
                  </a:lnTo>
                  <a:lnTo>
                    <a:pt x="1043726" y="605974"/>
                  </a:lnTo>
                  <a:lnTo>
                    <a:pt x="1055265" y="612674"/>
                  </a:lnTo>
                  <a:lnTo>
                    <a:pt x="1066567" y="619235"/>
                  </a:lnTo>
                  <a:lnTo>
                    <a:pt x="1077640" y="625664"/>
                  </a:lnTo>
                  <a:lnTo>
                    <a:pt x="1088494" y="631966"/>
                  </a:lnTo>
                  <a:lnTo>
                    <a:pt x="1099137" y="638145"/>
                  </a:lnTo>
                  <a:lnTo>
                    <a:pt x="1109578" y="644207"/>
                  </a:lnTo>
                  <a:lnTo>
                    <a:pt x="1119823" y="650155"/>
                  </a:lnTo>
                  <a:lnTo>
                    <a:pt x="1129880" y="655994"/>
                  </a:lnTo>
                  <a:lnTo>
                    <a:pt x="1139756" y="66172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269237" y="4730572"/>
              <a:ext cx="1139756" cy="37357"/>
            </a:xfrm>
            <a:custGeom>
              <a:avLst/>
              <a:pathLst>
                <a:path w="1139756" h="37357">
                  <a:moveTo>
                    <a:pt x="0" y="37357"/>
                  </a:moveTo>
                  <a:lnTo>
                    <a:pt x="73189" y="34958"/>
                  </a:lnTo>
                  <a:lnTo>
                    <a:pt x="137747" y="32842"/>
                  </a:lnTo>
                  <a:lnTo>
                    <a:pt x="195496" y="30949"/>
                  </a:lnTo>
                  <a:lnTo>
                    <a:pt x="247736" y="29237"/>
                  </a:lnTo>
                  <a:lnTo>
                    <a:pt x="295427" y="27674"/>
                  </a:lnTo>
                  <a:lnTo>
                    <a:pt x="339299" y="26236"/>
                  </a:lnTo>
                  <a:lnTo>
                    <a:pt x="379918" y="24905"/>
                  </a:lnTo>
                  <a:lnTo>
                    <a:pt x="417734" y="23665"/>
                  </a:lnTo>
                  <a:lnTo>
                    <a:pt x="453108" y="22506"/>
                  </a:lnTo>
                  <a:lnTo>
                    <a:pt x="486337" y="21417"/>
                  </a:lnTo>
                  <a:lnTo>
                    <a:pt x="517666" y="20390"/>
                  </a:lnTo>
                  <a:lnTo>
                    <a:pt x="547300" y="19418"/>
                  </a:lnTo>
                  <a:lnTo>
                    <a:pt x="575415" y="18497"/>
                  </a:lnTo>
                  <a:lnTo>
                    <a:pt x="602157" y="17620"/>
                  </a:lnTo>
                  <a:lnTo>
                    <a:pt x="627655" y="16785"/>
                  </a:lnTo>
                  <a:lnTo>
                    <a:pt x="652019" y="15986"/>
                  </a:lnTo>
                  <a:lnTo>
                    <a:pt x="675346" y="15221"/>
                  </a:lnTo>
                  <a:lnTo>
                    <a:pt x="697721" y="14488"/>
                  </a:lnTo>
                  <a:lnTo>
                    <a:pt x="719218" y="13783"/>
                  </a:lnTo>
                  <a:lnTo>
                    <a:pt x="739904" y="13105"/>
                  </a:lnTo>
                  <a:lnTo>
                    <a:pt x="759837" y="12452"/>
                  </a:lnTo>
                  <a:lnTo>
                    <a:pt x="779071" y="11822"/>
                  </a:lnTo>
                  <a:lnTo>
                    <a:pt x="797653" y="11213"/>
                  </a:lnTo>
                  <a:lnTo>
                    <a:pt x="815625" y="10623"/>
                  </a:lnTo>
                  <a:lnTo>
                    <a:pt x="833027" y="10053"/>
                  </a:lnTo>
                  <a:lnTo>
                    <a:pt x="849893" y="9500"/>
                  </a:lnTo>
                  <a:lnTo>
                    <a:pt x="866256" y="8964"/>
                  </a:lnTo>
                  <a:lnTo>
                    <a:pt x="882144" y="8443"/>
                  </a:lnTo>
                  <a:lnTo>
                    <a:pt x="897585" y="7937"/>
                  </a:lnTo>
                  <a:lnTo>
                    <a:pt x="912602" y="7445"/>
                  </a:lnTo>
                  <a:lnTo>
                    <a:pt x="927219" y="6966"/>
                  </a:lnTo>
                  <a:lnTo>
                    <a:pt x="941457" y="6499"/>
                  </a:lnTo>
                  <a:lnTo>
                    <a:pt x="955333" y="6044"/>
                  </a:lnTo>
                  <a:lnTo>
                    <a:pt x="968868" y="5601"/>
                  </a:lnTo>
                  <a:lnTo>
                    <a:pt x="982076" y="5168"/>
                  </a:lnTo>
                  <a:lnTo>
                    <a:pt x="994973" y="4745"/>
                  </a:lnTo>
                  <a:lnTo>
                    <a:pt x="1007574" y="4332"/>
                  </a:lnTo>
                  <a:lnTo>
                    <a:pt x="1019891" y="3928"/>
                  </a:lnTo>
                  <a:lnTo>
                    <a:pt x="1031938" y="3533"/>
                  </a:lnTo>
                  <a:lnTo>
                    <a:pt x="1043726" y="3147"/>
                  </a:lnTo>
                  <a:lnTo>
                    <a:pt x="1055265" y="2769"/>
                  </a:lnTo>
                  <a:lnTo>
                    <a:pt x="1066567" y="2398"/>
                  </a:lnTo>
                  <a:lnTo>
                    <a:pt x="1077640" y="2035"/>
                  </a:lnTo>
                  <a:lnTo>
                    <a:pt x="1088494" y="1680"/>
                  </a:lnTo>
                  <a:lnTo>
                    <a:pt x="1099137" y="1331"/>
                  </a:lnTo>
                  <a:lnTo>
                    <a:pt x="1109578" y="989"/>
                  </a:lnTo>
                  <a:lnTo>
                    <a:pt x="1119823" y="653"/>
                  </a:lnTo>
                  <a:lnTo>
                    <a:pt x="1129880" y="323"/>
                  </a:lnTo>
                  <a:lnTo>
                    <a:pt x="113975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269237" y="4478175"/>
              <a:ext cx="1139756" cy="170410"/>
            </a:xfrm>
            <a:custGeom>
              <a:avLst/>
              <a:pathLst>
                <a:path w="1139756" h="170410">
                  <a:moveTo>
                    <a:pt x="0" y="170410"/>
                  </a:moveTo>
                  <a:lnTo>
                    <a:pt x="73189" y="159467"/>
                  </a:lnTo>
                  <a:lnTo>
                    <a:pt x="137747" y="149814"/>
                  </a:lnTo>
                  <a:lnTo>
                    <a:pt x="195496" y="141180"/>
                  </a:lnTo>
                  <a:lnTo>
                    <a:pt x="247736" y="133369"/>
                  </a:lnTo>
                  <a:lnTo>
                    <a:pt x="295427" y="126239"/>
                  </a:lnTo>
                  <a:lnTo>
                    <a:pt x="339299" y="119679"/>
                  </a:lnTo>
                  <a:lnTo>
                    <a:pt x="379918" y="113606"/>
                  </a:lnTo>
                  <a:lnTo>
                    <a:pt x="417734" y="107952"/>
                  </a:lnTo>
                  <a:lnTo>
                    <a:pt x="453108" y="102663"/>
                  </a:lnTo>
                  <a:lnTo>
                    <a:pt x="486337" y="97695"/>
                  </a:lnTo>
                  <a:lnTo>
                    <a:pt x="517666" y="93011"/>
                  </a:lnTo>
                  <a:lnTo>
                    <a:pt x="547300" y="88580"/>
                  </a:lnTo>
                  <a:lnTo>
                    <a:pt x="575415" y="84377"/>
                  </a:lnTo>
                  <a:lnTo>
                    <a:pt x="602157" y="80378"/>
                  </a:lnTo>
                  <a:lnTo>
                    <a:pt x="627655" y="76566"/>
                  </a:lnTo>
                  <a:lnTo>
                    <a:pt x="652019" y="72923"/>
                  </a:lnTo>
                  <a:lnTo>
                    <a:pt x="675346" y="69436"/>
                  </a:lnTo>
                  <a:lnTo>
                    <a:pt x="697721" y="66090"/>
                  </a:lnTo>
                  <a:lnTo>
                    <a:pt x="719218" y="62876"/>
                  </a:lnTo>
                  <a:lnTo>
                    <a:pt x="739904" y="59783"/>
                  </a:lnTo>
                  <a:lnTo>
                    <a:pt x="759837" y="56803"/>
                  </a:lnTo>
                  <a:lnTo>
                    <a:pt x="779071" y="53927"/>
                  </a:lnTo>
                  <a:lnTo>
                    <a:pt x="797653" y="51149"/>
                  </a:lnTo>
                  <a:lnTo>
                    <a:pt x="815625" y="48462"/>
                  </a:lnTo>
                  <a:lnTo>
                    <a:pt x="833027" y="45860"/>
                  </a:lnTo>
                  <a:lnTo>
                    <a:pt x="849893" y="43338"/>
                  </a:lnTo>
                  <a:lnTo>
                    <a:pt x="866256" y="40892"/>
                  </a:lnTo>
                  <a:lnTo>
                    <a:pt x="882144" y="38516"/>
                  </a:lnTo>
                  <a:lnTo>
                    <a:pt x="897585" y="36208"/>
                  </a:lnTo>
                  <a:lnTo>
                    <a:pt x="912602" y="33962"/>
                  </a:lnTo>
                  <a:lnTo>
                    <a:pt x="927219" y="31777"/>
                  </a:lnTo>
                  <a:lnTo>
                    <a:pt x="941457" y="29648"/>
                  </a:lnTo>
                  <a:lnTo>
                    <a:pt x="955333" y="27573"/>
                  </a:lnTo>
                  <a:lnTo>
                    <a:pt x="968868" y="25550"/>
                  </a:lnTo>
                  <a:lnTo>
                    <a:pt x="982076" y="23575"/>
                  </a:lnTo>
                  <a:lnTo>
                    <a:pt x="994973" y="21647"/>
                  </a:lnTo>
                  <a:lnTo>
                    <a:pt x="1007574" y="19763"/>
                  </a:lnTo>
                  <a:lnTo>
                    <a:pt x="1019891" y="17921"/>
                  </a:lnTo>
                  <a:lnTo>
                    <a:pt x="1031938" y="16120"/>
                  </a:lnTo>
                  <a:lnTo>
                    <a:pt x="1043726" y="14357"/>
                  </a:lnTo>
                  <a:lnTo>
                    <a:pt x="1055265" y="12632"/>
                  </a:lnTo>
                  <a:lnTo>
                    <a:pt x="1066567" y="10942"/>
                  </a:lnTo>
                  <a:lnTo>
                    <a:pt x="1077640" y="9287"/>
                  </a:lnTo>
                  <a:lnTo>
                    <a:pt x="1088494" y="7664"/>
                  </a:lnTo>
                  <a:lnTo>
                    <a:pt x="1099137" y="6073"/>
                  </a:lnTo>
                  <a:lnTo>
                    <a:pt x="1109578" y="4512"/>
                  </a:lnTo>
                  <a:lnTo>
                    <a:pt x="1119823" y="2980"/>
                  </a:lnTo>
                  <a:lnTo>
                    <a:pt x="1129880" y="1476"/>
                  </a:lnTo>
                  <a:lnTo>
                    <a:pt x="113975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269237" y="4521697"/>
              <a:ext cx="1139756" cy="98728"/>
            </a:xfrm>
            <a:custGeom>
              <a:avLst/>
              <a:pathLst>
                <a:path w="1139756" h="98728">
                  <a:moveTo>
                    <a:pt x="0" y="98728"/>
                  </a:moveTo>
                  <a:lnTo>
                    <a:pt x="73189" y="92388"/>
                  </a:lnTo>
                  <a:lnTo>
                    <a:pt x="137747" y="86796"/>
                  </a:lnTo>
                  <a:lnTo>
                    <a:pt x="195496" y="81794"/>
                  </a:lnTo>
                  <a:lnTo>
                    <a:pt x="247736" y="77268"/>
                  </a:lnTo>
                  <a:lnTo>
                    <a:pt x="295427" y="73137"/>
                  </a:lnTo>
                  <a:lnTo>
                    <a:pt x="339299" y="69337"/>
                  </a:lnTo>
                  <a:lnTo>
                    <a:pt x="379918" y="65818"/>
                  </a:lnTo>
                  <a:lnTo>
                    <a:pt x="417734" y="62543"/>
                  </a:lnTo>
                  <a:lnTo>
                    <a:pt x="453108" y="59479"/>
                  </a:lnTo>
                  <a:lnTo>
                    <a:pt x="486337" y="56600"/>
                  </a:lnTo>
                  <a:lnTo>
                    <a:pt x="517666" y="53886"/>
                  </a:lnTo>
                  <a:lnTo>
                    <a:pt x="547300" y="51319"/>
                  </a:lnTo>
                  <a:lnTo>
                    <a:pt x="575415" y="48884"/>
                  </a:lnTo>
                  <a:lnTo>
                    <a:pt x="602157" y="46568"/>
                  </a:lnTo>
                  <a:lnTo>
                    <a:pt x="627655" y="44359"/>
                  </a:lnTo>
                  <a:lnTo>
                    <a:pt x="652019" y="42248"/>
                  </a:lnTo>
                  <a:lnTo>
                    <a:pt x="675346" y="40228"/>
                  </a:lnTo>
                  <a:lnTo>
                    <a:pt x="697721" y="38290"/>
                  </a:lnTo>
                  <a:lnTo>
                    <a:pt x="719218" y="36428"/>
                  </a:lnTo>
                  <a:lnTo>
                    <a:pt x="739904" y="34636"/>
                  </a:lnTo>
                  <a:lnTo>
                    <a:pt x="759837" y="32909"/>
                  </a:lnTo>
                  <a:lnTo>
                    <a:pt x="779071" y="31243"/>
                  </a:lnTo>
                  <a:lnTo>
                    <a:pt x="797653" y="29633"/>
                  </a:lnTo>
                  <a:lnTo>
                    <a:pt x="815625" y="28077"/>
                  </a:lnTo>
                  <a:lnTo>
                    <a:pt x="833027" y="26569"/>
                  </a:lnTo>
                  <a:lnTo>
                    <a:pt x="849893" y="25108"/>
                  </a:lnTo>
                  <a:lnTo>
                    <a:pt x="866256" y="23691"/>
                  </a:lnTo>
                  <a:lnTo>
                    <a:pt x="882144" y="22314"/>
                  </a:lnTo>
                  <a:lnTo>
                    <a:pt x="897585" y="20977"/>
                  </a:lnTo>
                  <a:lnTo>
                    <a:pt x="912602" y="19676"/>
                  </a:lnTo>
                  <a:lnTo>
                    <a:pt x="927219" y="18410"/>
                  </a:lnTo>
                  <a:lnTo>
                    <a:pt x="941457" y="17177"/>
                  </a:lnTo>
                  <a:lnTo>
                    <a:pt x="955333" y="15975"/>
                  </a:lnTo>
                  <a:lnTo>
                    <a:pt x="968868" y="14802"/>
                  </a:lnTo>
                  <a:lnTo>
                    <a:pt x="982076" y="13658"/>
                  </a:lnTo>
                  <a:lnTo>
                    <a:pt x="994973" y="12541"/>
                  </a:lnTo>
                  <a:lnTo>
                    <a:pt x="1007574" y="11449"/>
                  </a:lnTo>
                  <a:lnTo>
                    <a:pt x="1019891" y="10383"/>
                  </a:lnTo>
                  <a:lnTo>
                    <a:pt x="1031938" y="9339"/>
                  </a:lnTo>
                  <a:lnTo>
                    <a:pt x="1043726" y="8318"/>
                  </a:lnTo>
                  <a:lnTo>
                    <a:pt x="1055265" y="7318"/>
                  </a:lnTo>
                  <a:lnTo>
                    <a:pt x="1066567" y="6339"/>
                  </a:lnTo>
                  <a:lnTo>
                    <a:pt x="1077640" y="5380"/>
                  </a:lnTo>
                  <a:lnTo>
                    <a:pt x="1088494" y="4440"/>
                  </a:lnTo>
                  <a:lnTo>
                    <a:pt x="1099137" y="3518"/>
                  </a:lnTo>
                  <a:lnTo>
                    <a:pt x="1109578" y="2614"/>
                  </a:lnTo>
                  <a:lnTo>
                    <a:pt x="1119823" y="1726"/>
                  </a:lnTo>
                  <a:lnTo>
                    <a:pt x="1129880" y="855"/>
                  </a:lnTo>
                  <a:lnTo>
                    <a:pt x="113975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269237" y="4512433"/>
              <a:ext cx="1139756" cy="117614"/>
            </a:xfrm>
            <a:custGeom>
              <a:avLst/>
              <a:pathLst>
                <a:path w="1139756" h="117614">
                  <a:moveTo>
                    <a:pt x="0" y="0"/>
                  </a:moveTo>
                  <a:lnTo>
                    <a:pt x="73189" y="7552"/>
                  </a:lnTo>
                  <a:lnTo>
                    <a:pt x="137747" y="14214"/>
                  </a:lnTo>
                  <a:lnTo>
                    <a:pt x="195496" y="20173"/>
                  </a:lnTo>
                  <a:lnTo>
                    <a:pt x="247736" y="25564"/>
                  </a:lnTo>
                  <a:lnTo>
                    <a:pt x="295427" y="30486"/>
                  </a:lnTo>
                  <a:lnTo>
                    <a:pt x="339299" y="35013"/>
                  </a:lnTo>
                  <a:lnTo>
                    <a:pt x="379918" y="39204"/>
                  </a:lnTo>
                  <a:lnTo>
                    <a:pt x="417734" y="43107"/>
                  </a:lnTo>
                  <a:lnTo>
                    <a:pt x="453108" y="46757"/>
                  </a:lnTo>
                  <a:lnTo>
                    <a:pt x="486337" y="50186"/>
                  </a:lnTo>
                  <a:lnTo>
                    <a:pt x="517666" y="53419"/>
                  </a:lnTo>
                  <a:lnTo>
                    <a:pt x="547300" y="56477"/>
                  </a:lnTo>
                  <a:lnTo>
                    <a:pt x="575415" y="59378"/>
                  </a:lnTo>
                  <a:lnTo>
                    <a:pt x="602157" y="62138"/>
                  </a:lnTo>
                  <a:lnTo>
                    <a:pt x="627655" y="64769"/>
                  </a:lnTo>
                  <a:lnTo>
                    <a:pt x="652019" y="67283"/>
                  </a:lnTo>
                  <a:lnTo>
                    <a:pt x="675346" y="69690"/>
                  </a:lnTo>
                  <a:lnTo>
                    <a:pt x="697721" y="71999"/>
                  </a:lnTo>
                  <a:lnTo>
                    <a:pt x="719218" y="74218"/>
                  </a:lnTo>
                  <a:lnTo>
                    <a:pt x="739904" y="76352"/>
                  </a:lnTo>
                  <a:lnTo>
                    <a:pt x="759837" y="78409"/>
                  </a:lnTo>
                  <a:lnTo>
                    <a:pt x="779071" y="80394"/>
                  </a:lnTo>
                  <a:lnTo>
                    <a:pt x="797653" y="82312"/>
                  </a:lnTo>
                  <a:lnTo>
                    <a:pt x="815625" y="84166"/>
                  </a:lnTo>
                  <a:lnTo>
                    <a:pt x="833027" y="85962"/>
                  </a:lnTo>
                  <a:lnTo>
                    <a:pt x="849893" y="87702"/>
                  </a:lnTo>
                  <a:lnTo>
                    <a:pt x="866256" y="89391"/>
                  </a:lnTo>
                  <a:lnTo>
                    <a:pt x="882144" y="91030"/>
                  </a:lnTo>
                  <a:lnTo>
                    <a:pt x="897585" y="92624"/>
                  </a:lnTo>
                  <a:lnTo>
                    <a:pt x="912602" y="94173"/>
                  </a:lnTo>
                  <a:lnTo>
                    <a:pt x="927219" y="95682"/>
                  </a:lnTo>
                  <a:lnTo>
                    <a:pt x="941457" y="97151"/>
                  </a:lnTo>
                  <a:lnTo>
                    <a:pt x="955333" y="98583"/>
                  </a:lnTo>
                  <a:lnTo>
                    <a:pt x="968868" y="99980"/>
                  </a:lnTo>
                  <a:lnTo>
                    <a:pt x="982076" y="101343"/>
                  </a:lnTo>
                  <a:lnTo>
                    <a:pt x="994973" y="102674"/>
                  </a:lnTo>
                  <a:lnTo>
                    <a:pt x="1007574" y="103974"/>
                  </a:lnTo>
                  <a:lnTo>
                    <a:pt x="1019891" y="105245"/>
                  </a:lnTo>
                  <a:lnTo>
                    <a:pt x="1031938" y="106488"/>
                  </a:lnTo>
                  <a:lnTo>
                    <a:pt x="1043726" y="107704"/>
                  </a:lnTo>
                  <a:lnTo>
                    <a:pt x="1055265" y="108895"/>
                  </a:lnTo>
                  <a:lnTo>
                    <a:pt x="1066567" y="110062"/>
                  </a:lnTo>
                  <a:lnTo>
                    <a:pt x="1077640" y="111204"/>
                  </a:lnTo>
                  <a:lnTo>
                    <a:pt x="1088494" y="112324"/>
                  </a:lnTo>
                  <a:lnTo>
                    <a:pt x="1099137" y="113423"/>
                  </a:lnTo>
                  <a:lnTo>
                    <a:pt x="1109578" y="114500"/>
                  </a:lnTo>
                  <a:lnTo>
                    <a:pt x="1119823" y="115557"/>
                  </a:lnTo>
                  <a:lnTo>
                    <a:pt x="1129880" y="116595"/>
                  </a:lnTo>
                  <a:lnTo>
                    <a:pt x="1139756" y="11761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269237" y="4498900"/>
              <a:ext cx="1139756" cy="202166"/>
            </a:xfrm>
            <a:custGeom>
              <a:avLst/>
              <a:pathLst>
                <a:path w="1139756" h="202166">
                  <a:moveTo>
                    <a:pt x="0" y="0"/>
                  </a:moveTo>
                  <a:lnTo>
                    <a:pt x="73189" y="12982"/>
                  </a:lnTo>
                  <a:lnTo>
                    <a:pt x="137747" y="24433"/>
                  </a:lnTo>
                  <a:lnTo>
                    <a:pt x="195496" y="34676"/>
                  </a:lnTo>
                  <a:lnTo>
                    <a:pt x="247736" y="43942"/>
                  </a:lnTo>
                  <a:lnTo>
                    <a:pt x="295427" y="52401"/>
                  </a:lnTo>
                  <a:lnTo>
                    <a:pt x="339299" y="60183"/>
                  </a:lnTo>
                  <a:lnTo>
                    <a:pt x="379918" y="67388"/>
                  </a:lnTo>
                  <a:lnTo>
                    <a:pt x="417734" y="74096"/>
                  </a:lnTo>
                  <a:lnTo>
                    <a:pt x="453108" y="80370"/>
                  </a:lnTo>
                  <a:lnTo>
                    <a:pt x="486337" y="86264"/>
                  </a:lnTo>
                  <a:lnTo>
                    <a:pt x="517666" y="91821"/>
                  </a:lnTo>
                  <a:lnTo>
                    <a:pt x="547300" y="97078"/>
                  </a:lnTo>
                  <a:lnTo>
                    <a:pt x="575415" y="102065"/>
                  </a:lnTo>
                  <a:lnTo>
                    <a:pt x="602157" y="106808"/>
                  </a:lnTo>
                  <a:lnTo>
                    <a:pt x="627655" y="111331"/>
                  </a:lnTo>
                  <a:lnTo>
                    <a:pt x="652019" y="115653"/>
                  </a:lnTo>
                  <a:lnTo>
                    <a:pt x="675346" y="119790"/>
                  </a:lnTo>
                  <a:lnTo>
                    <a:pt x="697721" y="123759"/>
                  </a:lnTo>
                  <a:lnTo>
                    <a:pt x="719218" y="127572"/>
                  </a:lnTo>
                  <a:lnTo>
                    <a:pt x="739904" y="131241"/>
                  </a:lnTo>
                  <a:lnTo>
                    <a:pt x="759837" y="134777"/>
                  </a:lnTo>
                  <a:lnTo>
                    <a:pt x="779071" y="138189"/>
                  </a:lnTo>
                  <a:lnTo>
                    <a:pt x="797653" y="141485"/>
                  </a:lnTo>
                  <a:lnTo>
                    <a:pt x="815625" y="144672"/>
                  </a:lnTo>
                  <a:lnTo>
                    <a:pt x="833027" y="147759"/>
                  </a:lnTo>
                  <a:lnTo>
                    <a:pt x="849893" y="150751"/>
                  </a:lnTo>
                  <a:lnTo>
                    <a:pt x="866256" y="153653"/>
                  </a:lnTo>
                  <a:lnTo>
                    <a:pt x="882144" y="156471"/>
                  </a:lnTo>
                  <a:lnTo>
                    <a:pt x="897585" y="159210"/>
                  </a:lnTo>
                  <a:lnTo>
                    <a:pt x="912602" y="161874"/>
                  </a:lnTo>
                  <a:lnTo>
                    <a:pt x="927219" y="164467"/>
                  </a:lnTo>
                  <a:lnTo>
                    <a:pt x="941457" y="166992"/>
                  </a:lnTo>
                  <a:lnTo>
                    <a:pt x="955333" y="169453"/>
                  </a:lnTo>
                  <a:lnTo>
                    <a:pt x="968868" y="171854"/>
                  </a:lnTo>
                  <a:lnTo>
                    <a:pt x="982076" y="174197"/>
                  </a:lnTo>
                  <a:lnTo>
                    <a:pt x="994973" y="176485"/>
                  </a:lnTo>
                  <a:lnTo>
                    <a:pt x="1007574" y="178720"/>
                  </a:lnTo>
                  <a:lnTo>
                    <a:pt x="1019891" y="180904"/>
                  </a:lnTo>
                  <a:lnTo>
                    <a:pt x="1031938" y="183041"/>
                  </a:lnTo>
                  <a:lnTo>
                    <a:pt x="1043726" y="185132"/>
                  </a:lnTo>
                  <a:lnTo>
                    <a:pt x="1055265" y="187179"/>
                  </a:lnTo>
                  <a:lnTo>
                    <a:pt x="1066567" y="189184"/>
                  </a:lnTo>
                  <a:lnTo>
                    <a:pt x="1077640" y="191148"/>
                  </a:lnTo>
                  <a:lnTo>
                    <a:pt x="1088494" y="193073"/>
                  </a:lnTo>
                  <a:lnTo>
                    <a:pt x="1099137" y="194961"/>
                  </a:lnTo>
                  <a:lnTo>
                    <a:pt x="1109578" y="196813"/>
                  </a:lnTo>
                  <a:lnTo>
                    <a:pt x="1119823" y="198630"/>
                  </a:lnTo>
                  <a:lnTo>
                    <a:pt x="1129880" y="200414"/>
                  </a:lnTo>
                  <a:lnTo>
                    <a:pt x="1139756" y="20216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269237" y="4689303"/>
              <a:ext cx="1139756" cy="89257"/>
            </a:xfrm>
            <a:custGeom>
              <a:avLst/>
              <a:pathLst>
                <a:path w="1139756" h="89257">
                  <a:moveTo>
                    <a:pt x="0" y="0"/>
                  </a:moveTo>
                  <a:lnTo>
                    <a:pt x="73189" y="5731"/>
                  </a:lnTo>
                  <a:lnTo>
                    <a:pt x="137747" y="10787"/>
                  </a:lnTo>
                  <a:lnTo>
                    <a:pt x="195496" y="15309"/>
                  </a:lnTo>
                  <a:lnTo>
                    <a:pt x="247736" y="19400"/>
                  </a:lnTo>
                  <a:lnTo>
                    <a:pt x="295427" y="23135"/>
                  </a:lnTo>
                  <a:lnTo>
                    <a:pt x="339299" y="26571"/>
                  </a:lnTo>
                  <a:lnTo>
                    <a:pt x="379918" y="29752"/>
                  </a:lnTo>
                  <a:lnTo>
                    <a:pt x="417734" y="32714"/>
                  </a:lnTo>
                  <a:lnTo>
                    <a:pt x="453108" y="35484"/>
                  </a:lnTo>
                  <a:lnTo>
                    <a:pt x="486337" y="38086"/>
                  </a:lnTo>
                  <a:lnTo>
                    <a:pt x="517666" y="40539"/>
                  </a:lnTo>
                  <a:lnTo>
                    <a:pt x="547300" y="42860"/>
                  </a:lnTo>
                  <a:lnTo>
                    <a:pt x="575415" y="45062"/>
                  </a:lnTo>
                  <a:lnTo>
                    <a:pt x="602157" y="47156"/>
                  </a:lnTo>
                  <a:lnTo>
                    <a:pt x="627655" y="49153"/>
                  </a:lnTo>
                  <a:lnTo>
                    <a:pt x="652019" y="51061"/>
                  </a:lnTo>
                  <a:lnTo>
                    <a:pt x="675346" y="52888"/>
                  </a:lnTo>
                  <a:lnTo>
                    <a:pt x="697721" y="54640"/>
                  </a:lnTo>
                  <a:lnTo>
                    <a:pt x="719218" y="56324"/>
                  </a:lnTo>
                  <a:lnTo>
                    <a:pt x="739904" y="57944"/>
                  </a:lnTo>
                  <a:lnTo>
                    <a:pt x="759837" y="59505"/>
                  </a:lnTo>
                  <a:lnTo>
                    <a:pt x="779071" y="61011"/>
                  </a:lnTo>
                  <a:lnTo>
                    <a:pt x="797653" y="62466"/>
                  </a:lnTo>
                  <a:lnTo>
                    <a:pt x="815625" y="63874"/>
                  </a:lnTo>
                  <a:lnTo>
                    <a:pt x="833027" y="65236"/>
                  </a:lnTo>
                  <a:lnTo>
                    <a:pt x="849893" y="66557"/>
                  </a:lnTo>
                  <a:lnTo>
                    <a:pt x="866256" y="67839"/>
                  </a:lnTo>
                  <a:lnTo>
                    <a:pt x="882144" y="69083"/>
                  </a:lnTo>
                  <a:lnTo>
                    <a:pt x="897585" y="70292"/>
                  </a:lnTo>
                  <a:lnTo>
                    <a:pt x="912602" y="71468"/>
                  </a:lnTo>
                  <a:lnTo>
                    <a:pt x="927219" y="72613"/>
                  </a:lnTo>
                  <a:lnTo>
                    <a:pt x="941457" y="73728"/>
                  </a:lnTo>
                  <a:lnTo>
                    <a:pt x="955333" y="74815"/>
                  </a:lnTo>
                  <a:lnTo>
                    <a:pt x="968868" y="75874"/>
                  </a:lnTo>
                  <a:lnTo>
                    <a:pt x="982076" y="76909"/>
                  </a:lnTo>
                  <a:lnTo>
                    <a:pt x="994973" y="77919"/>
                  </a:lnTo>
                  <a:lnTo>
                    <a:pt x="1007574" y="78906"/>
                  </a:lnTo>
                  <a:lnTo>
                    <a:pt x="1019891" y="79870"/>
                  </a:lnTo>
                  <a:lnTo>
                    <a:pt x="1031938" y="80814"/>
                  </a:lnTo>
                  <a:lnTo>
                    <a:pt x="1043726" y="81737"/>
                  </a:lnTo>
                  <a:lnTo>
                    <a:pt x="1055265" y="82640"/>
                  </a:lnTo>
                  <a:lnTo>
                    <a:pt x="1066567" y="83526"/>
                  </a:lnTo>
                  <a:lnTo>
                    <a:pt x="1077640" y="84393"/>
                  </a:lnTo>
                  <a:lnTo>
                    <a:pt x="1088494" y="85243"/>
                  </a:lnTo>
                  <a:lnTo>
                    <a:pt x="1099137" y="86076"/>
                  </a:lnTo>
                  <a:lnTo>
                    <a:pt x="1109578" y="86894"/>
                  </a:lnTo>
                  <a:lnTo>
                    <a:pt x="1119823" y="87696"/>
                  </a:lnTo>
                  <a:lnTo>
                    <a:pt x="1129880" y="88484"/>
                  </a:lnTo>
                  <a:lnTo>
                    <a:pt x="1139756" y="8925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269237" y="4667673"/>
              <a:ext cx="1139756" cy="41825"/>
            </a:xfrm>
            <a:custGeom>
              <a:avLst/>
              <a:pathLst>
                <a:path w="1139756" h="41825">
                  <a:moveTo>
                    <a:pt x="0" y="0"/>
                  </a:moveTo>
                  <a:lnTo>
                    <a:pt x="73189" y="2685"/>
                  </a:lnTo>
                  <a:lnTo>
                    <a:pt x="137747" y="5054"/>
                  </a:lnTo>
                  <a:lnTo>
                    <a:pt x="195496" y="7174"/>
                  </a:lnTo>
                  <a:lnTo>
                    <a:pt x="247736" y="9091"/>
                  </a:lnTo>
                  <a:lnTo>
                    <a:pt x="295427" y="10841"/>
                  </a:lnTo>
                  <a:lnTo>
                    <a:pt x="339299" y="12451"/>
                  </a:lnTo>
                  <a:lnTo>
                    <a:pt x="379918" y="13941"/>
                  </a:lnTo>
                  <a:lnTo>
                    <a:pt x="417734" y="15329"/>
                  </a:lnTo>
                  <a:lnTo>
                    <a:pt x="453108" y="16627"/>
                  </a:lnTo>
                  <a:lnTo>
                    <a:pt x="486337" y="17847"/>
                  </a:lnTo>
                  <a:lnTo>
                    <a:pt x="517666" y="18996"/>
                  </a:lnTo>
                  <a:lnTo>
                    <a:pt x="547300" y="20084"/>
                  </a:lnTo>
                  <a:lnTo>
                    <a:pt x="575415" y="21116"/>
                  </a:lnTo>
                  <a:lnTo>
                    <a:pt x="602157" y="22097"/>
                  </a:lnTo>
                  <a:lnTo>
                    <a:pt x="627655" y="23033"/>
                  </a:lnTo>
                  <a:lnTo>
                    <a:pt x="652019" y="23927"/>
                  </a:lnTo>
                  <a:lnTo>
                    <a:pt x="675346" y="24783"/>
                  </a:lnTo>
                  <a:lnTo>
                    <a:pt x="697721" y="25604"/>
                  </a:lnTo>
                  <a:lnTo>
                    <a:pt x="719218" y="26393"/>
                  </a:lnTo>
                  <a:lnTo>
                    <a:pt x="739904" y="27152"/>
                  </a:lnTo>
                  <a:lnTo>
                    <a:pt x="759837" y="27883"/>
                  </a:lnTo>
                  <a:lnTo>
                    <a:pt x="779071" y="28589"/>
                  </a:lnTo>
                  <a:lnTo>
                    <a:pt x="797653" y="29271"/>
                  </a:lnTo>
                  <a:lnTo>
                    <a:pt x="815625" y="29931"/>
                  </a:lnTo>
                  <a:lnTo>
                    <a:pt x="833027" y="30569"/>
                  </a:lnTo>
                  <a:lnTo>
                    <a:pt x="849893" y="31188"/>
                  </a:lnTo>
                  <a:lnTo>
                    <a:pt x="866256" y="31789"/>
                  </a:lnTo>
                  <a:lnTo>
                    <a:pt x="882144" y="32372"/>
                  </a:lnTo>
                  <a:lnTo>
                    <a:pt x="897585" y="32938"/>
                  </a:lnTo>
                  <a:lnTo>
                    <a:pt x="912602" y="33489"/>
                  </a:lnTo>
                  <a:lnTo>
                    <a:pt x="927219" y="34026"/>
                  </a:lnTo>
                  <a:lnTo>
                    <a:pt x="941457" y="34548"/>
                  </a:lnTo>
                  <a:lnTo>
                    <a:pt x="955333" y="35058"/>
                  </a:lnTo>
                  <a:lnTo>
                    <a:pt x="968868" y="35554"/>
                  </a:lnTo>
                  <a:lnTo>
                    <a:pt x="982076" y="36039"/>
                  </a:lnTo>
                  <a:lnTo>
                    <a:pt x="994973" y="36512"/>
                  </a:lnTo>
                  <a:lnTo>
                    <a:pt x="1007574" y="36975"/>
                  </a:lnTo>
                  <a:lnTo>
                    <a:pt x="1019891" y="37427"/>
                  </a:lnTo>
                  <a:lnTo>
                    <a:pt x="1031938" y="37869"/>
                  </a:lnTo>
                  <a:lnTo>
                    <a:pt x="1043726" y="38301"/>
                  </a:lnTo>
                  <a:lnTo>
                    <a:pt x="1055265" y="38725"/>
                  </a:lnTo>
                  <a:lnTo>
                    <a:pt x="1066567" y="39140"/>
                  </a:lnTo>
                  <a:lnTo>
                    <a:pt x="1077640" y="39546"/>
                  </a:lnTo>
                  <a:lnTo>
                    <a:pt x="1088494" y="39944"/>
                  </a:lnTo>
                  <a:lnTo>
                    <a:pt x="1099137" y="40335"/>
                  </a:lnTo>
                  <a:lnTo>
                    <a:pt x="1109578" y="40718"/>
                  </a:lnTo>
                  <a:lnTo>
                    <a:pt x="1119823" y="41094"/>
                  </a:lnTo>
                  <a:lnTo>
                    <a:pt x="1129880" y="41463"/>
                  </a:lnTo>
                  <a:lnTo>
                    <a:pt x="1139756" y="41825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269237" y="4654750"/>
              <a:ext cx="1139756" cy="6995"/>
            </a:xfrm>
            <a:custGeom>
              <a:avLst/>
              <a:pathLst>
                <a:path w="1139756" h="6995">
                  <a:moveTo>
                    <a:pt x="0" y="0"/>
                  </a:moveTo>
                  <a:lnTo>
                    <a:pt x="73189" y="449"/>
                  </a:lnTo>
                  <a:lnTo>
                    <a:pt x="137747" y="845"/>
                  </a:lnTo>
                  <a:lnTo>
                    <a:pt x="195496" y="1199"/>
                  </a:lnTo>
                  <a:lnTo>
                    <a:pt x="247736" y="1520"/>
                  </a:lnTo>
                  <a:lnTo>
                    <a:pt x="295427" y="1813"/>
                  </a:lnTo>
                  <a:lnTo>
                    <a:pt x="339299" y="2082"/>
                  </a:lnTo>
                  <a:lnTo>
                    <a:pt x="379918" y="2331"/>
                  </a:lnTo>
                  <a:lnTo>
                    <a:pt x="417734" y="2564"/>
                  </a:lnTo>
                  <a:lnTo>
                    <a:pt x="453108" y="2781"/>
                  </a:lnTo>
                  <a:lnTo>
                    <a:pt x="486337" y="2985"/>
                  </a:lnTo>
                  <a:lnTo>
                    <a:pt x="517666" y="3177"/>
                  </a:lnTo>
                  <a:lnTo>
                    <a:pt x="547300" y="3359"/>
                  </a:lnTo>
                  <a:lnTo>
                    <a:pt x="575415" y="3531"/>
                  </a:lnTo>
                  <a:lnTo>
                    <a:pt x="602157" y="3696"/>
                  </a:lnTo>
                  <a:lnTo>
                    <a:pt x="627655" y="3852"/>
                  </a:lnTo>
                  <a:lnTo>
                    <a:pt x="652019" y="4002"/>
                  </a:lnTo>
                  <a:lnTo>
                    <a:pt x="675346" y="4145"/>
                  </a:lnTo>
                  <a:lnTo>
                    <a:pt x="697721" y="4282"/>
                  </a:lnTo>
                  <a:lnTo>
                    <a:pt x="719218" y="4414"/>
                  </a:lnTo>
                  <a:lnTo>
                    <a:pt x="739904" y="4541"/>
                  </a:lnTo>
                  <a:lnTo>
                    <a:pt x="759837" y="4663"/>
                  </a:lnTo>
                  <a:lnTo>
                    <a:pt x="779071" y="4781"/>
                  </a:lnTo>
                  <a:lnTo>
                    <a:pt x="797653" y="4895"/>
                  </a:lnTo>
                  <a:lnTo>
                    <a:pt x="815625" y="5006"/>
                  </a:lnTo>
                  <a:lnTo>
                    <a:pt x="833027" y="5113"/>
                  </a:lnTo>
                  <a:lnTo>
                    <a:pt x="849893" y="5216"/>
                  </a:lnTo>
                  <a:lnTo>
                    <a:pt x="866256" y="5317"/>
                  </a:lnTo>
                  <a:lnTo>
                    <a:pt x="882144" y="5414"/>
                  </a:lnTo>
                  <a:lnTo>
                    <a:pt x="897585" y="5509"/>
                  </a:lnTo>
                  <a:lnTo>
                    <a:pt x="912602" y="5601"/>
                  </a:lnTo>
                  <a:lnTo>
                    <a:pt x="927219" y="5691"/>
                  </a:lnTo>
                  <a:lnTo>
                    <a:pt x="941457" y="5778"/>
                  </a:lnTo>
                  <a:lnTo>
                    <a:pt x="955333" y="5863"/>
                  </a:lnTo>
                  <a:lnTo>
                    <a:pt x="968868" y="5946"/>
                  </a:lnTo>
                  <a:lnTo>
                    <a:pt x="982076" y="6027"/>
                  </a:lnTo>
                  <a:lnTo>
                    <a:pt x="994973" y="6107"/>
                  </a:lnTo>
                  <a:lnTo>
                    <a:pt x="1007574" y="6184"/>
                  </a:lnTo>
                  <a:lnTo>
                    <a:pt x="1019891" y="6260"/>
                  </a:lnTo>
                  <a:lnTo>
                    <a:pt x="1031938" y="6334"/>
                  </a:lnTo>
                  <a:lnTo>
                    <a:pt x="1043726" y="6406"/>
                  </a:lnTo>
                  <a:lnTo>
                    <a:pt x="1055265" y="6477"/>
                  </a:lnTo>
                  <a:lnTo>
                    <a:pt x="1066567" y="6546"/>
                  </a:lnTo>
                  <a:lnTo>
                    <a:pt x="1077640" y="6614"/>
                  </a:lnTo>
                  <a:lnTo>
                    <a:pt x="1088494" y="6681"/>
                  </a:lnTo>
                  <a:lnTo>
                    <a:pt x="1099137" y="6746"/>
                  </a:lnTo>
                  <a:lnTo>
                    <a:pt x="1109578" y="6810"/>
                  </a:lnTo>
                  <a:lnTo>
                    <a:pt x="1119823" y="6873"/>
                  </a:lnTo>
                  <a:lnTo>
                    <a:pt x="1129880" y="6935"/>
                  </a:lnTo>
                  <a:lnTo>
                    <a:pt x="1139756" y="699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rc973"/>
            <p:cNvSpPr/>
            <p:nvPr/>
          </p:nvSpPr>
          <p:spPr>
            <a:xfrm>
              <a:off x="4186450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186450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5"/>
            <p:cNvSpPr/>
            <p:nvPr/>
          </p:nvSpPr>
          <p:spPr>
            <a:xfrm>
              <a:off x="4157982" y="48541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157982" y="46145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157982" y="43749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157982" y="41353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157982" y="389568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186450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69237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649156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5029075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5408994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tx985"/>
            <p:cNvSpPr/>
            <p:nvPr/>
          </p:nvSpPr>
          <p:spPr>
            <a:xfrm>
              <a:off x="4240982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7" name="tx986"/>
            <p:cNvSpPr/>
            <p:nvPr/>
          </p:nvSpPr>
          <p:spPr>
            <a:xfrm>
              <a:off x="4620901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88" name="tx987"/>
            <p:cNvSpPr/>
            <p:nvPr/>
          </p:nvSpPr>
          <p:spPr>
            <a:xfrm>
              <a:off x="5000820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5380739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579649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4186450" y="3681523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2" name="rc991"/>
            <p:cNvSpPr/>
            <p:nvPr/>
          </p:nvSpPr>
          <p:spPr>
            <a:xfrm>
              <a:off x="5624659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5656064" y="461320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5680043" y="466586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675985" y="472538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678595" y="43553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695195" y="464283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705964" y="43680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704217" y="48628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686008" y="47260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688154" y="43820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659529" y="43136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039899" y="45669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045427" y="43560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38801" y="46981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62427" y="48519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65730" y="38801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73287" y="39634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58146" y="47961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68792" y="48820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68917" y="48702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71632" y="47605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66292" y="48062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82657" y="48420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71557" y="48127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37409" y="48067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38328" y="47614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76232" y="467255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86991" y="486774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35590" y="470919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439139" y="469722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413360" y="48825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449328" y="480187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439383" y="48298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62744" y="46085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423717" y="47442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434847" y="456960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428416" y="46972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437338" y="47506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436492" y="46531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459402" y="48423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429757" y="44029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42573" y="47943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456993" y="48514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421452" y="43328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59900" y="463414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428290" y="45527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37638" y="478508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432842" y="470092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431734" y="456599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802561" y="476445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831750" y="472885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837586" y="46447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845628" y="47573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832060" y="46026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822066" y="470611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793920" y="46456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834553" y="467839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813983" y="472323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844059" y="44707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806654" y="48214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819031" y="47358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823311" y="47360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825104" y="48537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801400" y="468471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843117" y="48531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845448" y="459637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832731" y="472963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802588" y="473947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843917" y="46581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841282" y="47066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830276" y="46900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834446" y="471551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843237" y="48314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l1064"/>
            <p:cNvSpPr/>
            <p:nvPr/>
          </p:nvSpPr>
          <p:spPr>
            <a:xfrm>
              <a:off x="5709279" y="4369316"/>
              <a:ext cx="1138517" cy="348993"/>
            </a:xfrm>
            <a:custGeom>
              <a:avLst/>
              <a:pathLst>
                <a:path w="1138517" h="348993">
                  <a:moveTo>
                    <a:pt x="0" y="0"/>
                  </a:moveTo>
                  <a:lnTo>
                    <a:pt x="73109" y="22410"/>
                  </a:lnTo>
                  <a:lnTo>
                    <a:pt x="137597" y="42178"/>
                  </a:lnTo>
                  <a:lnTo>
                    <a:pt x="195283" y="59860"/>
                  </a:lnTo>
                  <a:lnTo>
                    <a:pt x="247466" y="75856"/>
                  </a:lnTo>
                  <a:lnTo>
                    <a:pt x="295106" y="90459"/>
                  </a:lnTo>
                  <a:lnTo>
                    <a:pt x="338930" y="103893"/>
                  </a:lnTo>
                  <a:lnTo>
                    <a:pt x="379505" y="116331"/>
                  </a:lnTo>
                  <a:lnTo>
                    <a:pt x="417280" y="127910"/>
                  </a:lnTo>
                  <a:lnTo>
                    <a:pt x="452615" y="138741"/>
                  </a:lnTo>
                  <a:lnTo>
                    <a:pt x="485808" y="148916"/>
                  </a:lnTo>
                  <a:lnTo>
                    <a:pt x="517103" y="158509"/>
                  </a:lnTo>
                  <a:lnTo>
                    <a:pt x="546705" y="167583"/>
                  </a:lnTo>
                  <a:lnTo>
                    <a:pt x="574789" y="176191"/>
                  </a:lnTo>
                  <a:lnTo>
                    <a:pt x="601502" y="184380"/>
                  </a:lnTo>
                  <a:lnTo>
                    <a:pt x="626972" y="192187"/>
                  </a:lnTo>
                  <a:lnTo>
                    <a:pt x="651310" y="199648"/>
                  </a:lnTo>
                  <a:lnTo>
                    <a:pt x="674612" y="206791"/>
                  </a:lnTo>
                  <a:lnTo>
                    <a:pt x="696962" y="213642"/>
                  </a:lnTo>
                  <a:lnTo>
                    <a:pt x="718436" y="220224"/>
                  </a:lnTo>
                  <a:lnTo>
                    <a:pt x="739099" y="226558"/>
                  </a:lnTo>
                  <a:lnTo>
                    <a:pt x="759011" y="232662"/>
                  </a:lnTo>
                  <a:lnTo>
                    <a:pt x="778224" y="238551"/>
                  </a:lnTo>
                  <a:lnTo>
                    <a:pt x="796785" y="244241"/>
                  </a:lnTo>
                  <a:lnTo>
                    <a:pt x="814738" y="249744"/>
                  </a:lnTo>
                  <a:lnTo>
                    <a:pt x="832121" y="255072"/>
                  </a:lnTo>
                  <a:lnTo>
                    <a:pt x="848969" y="260237"/>
                  </a:lnTo>
                  <a:lnTo>
                    <a:pt x="865314" y="265247"/>
                  </a:lnTo>
                  <a:lnTo>
                    <a:pt x="881185" y="270112"/>
                  </a:lnTo>
                  <a:lnTo>
                    <a:pt x="896608" y="274840"/>
                  </a:lnTo>
                  <a:lnTo>
                    <a:pt x="911610" y="279438"/>
                  </a:lnTo>
                  <a:lnTo>
                    <a:pt x="926211" y="283914"/>
                  </a:lnTo>
                  <a:lnTo>
                    <a:pt x="940433" y="288273"/>
                  </a:lnTo>
                  <a:lnTo>
                    <a:pt x="954294" y="292523"/>
                  </a:lnTo>
                  <a:lnTo>
                    <a:pt x="967814" y="296667"/>
                  </a:lnTo>
                  <a:lnTo>
                    <a:pt x="981008" y="300711"/>
                  </a:lnTo>
                  <a:lnTo>
                    <a:pt x="993891" y="304660"/>
                  </a:lnTo>
                  <a:lnTo>
                    <a:pt x="1006478" y="308518"/>
                  </a:lnTo>
                  <a:lnTo>
                    <a:pt x="1018782" y="312290"/>
                  </a:lnTo>
                  <a:lnTo>
                    <a:pt x="1030816" y="315979"/>
                  </a:lnTo>
                  <a:lnTo>
                    <a:pt x="1042591" y="319588"/>
                  </a:lnTo>
                  <a:lnTo>
                    <a:pt x="1054117" y="323122"/>
                  </a:lnTo>
                  <a:lnTo>
                    <a:pt x="1065407" y="326582"/>
                  </a:lnTo>
                  <a:lnTo>
                    <a:pt x="1076468" y="329973"/>
                  </a:lnTo>
                  <a:lnTo>
                    <a:pt x="1087310" y="333296"/>
                  </a:lnTo>
                  <a:lnTo>
                    <a:pt x="1097942" y="336555"/>
                  </a:lnTo>
                  <a:lnTo>
                    <a:pt x="1108371" y="339752"/>
                  </a:lnTo>
                  <a:lnTo>
                    <a:pt x="1118605" y="342889"/>
                  </a:lnTo>
                  <a:lnTo>
                    <a:pt x="1128651" y="345969"/>
                  </a:lnTo>
                  <a:lnTo>
                    <a:pt x="1138517" y="34899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6" name="pl1065"/>
            <p:cNvSpPr/>
            <p:nvPr/>
          </p:nvSpPr>
          <p:spPr>
            <a:xfrm>
              <a:off x="5709279" y="4281579"/>
              <a:ext cx="1138517" cy="463894"/>
            </a:xfrm>
            <a:custGeom>
              <a:avLst/>
              <a:pathLst>
                <a:path w="1138517" h="463894">
                  <a:moveTo>
                    <a:pt x="0" y="0"/>
                  </a:moveTo>
                  <a:lnTo>
                    <a:pt x="73109" y="29788"/>
                  </a:lnTo>
                  <a:lnTo>
                    <a:pt x="137597" y="56064"/>
                  </a:lnTo>
                  <a:lnTo>
                    <a:pt x="195283" y="79569"/>
                  </a:lnTo>
                  <a:lnTo>
                    <a:pt x="247466" y="100831"/>
                  </a:lnTo>
                  <a:lnTo>
                    <a:pt x="295106" y="120242"/>
                  </a:lnTo>
                  <a:lnTo>
                    <a:pt x="338930" y="138099"/>
                  </a:lnTo>
                  <a:lnTo>
                    <a:pt x="379505" y="154631"/>
                  </a:lnTo>
                  <a:lnTo>
                    <a:pt x="417280" y="170022"/>
                  </a:lnTo>
                  <a:lnTo>
                    <a:pt x="452615" y="184420"/>
                  </a:lnTo>
                  <a:lnTo>
                    <a:pt x="485808" y="197945"/>
                  </a:lnTo>
                  <a:lnTo>
                    <a:pt x="517103" y="210696"/>
                  </a:lnTo>
                  <a:lnTo>
                    <a:pt x="546705" y="222757"/>
                  </a:lnTo>
                  <a:lnTo>
                    <a:pt x="574789" y="234200"/>
                  </a:lnTo>
                  <a:lnTo>
                    <a:pt x="601502" y="245085"/>
                  </a:lnTo>
                  <a:lnTo>
                    <a:pt x="626972" y="255463"/>
                  </a:lnTo>
                  <a:lnTo>
                    <a:pt x="651310" y="265379"/>
                  </a:lnTo>
                  <a:lnTo>
                    <a:pt x="674612" y="274874"/>
                  </a:lnTo>
                  <a:lnTo>
                    <a:pt x="696962" y="283980"/>
                  </a:lnTo>
                  <a:lnTo>
                    <a:pt x="718436" y="292730"/>
                  </a:lnTo>
                  <a:lnTo>
                    <a:pt x="739099" y="301149"/>
                  </a:lnTo>
                  <a:lnTo>
                    <a:pt x="759011" y="309263"/>
                  </a:lnTo>
                  <a:lnTo>
                    <a:pt x="778224" y="317091"/>
                  </a:lnTo>
                  <a:lnTo>
                    <a:pt x="796785" y="324654"/>
                  </a:lnTo>
                  <a:lnTo>
                    <a:pt x="814738" y="331969"/>
                  </a:lnTo>
                  <a:lnTo>
                    <a:pt x="832121" y="339052"/>
                  </a:lnTo>
                  <a:lnTo>
                    <a:pt x="848969" y="345916"/>
                  </a:lnTo>
                  <a:lnTo>
                    <a:pt x="865314" y="352576"/>
                  </a:lnTo>
                  <a:lnTo>
                    <a:pt x="881185" y="359043"/>
                  </a:lnTo>
                  <a:lnTo>
                    <a:pt x="896608" y="365327"/>
                  </a:lnTo>
                  <a:lnTo>
                    <a:pt x="911610" y="371440"/>
                  </a:lnTo>
                  <a:lnTo>
                    <a:pt x="926211" y="377389"/>
                  </a:lnTo>
                  <a:lnTo>
                    <a:pt x="940433" y="383184"/>
                  </a:lnTo>
                  <a:lnTo>
                    <a:pt x="954294" y="388832"/>
                  </a:lnTo>
                  <a:lnTo>
                    <a:pt x="967814" y="394340"/>
                  </a:lnTo>
                  <a:lnTo>
                    <a:pt x="981008" y="399716"/>
                  </a:lnTo>
                  <a:lnTo>
                    <a:pt x="993891" y="404965"/>
                  </a:lnTo>
                  <a:lnTo>
                    <a:pt x="1006478" y="410094"/>
                  </a:lnTo>
                  <a:lnTo>
                    <a:pt x="1018782" y="415107"/>
                  </a:lnTo>
                  <a:lnTo>
                    <a:pt x="1030816" y="420011"/>
                  </a:lnTo>
                  <a:lnTo>
                    <a:pt x="1042591" y="424808"/>
                  </a:lnTo>
                  <a:lnTo>
                    <a:pt x="1054117" y="429505"/>
                  </a:lnTo>
                  <a:lnTo>
                    <a:pt x="1065407" y="434105"/>
                  </a:lnTo>
                  <a:lnTo>
                    <a:pt x="1076468" y="438612"/>
                  </a:lnTo>
                  <a:lnTo>
                    <a:pt x="1087310" y="443030"/>
                  </a:lnTo>
                  <a:lnTo>
                    <a:pt x="1097942" y="447362"/>
                  </a:lnTo>
                  <a:lnTo>
                    <a:pt x="1108371" y="451611"/>
                  </a:lnTo>
                  <a:lnTo>
                    <a:pt x="1118605" y="455781"/>
                  </a:lnTo>
                  <a:lnTo>
                    <a:pt x="1128651" y="459874"/>
                  </a:lnTo>
                  <a:lnTo>
                    <a:pt x="1138517" y="46389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09279" y="4752679"/>
              <a:ext cx="1138517" cy="23877"/>
            </a:xfrm>
            <a:custGeom>
              <a:avLst/>
              <a:pathLst>
                <a:path w="1138517" h="23877">
                  <a:moveTo>
                    <a:pt x="0" y="23877"/>
                  </a:moveTo>
                  <a:lnTo>
                    <a:pt x="73109" y="22344"/>
                  </a:lnTo>
                  <a:lnTo>
                    <a:pt x="137597" y="20991"/>
                  </a:lnTo>
                  <a:lnTo>
                    <a:pt x="195283" y="19782"/>
                  </a:lnTo>
                  <a:lnTo>
                    <a:pt x="247466" y="18687"/>
                  </a:lnTo>
                  <a:lnTo>
                    <a:pt x="295106" y="17688"/>
                  </a:lnTo>
                  <a:lnTo>
                    <a:pt x="338930" y="16769"/>
                  </a:lnTo>
                  <a:lnTo>
                    <a:pt x="379505" y="15918"/>
                  </a:lnTo>
                  <a:lnTo>
                    <a:pt x="417280" y="15126"/>
                  </a:lnTo>
                  <a:lnTo>
                    <a:pt x="452615" y="14385"/>
                  </a:lnTo>
                  <a:lnTo>
                    <a:pt x="485808" y="13688"/>
                  </a:lnTo>
                  <a:lnTo>
                    <a:pt x="517103" y="13032"/>
                  </a:lnTo>
                  <a:lnTo>
                    <a:pt x="546705" y="12411"/>
                  </a:lnTo>
                  <a:lnTo>
                    <a:pt x="574789" y="11822"/>
                  </a:lnTo>
                  <a:lnTo>
                    <a:pt x="601502" y="11262"/>
                  </a:lnTo>
                  <a:lnTo>
                    <a:pt x="626972" y="10728"/>
                  </a:lnTo>
                  <a:lnTo>
                    <a:pt x="651310" y="10217"/>
                  </a:lnTo>
                  <a:lnTo>
                    <a:pt x="674612" y="9729"/>
                  </a:lnTo>
                  <a:lnTo>
                    <a:pt x="696962" y="9260"/>
                  </a:lnTo>
                  <a:lnTo>
                    <a:pt x="718436" y="8810"/>
                  </a:lnTo>
                  <a:lnTo>
                    <a:pt x="739099" y="8376"/>
                  </a:lnTo>
                  <a:lnTo>
                    <a:pt x="759011" y="7959"/>
                  </a:lnTo>
                  <a:lnTo>
                    <a:pt x="778224" y="7556"/>
                  </a:lnTo>
                  <a:lnTo>
                    <a:pt x="796785" y="7166"/>
                  </a:lnTo>
                  <a:lnTo>
                    <a:pt x="814738" y="6790"/>
                  </a:lnTo>
                  <a:lnTo>
                    <a:pt x="832121" y="6425"/>
                  </a:lnTo>
                  <a:lnTo>
                    <a:pt x="848969" y="6072"/>
                  </a:lnTo>
                  <a:lnTo>
                    <a:pt x="865314" y="5729"/>
                  </a:lnTo>
                  <a:lnTo>
                    <a:pt x="881185" y="5396"/>
                  </a:lnTo>
                  <a:lnTo>
                    <a:pt x="896608" y="5073"/>
                  </a:lnTo>
                  <a:lnTo>
                    <a:pt x="911610" y="4758"/>
                  </a:lnTo>
                  <a:lnTo>
                    <a:pt x="926211" y="4452"/>
                  </a:lnTo>
                  <a:lnTo>
                    <a:pt x="940433" y="4154"/>
                  </a:lnTo>
                  <a:lnTo>
                    <a:pt x="954294" y="3863"/>
                  </a:lnTo>
                  <a:lnTo>
                    <a:pt x="967814" y="3580"/>
                  </a:lnTo>
                  <a:lnTo>
                    <a:pt x="981008" y="3303"/>
                  </a:lnTo>
                  <a:lnTo>
                    <a:pt x="993891" y="3033"/>
                  </a:lnTo>
                  <a:lnTo>
                    <a:pt x="1006478" y="2769"/>
                  </a:lnTo>
                  <a:lnTo>
                    <a:pt x="1018782" y="2511"/>
                  </a:lnTo>
                  <a:lnTo>
                    <a:pt x="1030816" y="2258"/>
                  </a:lnTo>
                  <a:lnTo>
                    <a:pt x="1042591" y="2011"/>
                  </a:lnTo>
                  <a:lnTo>
                    <a:pt x="1054117" y="1770"/>
                  </a:lnTo>
                  <a:lnTo>
                    <a:pt x="1065407" y="1533"/>
                  </a:lnTo>
                  <a:lnTo>
                    <a:pt x="1076468" y="1301"/>
                  </a:lnTo>
                  <a:lnTo>
                    <a:pt x="1087310" y="1073"/>
                  </a:lnTo>
                  <a:lnTo>
                    <a:pt x="1097942" y="850"/>
                  </a:lnTo>
                  <a:lnTo>
                    <a:pt x="1108371" y="632"/>
                  </a:lnTo>
                  <a:lnTo>
                    <a:pt x="1118605" y="417"/>
                  </a:lnTo>
                  <a:lnTo>
                    <a:pt x="1128651" y="206"/>
                  </a:lnTo>
                  <a:lnTo>
                    <a:pt x="1138517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09279" y="4614286"/>
              <a:ext cx="1138517" cy="84767"/>
            </a:xfrm>
            <a:custGeom>
              <a:avLst/>
              <a:pathLst>
                <a:path w="1138517" h="84767">
                  <a:moveTo>
                    <a:pt x="0" y="84767"/>
                  </a:moveTo>
                  <a:lnTo>
                    <a:pt x="73109" y="79324"/>
                  </a:lnTo>
                  <a:lnTo>
                    <a:pt x="137597" y="74522"/>
                  </a:lnTo>
                  <a:lnTo>
                    <a:pt x="195283" y="70227"/>
                  </a:lnTo>
                  <a:lnTo>
                    <a:pt x="247466" y="66342"/>
                  </a:lnTo>
                  <a:lnTo>
                    <a:pt x="295106" y="62795"/>
                  </a:lnTo>
                  <a:lnTo>
                    <a:pt x="338930" y="59532"/>
                  </a:lnTo>
                  <a:lnTo>
                    <a:pt x="379505" y="56511"/>
                  </a:lnTo>
                  <a:lnTo>
                    <a:pt x="417280" y="53699"/>
                  </a:lnTo>
                  <a:lnTo>
                    <a:pt x="452615" y="51068"/>
                  </a:lnTo>
                  <a:lnTo>
                    <a:pt x="485808" y="48597"/>
                  </a:lnTo>
                  <a:lnTo>
                    <a:pt x="517103" y="46267"/>
                  </a:lnTo>
                  <a:lnTo>
                    <a:pt x="546705" y="44062"/>
                  </a:lnTo>
                  <a:lnTo>
                    <a:pt x="574789" y="41972"/>
                  </a:lnTo>
                  <a:lnTo>
                    <a:pt x="601502" y="39983"/>
                  </a:lnTo>
                  <a:lnTo>
                    <a:pt x="626972" y="38086"/>
                  </a:lnTo>
                  <a:lnTo>
                    <a:pt x="651310" y="36274"/>
                  </a:lnTo>
                  <a:lnTo>
                    <a:pt x="674612" y="34539"/>
                  </a:lnTo>
                  <a:lnTo>
                    <a:pt x="696962" y="32875"/>
                  </a:lnTo>
                  <a:lnTo>
                    <a:pt x="718436" y="31276"/>
                  </a:lnTo>
                  <a:lnTo>
                    <a:pt x="739099" y="29738"/>
                  </a:lnTo>
                  <a:lnTo>
                    <a:pt x="759011" y="28255"/>
                  </a:lnTo>
                  <a:lnTo>
                    <a:pt x="778224" y="26825"/>
                  </a:lnTo>
                  <a:lnTo>
                    <a:pt x="796785" y="25443"/>
                  </a:lnTo>
                  <a:lnTo>
                    <a:pt x="814738" y="24106"/>
                  </a:lnTo>
                  <a:lnTo>
                    <a:pt x="832121" y="22812"/>
                  </a:lnTo>
                  <a:lnTo>
                    <a:pt x="848969" y="21558"/>
                  </a:lnTo>
                  <a:lnTo>
                    <a:pt x="865314" y="20341"/>
                  </a:lnTo>
                  <a:lnTo>
                    <a:pt x="881185" y="19159"/>
                  </a:lnTo>
                  <a:lnTo>
                    <a:pt x="896608" y="18011"/>
                  </a:lnTo>
                  <a:lnTo>
                    <a:pt x="911610" y="16894"/>
                  </a:lnTo>
                  <a:lnTo>
                    <a:pt x="926211" y="15807"/>
                  </a:lnTo>
                  <a:lnTo>
                    <a:pt x="940433" y="14748"/>
                  </a:lnTo>
                  <a:lnTo>
                    <a:pt x="954294" y="13716"/>
                  </a:lnTo>
                  <a:lnTo>
                    <a:pt x="967814" y="12709"/>
                  </a:lnTo>
                  <a:lnTo>
                    <a:pt x="981008" y="11727"/>
                  </a:lnTo>
                  <a:lnTo>
                    <a:pt x="993891" y="10768"/>
                  </a:lnTo>
                  <a:lnTo>
                    <a:pt x="1006478" y="9830"/>
                  </a:lnTo>
                  <a:lnTo>
                    <a:pt x="1018782" y="8914"/>
                  </a:lnTo>
                  <a:lnTo>
                    <a:pt x="1030816" y="8018"/>
                  </a:lnTo>
                  <a:lnTo>
                    <a:pt x="1042591" y="7142"/>
                  </a:lnTo>
                  <a:lnTo>
                    <a:pt x="1054117" y="6283"/>
                  </a:lnTo>
                  <a:lnTo>
                    <a:pt x="1065407" y="5443"/>
                  </a:lnTo>
                  <a:lnTo>
                    <a:pt x="1076468" y="4619"/>
                  </a:lnTo>
                  <a:lnTo>
                    <a:pt x="1087310" y="3812"/>
                  </a:lnTo>
                  <a:lnTo>
                    <a:pt x="1097942" y="3020"/>
                  </a:lnTo>
                  <a:lnTo>
                    <a:pt x="1108371" y="2244"/>
                  </a:lnTo>
                  <a:lnTo>
                    <a:pt x="1118605" y="1482"/>
                  </a:lnTo>
                  <a:lnTo>
                    <a:pt x="1128651" y="734"/>
                  </a:lnTo>
                  <a:lnTo>
                    <a:pt x="113851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09279" y="4670891"/>
              <a:ext cx="1138517" cy="128614"/>
            </a:xfrm>
            <a:custGeom>
              <a:avLst/>
              <a:pathLst>
                <a:path w="1138517" h="128614">
                  <a:moveTo>
                    <a:pt x="0" y="128614"/>
                  </a:moveTo>
                  <a:lnTo>
                    <a:pt x="73109" y="120355"/>
                  </a:lnTo>
                  <a:lnTo>
                    <a:pt x="137597" y="113070"/>
                  </a:lnTo>
                  <a:lnTo>
                    <a:pt x="195283" y="106553"/>
                  </a:lnTo>
                  <a:lnTo>
                    <a:pt x="247466" y="100658"/>
                  </a:lnTo>
                  <a:lnTo>
                    <a:pt x="295106" y="95277"/>
                  </a:lnTo>
                  <a:lnTo>
                    <a:pt x="338930" y="90326"/>
                  </a:lnTo>
                  <a:lnTo>
                    <a:pt x="379505" y="85742"/>
                  </a:lnTo>
                  <a:lnTo>
                    <a:pt x="417280" y="81475"/>
                  </a:lnTo>
                  <a:lnTo>
                    <a:pt x="452615" y="77483"/>
                  </a:lnTo>
                  <a:lnTo>
                    <a:pt x="485808" y="73734"/>
                  </a:lnTo>
                  <a:lnTo>
                    <a:pt x="517103" y="70199"/>
                  </a:lnTo>
                  <a:lnTo>
                    <a:pt x="546705" y="66854"/>
                  </a:lnTo>
                  <a:lnTo>
                    <a:pt x="574789" y="63682"/>
                  </a:lnTo>
                  <a:lnTo>
                    <a:pt x="601502" y="60664"/>
                  </a:lnTo>
                  <a:lnTo>
                    <a:pt x="626972" y="57787"/>
                  </a:lnTo>
                  <a:lnTo>
                    <a:pt x="651310" y="55038"/>
                  </a:lnTo>
                  <a:lnTo>
                    <a:pt x="674612" y="52405"/>
                  </a:lnTo>
                  <a:lnTo>
                    <a:pt x="696962" y="49880"/>
                  </a:lnTo>
                  <a:lnTo>
                    <a:pt x="718436" y="47455"/>
                  </a:lnTo>
                  <a:lnTo>
                    <a:pt x="739099" y="45120"/>
                  </a:lnTo>
                  <a:lnTo>
                    <a:pt x="759011" y="42871"/>
                  </a:lnTo>
                  <a:lnTo>
                    <a:pt x="778224" y="40701"/>
                  </a:lnTo>
                  <a:lnTo>
                    <a:pt x="796785" y="38604"/>
                  </a:lnTo>
                  <a:lnTo>
                    <a:pt x="814738" y="36576"/>
                  </a:lnTo>
                  <a:lnTo>
                    <a:pt x="832121" y="34612"/>
                  </a:lnTo>
                  <a:lnTo>
                    <a:pt x="848969" y="32709"/>
                  </a:lnTo>
                  <a:lnTo>
                    <a:pt x="865314" y="30862"/>
                  </a:lnTo>
                  <a:lnTo>
                    <a:pt x="881185" y="29069"/>
                  </a:lnTo>
                  <a:lnTo>
                    <a:pt x="896608" y="27327"/>
                  </a:lnTo>
                  <a:lnTo>
                    <a:pt x="911610" y="25632"/>
                  </a:lnTo>
                  <a:lnTo>
                    <a:pt x="926211" y="23983"/>
                  </a:lnTo>
                  <a:lnTo>
                    <a:pt x="940433" y="22376"/>
                  </a:lnTo>
                  <a:lnTo>
                    <a:pt x="954294" y="20810"/>
                  </a:lnTo>
                  <a:lnTo>
                    <a:pt x="967814" y="19283"/>
                  </a:lnTo>
                  <a:lnTo>
                    <a:pt x="981008" y="17793"/>
                  </a:lnTo>
                  <a:lnTo>
                    <a:pt x="993891" y="16337"/>
                  </a:lnTo>
                  <a:lnTo>
                    <a:pt x="1006478" y="14915"/>
                  </a:lnTo>
                  <a:lnTo>
                    <a:pt x="1018782" y="13526"/>
                  </a:lnTo>
                  <a:lnTo>
                    <a:pt x="1030816" y="12166"/>
                  </a:lnTo>
                  <a:lnTo>
                    <a:pt x="1042591" y="10836"/>
                  </a:lnTo>
                  <a:lnTo>
                    <a:pt x="1054117" y="9534"/>
                  </a:lnTo>
                  <a:lnTo>
                    <a:pt x="1065407" y="8258"/>
                  </a:lnTo>
                  <a:lnTo>
                    <a:pt x="1076468" y="7009"/>
                  </a:lnTo>
                  <a:lnTo>
                    <a:pt x="1087310" y="5784"/>
                  </a:lnTo>
                  <a:lnTo>
                    <a:pt x="1097942" y="4583"/>
                  </a:lnTo>
                  <a:lnTo>
                    <a:pt x="1108371" y="3405"/>
                  </a:lnTo>
                  <a:lnTo>
                    <a:pt x="1118605" y="2249"/>
                  </a:lnTo>
                  <a:lnTo>
                    <a:pt x="1128651" y="1114"/>
                  </a:lnTo>
                  <a:lnTo>
                    <a:pt x="113851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09279" y="4547489"/>
              <a:ext cx="1138517" cy="116199"/>
            </a:xfrm>
            <a:custGeom>
              <a:avLst/>
              <a:pathLst>
                <a:path w="1138517" h="116199">
                  <a:moveTo>
                    <a:pt x="0" y="0"/>
                  </a:moveTo>
                  <a:lnTo>
                    <a:pt x="73109" y="7461"/>
                  </a:lnTo>
                  <a:lnTo>
                    <a:pt x="137597" y="14043"/>
                  </a:lnTo>
                  <a:lnTo>
                    <a:pt x="195283" y="19930"/>
                  </a:lnTo>
                  <a:lnTo>
                    <a:pt x="247466" y="25256"/>
                  </a:lnTo>
                  <a:lnTo>
                    <a:pt x="295106" y="30119"/>
                  </a:lnTo>
                  <a:lnTo>
                    <a:pt x="338930" y="34591"/>
                  </a:lnTo>
                  <a:lnTo>
                    <a:pt x="379505" y="38733"/>
                  </a:lnTo>
                  <a:lnTo>
                    <a:pt x="417280" y="42588"/>
                  </a:lnTo>
                  <a:lnTo>
                    <a:pt x="452615" y="46194"/>
                  </a:lnTo>
                  <a:lnTo>
                    <a:pt x="485808" y="49582"/>
                  </a:lnTo>
                  <a:lnTo>
                    <a:pt x="517103" y="52776"/>
                  </a:lnTo>
                  <a:lnTo>
                    <a:pt x="546705" y="55797"/>
                  </a:lnTo>
                  <a:lnTo>
                    <a:pt x="574789" y="58664"/>
                  </a:lnTo>
                  <a:lnTo>
                    <a:pt x="601502" y="61390"/>
                  </a:lnTo>
                  <a:lnTo>
                    <a:pt x="626972" y="63989"/>
                  </a:lnTo>
                  <a:lnTo>
                    <a:pt x="651310" y="66473"/>
                  </a:lnTo>
                  <a:lnTo>
                    <a:pt x="674612" y="68852"/>
                  </a:lnTo>
                  <a:lnTo>
                    <a:pt x="696962" y="71133"/>
                  </a:lnTo>
                  <a:lnTo>
                    <a:pt x="718436" y="73324"/>
                  </a:lnTo>
                  <a:lnTo>
                    <a:pt x="739099" y="75433"/>
                  </a:lnTo>
                  <a:lnTo>
                    <a:pt x="759011" y="77466"/>
                  </a:lnTo>
                  <a:lnTo>
                    <a:pt x="778224" y="79427"/>
                  </a:lnTo>
                  <a:lnTo>
                    <a:pt x="796785" y="81321"/>
                  </a:lnTo>
                  <a:lnTo>
                    <a:pt x="814738" y="83153"/>
                  </a:lnTo>
                  <a:lnTo>
                    <a:pt x="832121" y="84927"/>
                  </a:lnTo>
                  <a:lnTo>
                    <a:pt x="848969" y="86647"/>
                  </a:lnTo>
                  <a:lnTo>
                    <a:pt x="865314" y="88315"/>
                  </a:lnTo>
                  <a:lnTo>
                    <a:pt x="881185" y="89935"/>
                  </a:lnTo>
                  <a:lnTo>
                    <a:pt x="896608" y="91509"/>
                  </a:lnTo>
                  <a:lnTo>
                    <a:pt x="911610" y="93040"/>
                  </a:lnTo>
                  <a:lnTo>
                    <a:pt x="926211" y="94530"/>
                  </a:lnTo>
                  <a:lnTo>
                    <a:pt x="940433" y="95982"/>
                  </a:lnTo>
                  <a:lnTo>
                    <a:pt x="954294" y="97397"/>
                  </a:lnTo>
                  <a:lnTo>
                    <a:pt x="967814" y="98776"/>
                  </a:lnTo>
                  <a:lnTo>
                    <a:pt x="981008" y="100123"/>
                  </a:lnTo>
                  <a:lnTo>
                    <a:pt x="993891" y="101438"/>
                  </a:lnTo>
                  <a:lnTo>
                    <a:pt x="1006478" y="102723"/>
                  </a:lnTo>
                  <a:lnTo>
                    <a:pt x="1018782" y="103978"/>
                  </a:lnTo>
                  <a:lnTo>
                    <a:pt x="1030816" y="105207"/>
                  </a:lnTo>
                  <a:lnTo>
                    <a:pt x="1042591" y="106408"/>
                  </a:lnTo>
                  <a:lnTo>
                    <a:pt x="1054117" y="107585"/>
                  </a:lnTo>
                  <a:lnTo>
                    <a:pt x="1065407" y="108737"/>
                  </a:lnTo>
                  <a:lnTo>
                    <a:pt x="1076468" y="109866"/>
                  </a:lnTo>
                  <a:lnTo>
                    <a:pt x="1087310" y="110972"/>
                  </a:lnTo>
                  <a:lnTo>
                    <a:pt x="1097942" y="112058"/>
                  </a:lnTo>
                  <a:lnTo>
                    <a:pt x="1108371" y="113122"/>
                  </a:lnTo>
                  <a:lnTo>
                    <a:pt x="1118605" y="114166"/>
                  </a:lnTo>
                  <a:lnTo>
                    <a:pt x="1128651" y="115192"/>
                  </a:lnTo>
                  <a:lnTo>
                    <a:pt x="1138517" y="11619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09279" y="4570105"/>
              <a:ext cx="1138517" cy="228957"/>
            </a:xfrm>
            <a:custGeom>
              <a:avLst/>
              <a:pathLst>
                <a:path w="1138517" h="228957">
                  <a:moveTo>
                    <a:pt x="0" y="0"/>
                  </a:moveTo>
                  <a:lnTo>
                    <a:pt x="73109" y="14702"/>
                  </a:lnTo>
                  <a:lnTo>
                    <a:pt x="137597" y="27671"/>
                  </a:lnTo>
                  <a:lnTo>
                    <a:pt x="195283" y="39271"/>
                  </a:lnTo>
                  <a:lnTo>
                    <a:pt x="247466" y="49765"/>
                  </a:lnTo>
                  <a:lnTo>
                    <a:pt x="295106" y="59346"/>
                  </a:lnTo>
                  <a:lnTo>
                    <a:pt x="338930" y="68159"/>
                  </a:lnTo>
                  <a:lnTo>
                    <a:pt x="379505" y="76319"/>
                  </a:lnTo>
                  <a:lnTo>
                    <a:pt x="417280" y="83915"/>
                  </a:lnTo>
                  <a:lnTo>
                    <a:pt x="452615" y="91021"/>
                  </a:lnTo>
                  <a:lnTo>
                    <a:pt x="485808" y="97696"/>
                  </a:lnTo>
                  <a:lnTo>
                    <a:pt x="517103" y="103990"/>
                  </a:lnTo>
                  <a:lnTo>
                    <a:pt x="546705" y="109943"/>
                  </a:lnTo>
                  <a:lnTo>
                    <a:pt x="574789" y="115590"/>
                  </a:lnTo>
                  <a:lnTo>
                    <a:pt x="601502" y="120962"/>
                  </a:lnTo>
                  <a:lnTo>
                    <a:pt x="626972" y="126084"/>
                  </a:lnTo>
                  <a:lnTo>
                    <a:pt x="651310" y="130979"/>
                  </a:lnTo>
                  <a:lnTo>
                    <a:pt x="674612" y="135665"/>
                  </a:lnTo>
                  <a:lnTo>
                    <a:pt x="696962" y="140160"/>
                  </a:lnTo>
                  <a:lnTo>
                    <a:pt x="718436" y="144478"/>
                  </a:lnTo>
                  <a:lnTo>
                    <a:pt x="739099" y="148633"/>
                  </a:lnTo>
                  <a:lnTo>
                    <a:pt x="759011" y="152638"/>
                  </a:lnTo>
                  <a:lnTo>
                    <a:pt x="778224" y="156501"/>
                  </a:lnTo>
                  <a:lnTo>
                    <a:pt x="796785" y="160234"/>
                  </a:lnTo>
                  <a:lnTo>
                    <a:pt x="814738" y="163844"/>
                  </a:lnTo>
                  <a:lnTo>
                    <a:pt x="832121" y="167340"/>
                  </a:lnTo>
                  <a:lnTo>
                    <a:pt x="848969" y="170728"/>
                  </a:lnTo>
                  <a:lnTo>
                    <a:pt x="865314" y="174015"/>
                  </a:lnTo>
                  <a:lnTo>
                    <a:pt x="881185" y="177207"/>
                  </a:lnTo>
                  <a:lnTo>
                    <a:pt x="896608" y="180309"/>
                  </a:lnTo>
                  <a:lnTo>
                    <a:pt x="911610" y="183325"/>
                  </a:lnTo>
                  <a:lnTo>
                    <a:pt x="926211" y="186262"/>
                  </a:lnTo>
                  <a:lnTo>
                    <a:pt x="940433" y="189122"/>
                  </a:lnTo>
                  <a:lnTo>
                    <a:pt x="954294" y="191909"/>
                  </a:lnTo>
                  <a:lnTo>
                    <a:pt x="967814" y="194628"/>
                  </a:lnTo>
                  <a:lnTo>
                    <a:pt x="981008" y="197281"/>
                  </a:lnTo>
                  <a:lnTo>
                    <a:pt x="993891" y="199872"/>
                  </a:lnTo>
                  <a:lnTo>
                    <a:pt x="1006478" y="202404"/>
                  </a:lnTo>
                  <a:lnTo>
                    <a:pt x="1018782" y="204878"/>
                  </a:lnTo>
                  <a:lnTo>
                    <a:pt x="1030816" y="207298"/>
                  </a:lnTo>
                  <a:lnTo>
                    <a:pt x="1042591" y="209666"/>
                  </a:lnTo>
                  <a:lnTo>
                    <a:pt x="1054117" y="211984"/>
                  </a:lnTo>
                  <a:lnTo>
                    <a:pt x="1065407" y="214254"/>
                  </a:lnTo>
                  <a:lnTo>
                    <a:pt x="1076468" y="216479"/>
                  </a:lnTo>
                  <a:lnTo>
                    <a:pt x="1087310" y="218659"/>
                  </a:lnTo>
                  <a:lnTo>
                    <a:pt x="1097942" y="220797"/>
                  </a:lnTo>
                  <a:lnTo>
                    <a:pt x="1108371" y="222894"/>
                  </a:lnTo>
                  <a:lnTo>
                    <a:pt x="1118605" y="224953"/>
                  </a:lnTo>
                  <a:lnTo>
                    <a:pt x="1128651" y="226973"/>
                  </a:lnTo>
                  <a:lnTo>
                    <a:pt x="1138517" y="22895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09279" y="4685182"/>
              <a:ext cx="1138517" cy="220350"/>
            </a:xfrm>
            <a:custGeom>
              <a:avLst/>
              <a:pathLst>
                <a:path w="1138517" h="220350">
                  <a:moveTo>
                    <a:pt x="0" y="0"/>
                  </a:moveTo>
                  <a:lnTo>
                    <a:pt x="73109" y="14149"/>
                  </a:lnTo>
                  <a:lnTo>
                    <a:pt x="137597" y="26630"/>
                  </a:lnTo>
                  <a:lnTo>
                    <a:pt x="195283" y="37795"/>
                  </a:lnTo>
                  <a:lnTo>
                    <a:pt x="247466" y="47895"/>
                  </a:lnTo>
                  <a:lnTo>
                    <a:pt x="295106" y="57115"/>
                  </a:lnTo>
                  <a:lnTo>
                    <a:pt x="338930" y="65597"/>
                  </a:lnTo>
                  <a:lnTo>
                    <a:pt x="379505" y="73450"/>
                  </a:lnTo>
                  <a:lnTo>
                    <a:pt x="417280" y="80760"/>
                  </a:lnTo>
                  <a:lnTo>
                    <a:pt x="452615" y="87599"/>
                  </a:lnTo>
                  <a:lnTo>
                    <a:pt x="485808" y="94024"/>
                  </a:lnTo>
                  <a:lnTo>
                    <a:pt x="517103" y="100080"/>
                  </a:lnTo>
                  <a:lnTo>
                    <a:pt x="546705" y="105810"/>
                  </a:lnTo>
                  <a:lnTo>
                    <a:pt x="574789" y="111245"/>
                  </a:lnTo>
                  <a:lnTo>
                    <a:pt x="601502" y="116415"/>
                  </a:lnTo>
                  <a:lnTo>
                    <a:pt x="626972" y="121345"/>
                  </a:lnTo>
                  <a:lnTo>
                    <a:pt x="651310" y="126055"/>
                  </a:lnTo>
                  <a:lnTo>
                    <a:pt x="674612" y="130565"/>
                  </a:lnTo>
                  <a:lnTo>
                    <a:pt x="696962" y="134891"/>
                  </a:lnTo>
                  <a:lnTo>
                    <a:pt x="718436" y="139047"/>
                  </a:lnTo>
                  <a:lnTo>
                    <a:pt x="739099" y="143046"/>
                  </a:lnTo>
                  <a:lnTo>
                    <a:pt x="759011" y="146900"/>
                  </a:lnTo>
                  <a:lnTo>
                    <a:pt x="778224" y="150618"/>
                  </a:lnTo>
                  <a:lnTo>
                    <a:pt x="796785" y="154211"/>
                  </a:lnTo>
                  <a:lnTo>
                    <a:pt x="814738" y="157685"/>
                  </a:lnTo>
                  <a:lnTo>
                    <a:pt x="832121" y="161049"/>
                  </a:lnTo>
                  <a:lnTo>
                    <a:pt x="848969" y="164310"/>
                  </a:lnTo>
                  <a:lnTo>
                    <a:pt x="865314" y="167474"/>
                  </a:lnTo>
                  <a:lnTo>
                    <a:pt x="881185" y="170545"/>
                  </a:lnTo>
                  <a:lnTo>
                    <a:pt x="896608" y="173530"/>
                  </a:lnTo>
                  <a:lnTo>
                    <a:pt x="911610" y="176434"/>
                  </a:lnTo>
                  <a:lnTo>
                    <a:pt x="926211" y="179260"/>
                  </a:lnTo>
                  <a:lnTo>
                    <a:pt x="940433" y="182012"/>
                  </a:lnTo>
                  <a:lnTo>
                    <a:pt x="954294" y="184695"/>
                  </a:lnTo>
                  <a:lnTo>
                    <a:pt x="967814" y="187312"/>
                  </a:lnTo>
                  <a:lnTo>
                    <a:pt x="981008" y="189865"/>
                  </a:lnTo>
                  <a:lnTo>
                    <a:pt x="993891" y="192359"/>
                  </a:lnTo>
                  <a:lnTo>
                    <a:pt x="1006478" y="194795"/>
                  </a:lnTo>
                  <a:lnTo>
                    <a:pt x="1018782" y="197176"/>
                  </a:lnTo>
                  <a:lnTo>
                    <a:pt x="1030816" y="199505"/>
                  </a:lnTo>
                  <a:lnTo>
                    <a:pt x="1042591" y="201784"/>
                  </a:lnTo>
                  <a:lnTo>
                    <a:pt x="1054117" y="204015"/>
                  </a:lnTo>
                  <a:lnTo>
                    <a:pt x="1065407" y="206200"/>
                  </a:lnTo>
                  <a:lnTo>
                    <a:pt x="1076468" y="208341"/>
                  </a:lnTo>
                  <a:lnTo>
                    <a:pt x="1087310" y="210439"/>
                  </a:lnTo>
                  <a:lnTo>
                    <a:pt x="1097942" y="212497"/>
                  </a:lnTo>
                  <a:lnTo>
                    <a:pt x="1108371" y="214515"/>
                  </a:lnTo>
                  <a:lnTo>
                    <a:pt x="1118605" y="216496"/>
                  </a:lnTo>
                  <a:lnTo>
                    <a:pt x="1128651" y="218440"/>
                  </a:lnTo>
                  <a:lnTo>
                    <a:pt x="1138517" y="22035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09279" y="4674824"/>
              <a:ext cx="1138517" cy="88137"/>
            </a:xfrm>
            <a:custGeom>
              <a:avLst/>
              <a:pathLst>
                <a:path w="1138517" h="88137">
                  <a:moveTo>
                    <a:pt x="0" y="0"/>
                  </a:moveTo>
                  <a:lnTo>
                    <a:pt x="73109" y="5659"/>
                  </a:lnTo>
                  <a:lnTo>
                    <a:pt x="137597" y="10652"/>
                  </a:lnTo>
                  <a:lnTo>
                    <a:pt x="195283" y="15117"/>
                  </a:lnTo>
                  <a:lnTo>
                    <a:pt x="247466" y="19157"/>
                  </a:lnTo>
                  <a:lnTo>
                    <a:pt x="295106" y="22845"/>
                  </a:lnTo>
                  <a:lnTo>
                    <a:pt x="338930" y="26238"/>
                  </a:lnTo>
                  <a:lnTo>
                    <a:pt x="379505" y="29379"/>
                  </a:lnTo>
                  <a:lnTo>
                    <a:pt x="417280" y="32303"/>
                  </a:lnTo>
                  <a:lnTo>
                    <a:pt x="452615" y="35039"/>
                  </a:lnTo>
                  <a:lnTo>
                    <a:pt x="485808" y="37608"/>
                  </a:lnTo>
                  <a:lnTo>
                    <a:pt x="517103" y="40031"/>
                  </a:lnTo>
                  <a:lnTo>
                    <a:pt x="546705" y="42322"/>
                  </a:lnTo>
                  <a:lnTo>
                    <a:pt x="574789" y="44497"/>
                  </a:lnTo>
                  <a:lnTo>
                    <a:pt x="601502" y="46565"/>
                  </a:lnTo>
                  <a:lnTo>
                    <a:pt x="626972" y="48536"/>
                  </a:lnTo>
                  <a:lnTo>
                    <a:pt x="651310" y="50420"/>
                  </a:lnTo>
                  <a:lnTo>
                    <a:pt x="674612" y="52224"/>
                  </a:lnTo>
                  <a:lnTo>
                    <a:pt x="696962" y="53955"/>
                  </a:lnTo>
                  <a:lnTo>
                    <a:pt x="718436" y="55617"/>
                  </a:lnTo>
                  <a:lnTo>
                    <a:pt x="739099" y="57217"/>
                  </a:lnTo>
                  <a:lnTo>
                    <a:pt x="759011" y="58758"/>
                  </a:lnTo>
                  <a:lnTo>
                    <a:pt x="778224" y="60245"/>
                  </a:lnTo>
                  <a:lnTo>
                    <a:pt x="796785" y="61682"/>
                  </a:lnTo>
                  <a:lnTo>
                    <a:pt x="814738" y="63072"/>
                  </a:lnTo>
                  <a:lnTo>
                    <a:pt x="832121" y="64418"/>
                  </a:lnTo>
                  <a:lnTo>
                    <a:pt x="848969" y="65722"/>
                  </a:lnTo>
                  <a:lnTo>
                    <a:pt x="865314" y="66987"/>
                  </a:lnTo>
                  <a:lnTo>
                    <a:pt x="881185" y="68216"/>
                  </a:lnTo>
                  <a:lnTo>
                    <a:pt x="896608" y="69410"/>
                  </a:lnTo>
                  <a:lnTo>
                    <a:pt x="911610" y="70571"/>
                  </a:lnTo>
                  <a:lnTo>
                    <a:pt x="926211" y="71702"/>
                  </a:lnTo>
                  <a:lnTo>
                    <a:pt x="940433" y="72803"/>
                  </a:lnTo>
                  <a:lnTo>
                    <a:pt x="954294" y="73876"/>
                  </a:lnTo>
                  <a:lnTo>
                    <a:pt x="967814" y="74922"/>
                  </a:lnTo>
                  <a:lnTo>
                    <a:pt x="981008" y="75944"/>
                  </a:lnTo>
                  <a:lnTo>
                    <a:pt x="993891" y="76941"/>
                  </a:lnTo>
                  <a:lnTo>
                    <a:pt x="1006478" y="77916"/>
                  </a:lnTo>
                  <a:lnTo>
                    <a:pt x="1018782" y="78868"/>
                  </a:lnTo>
                  <a:lnTo>
                    <a:pt x="1030816" y="79800"/>
                  </a:lnTo>
                  <a:lnTo>
                    <a:pt x="1042591" y="80711"/>
                  </a:lnTo>
                  <a:lnTo>
                    <a:pt x="1054117" y="81604"/>
                  </a:lnTo>
                  <a:lnTo>
                    <a:pt x="1065407" y="82478"/>
                  </a:lnTo>
                  <a:lnTo>
                    <a:pt x="1076468" y="83334"/>
                  </a:lnTo>
                  <a:lnTo>
                    <a:pt x="1087310" y="84173"/>
                  </a:lnTo>
                  <a:lnTo>
                    <a:pt x="1097942" y="84996"/>
                  </a:lnTo>
                  <a:lnTo>
                    <a:pt x="1108371" y="85804"/>
                  </a:lnTo>
                  <a:lnTo>
                    <a:pt x="1118605" y="86596"/>
                  </a:lnTo>
                  <a:lnTo>
                    <a:pt x="1128651" y="87374"/>
                  </a:lnTo>
                  <a:lnTo>
                    <a:pt x="1138517" y="88137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09279" y="4743873"/>
              <a:ext cx="1138517" cy="26343"/>
            </a:xfrm>
            <a:custGeom>
              <a:avLst/>
              <a:pathLst>
                <a:path w="1138517" h="26343">
                  <a:moveTo>
                    <a:pt x="0" y="0"/>
                  </a:moveTo>
                  <a:lnTo>
                    <a:pt x="73109" y="1691"/>
                  </a:lnTo>
                  <a:lnTo>
                    <a:pt x="137597" y="3183"/>
                  </a:lnTo>
                  <a:lnTo>
                    <a:pt x="195283" y="4518"/>
                  </a:lnTo>
                  <a:lnTo>
                    <a:pt x="247466" y="5726"/>
                  </a:lnTo>
                  <a:lnTo>
                    <a:pt x="295106" y="6828"/>
                  </a:lnTo>
                  <a:lnTo>
                    <a:pt x="338930" y="7842"/>
                  </a:lnTo>
                  <a:lnTo>
                    <a:pt x="379505" y="8781"/>
                  </a:lnTo>
                  <a:lnTo>
                    <a:pt x="417280" y="9655"/>
                  </a:lnTo>
                  <a:lnTo>
                    <a:pt x="452615" y="10472"/>
                  </a:lnTo>
                  <a:lnTo>
                    <a:pt x="485808" y="11240"/>
                  </a:lnTo>
                  <a:lnTo>
                    <a:pt x="517103" y="11965"/>
                  </a:lnTo>
                  <a:lnTo>
                    <a:pt x="546705" y="12650"/>
                  </a:lnTo>
                  <a:lnTo>
                    <a:pt x="574789" y="13299"/>
                  </a:lnTo>
                  <a:lnTo>
                    <a:pt x="601502" y="13917"/>
                  </a:lnTo>
                  <a:lnTo>
                    <a:pt x="626972" y="14507"/>
                  </a:lnTo>
                  <a:lnTo>
                    <a:pt x="651310" y="15070"/>
                  </a:lnTo>
                  <a:lnTo>
                    <a:pt x="674612" y="15609"/>
                  </a:lnTo>
                  <a:lnTo>
                    <a:pt x="696962" y="16126"/>
                  </a:lnTo>
                  <a:lnTo>
                    <a:pt x="718436" y="16623"/>
                  </a:lnTo>
                  <a:lnTo>
                    <a:pt x="739099" y="17101"/>
                  </a:lnTo>
                  <a:lnTo>
                    <a:pt x="759011" y="17562"/>
                  </a:lnTo>
                  <a:lnTo>
                    <a:pt x="778224" y="18007"/>
                  </a:lnTo>
                  <a:lnTo>
                    <a:pt x="796785" y="18436"/>
                  </a:lnTo>
                  <a:lnTo>
                    <a:pt x="814738" y="18851"/>
                  </a:lnTo>
                  <a:lnTo>
                    <a:pt x="832121" y="19254"/>
                  </a:lnTo>
                  <a:lnTo>
                    <a:pt x="848969" y="19643"/>
                  </a:lnTo>
                  <a:lnTo>
                    <a:pt x="865314" y="20022"/>
                  </a:lnTo>
                  <a:lnTo>
                    <a:pt x="881185" y="20389"/>
                  </a:lnTo>
                  <a:lnTo>
                    <a:pt x="896608" y="20746"/>
                  </a:lnTo>
                  <a:lnTo>
                    <a:pt x="911610" y="21093"/>
                  </a:lnTo>
                  <a:lnTo>
                    <a:pt x="926211" y="21431"/>
                  </a:lnTo>
                  <a:lnTo>
                    <a:pt x="940433" y="21760"/>
                  </a:lnTo>
                  <a:lnTo>
                    <a:pt x="954294" y="22081"/>
                  </a:lnTo>
                  <a:lnTo>
                    <a:pt x="967814" y="22393"/>
                  </a:lnTo>
                  <a:lnTo>
                    <a:pt x="981008" y="22699"/>
                  </a:lnTo>
                  <a:lnTo>
                    <a:pt x="993891" y="22997"/>
                  </a:lnTo>
                  <a:lnTo>
                    <a:pt x="1006478" y="23288"/>
                  </a:lnTo>
                  <a:lnTo>
                    <a:pt x="1018782" y="23573"/>
                  </a:lnTo>
                  <a:lnTo>
                    <a:pt x="1030816" y="23851"/>
                  </a:lnTo>
                  <a:lnTo>
                    <a:pt x="1042591" y="24124"/>
                  </a:lnTo>
                  <a:lnTo>
                    <a:pt x="1054117" y="24390"/>
                  </a:lnTo>
                  <a:lnTo>
                    <a:pt x="1065407" y="24652"/>
                  </a:lnTo>
                  <a:lnTo>
                    <a:pt x="1076468" y="24907"/>
                  </a:lnTo>
                  <a:lnTo>
                    <a:pt x="1087310" y="25158"/>
                  </a:lnTo>
                  <a:lnTo>
                    <a:pt x="1097942" y="25404"/>
                  </a:lnTo>
                  <a:lnTo>
                    <a:pt x="1108371" y="25646"/>
                  </a:lnTo>
                  <a:lnTo>
                    <a:pt x="1118605" y="25882"/>
                  </a:lnTo>
                  <a:lnTo>
                    <a:pt x="1128651" y="26115"/>
                  </a:lnTo>
                  <a:lnTo>
                    <a:pt x="1138517" y="2634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rc1074"/>
            <p:cNvSpPr/>
            <p:nvPr/>
          </p:nvSpPr>
          <p:spPr>
            <a:xfrm>
              <a:off x="5624659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624659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6"/>
            <p:cNvSpPr/>
            <p:nvPr/>
          </p:nvSpPr>
          <p:spPr>
            <a:xfrm>
              <a:off x="5596191" y="47373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596191" y="43627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596191" y="39880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24659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709279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6088785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6468290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847796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4"/>
            <p:cNvSpPr/>
            <p:nvPr/>
          </p:nvSpPr>
          <p:spPr>
            <a:xfrm>
              <a:off x="5681024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6060530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6440035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819541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6017858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5624659" y="3681523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1" name="rc1090"/>
            <p:cNvSpPr/>
            <p:nvPr/>
          </p:nvSpPr>
          <p:spPr>
            <a:xfrm>
              <a:off x="3040122" y="5394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tx1091"/>
            <p:cNvSpPr/>
            <p:nvPr/>
          </p:nvSpPr>
          <p:spPr>
            <a:xfrm>
              <a:off x="3905579" y="5406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3040122" y="5558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3102049" y="56207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l1094"/>
            <p:cNvSpPr/>
            <p:nvPr/>
          </p:nvSpPr>
          <p:spPr>
            <a:xfrm>
              <a:off x="3058122" y="5648853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rc1095"/>
            <p:cNvSpPr/>
            <p:nvPr/>
          </p:nvSpPr>
          <p:spPr>
            <a:xfrm>
              <a:off x="3040122" y="5795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3102049" y="585771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l1097"/>
            <p:cNvSpPr/>
            <p:nvPr/>
          </p:nvSpPr>
          <p:spPr>
            <a:xfrm>
              <a:off x="3058122" y="5885789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rc1098"/>
            <p:cNvSpPr/>
            <p:nvPr/>
          </p:nvSpPr>
          <p:spPr>
            <a:xfrm>
              <a:off x="3492003" y="5558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3553930" y="562078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3510003" y="5648853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rc1101"/>
            <p:cNvSpPr/>
            <p:nvPr/>
          </p:nvSpPr>
          <p:spPr>
            <a:xfrm>
              <a:off x="3492003" y="5795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3553930" y="585771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3510003" y="5885789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rc1104"/>
            <p:cNvSpPr/>
            <p:nvPr/>
          </p:nvSpPr>
          <p:spPr>
            <a:xfrm>
              <a:off x="3938215" y="5558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4000142" y="56207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3956215" y="5648853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rc1107"/>
            <p:cNvSpPr/>
            <p:nvPr/>
          </p:nvSpPr>
          <p:spPr>
            <a:xfrm>
              <a:off x="3938215" y="5795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4000142" y="58577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l1109"/>
            <p:cNvSpPr/>
            <p:nvPr/>
          </p:nvSpPr>
          <p:spPr>
            <a:xfrm>
              <a:off x="3956215" y="5885789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rc1110"/>
            <p:cNvSpPr/>
            <p:nvPr/>
          </p:nvSpPr>
          <p:spPr>
            <a:xfrm>
              <a:off x="4373180" y="5558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4435107" y="56207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l1112"/>
            <p:cNvSpPr/>
            <p:nvPr/>
          </p:nvSpPr>
          <p:spPr>
            <a:xfrm>
              <a:off x="4391180" y="5648853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rc1113"/>
            <p:cNvSpPr/>
            <p:nvPr/>
          </p:nvSpPr>
          <p:spPr>
            <a:xfrm>
              <a:off x="4373180" y="5795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4435107" y="58577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l1115"/>
            <p:cNvSpPr/>
            <p:nvPr/>
          </p:nvSpPr>
          <p:spPr>
            <a:xfrm>
              <a:off x="4391180" y="5885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rc1116"/>
            <p:cNvSpPr/>
            <p:nvPr/>
          </p:nvSpPr>
          <p:spPr>
            <a:xfrm>
              <a:off x="4819392" y="5558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4881319" y="56207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l1118"/>
            <p:cNvSpPr/>
            <p:nvPr/>
          </p:nvSpPr>
          <p:spPr>
            <a:xfrm>
              <a:off x="4837392" y="5648853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rc1119"/>
            <p:cNvSpPr/>
            <p:nvPr/>
          </p:nvSpPr>
          <p:spPr>
            <a:xfrm>
              <a:off x="4819392" y="5795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4881319" y="58577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l1121"/>
            <p:cNvSpPr/>
            <p:nvPr/>
          </p:nvSpPr>
          <p:spPr>
            <a:xfrm>
              <a:off x="4837392" y="5885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tx1122"/>
            <p:cNvSpPr/>
            <p:nvPr/>
          </p:nvSpPr>
          <p:spPr>
            <a:xfrm>
              <a:off x="3277058" y="5612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4" name="tx1123"/>
            <p:cNvSpPr/>
            <p:nvPr/>
          </p:nvSpPr>
          <p:spPr>
            <a:xfrm>
              <a:off x="3277058" y="5849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5" name="tx1124"/>
            <p:cNvSpPr/>
            <p:nvPr/>
          </p:nvSpPr>
          <p:spPr>
            <a:xfrm>
              <a:off x="3728939" y="5612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728939" y="5849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4175151" y="5612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4175151" y="5849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4610116" y="5612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4610116" y="5849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5056328" y="5612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5056328" y="5849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2026-07-20T13:31:43Z</dcterms:modified>
  <cp:category/>
</cp:coreProperties>
</file>