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91264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22106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52947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91264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22106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726253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91264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22106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52947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01763" y="198025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91894" y="180025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91196" y="190455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20042" y="162705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399804" y="227486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13100" y="18804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389649" y="208888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76245" y="196359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74451" y="17511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73181" y="18997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82742" y="17816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8416" y="167570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49336" y="16579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79782" y="19306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76620" y="18712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87327" y="173956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59742" y="184034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83875" y="20363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62138" y="19650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78166" y="162950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98977" y="16590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1059" y="19039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82208" y="196538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0175" y="209617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89581" y="19548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81358" y="180319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94406" y="194906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92014" y="181682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31858" y="179197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29608" y="18254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53615" y="198235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57669" y="169377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43148" y="181671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26952" y="18364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30275" y="188385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7307" y="18180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75699" y="193082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49978" y="152143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53533" y="160092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33667" y="156982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51592" y="15284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49870" y="17968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26019" y="17560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42516" y="16592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56433" y="19731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72567" y="184721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66840" y="17925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71348" y="171716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506880" y="165723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47268" y="170620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515795" y="19182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04303" y="17305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33041" y="188874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511676" y="198572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99577" y="180115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09808" y="178138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00627" y="172726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523910" y="188297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553172" y="174685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19891" y="129474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516994" y="189650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27793" y="13732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514041" y="181589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02667" y="156022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552194" y="152344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36314" y="154206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518870" y="187281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38495" y="170238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44538" y="18426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43983" y="176768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03726" y="142323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05069" y="12098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27648" y="1823677"/>
              <a:ext cx="1126951" cy="133666"/>
            </a:xfrm>
            <a:custGeom>
              <a:avLst/>
              <a:pathLst>
                <a:path w="1126951" h="133666">
                  <a:moveTo>
                    <a:pt x="0" y="133666"/>
                  </a:moveTo>
                  <a:lnTo>
                    <a:pt x="72367" y="125083"/>
                  </a:lnTo>
                  <a:lnTo>
                    <a:pt x="136199" y="117512"/>
                  </a:lnTo>
                  <a:lnTo>
                    <a:pt x="193299" y="110739"/>
                  </a:lnTo>
                  <a:lnTo>
                    <a:pt x="244952" y="104613"/>
                  </a:lnTo>
                  <a:lnTo>
                    <a:pt x="292108" y="99020"/>
                  </a:lnTo>
                  <a:lnTo>
                    <a:pt x="335487" y="93875"/>
                  </a:lnTo>
                  <a:lnTo>
                    <a:pt x="375650" y="89111"/>
                  </a:lnTo>
                  <a:lnTo>
                    <a:pt x="413041" y="84676"/>
                  </a:lnTo>
                  <a:lnTo>
                    <a:pt x="448017" y="80527"/>
                  </a:lnTo>
                  <a:lnTo>
                    <a:pt x="480873" y="76630"/>
                  </a:lnTo>
                  <a:lnTo>
                    <a:pt x="511850" y="72956"/>
                  </a:lnTo>
                  <a:lnTo>
                    <a:pt x="541151" y="69481"/>
                  </a:lnTo>
                  <a:lnTo>
                    <a:pt x="568950" y="66184"/>
                  </a:lnTo>
                  <a:lnTo>
                    <a:pt x="595391" y="63047"/>
                  </a:lnTo>
                  <a:lnTo>
                    <a:pt x="620603" y="60057"/>
                  </a:lnTo>
                  <a:lnTo>
                    <a:pt x="644693" y="57200"/>
                  </a:lnTo>
                  <a:lnTo>
                    <a:pt x="667759" y="54464"/>
                  </a:lnTo>
                  <a:lnTo>
                    <a:pt x="689882" y="51840"/>
                  </a:lnTo>
                  <a:lnTo>
                    <a:pt x="711138" y="49319"/>
                  </a:lnTo>
                  <a:lnTo>
                    <a:pt x="731591" y="46893"/>
                  </a:lnTo>
                  <a:lnTo>
                    <a:pt x="751300" y="44555"/>
                  </a:lnTo>
                  <a:lnTo>
                    <a:pt x="770318" y="42299"/>
                  </a:lnTo>
                  <a:lnTo>
                    <a:pt x="788691" y="40120"/>
                  </a:lnTo>
                  <a:lnTo>
                    <a:pt x="806461" y="38013"/>
                  </a:lnTo>
                  <a:lnTo>
                    <a:pt x="823668" y="35972"/>
                  </a:lnTo>
                  <a:lnTo>
                    <a:pt x="840344" y="33994"/>
                  </a:lnTo>
                  <a:lnTo>
                    <a:pt x="856523" y="32075"/>
                  </a:lnTo>
                  <a:lnTo>
                    <a:pt x="872233" y="30211"/>
                  </a:lnTo>
                  <a:lnTo>
                    <a:pt x="887500" y="28401"/>
                  </a:lnTo>
                  <a:lnTo>
                    <a:pt x="902349" y="26639"/>
                  </a:lnTo>
                  <a:lnTo>
                    <a:pt x="916802" y="24925"/>
                  </a:lnTo>
                  <a:lnTo>
                    <a:pt x="930879" y="23255"/>
                  </a:lnTo>
                  <a:lnTo>
                    <a:pt x="944600" y="21628"/>
                  </a:lnTo>
                  <a:lnTo>
                    <a:pt x="957982" y="20041"/>
                  </a:lnTo>
                  <a:lnTo>
                    <a:pt x="971042" y="18492"/>
                  </a:lnTo>
                  <a:lnTo>
                    <a:pt x="983794" y="16979"/>
                  </a:lnTo>
                  <a:lnTo>
                    <a:pt x="996253" y="15501"/>
                  </a:lnTo>
                  <a:lnTo>
                    <a:pt x="1008432" y="14057"/>
                  </a:lnTo>
                  <a:lnTo>
                    <a:pt x="1020344" y="12644"/>
                  </a:lnTo>
                  <a:lnTo>
                    <a:pt x="1031999" y="11262"/>
                  </a:lnTo>
                  <a:lnTo>
                    <a:pt x="1043409" y="9908"/>
                  </a:lnTo>
                  <a:lnTo>
                    <a:pt x="1054584" y="8583"/>
                  </a:lnTo>
                  <a:lnTo>
                    <a:pt x="1065532" y="7284"/>
                  </a:lnTo>
                  <a:lnTo>
                    <a:pt x="1076264" y="6011"/>
                  </a:lnTo>
                  <a:lnTo>
                    <a:pt x="1086788" y="4763"/>
                  </a:lnTo>
                  <a:lnTo>
                    <a:pt x="1097111" y="3539"/>
                  </a:lnTo>
                  <a:lnTo>
                    <a:pt x="1107241" y="2337"/>
                  </a:lnTo>
                  <a:lnTo>
                    <a:pt x="1117186" y="1158"/>
                  </a:lnTo>
                  <a:lnTo>
                    <a:pt x="112695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27648" y="1545426"/>
              <a:ext cx="1126951" cy="322048"/>
            </a:xfrm>
            <a:custGeom>
              <a:avLst/>
              <a:pathLst>
                <a:path w="1126951" h="322048">
                  <a:moveTo>
                    <a:pt x="0" y="322048"/>
                  </a:moveTo>
                  <a:lnTo>
                    <a:pt x="72367" y="301368"/>
                  </a:lnTo>
                  <a:lnTo>
                    <a:pt x="136199" y="283126"/>
                  </a:lnTo>
                  <a:lnTo>
                    <a:pt x="193299" y="266809"/>
                  </a:lnTo>
                  <a:lnTo>
                    <a:pt x="244952" y="252048"/>
                  </a:lnTo>
                  <a:lnTo>
                    <a:pt x="292108" y="238572"/>
                  </a:lnTo>
                  <a:lnTo>
                    <a:pt x="335487" y="226176"/>
                  </a:lnTo>
                  <a:lnTo>
                    <a:pt x="375650" y="214698"/>
                  </a:lnTo>
                  <a:lnTo>
                    <a:pt x="413041" y="204013"/>
                  </a:lnTo>
                  <a:lnTo>
                    <a:pt x="448017" y="194018"/>
                  </a:lnTo>
                  <a:lnTo>
                    <a:pt x="480873" y="184629"/>
                  </a:lnTo>
                  <a:lnTo>
                    <a:pt x="511850" y="175777"/>
                  </a:lnTo>
                  <a:lnTo>
                    <a:pt x="541151" y="167403"/>
                  </a:lnTo>
                  <a:lnTo>
                    <a:pt x="568950" y="159459"/>
                  </a:lnTo>
                  <a:lnTo>
                    <a:pt x="595391" y="151903"/>
                  </a:lnTo>
                  <a:lnTo>
                    <a:pt x="620603" y="144698"/>
                  </a:lnTo>
                  <a:lnTo>
                    <a:pt x="644693" y="137814"/>
                  </a:lnTo>
                  <a:lnTo>
                    <a:pt x="667759" y="131223"/>
                  </a:lnTo>
                  <a:lnTo>
                    <a:pt x="689882" y="124900"/>
                  </a:lnTo>
                  <a:lnTo>
                    <a:pt x="711138" y="118826"/>
                  </a:lnTo>
                  <a:lnTo>
                    <a:pt x="731591" y="112981"/>
                  </a:lnTo>
                  <a:lnTo>
                    <a:pt x="751300" y="107349"/>
                  </a:lnTo>
                  <a:lnTo>
                    <a:pt x="770318" y="101914"/>
                  </a:lnTo>
                  <a:lnTo>
                    <a:pt x="788691" y="96664"/>
                  </a:lnTo>
                  <a:lnTo>
                    <a:pt x="806461" y="91586"/>
                  </a:lnTo>
                  <a:lnTo>
                    <a:pt x="823668" y="86669"/>
                  </a:lnTo>
                  <a:lnTo>
                    <a:pt x="840344" y="81903"/>
                  </a:lnTo>
                  <a:lnTo>
                    <a:pt x="856523" y="77280"/>
                  </a:lnTo>
                  <a:lnTo>
                    <a:pt x="872233" y="72790"/>
                  </a:lnTo>
                  <a:lnTo>
                    <a:pt x="887500" y="68427"/>
                  </a:lnTo>
                  <a:lnTo>
                    <a:pt x="902349" y="64184"/>
                  </a:lnTo>
                  <a:lnTo>
                    <a:pt x="916802" y="60054"/>
                  </a:lnTo>
                  <a:lnTo>
                    <a:pt x="930879" y="56031"/>
                  </a:lnTo>
                  <a:lnTo>
                    <a:pt x="944600" y="52110"/>
                  </a:lnTo>
                  <a:lnTo>
                    <a:pt x="957982" y="48286"/>
                  </a:lnTo>
                  <a:lnTo>
                    <a:pt x="971042" y="44554"/>
                  </a:lnTo>
                  <a:lnTo>
                    <a:pt x="983794" y="40909"/>
                  </a:lnTo>
                  <a:lnTo>
                    <a:pt x="996253" y="37349"/>
                  </a:lnTo>
                  <a:lnTo>
                    <a:pt x="1008432" y="33868"/>
                  </a:lnTo>
                  <a:lnTo>
                    <a:pt x="1020344" y="30465"/>
                  </a:lnTo>
                  <a:lnTo>
                    <a:pt x="1031999" y="27134"/>
                  </a:lnTo>
                  <a:lnTo>
                    <a:pt x="1043409" y="23873"/>
                  </a:lnTo>
                  <a:lnTo>
                    <a:pt x="1054584" y="20680"/>
                  </a:lnTo>
                  <a:lnTo>
                    <a:pt x="1065532" y="17551"/>
                  </a:lnTo>
                  <a:lnTo>
                    <a:pt x="1076264" y="14484"/>
                  </a:lnTo>
                  <a:lnTo>
                    <a:pt x="1086788" y="11477"/>
                  </a:lnTo>
                  <a:lnTo>
                    <a:pt x="1097111" y="8527"/>
                  </a:lnTo>
                  <a:lnTo>
                    <a:pt x="1107241" y="5632"/>
                  </a:lnTo>
                  <a:lnTo>
                    <a:pt x="1117186" y="2790"/>
                  </a:lnTo>
                  <a:lnTo>
                    <a:pt x="112695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27648" y="1878416"/>
              <a:ext cx="1126951" cy="88885"/>
            </a:xfrm>
            <a:custGeom>
              <a:avLst/>
              <a:pathLst>
                <a:path w="1126951" h="88885">
                  <a:moveTo>
                    <a:pt x="0" y="88885"/>
                  </a:moveTo>
                  <a:lnTo>
                    <a:pt x="72367" y="83177"/>
                  </a:lnTo>
                  <a:lnTo>
                    <a:pt x="136199" y="78143"/>
                  </a:lnTo>
                  <a:lnTo>
                    <a:pt x="193299" y="73639"/>
                  </a:lnTo>
                  <a:lnTo>
                    <a:pt x="244952" y="69565"/>
                  </a:lnTo>
                  <a:lnTo>
                    <a:pt x="292108" y="65846"/>
                  </a:lnTo>
                  <a:lnTo>
                    <a:pt x="335487" y="62424"/>
                  </a:lnTo>
                  <a:lnTo>
                    <a:pt x="375650" y="59256"/>
                  </a:lnTo>
                  <a:lnTo>
                    <a:pt x="413041" y="56307"/>
                  </a:lnTo>
                  <a:lnTo>
                    <a:pt x="448017" y="53549"/>
                  </a:lnTo>
                  <a:lnTo>
                    <a:pt x="480873" y="50957"/>
                  </a:lnTo>
                  <a:lnTo>
                    <a:pt x="511850" y="48514"/>
                  </a:lnTo>
                  <a:lnTo>
                    <a:pt x="541151" y="46203"/>
                  </a:lnTo>
                  <a:lnTo>
                    <a:pt x="568950" y="44010"/>
                  </a:lnTo>
                  <a:lnTo>
                    <a:pt x="595391" y="41925"/>
                  </a:lnTo>
                  <a:lnTo>
                    <a:pt x="620603" y="39936"/>
                  </a:lnTo>
                  <a:lnTo>
                    <a:pt x="644693" y="38036"/>
                  </a:lnTo>
                  <a:lnTo>
                    <a:pt x="667759" y="36217"/>
                  </a:lnTo>
                  <a:lnTo>
                    <a:pt x="689882" y="34472"/>
                  </a:lnTo>
                  <a:lnTo>
                    <a:pt x="711138" y="32796"/>
                  </a:lnTo>
                  <a:lnTo>
                    <a:pt x="731591" y="31183"/>
                  </a:lnTo>
                  <a:lnTo>
                    <a:pt x="751300" y="29628"/>
                  </a:lnTo>
                  <a:lnTo>
                    <a:pt x="770318" y="28128"/>
                  </a:lnTo>
                  <a:lnTo>
                    <a:pt x="788691" y="26679"/>
                  </a:lnTo>
                  <a:lnTo>
                    <a:pt x="806461" y="25277"/>
                  </a:lnTo>
                  <a:lnTo>
                    <a:pt x="823668" y="23920"/>
                  </a:lnTo>
                  <a:lnTo>
                    <a:pt x="840344" y="22605"/>
                  </a:lnTo>
                  <a:lnTo>
                    <a:pt x="856523" y="21329"/>
                  </a:lnTo>
                  <a:lnTo>
                    <a:pt x="872233" y="20090"/>
                  </a:lnTo>
                  <a:lnTo>
                    <a:pt x="887500" y="18886"/>
                  </a:lnTo>
                  <a:lnTo>
                    <a:pt x="902349" y="17714"/>
                  </a:lnTo>
                  <a:lnTo>
                    <a:pt x="916802" y="16574"/>
                  </a:lnTo>
                  <a:lnTo>
                    <a:pt x="930879" y="15464"/>
                  </a:lnTo>
                  <a:lnTo>
                    <a:pt x="944600" y="14382"/>
                  </a:lnTo>
                  <a:lnTo>
                    <a:pt x="957982" y="13326"/>
                  </a:lnTo>
                  <a:lnTo>
                    <a:pt x="971042" y="12296"/>
                  </a:lnTo>
                  <a:lnTo>
                    <a:pt x="983794" y="11291"/>
                  </a:lnTo>
                  <a:lnTo>
                    <a:pt x="996253" y="10308"/>
                  </a:lnTo>
                  <a:lnTo>
                    <a:pt x="1008432" y="9347"/>
                  </a:lnTo>
                  <a:lnTo>
                    <a:pt x="1020344" y="8408"/>
                  </a:lnTo>
                  <a:lnTo>
                    <a:pt x="1031999" y="7489"/>
                  </a:lnTo>
                  <a:lnTo>
                    <a:pt x="1043409" y="6589"/>
                  </a:lnTo>
                  <a:lnTo>
                    <a:pt x="1054584" y="5707"/>
                  </a:lnTo>
                  <a:lnTo>
                    <a:pt x="1065532" y="4844"/>
                  </a:lnTo>
                  <a:lnTo>
                    <a:pt x="1076264" y="3997"/>
                  </a:lnTo>
                  <a:lnTo>
                    <a:pt x="1086788" y="3167"/>
                  </a:lnTo>
                  <a:lnTo>
                    <a:pt x="1097111" y="2353"/>
                  </a:lnTo>
                  <a:lnTo>
                    <a:pt x="1107241" y="1554"/>
                  </a:lnTo>
                  <a:lnTo>
                    <a:pt x="1117186" y="770"/>
                  </a:lnTo>
                  <a:lnTo>
                    <a:pt x="112695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27648" y="1508486"/>
              <a:ext cx="1126951" cy="706185"/>
            </a:xfrm>
            <a:custGeom>
              <a:avLst/>
              <a:pathLst>
                <a:path w="1126951" h="706185">
                  <a:moveTo>
                    <a:pt x="0" y="706185"/>
                  </a:moveTo>
                  <a:lnTo>
                    <a:pt x="72367" y="660837"/>
                  </a:lnTo>
                  <a:lnTo>
                    <a:pt x="136199" y="620838"/>
                  </a:lnTo>
                  <a:lnTo>
                    <a:pt x="193299" y="585057"/>
                  </a:lnTo>
                  <a:lnTo>
                    <a:pt x="244952" y="552689"/>
                  </a:lnTo>
                  <a:lnTo>
                    <a:pt x="292108" y="523140"/>
                  </a:lnTo>
                  <a:lnTo>
                    <a:pt x="335487" y="495957"/>
                  </a:lnTo>
                  <a:lnTo>
                    <a:pt x="375650" y="470790"/>
                  </a:lnTo>
                  <a:lnTo>
                    <a:pt x="413041" y="447360"/>
                  </a:lnTo>
                  <a:lnTo>
                    <a:pt x="448017" y="425442"/>
                  </a:lnTo>
                  <a:lnTo>
                    <a:pt x="480873" y="404854"/>
                  </a:lnTo>
                  <a:lnTo>
                    <a:pt x="511850" y="385443"/>
                  </a:lnTo>
                  <a:lnTo>
                    <a:pt x="541151" y="367081"/>
                  </a:lnTo>
                  <a:lnTo>
                    <a:pt x="568950" y="349662"/>
                  </a:lnTo>
                  <a:lnTo>
                    <a:pt x="595391" y="333093"/>
                  </a:lnTo>
                  <a:lnTo>
                    <a:pt x="620603" y="317294"/>
                  </a:lnTo>
                  <a:lnTo>
                    <a:pt x="644693" y="302198"/>
                  </a:lnTo>
                  <a:lnTo>
                    <a:pt x="667759" y="287745"/>
                  </a:lnTo>
                  <a:lnTo>
                    <a:pt x="689882" y="273882"/>
                  </a:lnTo>
                  <a:lnTo>
                    <a:pt x="711138" y="260562"/>
                  </a:lnTo>
                  <a:lnTo>
                    <a:pt x="731591" y="247745"/>
                  </a:lnTo>
                  <a:lnTo>
                    <a:pt x="751300" y="235395"/>
                  </a:lnTo>
                  <a:lnTo>
                    <a:pt x="770318" y="223478"/>
                  </a:lnTo>
                  <a:lnTo>
                    <a:pt x="788691" y="211965"/>
                  </a:lnTo>
                  <a:lnTo>
                    <a:pt x="806461" y="200829"/>
                  </a:lnTo>
                  <a:lnTo>
                    <a:pt x="823668" y="190047"/>
                  </a:lnTo>
                  <a:lnTo>
                    <a:pt x="840344" y="179597"/>
                  </a:lnTo>
                  <a:lnTo>
                    <a:pt x="856523" y="169459"/>
                  </a:lnTo>
                  <a:lnTo>
                    <a:pt x="872233" y="159614"/>
                  </a:lnTo>
                  <a:lnTo>
                    <a:pt x="887500" y="150047"/>
                  </a:lnTo>
                  <a:lnTo>
                    <a:pt x="902349" y="140743"/>
                  </a:lnTo>
                  <a:lnTo>
                    <a:pt x="916802" y="131686"/>
                  </a:lnTo>
                  <a:lnTo>
                    <a:pt x="930879" y="122865"/>
                  </a:lnTo>
                  <a:lnTo>
                    <a:pt x="944600" y="114267"/>
                  </a:lnTo>
                  <a:lnTo>
                    <a:pt x="957982" y="105881"/>
                  </a:lnTo>
                  <a:lnTo>
                    <a:pt x="971042" y="97697"/>
                  </a:lnTo>
                  <a:lnTo>
                    <a:pt x="983794" y="89706"/>
                  </a:lnTo>
                  <a:lnTo>
                    <a:pt x="996253" y="81899"/>
                  </a:lnTo>
                  <a:lnTo>
                    <a:pt x="1008432" y="74267"/>
                  </a:lnTo>
                  <a:lnTo>
                    <a:pt x="1020344" y="66803"/>
                  </a:lnTo>
                  <a:lnTo>
                    <a:pt x="1031999" y="59499"/>
                  </a:lnTo>
                  <a:lnTo>
                    <a:pt x="1043409" y="52350"/>
                  </a:lnTo>
                  <a:lnTo>
                    <a:pt x="1054584" y="45347"/>
                  </a:lnTo>
                  <a:lnTo>
                    <a:pt x="1065532" y="38486"/>
                  </a:lnTo>
                  <a:lnTo>
                    <a:pt x="1076264" y="31761"/>
                  </a:lnTo>
                  <a:lnTo>
                    <a:pt x="1086788" y="25167"/>
                  </a:lnTo>
                  <a:lnTo>
                    <a:pt x="1097111" y="18698"/>
                  </a:lnTo>
                  <a:lnTo>
                    <a:pt x="1107241" y="12350"/>
                  </a:lnTo>
                  <a:lnTo>
                    <a:pt x="1117186" y="6119"/>
                  </a:lnTo>
                  <a:lnTo>
                    <a:pt x="112695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27648" y="1827650"/>
              <a:ext cx="1126951" cy="112417"/>
            </a:xfrm>
            <a:custGeom>
              <a:avLst/>
              <a:pathLst>
                <a:path w="1126951" h="112417">
                  <a:moveTo>
                    <a:pt x="0" y="112417"/>
                  </a:moveTo>
                  <a:lnTo>
                    <a:pt x="72367" y="105198"/>
                  </a:lnTo>
                  <a:lnTo>
                    <a:pt x="136199" y="98830"/>
                  </a:lnTo>
                  <a:lnTo>
                    <a:pt x="193299" y="93134"/>
                  </a:lnTo>
                  <a:lnTo>
                    <a:pt x="244952" y="87982"/>
                  </a:lnTo>
                  <a:lnTo>
                    <a:pt x="292108" y="83278"/>
                  </a:lnTo>
                  <a:lnTo>
                    <a:pt x="335487" y="78951"/>
                  </a:lnTo>
                  <a:lnTo>
                    <a:pt x="375650" y="74944"/>
                  </a:lnTo>
                  <a:lnTo>
                    <a:pt x="413041" y="71214"/>
                  </a:lnTo>
                  <a:lnTo>
                    <a:pt x="448017" y="67725"/>
                  </a:lnTo>
                  <a:lnTo>
                    <a:pt x="480873" y="64448"/>
                  </a:lnTo>
                  <a:lnTo>
                    <a:pt x="511850" y="61358"/>
                  </a:lnTo>
                  <a:lnTo>
                    <a:pt x="541151" y="58435"/>
                  </a:lnTo>
                  <a:lnTo>
                    <a:pt x="568950" y="55662"/>
                  </a:lnTo>
                  <a:lnTo>
                    <a:pt x="595391" y="53024"/>
                  </a:lnTo>
                  <a:lnTo>
                    <a:pt x="620603" y="50509"/>
                  </a:lnTo>
                  <a:lnTo>
                    <a:pt x="644693" y="48106"/>
                  </a:lnTo>
                  <a:lnTo>
                    <a:pt x="667759" y="45805"/>
                  </a:lnTo>
                  <a:lnTo>
                    <a:pt x="689882" y="43599"/>
                  </a:lnTo>
                  <a:lnTo>
                    <a:pt x="711138" y="41478"/>
                  </a:lnTo>
                  <a:lnTo>
                    <a:pt x="731591" y="39438"/>
                  </a:lnTo>
                  <a:lnTo>
                    <a:pt x="751300" y="37472"/>
                  </a:lnTo>
                  <a:lnTo>
                    <a:pt x="770318" y="35575"/>
                  </a:lnTo>
                  <a:lnTo>
                    <a:pt x="788691" y="33742"/>
                  </a:lnTo>
                  <a:lnTo>
                    <a:pt x="806461" y="31969"/>
                  </a:lnTo>
                  <a:lnTo>
                    <a:pt x="823668" y="30253"/>
                  </a:lnTo>
                  <a:lnTo>
                    <a:pt x="840344" y="28589"/>
                  </a:lnTo>
                  <a:lnTo>
                    <a:pt x="856523" y="26976"/>
                  </a:lnTo>
                  <a:lnTo>
                    <a:pt x="872233" y="25408"/>
                  </a:lnTo>
                  <a:lnTo>
                    <a:pt x="887500" y="23885"/>
                  </a:lnTo>
                  <a:lnTo>
                    <a:pt x="902349" y="22404"/>
                  </a:lnTo>
                  <a:lnTo>
                    <a:pt x="916802" y="20963"/>
                  </a:lnTo>
                  <a:lnTo>
                    <a:pt x="930879" y="19558"/>
                  </a:lnTo>
                  <a:lnTo>
                    <a:pt x="944600" y="18190"/>
                  </a:lnTo>
                  <a:lnTo>
                    <a:pt x="957982" y="16855"/>
                  </a:lnTo>
                  <a:lnTo>
                    <a:pt x="971042" y="15552"/>
                  </a:lnTo>
                  <a:lnTo>
                    <a:pt x="983794" y="14280"/>
                  </a:lnTo>
                  <a:lnTo>
                    <a:pt x="996253" y="13037"/>
                  </a:lnTo>
                  <a:lnTo>
                    <a:pt x="1008432" y="11822"/>
                  </a:lnTo>
                  <a:lnTo>
                    <a:pt x="1020344" y="10634"/>
                  </a:lnTo>
                  <a:lnTo>
                    <a:pt x="1031999" y="9471"/>
                  </a:lnTo>
                  <a:lnTo>
                    <a:pt x="1043409" y="8333"/>
                  </a:lnTo>
                  <a:lnTo>
                    <a:pt x="1054584" y="7218"/>
                  </a:lnTo>
                  <a:lnTo>
                    <a:pt x="1065532" y="6126"/>
                  </a:lnTo>
                  <a:lnTo>
                    <a:pt x="1076264" y="5056"/>
                  </a:lnTo>
                  <a:lnTo>
                    <a:pt x="1086788" y="4006"/>
                  </a:lnTo>
                  <a:lnTo>
                    <a:pt x="1097111" y="2976"/>
                  </a:lnTo>
                  <a:lnTo>
                    <a:pt x="1107241" y="1966"/>
                  </a:lnTo>
                  <a:lnTo>
                    <a:pt x="1117186" y="974"/>
                  </a:lnTo>
                  <a:lnTo>
                    <a:pt x="112695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27648" y="1777571"/>
              <a:ext cx="1126951" cy="23039"/>
            </a:xfrm>
            <a:custGeom>
              <a:avLst/>
              <a:pathLst>
                <a:path w="1126951" h="23039">
                  <a:moveTo>
                    <a:pt x="0" y="0"/>
                  </a:moveTo>
                  <a:lnTo>
                    <a:pt x="72367" y="1479"/>
                  </a:lnTo>
                  <a:lnTo>
                    <a:pt x="136199" y="2784"/>
                  </a:lnTo>
                  <a:lnTo>
                    <a:pt x="193299" y="3951"/>
                  </a:lnTo>
                  <a:lnTo>
                    <a:pt x="244952" y="5007"/>
                  </a:lnTo>
                  <a:lnTo>
                    <a:pt x="292108" y="5971"/>
                  </a:lnTo>
                  <a:lnTo>
                    <a:pt x="335487" y="6858"/>
                  </a:lnTo>
                  <a:lnTo>
                    <a:pt x="375650" y="7679"/>
                  </a:lnTo>
                  <a:lnTo>
                    <a:pt x="413041" y="8444"/>
                  </a:lnTo>
                  <a:lnTo>
                    <a:pt x="448017" y="9159"/>
                  </a:lnTo>
                  <a:lnTo>
                    <a:pt x="480873" y="9831"/>
                  </a:lnTo>
                  <a:lnTo>
                    <a:pt x="511850" y="10464"/>
                  </a:lnTo>
                  <a:lnTo>
                    <a:pt x="541151" y="11063"/>
                  </a:lnTo>
                  <a:lnTo>
                    <a:pt x="568950" y="11631"/>
                  </a:lnTo>
                  <a:lnTo>
                    <a:pt x="595391" y="12172"/>
                  </a:lnTo>
                  <a:lnTo>
                    <a:pt x="620603" y="12687"/>
                  </a:lnTo>
                  <a:lnTo>
                    <a:pt x="644693" y="13180"/>
                  </a:lnTo>
                  <a:lnTo>
                    <a:pt x="667759" y="13651"/>
                  </a:lnTo>
                  <a:lnTo>
                    <a:pt x="689882" y="14104"/>
                  </a:lnTo>
                  <a:lnTo>
                    <a:pt x="711138" y="14538"/>
                  </a:lnTo>
                  <a:lnTo>
                    <a:pt x="731591" y="14956"/>
                  </a:lnTo>
                  <a:lnTo>
                    <a:pt x="751300" y="15359"/>
                  </a:lnTo>
                  <a:lnTo>
                    <a:pt x="770318" y="15748"/>
                  </a:lnTo>
                  <a:lnTo>
                    <a:pt x="788691" y="16124"/>
                  </a:lnTo>
                  <a:lnTo>
                    <a:pt x="806461" y="16487"/>
                  </a:lnTo>
                  <a:lnTo>
                    <a:pt x="823668" y="16839"/>
                  </a:lnTo>
                  <a:lnTo>
                    <a:pt x="840344" y="17180"/>
                  </a:lnTo>
                  <a:lnTo>
                    <a:pt x="856523" y="17510"/>
                  </a:lnTo>
                  <a:lnTo>
                    <a:pt x="872233" y="17832"/>
                  </a:lnTo>
                  <a:lnTo>
                    <a:pt x="887500" y="18144"/>
                  </a:lnTo>
                  <a:lnTo>
                    <a:pt x="902349" y="18447"/>
                  </a:lnTo>
                  <a:lnTo>
                    <a:pt x="916802" y="18743"/>
                  </a:lnTo>
                  <a:lnTo>
                    <a:pt x="930879" y="19031"/>
                  </a:lnTo>
                  <a:lnTo>
                    <a:pt x="944600" y="19311"/>
                  </a:lnTo>
                  <a:lnTo>
                    <a:pt x="957982" y="19585"/>
                  </a:lnTo>
                  <a:lnTo>
                    <a:pt x="971042" y="19852"/>
                  </a:lnTo>
                  <a:lnTo>
                    <a:pt x="983794" y="20112"/>
                  </a:lnTo>
                  <a:lnTo>
                    <a:pt x="996253" y="20367"/>
                  </a:lnTo>
                  <a:lnTo>
                    <a:pt x="1008432" y="20616"/>
                  </a:lnTo>
                  <a:lnTo>
                    <a:pt x="1020344" y="20860"/>
                  </a:lnTo>
                  <a:lnTo>
                    <a:pt x="1031999" y="21098"/>
                  </a:lnTo>
                  <a:lnTo>
                    <a:pt x="1043409" y="21331"/>
                  </a:lnTo>
                  <a:lnTo>
                    <a:pt x="1054584" y="21560"/>
                  </a:lnTo>
                  <a:lnTo>
                    <a:pt x="1065532" y="21783"/>
                  </a:lnTo>
                  <a:lnTo>
                    <a:pt x="1076264" y="22003"/>
                  </a:lnTo>
                  <a:lnTo>
                    <a:pt x="1086788" y="22218"/>
                  </a:lnTo>
                  <a:lnTo>
                    <a:pt x="1097111" y="22429"/>
                  </a:lnTo>
                  <a:lnTo>
                    <a:pt x="1107241" y="22636"/>
                  </a:lnTo>
                  <a:lnTo>
                    <a:pt x="1117186" y="22839"/>
                  </a:lnTo>
                  <a:lnTo>
                    <a:pt x="1126951" y="2303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27648" y="1762757"/>
              <a:ext cx="1126951" cy="135550"/>
            </a:xfrm>
            <a:custGeom>
              <a:avLst/>
              <a:pathLst>
                <a:path w="1126951" h="135550">
                  <a:moveTo>
                    <a:pt x="0" y="135550"/>
                  </a:moveTo>
                  <a:lnTo>
                    <a:pt x="72367" y="126845"/>
                  </a:lnTo>
                  <a:lnTo>
                    <a:pt x="136199" y="119168"/>
                  </a:lnTo>
                  <a:lnTo>
                    <a:pt x="193299" y="112300"/>
                  </a:lnTo>
                  <a:lnTo>
                    <a:pt x="244952" y="106087"/>
                  </a:lnTo>
                  <a:lnTo>
                    <a:pt x="292108" y="100415"/>
                  </a:lnTo>
                  <a:lnTo>
                    <a:pt x="335487" y="95197"/>
                  </a:lnTo>
                  <a:lnTo>
                    <a:pt x="375650" y="90366"/>
                  </a:lnTo>
                  <a:lnTo>
                    <a:pt x="413041" y="85869"/>
                  </a:lnTo>
                  <a:lnTo>
                    <a:pt x="448017" y="81662"/>
                  </a:lnTo>
                  <a:lnTo>
                    <a:pt x="480873" y="77710"/>
                  </a:lnTo>
                  <a:lnTo>
                    <a:pt x="511850" y="73984"/>
                  </a:lnTo>
                  <a:lnTo>
                    <a:pt x="541151" y="70460"/>
                  </a:lnTo>
                  <a:lnTo>
                    <a:pt x="568950" y="67116"/>
                  </a:lnTo>
                  <a:lnTo>
                    <a:pt x="595391" y="63936"/>
                  </a:lnTo>
                  <a:lnTo>
                    <a:pt x="620603" y="60903"/>
                  </a:lnTo>
                  <a:lnTo>
                    <a:pt x="644693" y="58006"/>
                  </a:lnTo>
                  <a:lnTo>
                    <a:pt x="667759" y="55231"/>
                  </a:lnTo>
                  <a:lnTo>
                    <a:pt x="689882" y="52570"/>
                  </a:lnTo>
                  <a:lnTo>
                    <a:pt x="711138" y="50014"/>
                  </a:lnTo>
                  <a:lnTo>
                    <a:pt x="731591" y="47554"/>
                  </a:lnTo>
                  <a:lnTo>
                    <a:pt x="751300" y="45183"/>
                  </a:lnTo>
                  <a:lnTo>
                    <a:pt x="770318" y="42895"/>
                  </a:lnTo>
                  <a:lnTo>
                    <a:pt x="788691" y="40686"/>
                  </a:lnTo>
                  <a:lnTo>
                    <a:pt x="806461" y="38548"/>
                  </a:lnTo>
                  <a:lnTo>
                    <a:pt x="823668" y="36479"/>
                  </a:lnTo>
                  <a:lnTo>
                    <a:pt x="840344" y="34473"/>
                  </a:lnTo>
                  <a:lnTo>
                    <a:pt x="856523" y="32527"/>
                  </a:lnTo>
                  <a:lnTo>
                    <a:pt x="872233" y="30637"/>
                  </a:lnTo>
                  <a:lnTo>
                    <a:pt x="887500" y="28801"/>
                  </a:lnTo>
                  <a:lnTo>
                    <a:pt x="902349" y="27015"/>
                  </a:lnTo>
                  <a:lnTo>
                    <a:pt x="916802" y="25276"/>
                  </a:lnTo>
                  <a:lnTo>
                    <a:pt x="930879" y="23583"/>
                  </a:lnTo>
                  <a:lnTo>
                    <a:pt x="944600" y="21933"/>
                  </a:lnTo>
                  <a:lnTo>
                    <a:pt x="957982" y="20323"/>
                  </a:lnTo>
                  <a:lnTo>
                    <a:pt x="971042" y="18752"/>
                  </a:lnTo>
                  <a:lnTo>
                    <a:pt x="983794" y="17218"/>
                  </a:lnTo>
                  <a:lnTo>
                    <a:pt x="996253" y="15720"/>
                  </a:lnTo>
                  <a:lnTo>
                    <a:pt x="1008432" y="14255"/>
                  </a:lnTo>
                  <a:lnTo>
                    <a:pt x="1020344" y="12822"/>
                  </a:lnTo>
                  <a:lnTo>
                    <a:pt x="1031999" y="11420"/>
                  </a:lnTo>
                  <a:lnTo>
                    <a:pt x="1043409" y="10048"/>
                  </a:lnTo>
                  <a:lnTo>
                    <a:pt x="1054584" y="8704"/>
                  </a:lnTo>
                  <a:lnTo>
                    <a:pt x="1065532" y="7387"/>
                  </a:lnTo>
                  <a:lnTo>
                    <a:pt x="1076264" y="6096"/>
                  </a:lnTo>
                  <a:lnTo>
                    <a:pt x="1086788" y="4830"/>
                  </a:lnTo>
                  <a:lnTo>
                    <a:pt x="1097111" y="3589"/>
                  </a:lnTo>
                  <a:lnTo>
                    <a:pt x="1107241" y="2370"/>
                  </a:lnTo>
                  <a:lnTo>
                    <a:pt x="1117186" y="1174"/>
                  </a:lnTo>
                  <a:lnTo>
                    <a:pt x="112695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27648" y="1558252"/>
              <a:ext cx="1126951" cy="503847"/>
            </a:xfrm>
            <a:custGeom>
              <a:avLst/>
              <a:pathLst>
                <a:path w="1126951" h="503847">
                  <a:moveTo>
                    <a:pt x="0" y="503847"/>
                  </a:moveTo>
                  <a:lnTo>
                    <a:pt x="72367" y="471493"/>
                  </a:lnTo>
                  <a:lnTo>
                    <a:pt x="136199" y="442954"/>
                  </a:lnTo>
                  <a:lnTo>
                    <a:pt x="193299" y="417425"/>
                  </a:lnTo>
                  <a:lnTo>
                    <a:pt x="244952" y="394331"/>
                  </a:lnTo>
                  <a:lnTo>
                    <a:pt x="292108" y="373249"/>
                  </a:lnTo>
                  <a:lnTo>
                    <a:pt x="335487" y="353854"/>
                  </a:lnTo>
                  <a:lnTo>
                    <a:pt x="375650" y="335898"/>
                  </a:lnTo>
                  <a:lnTo>
                    <a:pt x="413041" y="319181"/>
                  </a:lnTo>
                  <a:lnTo>
                    <a:pt x="448017" y="303543"/>
                  </a:lnTo>
                  <a:lnTo>
                    <a:pt x="480873" y="288854"/>
                  </a:lnTo>
                  <a:lnTo>
                    <a:pt x="511850" y="275005"/>
                  </a:lnTo>
                  <a:lnTo>
                    <a:pt x="541151" y="261904"/>
                  </a:lnTo>
                  <a:lnTo>
                    <a:pt x="568950" y="249476"/>
                  </a:lnTo>
                  <a:lnTo>
                    <a:pt x="595391" y="237654"/>
                  </a:lnTo>
                  <a:lnTo>
                    <a:pt x="620603" y="226382"/>
                  </a:lnTo>
                  <a:lnTo>
                    <a:pt x="644693" y="215612"/>
                  </a:lnTo>
                  <a:lnTo>
                    <a:pt x="667759" y="205299"/>
                  </a:lnTo>
                  <a:lnTo>
                    <a:pt x="689882" y="195408"/>
                  </a:lnTo>
                  <a:lnTo>
                    <a:pt x="711138" y="185905"/>
                  </a:lnTo>
                  <a:lnTo>
                    <a:pt x="731591" y="176761"/>
                  </a:lnTo>
                  <a:lnTo>
                    <a:pt x="751300" y="167949"/>
                  </a:lnTo>
                  <a:lnTo>
                    <a:pt x="770318" y="159446"/>
                  </a:lnTo>
                  <a:lnTo>
                    <a:pt x="788691" y="151232"/>
                  </a:lnTo>
                  <a:lnTo>
                    <a:pt x="806461" y="143287"/>
                  </a:lnTo>
                  <a:lnTo>
                    <a:pt x="823668" y="135594"/>
                  </a:lnTo>
                  <a:lnTo>
                    <a:pt x="840344" y="128138"/>
                  </a:lnTo>
                  <a:lnTo>
                    <a:pt x="856523" y="120905"/>
                  </a:lnTo>
                  <a:lnTo>
                    <a:pt x="872233" y="113881"/>
                  </a:lnTo>
                  <a:lnTo>
                    <a:pt x="887500" y="107055"/>
                  </a:lnTo>
                  <a:lnTo>
                    <a:pt x="902349" y="100417"/>
                  </a:lnTo>
                  <a:lnTo>
                    <a:pt x="916802" y="93955"/>
                  </a:lnTo>
                  <a:lnTo>
                    <a:pt x="930879" y="87661"/>
                  </a:lnTo>
                  <a:lnTo>
                    <a:pt x="944600" y="81527"/>
                  </a:lnTo>
                  <a:lnTo>
                    <a:pt x="957982" y="75544"/>
                  </a:lnTo>
                  <a:lnTo>
                    <a:pt x="971042" y="69705"/>
                  </a:lnTo>
                  <a:lnTo>
                    <a:pt x="983794" y="64003"/>
                  </a:lnTo>
                  <a:lnTo>
                    <a:pt x="996253" y="58433"/>
                  </a:lnTo>
                  <a:lnTo>
                    <a:pt x="1008432" y="52988"/>
                  </a:lnTo>
                  <a:lnTo>
                    <a:pt x="1020344" y="47662"/>
                  </a:lnTo>
                  <a:lnTo>
                    <a:pt x="1031999" y="42451"/>
                  </a:lnTo>
                  <a:lnTo>
                    <a:pt x="1043409" y="37350"/>
                  </a:lnTo>
                  <a:lnTo>
                    <a:pt x="1054584" y="32354"/>
                  </a:lnTo>
                  <a:lnTo>
                    <a:pt x="1065532" y="27459"/>
                  </a:lnTo>
                  <a:lnTo>
                    <a:pt x="1076264" y="22661"/>
                  </a:lnTo>
                  <a:lnTo>
                    <a:pt x="1086788" y="17956"/>
                  </a:lnTo>
                  <a:lnTo>
                    <a:pt x="1097111" y="13340"/>
                  </a:lnTo>
                  <a:lnTo>
                    <a:pt x="1107241" y="8811"/>
                  </a:lnTo>
                  <a:lnTo>
                    <a:pt x="1117186" y="4365"/>
                  </a:lnTo>
                  <a:lnTo>
                    <a:pt x="112695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27648" y="1647949"/>
              <a:ext cx="1126951" cy="362853"/>
            </a:xfrm>
            <a:custGeom>
              <a:avLst/>
              <a:pathLst>
                <a:path w="1126951" h="362853">
                  <a:moveTo>
                    <a:pt x="0" y="362853"/>
                  </a:moveTo>
                  <a:lnTo>
                    <a:pt x="72367" y="339552"/>
                  </a:lnTo>
                  <a:lnTo>
                    <a:pt x="136199" y="318999"/>
                  </a:lnTo>
                  <a:lnTo>
                    <a:pt x="193299" y="300615"/>
                  </a:lnTo>
                  <a:lnTo>
                    <a:pt x="244952" y="283983"/>
                  </a:lnTo>
                  <a:lnTo>
                    <a:pt x="292108" y="268800"/>
                  </a:lnTo>
                  <a:lnTo>
                    <a:pt x="335487" y="254833"/>
                  </a:lnTo>
                  <a:lnTo>
                    <a:pt x="375650" y="241902"/>
                  </a:lnTo>
                  <a:lnTo>
                    <a:pt x="413041" y="229863"/>
                  </a:lnTo>
                  <a:lnTo>
                    <a:pt x="448017" y="218601"/>
                  </a:lnTo>
                  <a:lnTo>
                    <a:pt x="480873" y="208022"/>
                  </a:lnTo>
                  <a:lnTo>
                    <a:pt x="511850" y="198048"/>
                  </a:lnTo>
                  <a:lnTo>
                    <a:pt x="541151" y="188614"/>
                  </a:lnTo>
                  <a:lnTo>
                    <a:pt x="568950" y="179663"/>
                  </a:lnTo>
                  <a:lnTo>
                    <a:pt x="595391" y="171150"/>
                  </a:lnTo>
                  <a:lnTo>
                    <a:pt x="620603" y="163032"/>
                  </a:lnTo>
                  <a:lnTo>
                    <a:pt x="644693" y="155276"/>
                  </a:lnTo>
                  <a:lnTo>
                    <a:pt x="667759" y="147849"/>
                  </a:lnTo>
                  <a:lnTo>
                    <a:pt x="689882" y="140726"/>
                  </a:lnTo>
                  <a:lnTo>
                    <a:pt x="711138" y="133882"/>
                  </a:lnTo>
                  <a:lnTo>
                    <a:pt x="731591" y="127297"/>
                  </a:lnTo>
                  <a:lnTo>
                    <a:pt x="751300" y="120951"/>
                  </a:lnTo>
                  <a:lnTo>
                    <a:pt x="770318" y="114827"/>
                  </a:lnTo>
                  <a:lnTo>
                    <a:pt x="788691" y="108912"/>
                  </a:lnTo>
                  <a:lnTo>
                    <a:pt x="806461" y="103190"/>
                  </a:lnTo>
                  <a:lnTo>
                    <a:pt x="823668" y="97650"/>
                  </a:lnTo>
                  <a:lnTo>
                    <a:pt x="840344" y="92280"/>
                  </a:lnTo>
                  <a:lnTo>
                    <a:pt x="856523" y="87071"/>
                  </a:lnTo>
                  <a:lnTo>
                    <a:pt x="872233" y="82013"/>
                  </a:lnTo>
                  <a:lnTo>
                    <a:pt x="887500" y="77097"/>
                  </a:lnTo>
                  <a:lnTo>
                    <a:pt x="902349" y="72316"/>
                  </a:lnTo>
                  <a:lnTo>
                    <a:pt x="916802" y="67663"/>
                  </a:lnTo>
                  <a:lnTo>
                    <a:pt x="930879" y="63130"/>
                  </a:lnTo>
                  <a:lnTo>
                    <a:pt x="944600" y="58712"/>
                  </a:lnTo>
                  <a:lnTo>
                    <a:pt x="957982" y="54404"/>
                  </a:lnTo>
                  <a:lnTo>
                    <a:pt x="971042" y="50199"/>
                  </a:lnTo>
                  <a:lnTo>
                    <a:pt x="983794" y="46093"/>
                  </a:lnTo>
                  <a:lnTo>
                    <a:pt x="996253" y="42081"/>
                  </a:lnTo>
                  <a:lnTo>
                    <a:pt x="1008432" y="38160"/>
                  </a:lnTo>
                  <a:lnTo>
                    <a:pt x="1020344" y="34325"/>
                  </a:lnTo>
                  <a:lnTo>
                    <a:pt x="1031999" y="30572"/>
                  </a:lnTo>
                  <a:lnTo>
                    <a:pt x="1043409" y="26898"/>
                  </a:lnTo>
                  <a:lnTo>
                    <a:pt x="1054584" y="23300"/>
                  </a:lnTo>
                  <a:lnTo>
                    <a:pt x="1065532" y="19775"/>
                  </a:lnTo>
                  <a:lnTo>
                    <a:pt x="1076264" y="16319"/>
                  </a:lnTo>
                  <a:lnTo>
                    <a:pt x="1086788" y="12931"/>
                  </a:lnTo>
                  <a:lnTo>
                    <a:pt x="1097111" y="9607"/>
                  </a:lnTo>
                  <a:lnTo>
                    <a:pt x="1107241" y="6345"/>
                  </a:lnTo>
                  <a:lnTo>
                    <a:pt x="1117186" y="3144"/>
                  </a:lnTo>
                  <a:lnTo>
                    <a:pt x="112695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27648" y="1853328"/>
              <a:ext cx="1126951" cy="49590"/>
            </a:xfrm>
            <a:custGeom>
              <a:avLst/>
              <a:pathLst>
                <a:path w="1126951" h="49590">
                  <a:moveTo>
                    <a:pt x="0" y="0"/>
                  </a:moveTo>
                  <a:lnTo>
                    <a:pt x="72367" y="3184"/>
                  </a:lnTo>
                  <a:lnTo>
                    <a:pt x="136199" y="5993"/>
                  </a:lnTo>
                  <a:lnTo>
                    <a:pt x="193299" y="8505"/>
                  </a:lnTo>
                  <a:lnTo>
                    <a:pt x="244952" y="10778"/>
                  </a:lnTo>
                  <a:lnTo>
                    <a:pt x="292108" y="12853"/>
                  </a:lnTo>
                  <a:lnTo>
                    <a:pt x="335487" y="14762"/>
                  </a:lnTo>
                  <a:lnTo>
                    <a:pt x="375650" y="16530"/>
                  </a:lnTo>
                  <a:lnTo>
                    <a:pt x="413041" y="18175"/>
                  </a:lnTo>
                  <a:lnTo>
                    <a:pt x="448017" y="19714"/>
                  </a:lnTo>
                  <a:lnTo>
                    <a:pt x="480873" y="21160"/>
                  </a:lnTo>
                  <a:lnTo>
                    <a:pt x="511850" y="22523"/>
                  </a:lnTo>
                  <a:lnTo>
                    <a:pt x="541151" y="23812"/>
                  </a:lnTo>
                  <a:lnTo>
                    <a:pt x="568950" y="25035"/>
                  </a:lnTo>
                  <a:lnTo>
                    <a:pt x="595391" y="26199"/>
                  </a:lnTo>
                  <a:lnTo>
                    <a:pt x="620603" y="27308"/>
                  </a:lnTo>
                  <a:lnTo>
                    <a:pt x="644693" y="28368"/>
                  </a:lnTo>
                  <a:lnTo>
                    <a:pt x="667759" y="29383"/>
                  </a:lnTo>
                  <a:lnTo>
                    <a:pt x="689882" y="30357"/>
                  </a:lnTo>
                  <a:lnTo>
                    <a:pt x="711138" y="31292"/>
                  </a:lnTo>
                  <a:lnTo>
                    <a:pt x="731591" y="32192"/>
                  </a:lnTo>
                  <a:lnTo>
                    <a:pt x="751300" y="33060"/>
                  </a:lnTo>
                  <a:lnTo>
                    <a:pt x="770318" y="33896"/>
                  </a:lnTo>
                  <a:lnTo>
                    <a:pt x="788691" y="34705"/>
                  </a:lnTo>
                  <a:lnTo>
                    <a:pt x="806461" y="35487"/>
                  </a:lnTo>
                  <a:lnTo>
                    <a:pt x="823668" y="36244"/>
                  </a:lnTo>
                  <a:lnTo>
                    <a:pt x="840344" y="36978"/>
                  </a:lnTo>
                  <a:lnTo>
                    <a:pt x="856523" y="37690"/>
                  </a:lnTo>
                  <a:lnTo>
                    <a:pt x="872233" y="38381"/>
                  </a:lnTo>
                  <a:lnTo>
                    <a:pt x="887500" y="39053"/>
                  </a:lnTo>
                  <a:lnTo>
                    <a:pt x="902349" y="39706"/>
                  </a:lnTo>
                  <a:lnTo>
                    <a:pt x="916802" y="40342"/>
                  </a:lnTo>
                  <a:lnTo>
                    <a:pt x="930879" y="40962"/>
                  </a:lnTo>
                  <a:lnTo>
                    <a:pt x="944600" y="41565"/>
                  </a:lnTo>
                  <a:lnTo>
                    <a:pt x="957982" y="42154"/>
                  </a:lnTo>
                  <a:lnTo>
                    <a:pt x="971042" y="42729"/>
                  </a:lnTo>
                  <a:lnTo>
                    <a:pt x="983794" y="43290"/>
                  </a:lnTo>
                  <a:lnTo>
                    <a:pt x="996253" y="43838"/>
                  </a:lnTo>
                  <a:lnTo>
                    <a:pt x="1008432" y="44374"/>
                  </a:lnTo>
                  <a:lnTo>
                    <a:pt x="1020344" y="44898"/>
                  </a:lnTo>
                  <a:lnTo>
                    <a:pt x="1031999" y="45411"/>
                  </a:lnTo>
                  <a:lnTo>
                    <a:pt x="1043409" y="45913"/>
                  </a:lnTo>
                  <a:lnTo>
                    <a:pt x="1054584" y="46405"/>
                  </a:lnTo>
                  <a:lnTo>
                    <a:pt x="1065532" y="46887"/>
                  </a:lnTo>
                  <a:lnTo>
                    <a:pt x="1076264" y="47359"/>
                  </a:lnTo>
                  <a:lnTo>
                    <a:pt x="1086788" y="47822"/>
                  </a:lnTo>
                  <a:lnTo>
                    <a:pt x="1097111" y="48277"/>
                  </a:lnTo>
                  <a:lnTo>
                    <a:pt x="1107241" y="48722"/>
                  </a:lnTo>
                  <a:lnTo>
                    <a:pt x="1117186" y="49160"/>
                  </a:lnTo>
                  <a:lnTo>
                    <a:pt x="1126951" y="4959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227283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52636" y="199677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52636" y="172070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52636" y="144463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52636" y="116856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11032" y="231384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1032" y="20377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11032" y="17617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11032" y="148564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11032" y="12095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42663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2764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0329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78949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5460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24813" y="194169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42446" y="192125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30017" y="183137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28087" y="17593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24362" y="219446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31399" y="226292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48786" y="183290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48013" y="220592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04023" y="18271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37262" y="166954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81612" y="18416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20961" y="188608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06186" y="132073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93087" y="181997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14049" y="14121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18154" y="173504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12571" y="167606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26045" y="193256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01494" y="18426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21039" y="209107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23626" y="210664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00357" y="20342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30078" y="22697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204872" y="21435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220050" y="219151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191147" y="201886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13031" y="211279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21913" y="186388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91009" y="146951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95313" y="19372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62637" y="166017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59567" y="191504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65146" y="174093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91205" y="19154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72889" y="143096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72475" y="17333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79499" y="18144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95465" y="2051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72717" y="18233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85802" y="13057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89527" y="167338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76929" y="19149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59950" y="192322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67420" y="20440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65530" y="224513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81670" y="211151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56815" y="207418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554914" y="171392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66827" y="166134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64033" y="156935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43472" y="179894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63166" y="18836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71580" y="227480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79618" y="188896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43663" y="227486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68873" y="181567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79488" y="189573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44347" y="216658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40838" y="175827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57612" y="12098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72709" y="19527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71830" y="16635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52322" y="170365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64921" y="156429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45520" y="176717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57977" y="158056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72680" y="197066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47893" y="17301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61447" y="192471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84014" y="215767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933444" y="138105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48778" y="164937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52935" y="1700738"/>
              <a:ext cx="1136010" cy="166970"/>
            </a:xfrm>
            <a:custGeom>
              <a:avLst/>
              <a:pathLst>
                <a:path w="1136010" h="166970">
                  <a:moveTo>
                    <a:pt x="0" y="166970"/>
                  </a:moveTo>
                  <a:lnTo>
                    <a:pt x="72948" y="156248"/>
                  </a:lnTo>
                  <a:lnTo>
                    <a:pt x="137294" y="146790"/>
                  </a:lnTo>
                  <a:lnTo>
                    <a:pt x="194853" y="138330"/>
                  </a:lnTo>
                  <a:lnTo>
                    <a:pt x="246921" y="130677"/>
                  </a:lnTo>
                  <a:lnTo>
                    <a:pt x="294456" y="123691"/>
                  </a:lnTo>
                  <a:lnTo>
                    <a:pt x="338184" y="117264"/>
                  </a:lnTo>
                  <a:lnTo>
                    <a:pt x="378670" y="111313"/>
                  </a:lnTo>
                  <a:lnTo>
                    <a:pt x="416361" y="105773"/>
                  </a:lnTo>
                  <a:lnTo>
                    <a:pt x="451619" y="100591"/>
                  </a:lnTo>
                  <a:lnTo>
                    <a:pt x="484738" y="95723"/>
                  </a:lnTo>
                  <a:lnTo>
                    <a:pt x="515964" y="91134"/>
                  </a:lnTo>
                  <a:lnTo>
                    <a:pt x="545501" y="86792"/>
                  </a:lnTo>
                  <a:lnTo>
                    <a:pt x="573523" y="82674"/>
                  </a:lnTo>
                  <a:lnTo>
                    <a:pt x="600178" y="78756"/>
                  </a:lnTo>
                  <a:lnTo>
                    <a:pt x="625592" y="75021"/>
                  </a:lnTo>
                  <a:lnTo>
                    <a:pt x="649876" y="71451"/>
                  </a:lnTo>
                  <a:lnTo>
                    <a:pt x="673126" y="68034"/>
                  </a:lnTo>
                  <a:lnTo>
                    <a:pt x="695428" y="64756"/>
                  </a:lnTo>
                  <a:lnTo>
                    <a:pt x="716854" y="61607"/>
                  </a:lnTo>
                  <a:lnTo>
                    <a:pt x="737472" y="58576"/>
                  </a:lnTo>
                  <a:lnTo>
                    <a:pt x="757340" y="55656"/>
                  </a:lnTo>
                  <a:lnTo>
                    <a:pt x="776510" y="52839"/>
                  </a:lnTo>
                  <a:lnTo>
                    <a:pt x="795031" y="50116"/>
                  </a:lnTo>
                  <a:lnTo>
                    <a:pt x="812944" y="47484"/>
                  </a:lnTo>
                  <a:lnTo>
                    <a:pt x="830289" y="44934"/>
                  </a:lnTo>
                  <a:lnTo>
                    <a:pt x="847100" y="42463"/>
                  </a:lnTo>
                  <a:lnTo>
                    <a:pt x="863408" y="40066"/>
                  </a:lnTo>
                  <a:lnTo>
                    <a:pt x="879244" y="37739"/>
                  </a:lnTo>
                  <a:lnTo>
                    <a:pt x="894634" y="35477"/>
                  </a:lnTo>
                  <a:lnTo>
                    <a:pt x="909603" y="33277"/>
                  </a:lnTo>
                  <a:lnTo>
                    <a:pt x="924172" y="31135"/>
                  </a:lnTo>
                  <a:lnTo>
                    <a:pt x="938362" y="29050"/>
                  </a:lnTo>
                  <a:lnTo>
                    <a:pt x="952193" y="27017"/>
                  </a:lnTo>
                  <a:lnTo>
                    <a:pt x="965683" y="25034"/>
                  </a:lnTo>
                  <a:lnTo>
                    <a:pt x="978848" y="23099"/>
                  </a:lnTo>
                  <a:lnTo>
                    <a:pt x="991703" y="21210"/>
                  </a:lnTo>
                  <a:lnTo>
                    <a:pt x="1004262" y="19364"/>
                  </a:lnTo>
                  <a:lnTo>
                    <a:pt x="1016539" y="17559"/>
                  </a:lnTo>
                  <a:lnTo>
                    <a:pt x="1028546" y="15794"/>
                  </a:lnTo>
                  <a:lnTo>
                    <a:pt x="1040295" y="14068"/>
                  </a:lnTo>
                  <a:lnTo>
                    <a:pt x="1051797" y="12377"/>
                  </a:lnTo>
                  <a:lnTo>
                    <a:pt x="1063061" y="10722"/>
                  </a:lnTo>
                  <a:lnTo>
                    <a:pt x="1074098" y="9099"/>
                  </a:lnTo>
                  <a:lnTo>
                    <a:pt x="1084916" y="7509"/>
                  </a:lnTo>
                  <a:lnTo>
                    <a:pt x="1095524" y="5950"/>
                  </a:lnTo>
                  <a:lnTo>
                    <a:pt x="1105931" y="4421"/>
                  </a:lnTo>
                  <a:lnTo>
                    <a:pt x="1116142" y="2920"/>
                  </a:lnTo>
                  <a:lnTo>
                    <a:pt x="1126166" y="1446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52935" y="1439713"/>
              <a:ext cx="1136010" cy="283003"/>
            </a:xfrm>
            <a:custGeom>
              <a:avLst/>
              <a:pathLst>
                <a:path w="1136010" h="283003">
                  <a:moveTo>
                    <a:pt x="0" y="283003"/>
                  </a:moveTo>
                  <a:lnTo>
                    <a:pt x="72948" y="264830"/>
                  </a:lnTo>
                  <a:lnTo>
                    <a:pt x="137294" y="248800"/>
                  </a:lnTo>
                  <a:lnTo>
                    <a:pt x="194853" y="234461"/>
                  </a:lnTo>
                  <a:lnTo>
                    <a:pt x="246921" y="221490"/>
                  </a:lnTo>
                  <a:lnTo>
                    <a:pt x="294456" y="209648"/>
                  </a:lnTo>
                  <a:lnTo>
                    <a:pt x="338184" y="198754"/>
                  </a:lnTo>
                  <a:lnTo>
                    <a:pt x="378670" y="188668"/>
                  </a:lnTo>
                  <a:lnTo>
                    <a:pt x="416361" y="179279"/>
                  </a:lnTo>
                  <a:lnTo>
                    <a:pt x="451619" y="170495"/>
                  </a:lnTo>
                  <a:lnTo>
                    <a:pt x="484738" y="162245"/>
                  </a:lnTo>
                  <a:lnTo>
                    <a:pt x="515964" y="154466"/>
                  </a:lnTo>
                  <a:lnTo>
                    <a:pt x="545501" y="147107"/>
                  </a:lnTo>
                  <a:lnTo>
                    <a:pt x="573523" y="140126"/>
                  </a:lnTo>
                  <a:lnTo>
                    <a:pt x="600178" y="133486"/>
                  </a:lnTo>
                  <a:lnTo>
                    <a:pt x="625592" y="127155"/>
                  </a:lnTo>
                  <a:lnTo>
                    <a:pt x="649876" y="121105"/>
                  </a:lnTo>
                  <a:lnTo>
                    <a:pt x="673126" y="115313"/>
                  </a:lnTo>
                  <a:lnTo>
                    <a:pt x="695428" y="109758"/>
                  </a:lnTo>
                  <a:lnTo>
                    <a:pt x="716854" y="104420"/>
                  </a:lnTo>
                  <a:lnTo>
                    <a:pt x="737472" y="99283"/>
                  </a:lnTo>
                  <a:lnTo>
                    <a:pt x="757340" y="94334"/>
                  </a:lnTo>
                  <a:lnTo>
                    <a:pt x="776510" y="89558"/>
                  </a:lnTo>
                  <a:lnTo>
                    <a:pt x="795031" y="84944"/>
                  </a:lnTo>
                  <a:lnTo>
                    <a:pt x="812944" y="80482"/>
                  </a:lnTo>
                  <a:lnTo>
                    <a:pt x="830289" y="76161"/>
                  </a:lnTo>
                  <a:lnTo>
                    <a:pt x="847100" y="71973"/>
                  </a:lnTo>
                  <a:lnTo>
                    <a:pt x="863408" y="67910"/>
                  </a:lnTo>
                  <a:lnTo>
                    <a:pt x="879244" y="63965"/>
                  </a:lnTo>
                  <a:lnTo>
                    <a:pt x="894634" y="60131"/>
                  </a:lnTo>
                  <a:lnTo>
                    <a:pt x="909603" y="56402"/>
                  </a:lnTo>
                  <a:lnTo>
                    <a:pt x="924172" y="52773"/>
                  </a:lnTo>
                  <a:lnTo>
                    <a:pt x="938362" y="49238"/>
                  </a:lnTo>
                  <a:lnTo>
                    <a:pt x="952193" y="45792"/>
                  </a:lnTo>
                  <a:lnTo>
                    <a:pt x="965683" y="42431"/>
                  </a:lnTo>
                  <a:lnTo>
                    <a:pt x="978848" y="39152"/>
                  </a:lnTo>
                  <a:lnTo>
                    <a:pt x="991703" y="35949"/>
                  </a:lnTo>
                  <a:lnTo>
                    <a:pt x="1004262" y="32821"/>
                  </a:lnTo>
                  <a:lnTo>
                    <a:pt x="1016539" y="29762"/>
                  </a:lnTo>
                  <a:lnTo>
                    <a:pt x="1028546" y="26771"/>
                  </a:lnTo>
                  <a:lnTo>
                    <a:pt x="1040295" y="23844"/>
                  </a:lnTo>
                  <a:lnTo>
                    <a:pt x="1051797" y="20979"/>
                  </a:lnTo>
                  <a:lnTo>
                    <a:pt x="1063061" y="18173"/>
                  </a:lnTo>
                  <a:lnTo>
                    <a:pt x="1074098" y="15423"/>
                  </a:lnTo>
                  <a:lnTo>
                    <a:pt x="1084916" y="12728"/>
                  </a:lnTo>
                  <a:lnTo>
                    <a:pt x="1095524" y="10085"/>
                  </a:lnTo>
                  <a:lnTo>
                    <a:pt x="1105931" y="7493"/>
                  </a:lnTo>
                  <a:lnTo>
                    <a:pt x="1116142" y="4949"/>
                  </a:lnTo>
                  <a:lnTo>
                    <a:pt x="1126166" y="2452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52935" y="1775271"/>
              <a:ext cx="1136010" cy="50155"/>
            </a:xfrm>
            <a:custGeom>
              <a:avLst/>
              <a:pathLst>
                <a:path w="1136010" h="50155">
                  <a:moveTo>
                    <a:pt x="0" y="50155"/>
                  </a:moveTo>
                  <a:lnTo>
                    <a:pt x="72948" y="46934"/>
                  </a:lnTo>
                  <a:lnTo>
                    <a:pt x="137294" y="44093"/>
                  </a:lnTo>
                  <a:lnTo>
                    <a:pt x="194853" y="41552"/>
                  </a:lnTo>
                  <a:lnTo>
                    <a:pt x="246921" y="39253"/>
                  </a:lnTo>
                  <a:lnTo>
                    <a:pt x="294456" y="37154"/>
                  </a:lnTo>
                  <a:lnTo>
                    <a:pt x="338184" y="35224"/>
                  </a:lnTo>
                  <a:lnTo>
                    <a:pt x="378670" y="33436"/>
                  </a:lnTo>
                  <a:lnTo>
                    <a:pt x="416361" y="31772"/>
                  </a:lnTo>
                  <a:lnTo>
                    <a:pt x="451619" y="30216"/>
                  </a:lnTo>
                  <a:lnTo>
                    <a:pt x="484738" y="28753"/>
                  </a:lnTo>
                  <a:lnTo>
                    <a:pt x="515964" y="27375"/>
                  </a:lnTo>
                  <a:lnTo>
                    <a:pt x="545501" y="26071"/>
                  </a:lnTo>
                  <a:lnTo>
                    <a:pt x="573523" y="24833"/>
                  </a:lnTo>
                  <a:lnTo>
                    <a:pt x="600178" y="23657"/>
                  </a:lnTo>
                  <a:lnTo>
                    <a:pt x="625592" y="22535"/>
                  </a:lnTo>
                  <a:lnTo>
                    <a:pt x="649876" y="21462"/>
                  </a:lnTo>
                  <a:lnTo>
                    <a:pt x="673126" y="20436"/>
                  </a:lnTo>
                  <a:lnTo>
                    <a:pt x="695428" y="19451"/>
                  </a:lnTo>
                  <a:lnTo>
                    <a:pt x="716854" y="18505"/>
                  </a:lnTo>
                  <a:lnTo>
                    <a:pt x="737472" y="17595"/>
                  </a:lnTo>
                  <a:lnTo>
                    <a:pt x="757340" y="16718"/>
                  </a:lnTo>
                  <a:lnTo>
                    <a:pt x="776510" y="15872"/>
                  </a:lnTo>
                  <a:lnTo>
                    <a:pt x="795031" y="15054"/>
                  </a:lnTo>
                  <a:lnTo>
                    <a:pt x="812944" y="14263"/>
                  </a:lnTo>
                  <a:lnTo>
                    <a:pt x="830289" y="13497"/>
                  </a:lnTo>
                  <a:lnTo>
                    <a:pt x="847100" y="12755"/>
                  </a:lnTo>
                  <a:lnTo>
                    <a:pt x="863408" y="12035"/>
                  </a:lnTo>
                  <a:lnTo>
                    <a:pt x="879244" y="11336"/>
                  </a:lnTo>
                  <a:lnTo>
                    <a:pt x="894634" y="10656"/>
                  </a:lnTo>
                  <a:lnTo>
                    <a:pt x="909603" y="9995"/>
                  </a:lnTo>
                  <a:lnTo>
                    <a:pt x="924172" y="9352"/>
                  </a:lnTo>
                  <a:lnTo>
                    <a:pt x="938362" y="8726"/>
                  </a:lnTo>
                  <a:lnTo>
                    <a:pt x="952193" y="8115"/>
                  </a:lnTo>
                  <a:lnTo>
                    <a:pt x="965683" y="7519"/>
                  </a:lnTo>
                  <a:lnTo>
                    <a:pt x="978848" y="6938"/>
                  </a:lnTo>
                  <a:lnTo>
                    <a:pt x="991703" y="6371"/>
                  </a:lnTo>
                  <a:lnTo>
                    <a:pt x="1004262" y="5816"/>
                  </a:lnTo>
                  <a:lnTo>
                    <a:pt x="1016539" y="5274"/>
                  </a:lnTo>
                  <a:lnTo>
                    <a:pt x="1028546" y="4744"/>
                  </a:lnTo>
                  <a:lnTo>
                    <a:pt x="1040295" y="4225"/>
                  </a:lnTo>
                  <a:lnTo>
                    <a:pt x="1051797" y="3718"/>
                  </a:lnTo>
                  <a:lnTo>
                    <a:pt x="1063061" y="3220"/>
                  </a:lnTo>
                  <a:lnTo>
                    <a:pt x="1074098" y="2733"/>
                  </a:lnTo>
                  <a:lnTo>
                    <a:pt x="1084916" y="2255"/>
                  </a:lnTo>
                  <a:lnTo>
                    <a:pt x="1095524" y="1787"/>
                  </a:lnTo>
                  <a:lnTo>
                    <a:pt x="1105931" y="1328"/>
                  </a:lnTo>
                  <a:lnTo>
                    <a:pt x="1116142" y="877"/>
                  </a:lnTo>
                  <a:lnTo>
                    <a:pt x="1126166" y="434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52935" y="1698567"/>
              <a:ext cx="1136010" cy="429540"/>
            </a:xfrm>
            <a:custGeom>
              <a:avLst/>
              <a:pathLst>
                <a:path w="1136010" h="429540">
                  <a:moveTo>
                    <a:pt x="0" y="429540"/>
                  </a:moveTo>
                  <a:lnTo>
                    <a:pt x="72948" y="401957"/>
                  </a:lnTo>
                  <a:lnTo>
                    <a:pt x="137294" y="377627"/>
                  </a:lnTo>
                  <a:lnTo>
                    <a:pt x="194853" y="355863"/>
                  </a:lnTo>
                  <a:lnTo>
                    <a:pt x="246921" y="336176"/>
                  </a:lnTo>
                  <a:lnTo>
                    <a:pt x="294456" y="318202"/>
                  </a:lnTo>
                  <a:lnTo>
                    <a:pt x="338184" y="301668"/>
                  </a:lnTo>
                  <a:lnTo>
                    <a:pt x="378670" y="286360"/>
                  </a:lnTo>
                  <a:lnTo>
                    <a:pt x="416361" y="272108"/>
                  </a:lnTo>
                  <a:lnTo>
                    <a:pt x="451619" y="258777"/>
                  </a:lnTo>
                  <a:lnTo>
                    <a:pt x="484738" y="246254"/>
                  </a:lnTo>
                  <a:lnTo>
                    <a:pt x="515964" y="234447"/>
                  </a:lnTo>
                  <a:lnTo>
                    <a:pt x="545501" y="223279"/>
                  </a:lnTo>
                  <a:lnTo>
                    <a:pt x="573523" y="212683"/>
                  </a:lnTo>
                  <a:lnTo>
                    <a:pt x="600178" y="202605"/>
                  </a:lnTo>
                  <a:lnTo>
                    <a:pt x="625592" y="192995"/>
                  </a:lnTo>
                  <a:lnTo>
                    <a:pt x="649876" y="183813"/>
                  </a:lnTo>
                  <a:lnTo>
                    <a:pt x="673126" y="175022"/>
                  </a:lnTo>
                  <a:lnTo>
                    <a:pt x="695428" y="166589"/>
                  </a:lnTo>
                  <a:lnTo>
                    <a:pt x="716854" y="158488"/>
                  </a:lnTo>
                  <a:lnTo>
                    <a:pt x="737472" y="150692"/>
                  </a:lnTo>
                  <a:lnTo>
                    <a:pt x="757340" y="143180"/>
                  </a:lnTo>
                  <a:lnTo>
                    <a:pt x="776510" y="135931"/>
                  </a:lnTo>
                  <a:lnTo>
                    <a:pt x="795031" y="128928"/>
                  </a:lnTo>
                  <a:lnTo>
                    <a:pt x="812944" y="122155"/>
                  </a:lnTo>
                  <a:lnTo>
                    <a:pt x="830289" y="115597"/>
                  </a:lnTo>
                  <a:lnTo>
                    <a:pt x="847100" y="109240"/>
                  </a:lnTo>
                  <a:lnTo>
                    <a:pt x="863408" y="103074"/>
                  </a:lnTo>
                  <a:lnTo>
                    <a:pt x="879244" y="97086"/>
                  </a:lnTo>
                  <a:lnTo>
                    <a:pt x="894634" y="91267"/>
                  </a:lnTo>
                  <a:lnTo>
                    <a:pt x="909603" y="85607"/>
                  </a:lnTo>
                  <a:lnTo>
                    <a:pt x="924172" y="80098"/>
                  </a:lnTo>
                  <a:lnTo>
                    <a:pt x="938362" y="74733"/>
                  </a:lnTo>
                  <a:lnTo>
                    <a:pt x="952193" y="69503"/>
                  </a:lnTo>
                  <a:lnTo>
                    <a:pt x="965683" y="64402"/>
                  </a:lnTo>
                  <a:lnTo>
                    <a:pt x="978848" y="59425"/>
                  </a:lnTo>
                  <a:lnTo>
                    <a:pt x="991703" y="54564"/>
                  </a:lnTo>
                  <a:lnTo>
                    <a:pt x="1004262" y="49815"/>
                  </a:lnTo>
                  <a:lnTo>
                    <a:pt x="1016539" y="45173"/>
                  </a:lnTo>
                  <a:lnTo>
                    <a:pt x="1028546" y="40633"/>
                  </a:lnTo>
                  <a:lnTo>
                    <a:pt x="1040295" y="36191"/>
                  </a:lnTo>
                  <a:lnTo>
                    <a:pt x="1051797" y="31842"/>
                  </a:lnTo>
                  <a:lnTo>
                    <a:pt x="1063061" y="27582"/>
                  </a:lnTo>
                  <a:lnTo>
                    <a:pt x="1074098" y="23409"/>
                  </a:lnTo>
                  <a:lnTo>
                    <a:pt x="1084916" y="19319"/>
                  </a:lnTo>
                  <a:lnTo>
                    <a:pt x="1095524" y="15308"/>
                  </a:lnTo>
                  <a:lnTo>
                    <a:pt x="1105931" y="11373"/>
                  </a:lnTo>
                  <a:lnTo>
                    <a:pt x="1116142" y="7512"/>
                  </a:lnTo>
                  <a:lnTo>
                    <a:pt x="1126166" y="3721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52935" y="2041466"/>
              <a:ext cx="1136010" cy="214641"/>
            </a:xfrm>
            <a:custGeom>
              <a:avLst/>
              <a:pathLst>
                <a:path w="1136010" h="214641">
                  <a:moveTo>
                    <a:pt x="0" y="214641"/>
                  </a:moveTo>
                  <a:lnTo>
                    <a:pt x="72948" y="200858"/>
                  </a:lnTo>
                  <a:lnTo>
                    <a:pt x="137294" y="188700"/>
                  </a:lnTo>
                  <a:lnTo>
                    <a:pt x="194853" y="177825"/>
                  </a:lnTo>
                  <a:lnTo>
                    <a:pt x="246921" y="167987"/>
                  </a:lnTo>
                  <a:lnTo>
                    <a:pt x="294456" y="159005"/>
                  </a:lnTo>
                  <a:lnTo>
                    <a:pt x="338184" y="150743"/>
                  </a:lnTo>
                  <a:lnTo>
                    <a:pt x="378670" y="143094"/>
                  </a:lnTo>
                  <a:lnTo>
                    <a:pt x="416361" y="135972"/>
                  </a:lnTo>
                  <a:lnTo>
                    <a:pt x="451619" y="129310"/>
                  </a:lnTo>
                  <a:lnTo>
                    <a:pt x="484738" y="123053"/>
                  </a:lnTo>
                  <a:lnTo>
                    <a:pt x="515964" y="117153"/>
                  </a:lnTo>
                  <a:lnTo>
                    <a:pt x="545501" y="111572"/>
                  </a:lnTo>
                  <a:lnTo>
                    <a:pt x="573523" y="106277"/>
                  </a:lnTo>
                  <a:lnTo>
                    <a:pt x="600178" y="101241"/>
                  </a:lnTo>
                  <a:lnTo>
                    <a:pt x="625592" y="96439"/>
                  </a:lnTo>
                  <a:lnTo>
                    <a:pt x="649876" y="91851"/>
                  </a:lnTo>
                  <a:lnTo>
                    <a:pt x="673126" y="87458"/>
                  </a:lnTo>
                  <a:lnTo>
                    <a:pt x="695428" y="83244"/>
                  </a:lnTo>
                  <a:lnTo>
                    <a:pt x="716854" y="79196"/>
                  </a:lnTo>
                  <a:lnTo>
                    <a:pt x="737472" y="75300"/>
                  </a:lnTo>
                  <a:lnTo>
                    <a:pt x="757340" y="71547"/>
                  </a:lnTo>
                  <a:lnTo>
                    <a:pt x="776510" y="67924"/>
                  </a:lnTo>
                  <a:lnTo>
                    <a:pt x="795031" y="64425"/>
                  </a:lnTo>
                  <a:lnTo>
                    <a:pt x="812944" y="61041"/>
                  </a:lnTo>
                  <a:lnTo>
                    <a:pt x="830289" y="57763"/>
                  </a:lnTo>
                  <a:lnTo>
                    <a:pt x="847100" y="54587"/>
                  </a:lnTo>
                  <a:lnTo>
                    <a:pt x="863408" y="51506"/>
                  </a:lnTo>
                  <a:lnTo>
                    <a:pt x="879244" y="48514"/>
                  </a:lnTo>
                  <a:lnTo>
                    <a:pt x="894634" y="45606"/>
                  </a:lnTo>
                  <a:lnTo>
                    <a:pt x="909603" y="42778"/>
                  </a:lnTo>
                  <a:lnTo>
                    <a:pt x="924172" y="40025"/>
                  </a:lnTo>
                  <a:lnTo>
                    <a:pt x="938362" y="37344"/>
                  </a:lnTo>
                  <a:lnTo>
                    <a:pt x="952193" y="34730"/>
                  </a:lnTo>
                  <a:lnTo>
                    <a:pt x="965683" y="32182"/>
                  </a:lnTo>
                  <a:lnTo>
                    <a:pt x="978848" y="29694"/>
                  </a:lnTo>
                  <a:lnTo>
                    <a:pt x="991703" y="27265"/>
                  </a:lnTo>
                  <a:lnTo>
                    <a:pt x="1004262" y="24892"/>
                  </a:lnTo>
                  <a:lnTo>
                    <a:pt x="1016539" y="22573"/>
                  </a:lnTo>
                  <a:lnTo>
                    <a:pt x="1028546" y="20304"/>
                  </a:lnTo>
                  <a:lnTo>
                    <a:pt x="1040295" y="18084"/>
                  </a:lnTo>
                  <a:lnTo>
                    <a:pt x="1051797" y="15911"/>
                  </a:lnTo>
                  <a:lnTo>
                    <a:pt x="1063061" y="13783"/>
                  </a:lnTo>
                  <a:lnTo>
                    <a:pt x="1074098" y="11697"/>
                  </a:lnTo>
                  <a:lnTo>
                    <a:pt x="1084916" y="9653"/>
                  </a:lnTo>
                  <a:lnTo>
                    <a:pt x="1095524" y="7649"/>
                  </a:lnTo>
                  <a:lnTo>
                    <a:pt x="1105931" y="5683"/>
                  </a:lnTo>
                  <a:lnTo>
                    <a:pt x="1116142" y="3753"/>
                  </a:lnTo>
                  <a:lnTo>
                    <a:pt x="1126166" y="1859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52935" y="2187910"/>
              <a:ext cx="1136010" cy="6676"/>
            </a:xfrm>
            <a:custGeom>
              <a:avLst/>
              <a:pathLst>
                <a:path w="1136010" h="6676">
                  <a:moveTo>
                    <a:pt x="0" y="6676"/>
                  </a:moveTo>
                  <a:lnTo>
                    <a:pt x="72948" y="6247"/>
                  </a:lnTo>
                  <a:lnTo>
                    <a:pt x="137294" y="5869"/>
                  </a:lnTo>
                  <a:lnTo>
                    <a:pt x="194853" y="5531"/>
                  </a:lnTo>
                  <a:lnTo>
                    <a:pt x="246921" y="5225"/>
                  </a:lnTo>
                  <a:lnTo>
                    <a:pt x="294456" y="4945"/>
                  </a:lnTo>
                  <a:lnTo>
                    <a:pt x="338184" y="4688"/>
                  </a:lnTo>
                  <a:lnTo>
                    <a:pt x="378670" y="4450"/>
                  </a:lnTo>
                  <a:lnTo>
                    <a:pt x="416361" y="4229"/>
                  </a:lnTo>
                  <a:lnTo>
                    <a:pt x="451619" y="4022"/>
                  </a:lnTo>
                  <a:lnTo>
                    <a:pt x="484738" y="3827"/>
                  </a:lnTo>
                  <a:lnTo>
                    <a:pt x="515964" y="3643"/>
                  </a:lnTo>
                  <a:lnTo>
                    <a:pt x="545501" y="3470"/>
                  </a:lnTo>
                  <a:lnTo>
                    <a:pt x="573523" y="3305"/>
                  </a:lnTo>
                  <a:lnTo>
                    <a:pt x="600178" y="3149"/>
                  </a:lnTo>
                  <a:lnTo>
                    <a:pt x="625592" y="2999"/>
                  </a:lnTo>
                  <a:lnTo>
                    <a:pt x="649876" y="2856"/>
                  </a:lnTo>
                  <a:lnTo>
                    <a:pt x="673126" y="2720"/>
                  </a:lnTo>
                  <a:lnTo>
                    <a:pt x="695428" y="2589"/>
                  </a:lnTo>
                  <a:lnTo>
                    <a:pt x="716854" y="2463"/>
                  </a:lnTo>
                  <a:lnTo>
                    <a:pt x="737472" y="2342"/>
                  </a:lnTo>
                  <a:lnTo>
                    <a:pt x="757340" y="2225"/>
                  </a:lnTo>
                  <a:lnTo>
                    <a:pt x="776510" y="2112"/>
                  </a:lnTo>
                  <a:lnTo>
                    <a:pt x="795031" y="2003"/>
                  </a:lnTo>
                  <a:lnTo>
                    <a:pt x="812944" y="1898"/>
                  </a:lnTo>
                  <a:lnTo>
                    <a:pt x="830289" y="1796"/>
                  </a:lnTo>
                  <a:lnTo>
                    <a:pt x="847100" y="1697"/>
                  </a:lnTo>
                  <a:lnTo>
                    <a:pt x="863408" y="1602"/>
                  </a:lnTo>
                  <a:lnTo>
                    <a:pt x="879244" y="1508"/>
                  </a:lnTo>
                  <a:lnTo>
                    <a:pt x="894634" y="1418"/>
                  </a:lnTo>
                  <a:lnTo>
                    <a:pt x="909603" y="1330"/>
                  </a:lnTo>
                  <a:lnTo>
                    <a:pt x="924172" y="1244"/>
                  </a:lnTo>
                  <a:lnTo>
                    <a:pt x="938362" y="1161"/>
                  </a:lnTo>
                  <a:lnTo>
                    <a:pt x="952193" y="1080"/>
                  </a:lnTo>
                  <a:lnTo>
                    <a:pt x="965683" y="1001"/>
                  </a:lnTo>
                  <a:lnTo>
                    <a:pt x="978848" y="923"/>
                  </a:lnTo>
                  <a:lnTo>
                    <a:pt x="991703" y="848"/>
                  </a:lnTo>
                  <a:lnTo>
                    <a:pt x="1004262" y="774"/>
                  </a:lnTo>
                  <a:lnTo>
                    <a:pt x="1016539" y="702"/>
                  </a:lnTo>
                  <a:lnTo>
                    <a:pt x="1028546" y="631"/>
                  </a:lnTo>
                  <a:lnTo>
                    <a:pt x="1040295" y="562"/>
                  </a:lnTo>
                  <a:lnTo>
                    <a:pt x="1051797" y="494"/>
                  </a:lnTo>
                  <a:lnTo>
                    <a:pt x="1063061" y="428"/>
                  </a:lnTo>
                  <a:lnTo>
                    <a:pt x="1074098" y="363"/>
                  </a:lnTo>
                  <a:lnTo>
                    <a:pt x="1084916" y="300"/>
                  </a:lnTo>
                  <a:lnTo>
                    <a:pt x="1095524" y="237"/>
                  </a:lnTo>
                  <a:lnTo>
                    <a:pt x="1105931" y="176"/>
                  </a:lnTo>
                  <a:lnTo>
                    <a:pt x="1116142" y="116"/>
                  </a:lnTo>
                  <a:lnTo>
                    <a:pt x="1126166" y="57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52935" y="1728815"/>
              <a:ext cx="1136010" cy="78988"/>
            </a:xfrm>
            <a:custGeom>
              <a:avLst/>
              <a:pathLst>
                <a:path w="1136010" h="78988">
                  <a:moveTo>
                    <a:pt x="0" y="0"/>
                  </a:moveTo>
                  <a:lnTo>
                    <a:pt x="72948" y="5072"/>
                  </a:lnTo>
                  <a:lnTo>
                    <a:pt x="137294" y="9546"/>
                  </a:lnTo>
                  <a:lnTo>
                    <a:pt x="194853" y="13548"/>
                  </a:lnTo>
                  <a:lnTo>
                    <a:pt x="246921" y="17168"/>
                  </a:lnTo>
                  <a:lnTo>
                    <a:pt x="294456" y="20473"/>
                  </a:lnTo>
                  <a:lnTo>
                    <a:pt x="338184" y="23514"/>
                  </a:lnTo>
                  <a:lnTo>
                    <a:pt x="378670" y="26329"/>
                  </a:lnTo>
                  <a:lnTo>
                    <a:pt x="416361" y="28950"/>
                  </a:lnTo>
                  <a:lnTo>
                    <a:pt x="451619" y="31401"/>
                  </a:lnTo>
                  <a:lnTo>
                    <a:pt x="484738" y="33704"/>
                  </a:lnTo>
                  <a:lnTo>
                    <a:pt x="515964" y="35875"/>
                  </a:lnTo>
                  <a:lnTo>
                    <a:pt x="545501" y="37929"/>
                  </a:lnTo>
                  <a:lnTo>
                    <a:pt x="573523" y="39877"/>
                  </a:lnTo>
                  <a:lnTo>
                    <a:pt x="600178" y="41731"/>
                  </a:lnTo>
                  <a:lnTo>
                    <a:pt x="625592" y="43498"/>
                  </a:lnTo>
                  <a:lnTo>
                    <a:pt x="649876" y="45186"/>
                  </a:lnTo>
                  <a:lnTo>
                    <a:pt x="673126" y="46803"/>
                  </a:lnTo>
                  <a:lnTo>
                    <a:pt x="695428" y="48353"/>
                  </a:lnTo>
                  <a:lnTo>
                    <a:pt x="716854" y="49843"/>
                  </a:lnTo>
                  <a:lnTo>
                    <a:pt x="737472" y="51277"/>
                  </a:lnTo>
                  <a:lnTo>
                    <a:pt x="757340" y="52658"/>
                  </a:lnTo>
                  <a:lnTo>
                    <a:pt x="776510" y="53991"/>
                  </a:lnTo>
                  <a:lnTo>
                    <a:pt x="795031" y="55279"/>
                  </a:lnTo>
                  <a:lnTo>
                    <a:pt x="812944" y="56525"/>
                  </a:lnTo>
                  <a:lnTo>
                    <a:pt x="830289" y="57731"/>
                  </a:lnTo>
                  <a:lnTo>
                    <a:pt x="847100" y="58899"/>
                  </a:lnTo>
                  <a:lnTo>
                    <a:pt x="863408" y="60033"/>
                  </a:lnTo>
                  <a:lnTo>
                    <a:pt x="879244" y="61135"/>
                  </a:lnTo>
                  <a:lnTo>
                    <a:pt x="894634" y="62205"/>
                  </a:lnTo>
                  <a:lnTo>
                    <a:pt x="909603" y="63245"/>
                  </a:lnTo>
                  <a:lnTo>
                    <a:pt x="924172" y="64258"/>
                  </a:lnTo>
                  <a:lnTo>
                    <a:pt x="938362" y="65245"/>
                  </a:lnTo>
                  <a:lnTo>
                    <a:pt x="952193" y="66207"/>
                  </a:lnTo>
                  <a:lnTo>
                    <a:pt x="965683" y="67145"/>
                  </a:lnTo>
                  <a:lnTo>
                    <a:pt x="978848" y="68060"/>
                  </a:lnTo>
                  <a:lnTo>
                    <a:pt x="991703" y="68954"/>
                  </a:lnTo>
                  <a:lnTo>
                    <a:pt x="1004262" y="69827"/>
                  </a:lnTo>
                  <a:lnTo>
                    <a:pt x="1016539" y="70681"/>
                  </a:lnTo>
                  <a:lnTo>
                    <a:pt x="1028546" y="71516"/>
                  </a:lnTo>
                  <a:lnTo>
                    <a:pt x="1040295" y="72333"/>
                  </a:lnTo>
                  <a:lnTo>
                    <a:pt x="1051797" y="73132"/>
                  </a:lnTo>
                  <a:lnTo>
                    <a:pt x="1063061" y="73916"/>
                  </a:lnTo>
                  <a:lnTo>
                    <a:pt x="1074098" y="74683"/>
                  </a:lnTo>
                  <a:lnTo>
                    <a:pt x="1084916" y="75435"/>
                  </a:lnTo>
                  <a:lnTo>
                    <a:pt x="1095524" y="76173"/>
                  </a:lnTo>
                  <a:lnTo>
                    <a:pt x="1105931" y="76896"/>
                  </a:lnTo>
                  <a:lnTo>
                    <a:pt x="1116142" y="77606"/>
                  </a:lnTo>
                  <a:lnTo>
                    <a:pt x="1126166" y="78303"/>
                  </a:lnTo>
                  <a:lnTo>
                    <a:pt x="1136010" y="7898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52935" y="1818355"/>
              <a:ext cx="1136010" cy="144221"/>
            </a:xfrm>
            <a:custGeom>
              <a:avLst/>
              <a:pathLst>
                <a:path w="1136010" h="144221">
                  <a:moveTo>
                    <a:pt x="0" y="144221"/>
                  </a:moveTo>
                  <a:lnTo>
                    <a:pt x="72948" y="134959"/>
                  </a:lnTo>
                  <a:lnTo>
                    <a:pt x="137294" y="126791"/>
                  </a:lnTo>
                  <a:lnTo>
                    <a:pt x="194853" y="119483"/>
                  </a:lnTo>
                  <a:lnTo>
                    <a:pt x="246921" y="112873"/>
                  </a:lnTo>
                  <a:lnTo>
                    <a:pt x="294456" y="106838"/>
                  </a:lnTo>
                  <a:lnTo>
                    <a:pt x="338184" y="101287"/>
                  </a:lnTo>
                  <a:lnTo>
                    <a:pt x="378670" y="96147"/>
                  </a:lnTo>
                  <a:lnTo>
                    <a:pt x="416361" y="91362"/>
                  </a:lnTo>
                  <a:lnTo>
                    <a:pt x="451619" y="86886"/>
                  </a:lnTo>
                  <a:lnTo>
                    <a:pt x="484738" y="82681"/>
                  </a:lnTo>
                  <a:lnTo>
                    <a:pt x="515964" y="78717"/>
                  </a:lnTo>
                  <a:lnTo>
                    <a:pt x="545501" y="74967"/>
                  </a:lnTo>
                  <a:lnTo>
                    <a:pt x="573523" y="71409"/>
                  </a:lnTo>
                  <a:lnTo>
                    <a:pt x="600178" y="68026"/>
                  </a:lnTo>
                  <a:lnTo>
                    <a:pt x="625592" y="64799"/>
                  </a:lnTo>
                  <a:lnTo>
                    <a:pt x="649876" y="61716"/>
                  </a:lnTo>
                  <a:lnTo>
                    <a:pt x="673126" y="58764"/>
                  </a:lnTo>
                  <a:lnTo>
                    <a:pt x="695428" y="55933"/>
                  </a:lnTo>
                  <a:lnTo>
                    <a:pt x="716854" y="53213"/>
                  </a:lnTo>
                  <a:lnTo>
                    <a:pt x="737472" y="50596"/>
                  </a:lnTo>
                  <a:lnTo>
                    <a:pt x="757340" y="48073"/>
                  </a:lnTo>
                  <a:lnTo>
                    <a:pt x="776510" y="45639"/>
                  </a:lnTo>
                  <a:lnTo>
                    <a:pt x="795031" y="43288"/>
                  </a:lnTo>
                  <a:lnTo>
                    <a:pt x="812944" y="41014"/>
                  </a:lnTo>
                  <a:lnTo>
                    <a:pt x="830289" y="38812"/>
                  </a:lnTo>
                  <a:lnTo>
                    <a:pt x="847100" y="36678"/>
                  </a:lnTo>
                  <a:lnTo>
                    <a:pt x="863408" y="34607"/>
                  </a:lnTo>
                  <a:lnTo>
                    <a:pt x="879244" y="32597"/>
                  </a:lnTo>
                  <a:lnTo>
                    <a:pt x="894634" y="30643"/>
                  </a:lnTo>
                  <a:lnTo>
                    <a:pt x="909603" y="28743"/>
                  </a:lnTo>
                  <a:lnTo>
                    <a:pt x="924172" y="26893"/>
                  </a:lnTo>
                  <a:lnTo>
                    <a:pt x="938362" y="25092"/>
                  </a:lnTo>
                  <a:lnTo>
                    <a:pt x="952193" y="23336"/>
                  </a:lnTo>
                  <a:lnTo>
                    <a:pt x="965683" y="21623"/>
                  </a:lnTo>
                  <a:lnTo>
                    <a:pt x="978848" y="19952"/>
                  </a:lnTo>
                  <a:lnTo>
                    <a:pt x="991703" y="18320"/>
                  </a:lnTo>
                  <a:lnTo>
                    <a:pt x="1004262" y="16725"/>
                  </a:lnTo>
                  <a:lnTo>
                    <a:pt x="1016539" y="15167"/>
                  </a:lnTo>
                  <a:lnTo>
                    <a:pt x="1028546" y="13642"/>
                  </a:lnTo>
                  <a:lnTo>
                    <a:pt x="1040295" y="12151"/>
                  </a:lnTo>
                  <a:lnTo>
                    <a:pt x="1051797" y="10691"/>
                  </a:lnTo>
                  <a:lnTo>
                    <a:pt x="1063061" y="9261"/>
                  </a:lnTo>
                  <a:lnTo>
                    <a:pt x="1074098" y="7859"/>
                  </a:lnTo>
                  <a:lnTo>
                    <a:pt x="1084916" y="6486"/>
                  </a:lnTo>
                  <a:lnTo>
                    <a:pt x="1095524" y="5139"/>
                  </a:lnTo>
                  <a:lnTo>
                    <a:pt x="1105931" y="3818"/>
                  </a:lnTo>
                  <a:lnTo>
                    <a:pt x="1116142" y="2522"/>
                  </a:lnTo>
                  <a:lnTo>
                    <a:pt x="1126166" y="1249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52935" y="1559889"/>
              <a:ext cx="1136010" cy="332545"/>
            </a:xfrm>
            <a:custGeom>
              <a:avLst/>
              <a:pathLst>
                <a:path w="1136010" h="332545">
                  <a:moveTo>
                    <a:pt x="0" y="332545"/>
                  </a:moveTo>
                  <a:lnTo>
                    <a:pt x="72948" y="311190"/>
                  </a:lnTo>
                  <a:lnTo>
                    <a:pt x="137294" y="292354"/>
                  </a:lnTo>
                  <a:lnTo>
                    <a:pt x="194853" y="275505"/>
                  </a:lnTo>
                  <a:lnTo>
                    <a:pt x="246921" y="260263"/>
                  </a:lnTo>
                  <a:lnTo>
                    <a:pt x="294456" y="246348"/>
                  </a:lnTo>
                  <a:lnTo>
                    <a:pt x="338184" y="233548"/>
                  </a:lnTo>
                  <a:lnTo>
                    <a:pt x="378670" y="221696"/>
                  </a:lnTo>
                  <a:lnTo>
                    <a:pt x="416361" y="210663"/>
                  </a:lnTo>
                  <a:lnTo>
                    <a:pt x="451619" y="200342"/>
                  </a:lnTo>
                  <a:lnTo>
                    <a:pt x="484738" y="190647"/>
                  </a:lnTo>
                  <a:lnTo>
                    <a:pt x="515964" y="181506"/>
                  </a:lnTo>
                  <a:lnTo>
                    <a:pt x="545501" y="172859"/>
                  </a:lnTo>
                  <a:lnTo>
                    <a:pt x="573523" y="164657"/>
                  </a:lnTo>
                  <a:lnTo>
                    <a:pt x="600178" y="156854"/>
                  </a:lnTo>
                  <a:lnTo>
                    <a:pt x="625592" y="149415"/>
                  </a:lnTo>
                  <a:lnTo>
                    <a:pt x="649876" y="142306"/>
                  </a:lnTo>
                  <a:lnTo>
                    <a:pt x="673126" y="135500"/>
                  </a:lnTo>
                  <a:lnTo>
                    <a:pt x="695428" y="128971"/>
                  </a:lnTo>
                  <a:lnTo>
                    <a:pt x="716854" y="122699"/>
                  </a:lnTo>
                  <a:lnTo>
                    <a:pt x="737472" y="116664"/>
                  </a:lnTo>
                  <a:lnTo>
                    <a:pt x="757340" y="110848"/>
                  </a:lnTo>
                  <a:lnTo>
                    <a:pt x="776510" y="105236"/>
                  </a:lnTo>
                  <a:lnTo>
                    <a:pt x="795031" y="99815"/>
                  </a:lnTo>
                  <a:lnTo>
                    <a:pt x="812944" y="94571"/>
                  </a:lnTo>
                  <a:lnTo>
                    <a:pt x="830289" y="89493"/>
                  </a:lnTo>
                  <a:lnTo>
                    <a:pt x="847100" y="84572"/>
                  </a:lnTo>
                  <a:lnTo>
                    <a:pt x="863408" y="79798"/>
                  </a:lnTo>
                  <a:lnTo>
                    <a:pt x="879244" y="75163"/>
                  </a:lnTo>
                  <a:lnTo>
                    <a:pt x="894634" y="70658"/>
                  </a:lnTo>
                  <a:lnTo>
                    <a:pt x="909603" y="66276"/>
                  </a:lnTo>
                  <a:lnTo>
                    <a:pt x="924172" y="62011"/>
                  </a:lnTo>
                  <a:lnTo>
                    <a:pt x="938362" y="57857"/>
                  </a:lnTo>
                  <a:lnTo>
                    <a:pt x="952193" y="53808"/>
                  </a:lnTo>
                  <a:lnTo>
                    <a:pt x="965683" y="49859"/>
                  </a:lnTo>
                  <a:lnTo>
                    <a:pt x="978848" y="46006"/>
                  </a:lnTo>
                  <a:lnTo>
                    <a:pt x="991703" y="42243"/>
                  </a:lnTo>
                  <a:lnTo>
                    <a:pt x="1004262" y="38566"/>
                  </a:lnTo>
                  <a:lnTo>
                    <a:pt x="1016539" y="34972"/>
                  </a:lnTo>
                  <a:lnTo>
                    <a:pt x="1028546" y="31457"/>
                  </a:lnTo>
                  <a:lnTo>
                    <a:pt x="1040295" y="28018"/>
                  </a:lnTo>
                  <a:lnTo>
                    <a:pt x="1051797" y="24651"/>
                  </a:lnTo>
                  <a:lnTo>
                    <a:pt x="1063061" y="21354"/>
                  </a:lnTo>
                  <a:lnTo>
                    <a:pt x="1074098" y="18123"/>
                  </a:lnTo>
                  <a:lnTo>
                    <a:pt x="1084916" y="14956"/>
                  </a:lnTo>
                  <a:lnTo>
                    <a:pt x="1095524" y="11851"/>
                  </a:lnTo>
                  <a:lnTo>
                    <a:pt x="1105931" y="8805"/>
                  </a:lnTo>
                  <a:lnTo>
                    <a:pt x="1116142" y="5815"/>
                  </a:lnTo>
                  <a:lnTo>
                    <a:pt x="1126166" y="2881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52935" y="2030727"/>
              <a:ext cx="1136010" cy="13891"/>
            </a:xfrm>
            <a:custGeom>
              <a:avLst/>
              <a:pathLst>
                <a:path w="1136010" h="13891">
                  <a:moveTo>
                    <a:pt x="0" y="13891"/>
                  </a:moveTo>
                  <a:lnTo>
                    <a:pt x="72948" y="12999"/>
                  </a:lnTo>
                  <a:lnTo>
                    <a:pt x="137294" y="12212"/>
                  </a:lnTo>
                  <a:lnTo>
                    <a:pt x="194853" y="11508"/>
                  </a:lnTo>
                  <a:lnTo>
                    <a:pt x="246921" y="10871"/>
                  </a:lnTo>
                  <a:lnTo>
                    <a:pt x="294456" y="10290"/>
                  </a:lnTo>
                  <a:lnTo>
                    <a:pt x="338184" y="9755"/>
                  </a:lnTo>
                  <a:lnTo>
                    <a:pt x="378670" y="9260"/>
                  </a:lnTo>
                  <a:lnTo>
                    <a:pt x="416361" y="8799"/>
                  </a:lnTo>
                  <a:lnTo>
                    <a:pt x="451619" y="8368"/>
                  </a:lnTo>
                  <a:lnTo>
                    <a:pt x="484738" y="7963"/>
                  </a:lnTo>
                  <a:lnTo>
                    <a:pt x="515964" y="7581"/>
                  </a:lnTo>
                  <a:lnTo>
                    <a:pt x="545501" y="7220"/>
                  </a:lnTo>
                  <a:lnTo>
                    <a:pt x="573523" y="6878"/>
                  </a:lnTo>
                  <a:lnTo>
                    <a:pt x="600178" y="6552"/>
                  </a:lnTo>
                  <a:lnTo>
                    <a:pt x="625592" y="6241"/>
                  </a:lnTo>
                  <a:lnTo>
                    <a:pt x="649876" y="5944"/>
                  </a:lnTo>
                  <a:lnTo>
                    <a:pt x="673126" y="5660"/>
                  </a:lnTo>
                  <a:lnTo>
                    <a:pt x="695428" y="5387"/>
                  </a:lnTo>
                  <a:lnTo>
                    <a:pt x="716854" y="5125"/>
                  </a:lnTo>
                  <a:lnTo>
                    <a:pt x="737472" y="4873"/>
                  </a:lnTo>
                  <a:lnTo>
                    <a:pt x="757340" y="4630"/>
                  </a:lnTo>
                  <a:lnTo>
                    <a:pt x="776510" y="4395"/>
                  </a:lnTo>
                  <a:lnTo>
                    <a:pt x="795031" y="4169"/>
                  </a:lnTo>
                  <a:lnTo>
                    <a:pt x="812944" y="3950"/>
                  </a:lnTo>
                  <a:lnTo>
                    <a:pt x="830289" y="3738"/>
                  </a:lnTo>
                  <a:lnTo>
                    <a:pt x="847100" y="3532"/>
                  </a:lnTo>
                  <a:lnTo>
                    <a:pt x="863408" y="3333"/>
                  </a:lnTo>
                  <a:lnTo>
                    <a:pt x="879244" y="3139"/>
                  </a:lnTo>
                  <a:lnTo>
                    <a:pt x="894634" y="2951"/>
                  </a:lnTo>
                  <a:lnTo>
                    <a:pt x="909603" y="2768"/>
                  </a:lnTo>
                  <a:lnTo>
                    <a:pt x="924172" y="2590"/>
                  </a:lnTo>
                  <a:lnTo>
                    <a:pt x="938362" y="2416"/>
                  </a:lnTo>
                  <a:lnTo>
                    <a:pt x="952193" y="2247"/>
                  </a:lnTo>
                  <a:lnTo>
                    <a:pt x="965683" y="2082"/>
                  </a:lnTo>
                  <a:lnTo>
                    <a:pt x="978848" y="1921"/>
                  </a:lnTo>
                  <a:lnTo>
                    <a:pt x="991703" y="1764"/>
                  </a:lnTo>
                  <a:lnTo>
                    <a:pt x="1004262" y="1611"/>
                  </a:lnTo>
                  <a:lnTo>
                    <a:pt x="1016539" y="1460"/>
                  </a:lnTo>
                  <a:lnTo>
                    <a:pt x="1028546" y="1314"/>
                  </a:lnTo>
                  <a:lnTo>
                    <a:pt x="1040295" y="1170"/>
                  </a:lnTo>
                  <a:lnTo>
                    <a:pt x="1051797" y="1029"/>
                  </a:lnTo>
                  <a:lnTo>
                    <a:pt x="1063061" y="892"/>
                  </a:lnTo>
                  <a:lnTo>
                    <a:pt x="1074098" y="757"/>
                  </a:lnTo>
                  <a:lnTo>
                    <a:pt x="1084916" y="624"/>
                  </a:lnTo>
                  <a:lnTo>
                    <a:pt x="1095524" y="495"/>
                  </a:lnTo>
                  <a:lnTo>
                    <a:pt x="1105931" y="367"/>
                  </a:lnTo>
                  <a:lnTo>
                    <a:pt x="1116142" y="242"/>
                  </a:lnTo>
                  <a:lnTo>
                    <a:pt x="1126166" y="120"/>
                  </a:lnTo>
                  <a:lnTo>
                    <a:pt x="113601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77350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741874" y="20767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741874" y="17062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741874" y="133565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773505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5293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323160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61027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988945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tx210"/>
            <p:cNvSpPr/>
            <p:nvPr/>
          </p:nvSpPr>
          <p:spPr>
            <a:xfrm>
              <a:off x="2773505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2" name="rc211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73436" y="206978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65185" y="209145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39845" y="219370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73676" y="189114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54055" y="192530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62242" y="187467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43313" y="216330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37365" y="203603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34865" y="211797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69072" y="171017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07226" y="22286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23838" y="204177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08021" y="16486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14405" y="20534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58123" y="227108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48027" y="22668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41262" y="210420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55075" y="22403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40711" y="163997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50409" y="12098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28179" y="200473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43836" y="21191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42488" y="20966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54479" y="214755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28740" y="203665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39253" y="18956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47421" y="196598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14650" y="204755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5011224" y="220963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5026067" y="22224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05229" y="211908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14779" y="20925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988776" y="127805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5029353" y="21130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99245" y="166618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36219" y="17532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5007454" y="22210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09821" y="121101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5004111" y="22249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85300" y="217787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14571" y="172883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35444" y="20310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007477" y="207293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033457" y="134248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037801" y="210944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007629" y="212457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993669" y="186847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038013" y="190457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413085" y="21586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99247" y="218573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72520" y="22194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66748" y="21555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86579" y="16375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67312" y="217523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72786" y="176451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95182" y="222659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97442" y="13149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89465" y="13427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95491" y="20750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414856" y="207986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97136" y="194426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68100" y="20666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64323" y="199038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82549" y="220008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75399" y="218741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86195" y="201029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77521" y="205058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69883" y="187840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86358" y="124251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75036" y="18239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390035" y="212498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93703" y="17947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83934" y="2056785"/>
              <a:ext cx="1135038" cy="86414"/>
            </a:xfrm>
            <a:custGeom>
              <a:avLst/>
              <a:pathLst>
                <a:path w="1135038" h="86414">
                  <a:moveTo>
                    <a:pt x="0" y="86414"/>
                  </a:moveTo>
                  <a:lnTo>
                    <a:pt x="72886" y="80865"/>
                  </a:lnTo>
                  <a:lnTo>
                    <a:pt x="137177" y="75971"/>
                  </a:lnTo>
                  <a:lnTo>
                    <a:pt x="194686" y="71592"/>
                  </a:lnTo>
                  <a:lnTo>
                    <a:pt x="246710" y="67631"/>
                  </a:lnTo>
                  <a:lnTo>
                    <a:pt x="294204" y="64016"/>
                  </a:lnTo>
                  <a:lnTo>
                    <a:pt x="337895" y="60689"/>
                  </a:lnTo>
                  <a:lnTo>
                    <a:pt x="378346" y="57609"/>
                  </a:lnTo>
                  <a:lnTo>
                    <a:pt x="416005" y="54742"/>
                  </a:lnTo>
                  <a:lnTo>
                    <a:pt x="451232" y="52060"/>
                  </a:lnTo>
                  <a:lnTo>
                    <a:pt x="484324" y="49541"/>
                  </a:lnTo>
                  <a:lnTo>
                    <a:pt x="515523" y="47166"/>
                  </a:lnTo>
                  <a:lnTo>
                    <a:pt x="545035" y="44919"/>
                  </a:lnTo>
                  <a:lnTo>
                    <a:pt x="573033" y="42787"/>
                  </a:lnTo>
                  <a:lnTo>
                    <a:pt x="599664" y="40760"/>
                  </a:lnTo>
                  <a:lnTo>
                    <a:pt x="625056" y="38826"/>
                  </a:lnTo>
                  <a:lnTo>
                    <a:pt x="649320" y="36979"/>
                  </a:lnTo>
                  <a:lnTo>
                    <a:pt x="672551" y="35211"/>
                  </a:lnTo>
                  <a:lnTo>
                    <a:pt x="694833" y="33514"/>
                  </a:lnTo>
                  <a:lnTo>
                    <a:pt x="716241" y="31884"/>
                  </a:lnTo>
                  <a:lnTo>
                    <a:pt x="736841" y="30316"/>
                  </a:lnTo>
                  <a:lnTo>
                    <a:pt x="756692" y="28804"/>
                  </a:lnTo>
                  <a:lnTo>
                    <a:pt x="775846" y="27346"/>
                  </a:lnTo>
                  <a:lnTo>
                    <a:pt x="794351" y="25937"/>
                  </a:lnTo>
                  <a:lnTo>
                    <a:pt x="812249" y="24575"/>
                  </a:lnTo>
                  <a:lnTo>
                    <a:pt x="829579" y="23255"/>
                  </a:lnTo>
                  <a:lnTo>
                    <a:pt x="846375" y="21977"/>
                  </a:lnTo>
                  <a:lnTo>
                    <a:pt x="862670" y="20736"/>
                  </a:lnTo>
                  <a:lnTo>
                    <a:pt x="878492" y="19531"/>
                  </a:lnTo>
                  <a:lnTo>
                    <a:pt x="893869" y="18361"/>
                  </a:lnTo>
                  <a:lnTo>
                    <a:pt x="908824" y="17222"/>
                  </a:lnTo>
                  <a:lnTo>
                    <a:pt x="923381" y="16114"/>
                  </a:lnTo>
                  <a:lnTo>
                    <a:pt x="937559" y="15034"/>
                  </a:lnTo>
                  <a:lnTo>
                    <a:pt x="951379" y="13982"/>
                  </a:lnTo>
                  <a:lnTo>
                    <a:pt x="964857" y="12956"/>
                  </a:lnTo>
                  <a:lnTo>
                    <a:pt x="978010" y="11955"/>
                  </a:lnTo>
                  <a:lnTo>
                    <a:pt x="990854" y="10977"/>
                  </a:lnTo>
                  <a:lnTo>
                    <a:pt x="1003403" y="10021"/>
                  </a:lnTo>
                  <a:lnTo>
                    <a:pt x="1015669" y="9088"/>
                  </a:lnTo>
                  <a:lnTo>
                    <a:pt x="1027666" y="8174"/>
                  </a:lnTo>
                  <a:lnTo>
                    <a:pt x="1039405" y="7280"/>
                  </a:lnTo>
                  <a:lnTo>
                    <a:pt x="1050897" y="6406"/>
                  </a:lnTo>
                  <a:lnTo>
                    <a:pt x="1062152" y="5549"/>
                  </a:lnTo>
                  <a:lnTo>
                    <a:pt x="1073179" y="4709"/>
                  </a:lnTo>
                  <a:lnTo>
                    <a:pt x="1083988" y="3886"/>
                  </a:lnTo>
                  <a:lnTo>
                    <a:pt x="1094587" y="3079"/>
                  </a:lnTo>
                  <a:lnTo>
                    <a:pt x="1104984" y="2288"/>
                  </a:lnTo>
                  <a:lnTo>
                    <a:pt x="1115187" y="1511"/>
                  </a:lnTo>
                  <a:lnTo>
                    <a:pt x="1125203" y="748"/>
                  </a:lnTo>
                  <a:lnTo>
                    <a:pt x="113503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83934" y="2040295"/>
              <a:ext cx="1135038" cy="93274"/>
            </a:xfrm>
            <a:custGeom>
              <a:avLst/>
              <a:pathLst>
                <a:path w="1135038" h="93274">
                  <a:moveTo>
                    <a:pt x="0" y="0"/>
                  </a:moveTo>
                  <a:lnTo>
                    <a:pt x="72886" y="5989"/>
                  </a:lnTo>
                  <a:lnTo>
                    <a:pt x="137177" y="11272"/>
                  </a:lnTo>
                  <a:lnTo>
                    <a:pt x="194686" y="15998"/>
                  </a:lnTo>
                  <a:lnTo>
                    <a:pt x="246710" y="20274"/>
                  </a:lnTo>
                  <a:lnTo>
                    <a:pt x="294204" y="24177"/>
                  </a:lnTo>
                  <a:lnTo>
                    <a:pt x="337895" y="27767"/>
                  </a:lnTo>
                  <a:lnTo>
                    <a:pt x="378346" y="31091"/>
                  </a:lnTo>
                  <a:lnTo>
                    <a:pt x="416005" y="34186"/>
                  </a:lnTo>
                  <a:lnTo>
                    <a:pt x="451232" y="37081"/>
                  </a:lnTo>
                  <a:lnTo>
                    <a:pt x="484324" y="39800"/>
                  </a:lnTo>
                  <a:lnTo>
                    <a:pt x="515523" y="42364"/>
                  </a:lnTo>
                  <a:lnTo>
                    <a:pt x="545035" y="44789"/>
                  </a:lnTo>
                  <a:lnTo>
                    <a:pt x="573033" y="47090"/>
                  </a:lnTo>
                  <a:lnTo>
                    <a:pt x="599664" y="49278"/>
                  </a:lnTo>
                  <a:lnTo>
                    <a:pt x="625056" y="51365"/>
                  </a:lnTo>
                  <a:lnTo>
                    <a:pt x="649320" y="53359"/>
                  </a:lnTo>
                  <a:lnTo>
                    <a:pt x="672551" y="55268"/>
                  </a:lnTo>
                  <a:lnTo>
                    <a:pt x="694833" y="57099"/>
                  </a:lnTo>
                  <a:lnTo>
                    <a:pt x="716241" y="58858"/>
                  </a:lnTo>
                  <a:lnTo>
                    <a:pt x="736841" y="60551"/>
                  </a:lnTo>
                  <a:lnTo>
                    <a:pt x="756692" y="62183"/>
                  </a:lnTo>
                  <a:lnTo>
                    <a:pt x="775846" y="63757"/>
                  </a:lnTo>
                  <a:lnTo>
                    <a:pt x="794351" y="65277"/>
                  </a:lnTo>
                  <a:lnTo>
                    <a:pt x="812249" y="66748"/>
                  </a:lnTo>
                  <a:lnTo>
                    <a:pt x="829579" y="68172"/>
                  </a:lnTo>
                  <a:lnTo>
                    <a:pt x="846375" y="69552"/>
                  </a:lnTo>
                  <a:lnTo>
                    <a:pt x="862670" y="70892"/>
                  </a:lnTo>
                  <a:lnTo>
                    <a:pt x="878492" y="72192"/>
                  </a:lnTo>
                  <a:lnTo>
                    <a:pt x="893869" y="73455"/>
                  </a:lnTo>
                  <a:lnTo>
                    <a:pt x="908824" y="74684"/>
                  </a:lnTo>
                  <a:lnTo>
                    <a:pt x="923381" y="75881"/>
                  </a:lnTo>
                  <a:lnTo>
                    <a:pt x="937559" y="77046"/>
                  </a:lnTo>
                  <a:lnTo>
                    <a:pt x="951379" y="78181"/>
                  </a:lnTo>
                  <a:lnTo>
                    <a:pt x="964857" y="79289"/>
                  </a:lnTo>
                  <a:lnTo>
                    <a:pt x="978010" y="80370"/>
                  </a:lnTo>
                  <a:lnTo>
                    <a:pt x="990854" y="81425"/>
                  </a:lnTo>
                  <a:lnTo>
                    <a:pt x="1003403" y="82457"/>
                  </a:lnTo>
                  <a:lnTo>
                    <a:pt x="1015669" y="83465"/>
                  </a:lnTo>
                  <a:lnTo>
                    <a:pt x="1027666" y="84451"/>
                  </a:lnTo>
                  <a:lnTo>
                    <a:pt x="1039405" y="85415"/>
                  </a:lnTo>
                  <a:lnTo>
                    <a:pt x="1050897" y="86360"/>
                  </a:lnTo>
                  <a:lnTo>
                    <a:pt x="1062152" y="87284"/>
                  </a:lnTo>
                  <a:lnTo>
                    <a:pt x="1073179" y="88191"/>
                  </a:lnTo>
                  <a:lnTo>
                    <a:pt x="1083988" y="89079"/>
                  </a:lnTo>
                  <a:lnTo>
                    <a:pt x="1094587" y="89950"/>
                  </a:lnTo>
                  <a:lnTo>
                    <a:pt x="1104984" y="90804"/>
                  </a:lnTo>
                  <a:lnTo>
                    <a:pt x="1115187" y="91643"/>
                  </a:lnTo>
                  <a:lnTo>
                    <a:pt x="1125203" y="92466"/>
                  </a:lnTo>
                  <a:lnTo>
                    <a:pt x="1135038" y="9327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83934" y="2201446"/>
              <a:ext cx="1135038" cy="12249"/>
            </a:xfrm>
            <a:custGeom>
              <a:avLst/>
              <a:pathLst>
                <a:path w="1135038" h="12249">
                  <a:moveTo>
                    <a:pt x="0" y="0"/>
                  </a:moveTo>
                  <a:lnTo>
                    <a:pt x="72886" y="786"/>
                  </a:lnTo>
                  <a:lnTo>
                    <a:pt x="137177" y="1480"/>
                  </a:lnTo>
                  <a:lnTo>
                    <a:pt x="194686" y="2101"/>
                  </a:lnTo>
                  <a:lnTo>
                    <a:pt x="246710" y="2662"/>
                  </a:lnTo>
                  <a:lnTo>
                    <a:pt x="294204" y="3174"/>
                  </a:lnTo>
                  <a:lnTo>
                    <a:pt x="337895" y="3646"/>
                  </a:lnTo>
                  <a:lnTo>
                    <a:pt x="378346" y="4083"/>
                  </a:lnTo>
                  <a:lnTo>
                    <a:pt x="416005" y="4489"/>
                  </a:lnTo>
                  <a:lnTo>
                    <a:pt x="451232" y="4869"/>
                  </a:lnTo>
                  <a:lnTo>
                    <a:pt x="484324" y="5226"/>
                  </a:lnTo>
                  <a:lnTo>
                    <a:pt x="515523" y="5563"/>
                  </a:lnTo>
                  <a:lnTo>
                    <a:pt x="545035" y="5881"/>
                  </a:lnTo>
                  <a:lnTo>
                    <a:pt x="573033" y="6184"/>
                  </a:lnTo>
                  <a:lnTo>
                    <a:pt x="599664" y="6471"/>
                  </a:lnTo>
                  <a:lnTo>
                    <a:pt x="625056" y="6745"/>
                  </a:lnTo>
                  <a:lnTo>
                    <a:pt x="649320" y="7007"/>
                  </a:lnTo>
                  <a:lnTo>
                    <a:pt x="672551" y="7258"/>
                  </a:lnTo>
                  <a:lnTo>
                    <a:pt x="694833" y="7498"/>
                  </a:lnTo>
                  <a:lnTo>
                    <a:pt x="716241" y="7729"/>
                  </a:lnTo>
                  <a:lnTo>
                    <a:pt x="736841" y="7951"/>
                  </a:lnTo>
                  <a:lnTo>
                    <a:pt x="756692" y="8166"/>
                  </a:lnTo>
                  <a:lnTo>
                    <a:pt x="775846" y="8372"/>
                  </a:lnTo>
                  <a:lnTo>
                    <a:pt x="794351" y="8572"/>
                  </a:lnTo>
                  <a:lnTo>
                    <a:pt x="812249" y="8765"/>
                  </a:lnTo>
                  <a:lnTo>
                    <a:pt x="829579" y="8952"/>
                  </a:lnTo>
                  <a:lnTo>
                    <a:pt x="846375" y="9133"/>
                  </a:lnTo>
                  <a:lnTo>
                    <a:pt x="862670" y="9309"/>
                  </a:lnTo>
                  <a:lnTo>
                    <a:pt x="878492" y="9480"/>
                  </a:lnTo>
                  <a:lnTo>
                    <a:pt x="893869" y="9646"/>
                  </a:lnTo>
                  <a:lnTo>
                    <a:pt x="908824" y="9807"/>
                  </a:lnTo>
                  <a:lnTo>
                    <a:pt x="923381" y="9964"/>
                  </a:lnTo>
                  <a:lnTo>
                    <a:pt x="937559" y="10117"/>
                  </a:lnTo>
                  <a:lnTo>
                    <a:pt x="951379" y="10267"/>
                  </a:lnTo>
                  <a:lnTo>
                    <a:pt x="964857" y="10412"/>
                  </a:lnTo>
                  <a:lnTo>
                    <a:pt x="978010" y="10554"/>
                  </a:lnTo>
                  <a:lnTo>
                    <a:pt x="990854" y="10693"/>
                  </a:lnTo>
                  <a:lnTo>
                    <a:pt x="1003403" y="10828"/>
                  </a:lnTo>
                  <a:lnTo>
                    <a:pt x="1015669" y="10960"/>
                  </a:lnTo>
                  <a:lnTo>
                    <a:pt x="1027666" y="11090"/>
                  </a:lnTo>
                  <a:lnTo>
                    <a:pt x="1039405" y="11217"/>
                  </a:lnTo>
                  <a:lnTo>
                    <a:pt x="1050897" y="11341"/>
                  </a:lnTo>
                  <a:lnTo>
                    <a:pt x="1062152" y="11462"/>
                  </a:lnTo>
                  <a:lnTo>
                    <a:pt x="1073179" y="11581"/>
                  </a:lnTo>
                  <a:lnTo>
                    <a:pt x="1083988" y="11698"/>
                  </a:lnTo>
                  <a:lnTo>
                    <a:pt x="1094587" y="11812"/>
                  </a:lnTo>
                  <a:lnTo>
                    <a:pt x="1104984" y="11924"/>
                  </a:lnTo>
                  <a:lnTo>
                    <a:pt x="1115187" y="12034"/>
                  </a:lnTo>
                  <a:lnTo>
                    <a:pt x="1125203" y="12142"/>
                  </a:lnTo>
                  <a:lnTo>
                    <a:pt x="1135038" y="1224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83934" y="1948147"/>
              <a:ext cx="1135038" cy="193040"/>
            </a:xfrm>
            <a:custGeom>
              <a:avLst/>
              <a:pathLst>
                <a:path w="1135038" h="193040">
                  <a:moveTo>
                    <a:pt x="0" y="0"/>
                  </a:moveTo>
                  <a:lnTo>
                    <a:pt x="72886" y="12396"/>
                  </a:lnTo>
                  <a:lnTo>
                    <a:pt x="137177" y="23330"/>
                  </a:lnTo>
                  <a:lnTo>
                    <a:pt x="194686" y="33111"/>
                  </a:lnTo>
                  <a:lnTo>
                    <a:pt x="246710" y="41959"/>
                  </a:lnTo>
                  <a:lnTo>
                    <a:pt x="294204" y="50036"/>
                  </a:lnTo>
                  <a:lnTo>
                    <a:pt x="337895" y="57467"/>
                  </a:lnTo>
                  <a:lnTo>
                    <a:pt x="378346" y="64346"/>
                  </a:lnTo>
                  <a:lnTo>
                    <a:pt x="416005" y="70751"/>
                  </a:lnTo>
                  <a:lnTo>
                    <a:pt x="451232" y="76743"/>
                  </a:lnTo>
                  <a:lnTo>
                    <a:pt x="484324" y="82370"/>
                  </a:lnTo>
                  <a:lnTo>
                    <a:pt x="515523" y="87677"/>
                  </a:lnTo>
                  <a:lnTo>
                    <a:pt x="545035" y="92696"/>
                  </a:lnTo>
                  <a:lnTo>
                    <a:pt x="573033" y="97458"/>
                  </a:lnTo>
                  <a:lnTo>
                    <a:pt x="599664" y="101987"/>
                  </a:lnTo>
                  <a:lnTo>
                    <a:pt x="625056" y="106306"/>
                  </a:lnTo>
                  <a:lnTo>
                    <a:pt x="649320" y="110432"/>
                  </a:lnTo>
                  <a:lnTo>
                    <a:pt x="672551" y="114383"/>
                  </a:lnTo>
                  <a:lnTo>
                    <a:pt x="694833" y="118173"/>
                  </a:lnTo>
                  <a:lnTo>
                    <a:pt x="716241" y="121814"/>
                  </a:lnTo>
                  <a:lnTo>
                    <a:pt x="736841" y="125317"/>
                  </a:lnTo>
                  <a:lnTo>
                    <a:pt x="756692" y="128693"/>
                  </a:lnTo>
                  <a:lnTo>
                    <a:pt x="775846" y="131951"/>
                  </a:lnTo>
                  <a:lnTo>
                    <a:pt x="794351" y="135098"/>
                  </a:lnTo>
                  <a:lnTo>
                    <a:pt x="812249" y="138142"/>
                  </a:lnTo>
                  <a:lnTo>
                    <a:pt x="829579" y="141089"/>
                  </a:lnTo>
                  <a:lnTo>
                    <a:pt x="846375" y="143946"/>
                  </a:lnTo>
                  <a:lnTo>
                    <a:pt x="862670" y="146717"/>
                  </a:lnTo>
                  <a:lnTo>
                    <a:pt x="878492" y="149408"/>
                  </a:lnTo>
                  <a:lnTo>
                    <a:pt x="893869" y="152024"/>
                  </a:lnTo>
                  <a:lnTo>
                    <a:pt x="908824" y="154567"/>
                  </a:lnTo>
                  <a:lnTo>
                    <a:pt x="923381" y="157043"/>
                  </a:lnTo>
                  <a:lnTo>
                    <a:pt x="937559" y="159454"/>
                  </a:lnTo>
                  <a:lnTo>
                    <a:pt x="951379" y="161804"/>
                  </a:lnTo>
                  <a:lnTo>
                    <a:pt x="964857" y="164097"/>
                  </a:lnTo>
                  <a:lnTo>
                    <a:pt x="978010" y="166334"/>
                  </a:lnTo>
                  <a:lnTo>
                    <a:pt x="990854" y="168518"/>
                  </a:lnTo>
                  <a:lnTo>
                    <a:pt x="1003403" y="170652"/>
                  </a:lnTo>
                  <a:lnTo>
                    <a:pt x="1015669" y="172739"/>
                  </a:lnTo>
                  <a:lnTo>
                    <a:pt x="1027666" y="174779"/>
                  </a:lnTo>
                  <a:lnTo>
                    <a:pt x="1039405" y="176775"/>
                  </a:lnTo>
                  <a:lnTo>
                    <a:pt x="1050897" y="178730"/>
                  </a:lnTo>
                  <a:lnTo>
                    <a:pt x="1062152" y="180644"/>
                  </a:lnTo>
                  <a:lnTo>
                    <a:pt x="1073179" y="182520"/>
                  </a:lnTo>
                  <a:lnTo>
                    <a:pt x="1083988" y="184358"/>
                  </a:lnTo>
                  <a:lnTo>
                    <a:pt x="1094587" y="186161"/>
                  </a:lnTo>
                  <a:lnTo>
                    <a:pt x="1104984" y="187929"/>
                  </a:lnTo>
                  <a:lnTo>
                    <a:pt x="1115187" y="189664"/>
                  </a:lnTo>
                  <a:lnTo>
                    <a:pt x="1125203" y="191367"/>
                  </a:lnTo>
                  <a:lnTo>
                    <a:pt x="1135038" y="19304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83934" y="1570757"/>
              <a:ext cx="1135038" cy="732590"/>
            </a:xfrm>
            <a:custGeom>
              <a:avLst/>
              <a:pathLst>
                <a:path w="1135038" h="732590">
                  <a:moveTo>
                    <a:pt x="0" y="732590"/>
                  </a:moveTo>
                  <a:lnTo>
                    <a:pt x="72886" y="685547"/>
                  </a:lnTo>
                  <a:lnTo>
                    <a:pt x="137177" y="644052"/>
                  </a:lnTo>
                  <a:lnTo>
                    <a:pt x="194686" y="606933"/>
                  </a:lnTo>
                  <a:lnTo>
                    <a:pt x="246710" y="573355"/>
                  </a:lnTo>
                  <a:lnTo>
                    <a:pt x="294204" y="542701"/>
                  </a:lnTo>
                  <a:lnTo>
                    <a:pt x="337895" y="514502"/>
                  </a:lnTo>
                  <a:lnTo>
                    <a:pt x="378346" y="488393"/>
                  </a:lnTo>
                  <a:lnTo>
                    <a:pt x="416005" y="464087"/>
                  </a:lnTo>
                  <a:lnTo>
                    <a:pt x="451232" y="441350"/>
                  </a:lnTo>
                  <a:lnTo>
                    <a:pt x="484324" y="419992"/>
                  </a:lnTo>
                  <a:lnTo>
                    <a:pt x="515523" y="399855"/>
                  </a:lnTo>
                  <a:lnTo>
                    <a:pt x="545035" y="380807"/>
                  </a:lnTo>
                  <a:lnTo>
                    <a:pt x="573033" y="362736"/>
                  </a:lnTo>
                  <a:lnTo>
                    <a:pt x="599664" y="345547"/>
                  </a:lnTo>
                  <a:lnTo>
                    <a:pt x="625056" y="329158"/>
                  </a:lnTo>
                  <a:lnTo>
                    <a:pt x="649320" y="313498"/>
                  </a:lnTo>
                  <a:lnTo>
                    <a:pt x="672551" y="298504"/>
                  </a:lnTo>
                  <a:lnTo>
                    <a:pt x="694833" y="284122"/>
                  </a:lnTo>
                  <a:lnTo>
                    <a:pt x="716241" y="270305"/>
                  </a:lnTo>
                  <a:lnTo>
                    <a:pt x="736841" y="257009"/>
                  </a:lnTo>
                  <a:lnTo>
                    <a:pt x="756692" y="244196"/>
                  </a:lnTo>
                  <a:lnTo>
                    <a:pt x="775846" y="231834"/>
                  </a:lnTo>
                  <a:lnTo>
                    <a:pt x="794351" y="219890"/>
                  </a:lnTo>
                  <a:lnTo>
                    <a:pt x="812249" y="208338"/>
                  </a:lnTo>
                  <a:lnTo>
                    <a:pt x="829579" y="197153"/>
                  </a:lnTo>
                  <a:lnTo>
                    <a:pt x="846375" y="186312"/>
                  </a:lnTo>
                  <a:lnTo>
                    <a:pt x="862670" y="175795"/>
                  </a:lnTo>
                  <a:lnTo>
                    <a:pt x="878492" y="165583"/>
                  </a:lnTo>
                  <a:lnTo>
                    <a:pt x="893869" y="155658"/>
                  </a:lnTo>
                  <a:lnTo>
                    <a:pt x="908824" y="146005"/>
                  </a:lnTo>
                  <a:lnTo>
                    <a:pt x="923381" y="136610"/>
                  </a:lnTo>
                  <a:lnTo>
                    <a:pt x="937559" y="127459"/>
                  </a:lnTo>
                  <a:lnTo>
                    <a:pt x="951379" y="118539"/>
                  </a:lnTo>
                  <a:lnTo>
                    <a:pt x="964857" y="109840"/>
                  </a:lnTo>
                  <a:lnTo>
                    <a:pt x="978010" y="101350"/>
                  </a:lnTo>
                  <a:lnTo>
                    <a:pt x="990854" y="93061"/>
                  </a:lnTo>
                  <a:lnTo>
                    <a:pt x="1003403" y="84961"/>
                  </a:lnTo>
                  <a:lnTo>
                    <a:pt x="1015669" y="77044"/>
                  </a:lnTo>
                  <a:lnTo>
                    <a:pt x="1027666" y="69301"/>
                  </a:lnTo>
                  <a:lnTo>
                    <a:pt x="1039405" y="61724"/>
                  </a:lnTo>
                  <a:lnTo>
                    <a:pt x="1050897" y="54307"/>
                  </a:lnTo>
                  <a:lnTo>
                    <a:pt x="1062152" y="47043"/>
                  </a:lnTo>
                  <a:lnTo>
                    <a:pt x="1073179" y="39925"/>
                  </a:lnTo>
                  <a:lnTo>
                    <a:pt x="1083988" y="32949"/>
                  </a:lnTo>
                  <a:lnTo>
                    <a:pt x="1094587" y="26108"/>
                  </a:lnTo>
                  <a:lnTo>
                    <a:pt x="1104984" y="19397"/>
                  </a:lnTo>
                  <a:lnTo>
                    <a:pt x="1115187" y="12812"/>
                  </a:lnTo>
                  <a:lnTo>
                    <a:pt x="1125203" y="6347"/>
                  </a:lnTo>
                  <a:lnTo>
                    <a:pt x="113503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83934" y="1609822"/>
              <a:ext cx="1135038" cy="10466"/>
            </a:xfrm>
            <a:custGeom>
              <a:avLst/>
              <a:pathLst>
                <a:path w="1135038" h="10466">
                  <a:moveTo>
                    <a:pt x="0" y="10466"/>
                  </a:moveTo>
                  <a:lnTo>
                    <a:pt x="72886" y="9793"/>
                  </a:lnTo>
                  <a:lnTo>
                    <a:pt x="137177" y="9201"/>
                  </a:lnTo>
                  <a:lnTo>
                    <a:pt x="194686" y="8670"/>
                  </a:lnTo>
                  <a:lnTo>
                    <a:pt x="246710" y="8191"/>
                  </a:lnTo>
                  <a:lnTo>
                    <a:pt x="294204" y="7753"/>
                  </a:lnTo>
                  <a:lnTo>
                    <a:pt x="337895" y="7350"/>
                  </a:lnTo>
                  <a:lnTo>
                    <a:pt x="378346" y="6977"/>
                  </a:lnTo>
                  <a:lnTo>
                    <a:pt x="416005" y="6630"/>
                  </a:lnTo>
                  <a:lnTo>
                    <a:pt x="451232" y="6305"/>
                  </a:lnTo>
                  <a:lnTo>
                    <a:pt x="484324" y="6000"/>
                  </a:lnTo>
                  <a:lnTo>
                    <a:pt x="515523" y="5712"/>
                  </a:lnTo>
                  <a:lnTo>
                    <a:pt x="545035" y="5440"/>
                  </a:lnTo>
                  <a:lnTo>
                    <a:pt x="573033" y="5182"/>
                  </a:lnTo>
                  <a:lnTo>
                    <a:pt x="599664" y="4936"/>
                  </a:lnTo>
                  <a:lnTo>
                    <a:pt x="625056" y="4702"/>
                  </a:lnTo>
                  <a:lnTo>
                    <a:pt x="649320" y="4478"/>
                  </a:lnTo>
                  <a:lnTo>
                    <a:pt x="672551" y="4264"/>
                  </a:lnTo>
                  <a:lnTo>
                    <a:pt x="694833" y="4059"/>
                  </a:lnTo>
                  <a:lnTo>
                    <a:pt x="716241" y="3861"/>
                  </a:lnTo>
                  <a:lnTo>
                    <a:pt x="736841" y="3671"/>
                  </a:lnTo>
                  <a:lnTo>
                    <a:pt x="756692" y="3488"/>
                  </a:lnTo>
                  <a:lnTo>
                    <a:pt x="775846" y="3312"/>
                  </a:lnTo>
                  <a:lnTo>
                    <a:pt x="794351" y="3141"/>
                  </a:lnTo>
                  <a:lnTo>
                    <a:pt x="812249" y="2976"/>
                  </a:lnTo>
                  <a:lnTo>
                    <a:pt x="829579" y="2816"/>
                  </a:lnTo>
                  <a:lnTo>
                    <a:pt x="846375" y="2661"/>
                  </a:lnTo>
                  <a:lnTo>
                    <a:pt x="862670" y="2511"/>
                  </a:lnTo>
                  <a:lnTo>
                    <a:pt x="878492" y="2365"/>
                  </a:lnTo>
                  <a:lnTo>
                    <a:pt x="893869" y="2223"/>
                  </a:lnTo>
                  <a:lnTo>
                    <a:pt x="908824" y="2085"/>
                  </a:lnTo>
                  <a:lnTo>
                    <a:pt x="923381" y="1951"/>
                  </a:lnTo>
                  <a:lnTo>
                    <a:pt x="937559" y="1820"/>
                  </a:lnTo>
                  <a:lnTo>
                    <a:pt x="951379" y="1693"/>
                  </a:lnTo>
                  <a:lnTo>
                    <a:pt x="964857" y="1569"/>
                  </a:lnTo>
                  <a:lnTo>
                    <a:pt x="978010" y="1447"/>
                  </a:lnTo>
                  <a:lnTo>
                    <a:pt x="990854" y="1329"/>
                  </a:lnTo>
                  <a:lnTo>
                    <a:pt x="1003403" y="1213"/>
                  </a:lnTo>
                  <a:lnTo>
                    <a:pt x="1015669" y="1100"/>
                  </a:lnTo>
                  <a:lnTo>
                    <a:pt x="1027666" y="990"/>
                  </a:lnTo>
                  <a:lnTo>
                    <a:pt x="1039405" y="881"/>
                  </a:lnTo>
                  <a:lnTo>
                    <a:pt x="1050897" y="775"/>
                  </a:lnTo>
                  <a:lnTo>
                    <a:pt x="1062152" y="672"/>
                  </a:lnTo>
                  <a:lnTo>
                    <a:pt x="1073179" y="570"/>
                  </a:lnTo>
                  <a:lnTo>
                    <a:pt x="1083988" y="470"/>
                  </a:lnTo>
                  <a:lnTo>
                    <a:pt x="1094587" y="372"/>
                  </a:lnTo>
                  <a:lnTo>
                    <a:pt x="1104984" y="277"/>
                  </a:lnTo>
                  <a:lnTo>
                    <a:pt x="1115187" y="183"/>
                  </a:lnTo>
                  <a:lnTo>
                    <a:pt x="1125203" y="90"/>
                  </a:lnTo>
                  <a:lnTo>
                    <a:pt x="113503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283934" y="1718403"/>
              <a:ext cx="1135038" cy="276944"/>
            </a:xfrm>
            <a:custGeom>
              <a:avLst/>
              <a:pathLst>
                <a:path w="1135038" h="276944">
                  <a:moveTo>
                    <a:pt x="0" y="0"/>
                  </a:moveTo>
                  <a:lnTo>
                    <a:pt x="72886" y="17783"/>
                  </a:lnTo>
                  <a:lnTo>
                    <a:pt x="137177" y="33470"/>
                  </a:lnTo>
                  <a:lnTo>
                    <a:pt x="194686" y="47502"/>
                  </a:lnTo>
                  <a:lnTo>
                    <a:pt x="246710" y="60196"/>
                  </a:lnTo>
                  <a:lnTo>
                    <a:pt x="294204" y="71784"/>
                  </a:lnTo>
                  <a:lnTo>
                    <a:pt x="337895" y="82444"/>
                  </a:lnTo>
                  <a:lnTo>
                    <a:pt x="378346" y="92314"/>
                  </a:lnTo>
                  <a:lnTo>
                    <a:pt x="416005" y="101503"/>
                  </a:lnTo>
                  <a:lnTo>
                    <a:pt x="451232" y="110098"/>
                  </a:lnTo>
                  <a:lnTo>
                    <a:pt x="484324" y="118172"/>
                  </a:lnTo>
                  <a:lnTo>
                    <a:pt x="515523" y="125785"/>
                  </a:lnTo>
                  <a:lnTo>
                    <a:pt x="545035" y="132986"/>
                  </a:lnTo>
                  <a:lnTo>
                    <a:pt x="573033" y="139817"/>
                  </a:lnTo>
                  <a:lnTo>
                    <a:pt x="599664" y="146315"/>
                  </a:lnTo>
                  <a:lnTo>
                    <a:pt x="625056" y="152511"/>
                  </a:lnTo>
                  <a:lnTo>
                    <a:pt x="649320" y="158431"/>
                  </a:lnTo>
                  <a:lnTo>
                    <a:pt x="672551" y="164099"/>
                  </a:lnTo>
                  <a:lnTo>
                    <a:pt x="694833" y="169536"/>
                  </a:lnTo>
                  <a:lnTo>
                    <a:pt x="716241" y="174759"/>
                  </a:lnTo>
                  <a:lnTo>
                    <a:pt x="736841" y="179786"/>
                  </a:lnTo>
                  <a:lnTo>
                    <a:pt x="756692" y="184629"/>
                  </a:lnTo>
                  <a:lnTo>
                    <a:pt x="775846" y="189303"/>
                  </a:lnTo>
                  <a:lnTo>
                    <a:pt x="794351" y="193818"/>
                  </a:lnTo>
                  <a:lnTo>
                    <a:pt x="812249" y="198185"/>
                  </a:lnTo>
                  <a:lnTo>
                    <a:pt x="829579" y="202413"/>
                  </a:lnTo>
                  <a:lnTo>
                    <a:pt x="846375" y="206511"/>
                  </a:lnTo>
                  <a:lnTo>
                    <a:pt x="862670" y="210487"/>
                  </a:lnTo>
                  <a:lnTo>
                    <a:pt x="878492" y="214348"/>
                  </a:lnTo>
                  <a:lnTo>
                    <a:pt x="893869" y="218100"/>
                  </a:lnTo>
                  <a:lnTo>
                    <a:pt x="908824" y="221749"/>
                  </a:lnTo>
                  <a:lnTo>
                    <a:pt x="923381" y="225300"/>
                  </a:lnTo>
                  <a:lnTo>
                    <a:pt x="937559" y="228760"/>
                  </a:lnTo>
                  <a:lnTo>
                    <a:pt x="951379" y="232132"/>
                  </a:lnTo>
                  <a:lnTo>
                    <a:pt x="964857" y="235420"/>
                  </a:lnTo>
                  <a:lnTo>
                    <a:pt x="978010" y="238630"/>
                  </a:lnTo>
                  <a:lnTo>
                    <a:pt x="990854" y="241764"/>
                  </a:lnTo>
                  <a:lnTo>
                    <a:pt x="1003403" y="244825"/>
                  </a:lnTo>
                  <a:lnTo>
                    <a:pt x="1015669" y="247818"/>
                  </a:lnTo>
                  <a:lnTo>
                    <a:pt x="1027666" y="250746"/>
                  </a:lnTo>
                  <a:lnTo>
                    <a:pt x="1039405" y="253610"/>
                  </a:lnTo>
                  <a:lnTo>
                    <a:pt x="1050897" y="256414"/>
                  </a:lnTo>
                  <a:lnTo>
                    <a:pt x="1062152" y="259160"/>
                  </a:lnTo>
                  <a:lnTo>
                    <a:pt x="1073179" y="261850"/>
                  </a:lnTo>
                  <a:lnTo>
                    <a:pt x="1083988" y="264488"/>
                  </a:lnTo>
                  <a:lnTo>
                    <a:pt x="1094587" y="267074"/>
                  </a:lnTo>
                  <a:lnTo>
                    <a:pt x="1104984" y="269611"/>
                  </a:lnTo>
                  <a:lnTo>
                    <a:pt x="1115187" y="272100"/>
                  </a:lnTo>
                  <a:lnTo>
                    <a:pt x="1125203" y="274544"/>
                  </a:lnTo>
                  <a:lnTo>
                    <a:pt x="1135038" y="27694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83934" y="2082921"/>
              <a:ext cx="1135038" cy="53019"/>
            </a:xfrm>
            <a:custGeom>
              <a:avLst/>
              <a:pathLst>
                <a:path w="1135038" h="53019">
                  <a:moveTo>
                    <a:pt x="0" y="53019"/>
                  </a:moveTo>
                  <a:lnTo>
                    <a:pt x="72886" y="49615"/>
                  </a:lnTo>
                  <a:lnTo>
                    <a:pt x="137177" y="46612"/>
                  </a:lnTo>
                  <a:lnTo>
                    <a:pt x="194686" y="43925"/>
                  </a:lnTo>
                  <a:lnTo>
                    <a:pt x="246710" y="41495"/>
                  </a:lnTo>
                  <a:lnTo>
                    <a:pt x="294204" y="39276"/>
                  </a:lnTo>
                  <a:lnTo>
                    <a:pt x="337895" y="37236"/>
                  </a:lnTo>
                  <a:lnTo>
                    <a:pt x="378346" y="35346"/>
                  </a:lnTo>
                  <a:lnTo>
                    <a:pt x="416005" y="33587"/>
                  </a:lnTo>
                  <a:lnTo>
                    <a:pt x="451232" y="31941"/>
                  </a:lnTo>
                  <a:lnTo>
                    <a:pt x="484324" y="30396"/>
                  </a:lnTo>
                  <a:lnTo>
                    <a:pt x="515523" y="28938"/>
                  </a:lnTo>
                  <a:lnTo>
                    <a:pt x="545035" y="27560"/>
                  </a:lnTo>
                  <a:lnTo>
                    <a:pt x="573033" y="26252"/>
                  </a:lnTo>
                  <a:lnTo>
                    <a:pt x="599664" y="25008"/>
                  </a:lnTo>
                  <a:lnTo>
                    <a:pt x="625056" y="23822"/>
                  </a:lnTo>
                  <a:lnTo>
                    <a:pt x="649320" y="22688"/>
                  </a:lnTo>
                  <a:lnTo>
                    <a:pt x="672551" y="21603"/>
                  </a:lnTo>
                  <a:lnTo>
                    <a:pt x="694833" y="20562"/>
                  </a:lnTo>
                  <a:lnTo>
                    <a:pt x="716241" y="19562"/>
                  </a:lnTo>
                  <a:lnTo>
                    <a:pt x="736841" y="18600"/>
                  </a:lnTo>
                  <a:lnTo>
                    <a:pt x="756692" y="17673"/>
                  </a:lnTo>
                  <a:lnTo>
                    <a:pt x="775846" y="16778"/>
                  </a:lnTo>
                  <a:lnTo>
                    <a:pt x="794351" y="15914"/>
                  </a:lnTo>
                  <a:lnTo>
                    <a:pt x="812249" y="15078"/>
                  </a:lnTo>
                  <a:lnTo>
                    <a:pt x="829579" y="14268"/>
                  </a:lnTo>
                  <a:lnTo>
                    <a:pt x="846375" y="13484"/>
                  </a:lnTo>
                  <a:lnTo>
                    <a:pt x="862670" y="12722"/>
                  </a:lnTo>
                  <a:lnTo>
                    <a:pt x="878492" y="11983"/>
                  </a:lnTo>
                  <a:lnTo>
                    <a:pt x="893869" y="11265"/>
                  </a:lnTo>
                  <a:lnTo>
                    <a:pt x="908824" y="10566"/>
                  </a:lnTo>
                  <a:lnTo>
                    <a:pt x="923381" y="9886"/>
                  </a:lnTo>
                  <a:lnTo>
                    <a:pt x="937559" y="9224"/>
                  </a:lnTo>
                  <a:lnTo>
                    <a:pt x="951379" y="8579"/>
                  </a:lnTo>
                  <a:lnTo>
                    <a:pt x="964857" y="7949"/>
                  </a:lnTo>
                  <a:lnTo>
                    <a:pt x="978010" y="7335"/>
                  </a:lnTo>
                  <a:lnTo>
                    <a:pt x="990854" y="6735"/>
                  </a:lnTo>
                  <a:lnTo>
                    <a:pt x="1003403" y="6148"/>
                  </a:lnTo>
                  <a:lnTo>
                    <a:pt x="1015669" y="5575"/>
                  </a:lnTo>
                  <a:lnTo>
                    <a:pt x="1027666" y="5015"/>
                  </a:lnTo>
                  <a:lnTo>
                    <a:pt x="1039405" y="4467"/>
                  </a:lnTo>
                  <a:lnTo>
                    <a:pt x="1050897" y="3930"/>
                  </a:lnTo>
                  <a:lnTo>
                    <a:pt x="1062152" y="3404"/>
                  </a:lnTo>
                  <a:lnTo>
                    <a:pt x="1073179" y="2889"/>
                  </a:lnTo>
                  <a:lnTo>
                    <a:pt x="1083988" y="2384"/>
                  </a:lnTo>
                  <a:lnTo>
                    <a:pt x="1094587" y="1889"/>
                  </a:lnTo>
                  <a:lnTo>
                    <a:pt x="1104984" y="1403"/>
                  </a:lnTo>
                  <a:lnTo>
                    <a:pt x="1115187" y="927"/>
                  </a:lnTo>
                  <a:lnTo>
                    <a:pt x="1125203" y="459"/>
                  </a:lnTo>
                  <a:lnTo>
                    <a:pt x="113503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83934" y="2141614"/>
              <a:ext cx="1135038" cy="78312"/>
            </a:xfrm>
            <a:custGeom>
              <a:avLst/>
              <a:pathLst>
                <a:path w="1135038" h="78312">
                  <a:moveTo>
                    <a:pt x="0" y="0"/>
                  </a:moveTo>
                  <a:lnTo>
                    <a:pt x="72886" y="5028"/>
                  </a:lnTo>
                  <a:lnTo>
                    <a:pt x="137177" y="9464"/>
                  </a:lnTo>
                  <a:lnTo>
                    <a:pt x="194686" y="13432"/>
                  </a:lnTo>
                  <a:lnTo>
                    <a:pt x="246710" y="17021"/>
                  </a:lnTo>
                  <a:lnTo>
                    <a:pt x="294204" y="20298"/>
                  </a:lnTo>
                  <a:lnTo>
                    <a:pt x="337895" y="23313"/>
                  </a:lnTo>
                  <a:lnTo>
                    <a:pt x="378346" y="26104"/>
                  </a:lnTo>
                  <a:lnTo>
                    <a:pt x="416005" y="28702"/>
                  </a:lnTo>
                  <a:lnTo>
                    <a:pt x="451232" y="31132"/>
                  </a:lnTo>
                  <a:lnTo>
                    <a:pt x="484324" y="33415"/>
                  </a:lnTo>
                  <a:lnTo>
                    <a:pt x="515523" y="35568"/>
                  </a:lnTo>
                  <a:lnTo>
                    <a:pt x="545035" y="37604"/>
                  </a:lnTo>
                  <a:lnTo>
                    <a:pt x="573033" y="39536"/>
                  </a:lnTo>
                  <a:lnTo>
                    <a:pt x="599664" y="41373"/>
                  </a:lnTo>
                  <a:lnTo>
                    <a:pt x="625056" y="43125"/>
                  </a:lnTo>
                  <a:lnTo>
                    <a:pt x="649320" y="44799"/>
                  </a:lnTo>
                  <a:lnTo>
                    <a:pt x="672551" y="46402"/>
                  </a:lnTo>
                  <a:lnTo>
                    <a:pt x="694833" y="47940"/>
                  </a:lnTo>
                  <a:lnTo>
                    <a:pt x="716241" y="49417"/>
                  </a:lnTo>
                  <a:lnTo>
                    <a:pt x="736841" y="50838"/>
                  </a:lnTo>
                  <a:lnTo>
                    <a:pt x="756692" y="52208"/>
                  </a:lnTo>
                  <a:lnTo>
                    <a:pt x="775846" y="53529"/>
                  </a:lnTo>
                  <a:lnTo>
                    <a:pt x="794351" y="54806"/>
                  </a:lnTo>
                  <a:lnTo>
                    <a:pt x="812249" y="56041"/>
                  </a:lnTo>
                  <a:lnTo>
                    <a:pt x="829579" y="57236"/>
                  </a:lnTo>
                  <a:lnTo>
                    <a:pt x="846375" y="58395"/>
                  </a:lnTo>
                  <a:lnTo>
                    <a:pt x="862670" y="59520"/>
                  </a:lnTo>
                  <a:lnTo>
                    <a:pt x="878492" y="60611"/>
                  </a:lnTo>
                  <a:lnTo>
                    <a:pt x="893869" y="61672"/>
                  </a:lnTo>
                  <a:lnTo>
                    <a:pt x="908824" y="62704"/>
                  </a:lnTo>
                  <a:lnTo>
                    <a:pt x="923381" y="63708"/>
                  </a:lnTo>
                  <a:lnTo>
                    <a:pt x="937559" y="64687"/>
                  </a:lnTo>
                  <a:lnTo>
                    <a:pt x="951379" y="65640"/>
                  </a:lnTo>
                  <a:lnTo>
                    <a:pt x="964857" y="66570"/>
                  </a:lnTo>
                  <a:lnTo>
                    <a:pt x="978010" y="67477"/>
                  </a:lnTo>
                  <a:lnTo>
                    <a:pt x="990854" y="68364"/>
                  </a:lnTo>
                  <a:lnTo>
                    <a:pt x="1003403" y="69229"/>
                  </a:lnTo>
                  <a:lnTo>
                    <a:pt x="1015669" y="70076"/>
                  </a:lnTo>
                  <a:lnTo>
                    <a:pt x="1027666" y="70903"/>
                  </a:lnTo>
                  <a:lnTo>
                    <a:pt x="1039405" y="71713"/>
                  </a:lnTo>
                  <a:lnTo>
                    <a:pt x="1050897" y="72506"/>
                  </a:lnTo>
                  <a:lnTo>
                    <a:pt x="1062152" y="73283"/>
                  </a:lnTo>
                  <a:lnTo>
                    <a:pt x="1073179" y="74044"/>
                  </a:lnTo>
                  <a:lnTo>
                    <a:pt x="1083988" y="74789"/>
                  </a:lnTo>
                  <a:lnTo>
                    <a:pt x="1094587" y="75521"/>
                  </a:lnTo>
                  <a:lnTo>
                    <a:pt x="1104984" y="76238"/>
                  </a:lnTo>
                  <a:lnTo>
                    <a:pt x="1115187" y="76942"/>
                  </a:lnTo>
                  <a:lnTo>
                    <a:pt x="1125203" y="77633"/>
                  </a:lnTo>
                  <a:lnTo>
                    <a:pt x="1135038" y="7831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83934" y="1977743"/>
              <a:ext cx="1135038" cy="45366"/>
            </a:xfrm>
            <a:custGeom>
              <a:avLst/>
              <a:pathLst>
                <a:path w="1135038" h="45366">
                  <a:moveTo>
                    <a:pt x="0" y="45366"/>
                  </a:moveTo>
                  <a:lnTo>
                    <a:pt x="72886" y="42452"/>
                  </a:lnTo>
                  <a:lnTo>
                    <a:pt x="137177" y="39883"/>
                  </a:lnTo>
                  <a:lnTo>
                    <a:pt x="194686" y="37584"/>
                  </a:lnTo>
                  <a:lnTo>
                    <a:pt x="246710" y="35505"/>
                  </a:lnTo>
                  <a:lnTo>
                    <a:pt x="294204" y="33607"/>
                  </a:lnTo>
                  <a:lnTo>
                    <a:pt x="337895" y="31860"/>
                  </a:lnTo>
                  <a:lnTo>
                    <a:pt x="378346" y="30244"/>
                  </a:lnTo>
                  <a:lnTo>
                    <a:pt x="416005" y="28738"/>
                  </a:lnTo>
                  <a:lnTo>
                    <a:pt x="451232" y="27330"/>
                  </a:lnTo>
                  <a:lnTo>
                    <a:pt x="484324" y="26008"/>
                  </a:lnTo>
                  <a:lnTo>
                    <a:pt x="515523" y="24761"/>
                  </a:lnTo>
                  <a:lnTo>
                    <a:pt x="545035" y="23581"/>
                  </a:lnTo>
                  <a:lnTo>
                    <a:pt x="573033" y="22462"/>
                  </a:lnTo>
                  <a:lnTo>
                    <a:pt x="599664" y="21398"/>
                  </a:lnTo>
                  <a:lnTo>
                    <a:pt x="625056" y="20383"/>
                  </a:lnTo>
                  <a:lnTo>
                    <a:pt x="649320" y="19413"/>
                  </a:lnTo>
                  <a:lnTo>
                    <a:pt x="672551" y="18485"/>
                  </a:lnTo>
                  <a:lnTo>
                    <a:pt x="694833" y="17594"/>
                  </a:lnTo>
                  <a:lnTo>
                    <a:pt x="716241" y="16738"/>
                  </a:lnTo>
                  <a:lnTo>
                    <a:pt x="736841" y="15915"/>
                  </a:lnTo>
                  <a:lnTo>
                    <a:pt x="756692" y="15122"/>
                  </a:lnTo>
                  <a:lnTo>
                    <a:pt x="775846" y="14356"/>
                  </a:lnTo>
                  <a:lnTo>
                    <a:pt x="794351" y="13616"/>
                  </a:lnTo>
                  <a:lnTo>
                    <a:pt x="812249" y="12901"/>
                  </a:lnTo>
                  <a:lnTo>
                    <a:pt x="829579" y="12208"/>
                  </a:lnTo>
                  <a:lnTo>
                    <a:pt x="846375" y="11537"/>
                  </a:lnTo>
                  <a:lnTo>
                    <a:pt x="862670" y="10886"/>
                  </a:lnTo>
                  <a:lnTo>
                    <a:pt x="878492" y="10253"/>
                  </a:lnTo>
                  <a:lnTo>
                    <a:pt x="893869" y="9639"/>
                  </a:lnTo>
                  <a:lnTo>
                    <a:pt x="908824" y="9041"/>
                  </a:lnTo>
                  <a:lnTo>
                    <a:pt x="923381" y="8459"/>
                  </a:lnTo>
                  <a:lnTo>
                    <a:pt x="937559" y="7892"/>
                  </a:lnTo>
                  <a:lnTo>
                    <a:pt x="951379" y="7340"/>
                  </a:lnTo>
                  <a:lnTo>
                    <a:pt x="964857" y="6801"/>
                  </a:lnTo>
                  <a:lnTo>
                    <a:pt x="978010" y="6276"/>
                  </a:lnTo>
                  <a:lnTo>
                    <a:pt x="990854" y="5762"/>
                  </a:lnTo>
                  <a:lnTo>
                    <a:pt x="1003403" y="5261"/>
                  </a:lnTo>
                  <a:lnTo>
                    <a:pt x="1015669" y="4771"/>
                  </a:lnTo>
                  <a:lnTo>
                    <a:pt x="1027666" y="4291"/>
                  </a:lnTo>
                  <a:lnTo>
                    <a:pt x="1039405" y="3822"/>
                  </a:lnTo>
                  <a:lnTo>
                    <a:pt x="1050897" y="3363"/>
                  </a:lnTo>
                  <a:lnTo>
                    <a:pt x="1062152" y="2913"/>
                  </a:lnTo>
                  <a:lnTo>
                    <a:pt x="1073179" y="2472"/>
                  </a:lnTo>
                  <a:lnTo>
                    <a:pt x="1083988" y="2040"/>
                  </a:lnTo>
                  <a:lnTo>
                    <a:pt x="1094587" y="1616"/>
                  </a:lnTo>
                  <a:lnTo>
                    <a:pt x="1104984" y="1201"/>
                  </a:lnTo>
                  <a:lnTo>
                    <a:pt x="1115187" y="793"/>
                  </a:lnTo>
                  <a:lnTo>
                    <a:pt x="1125203" y="393"/>
                  </a:lnTo>
                  <a:lnTo>
                    <a:pt x="113503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rc294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204347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172716" y="21100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172716" y="17629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172716" y="141589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04347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8393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66228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04062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41897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>
              <a:off x="4204347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6" name="rc305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716345" y="204735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04860" y="195160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693530" y="189198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696798" y="21220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676341" y="215973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683281" y="147349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01998" y="205188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672147" y="179947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671081" y="20509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665707" y="211905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41877" y="19367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83302" y="206009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54563" y="17113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80014" y="210211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55416" y="203782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57207" y="179942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57869" y="216321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68142" y="20534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83947" y="19725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64896" y="123792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82986" y="153684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63888" y="19779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91303" y="19328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44861" y="215439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60042" y="19944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75257" y="192977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92927" y="209012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92793" y="203330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68456" y="22748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53752" y="20562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37951" y="203623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52615" y="191933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55246" y="145591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69858" y="139795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21497" y="16923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36089" y="18094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30605" y="182470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57404" y="17395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38415" y="17937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38302" y="173191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56306" y="206567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24019" y="196181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54485" y="203308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46452" y="164567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66625" y="17346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36266" y="19378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22579" y="178879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18059" y="120983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97121" y="180177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38740" y="191677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96456" y="180700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11816" y="17943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34866" y="186494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10862" y="181384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99844" y="17012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45697" y="180107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09368" y="202471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95107" y="152931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02767" y="202689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15407" y="20082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07207" y="191962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30636" y="18272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11682" y="18413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16063" y="202680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11539" y="172006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45298" y="185543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814581" y="192341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01159" y="18562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22686" y="19246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28829" y="160127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837267" y="187115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26336" y="18119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718097" y="1819742"/>
              <a:ext cx="1132474" cy="143811"/>
            </a:xfrm>
            <a:custGeom>
              <a:avLst/>
              <a:pathLst>
                <a:path w="1132474" h="143811">
                  <a:moveTo>
                    <a:pt x="0" y="143811"/>
                  </a:moveTo>
                  <a:lnTo>
                    <a:pt x="72721" y="134577"/>
                  </a:lnTo>
                  <a:lnTo>
                    <a:pt x="136867" y="126431"/>
                  </a:lnTo>
                  <a:lnTo>
                    <a:pt x="194247" y="119144"/>
                  </a:lnTo>
                  <a:lnTo>
                    <a:pt x="246153" y="112553"/>
                  </a:lnTo>
                  <a:lnTo>
                    <a:pt x="293540" y="106535"/>
                  </a:lnTo>
                  <a:lnTo>
                    <a:pt x="337131" y="100999"/>
                  </a:lnTo>
                  <a:lnTo>
                    <a:pt x="377491" y="95874"/>
                  </a:lnTo>
                  <a:lnTo>
                    <a:pt x="415065" y="91103"/>
                  </a:lnTo>
                  <a:lnTo>
                    <a:pt x="450213" y="86639"/>
                  </a:lnTo>
                  <a:lnTo>
                    <a:pt x="483229" y="82447"/>
                  </a:lnTo>
                  <a:lnTo>
                    <a:pt x="514358" y="78494"/>
                  </a:lnTo>
                  <a:lnTo>
                    <a:pt x="543803" y="74754"/>
                  </a:lnTo>
                  <a:lnTo>
                    <a:pt x="571738" y="71207"/>
                  </a:lnTo>
                  <a:lnTo>
                    <a:pt x="598309" y="67833"/>
                  </a:lnTo>
                  <a:lnTo>
                    <a:pt x="623644" y="64615"/>
                  </a:lnTo>
                  <a:lnTo>
                    <a:pt x="647853" y="61541"/>
                  </a:lnTo>
                  <a:lnTo>
                    <a:pt x="671031" y="58598"/>
                  </a:lnTo>
                  <a:lnTo>
                    <a:pt x="693263" y="55775"/>
                  </a:lnTo>
                  <a:lnTo>
                    <a:pt x="714623" y="53062"/>
                  </a:lnTo>
                  <a:lnTo>
                    <a:pt x="735177" y="50452"/>
                  </a:lnTo>
                  <a:lnTo>
                    <a:pt x="754983" y="47937"/>
                  </a:lnTo>
                  <a:lnTo>
                    <a:pt x="774093" y="45510"/>
                  </a:lnTo>
                  <a:lnTo>
                    <a:pt x="792556" y="43165"/>
                  </a:lnTo>
                  <a:lnTo>
                    <a:pt x="810414" y="40898"/>
                  </a:lnTo>
                  <a:lnTo>
                    <a:pt x="827704" y="38702"/>
                  </a:lnTo>
                  <a:lnTo>
                    <a:pt x="844463" y="36574"/>
                  </a:lnTo>
                  <a:lnTo>
                    <a:pt x="860721" y="34509"/>
                  </a:lnTo>
                  <a:lnTo>
                    <a:pt x="876508" y="32504"/>
                  </a:lnTo>
                  <a:lnTo>
                    <a:pt x="891850" y="30556"/>
                  </a:lnTo>
                  <a:lnTo>
                    <a:pt x="906771" y="28661"/>
                  </a:lnTo>
                  <a:lnTo>
                    <a:pt x="921295" y="26817"/>
                  </a:lnTo>
                  <a:lnTo>
                    <a:pt x="935441" y="25021"/>
                  </a:lnTo>
                  <a:lnTo>
                    <a:pt x="949230" y="23270"/>
                  </a:lnTo>
                  <a:lnTo>
                    <a:pt x="962677" y="21562"/>
                  </a:lnTo>
                  <a:lnTo>
                    <a:pt x="975801" y="19895"/>
                  </a:lnTo>
                  <a:lnTo>
                    <a:pt x="988616" y="18268"/>
                  </a:lnTo>
                  <a:lnTo>
                    <a:pt x="1001136" y="16678"/>
                  </a:lnTo>
                  <a:lnTo>
                    <a:pt x="1013375" y="15124"/>
                  </a:lnTo>
                  <a:lnTo>
                    <a:pt x="1025345" y="13604"/>
                  </a:lnTo>
                  <a:lnTo>
                    <a:pt x="1037057" y="12116"/>
                  </a:lnTo>
                  <a:lnTo>
                    <a:pt x="1048523" y="10660"/>
                  </a:lnTo>
                  <a:lnTo>
                    <a:pt x="1059752" y="9234"/>
                  </a:lnTo>
                  <a:lnTo>
                    <a:pt x="1070755" y="7837"/>
                  </a:lnTo>
                  <a:lnTo>
                    <a:pt x="1081539" y="6468"/>
                  </a:lnTo>
                  <a:lnTo>
                    <a:pt x="1092114" y="5125"/>
                  </a:lnTo>
                  <a:lnTo>
                    <a:pt x="1102488" y="3807"/>
                  </a:lnTo>
                  <a:lnTo>
                    <a:pt x="1112668" y="2515"/>
                  </a:lnTo>
                  <a:lnTo>
                    <a:pt x="1122661" y="1246"/>
                  </a:lnTo>
                  <a:lnTo>
                    <a:pt x="113247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18097" y="1867639"/>
              <a:ext cx="1132474" cy="277423"/>
            </a:xfrm>
            <a:custGeom>
              <a:avLst/>
              <a:pathLst>
                <a:path w="1132474" h="277423">
                  <a:moveTo>
                    <a:pt x="0" y="277423"/>
                  </a:moveTo>
                  <a:lnTo>
                    <a:pt x="72721" y="259608"/>
                  </a:lnTo>
                  <a:lnTo>
                    <a:pt x="136867" y="243894"/>
                  </a:lnTo>
                  <a:lnTo>
                    <a:pt x="194247" y="229838"/>
                  </a:lnTo>
                  <a:lnTo>
                    <a:pt x="246153" y="217122"/>
                  </a:lnTo>
                  <a:lnTo>
                    <a:pt x="293540" y="205514"/>
                  </a:lnTo>
                  <a:lnTo>
                    <a:pt x="337131" y="194835"/>
                  </a:lnTo>
                  <a:lnTo>
                    <a:pt x="377491" y="184948"/>
                  </a:lnTo>
                  <a:lnTo>
                    <a:pt x="415065" y="175744"/>
                  </a:lnTo>
                  <a:lnTo>
                    <a:pt x="450213" y="167133"/>
                  </a:lnTo>
                  <a:lnTo>
                    <a:pt x="483229" y="159045"/>
                  </a:lnTo>
                  <a:lnTo>
                    <a:pt x="514358" y="151420"/>
                  </a:lnTo>
                  <a:lnTo>
                    <a:pt x="543803" y="144207"/>
                  </a:lnTo>
                  <a:lnTo>
                    <a:pt x="571738" y="137363"/>
                  </a:lnTo>
                  <a:lnTo>
                    <a:pt x="598309" y="130854"/>
                  </a:lnTo>
                  <a:lnTo>
                    <a:pt x="623644" y="124648"/>
                  </a:lnTo>
                  <a:lnTo>
                    <a:pt x="647853" y="118717"/>
                  </a:lnTo>
                  <a:lnTo>
                    <a:pt x="671031" y="113039"/>
                  </a:lnTo>
                  <a:lnTo>
                    <a:pt x="693263" y="107593"/>
                  </a:lnTo>
                  <a:lnTo>
                    <a:pt x="714623" y="102361"/>
                  </a:lnTo>
                  <a:lnTo>
                    <a:pt x="735177" y="97326"/>
                  </a:lnTo>
                  <a:lnTo>
                    <a:pt x="754983" y="92474"/>
                  </a:lnTo>
                  <a:lnTo>
                    <a:pt x="774093" y="87792"/>
                  </a:lnTo>
                  <a:lnTo>
                    <a:pt x="792556" y="83269"/>
                  </a:lnTo>
                  <a:lnTo>
                    <a:pt x="810414" y="78895"/>
                  </a:lnTo>
                  <a:lnTo>
                    <a:pt x="827704" y="74659"/>
                  </a:lnTo>
                  <a:lnTo>
                    <a:pt x="844463" y="70554"/>
                  </a:lnTo>
                  <a:lnTo>
                    <a:pt x="860721" y="66571"/>
                  </a:lnTo>
                  <a:lnTo>
                    <a:pt x="876508" y="62704"/>
                  </a:lnTo>
                  <a:lnTo>
                    <a:pt x="891850" y="58945"/>
                  </a:lnTo>
                  <a:lnTo>
                    <a:pt x="906771" y="55290"/>
                  </a:lnTo>
                  <a:lnTo>
                    <a:pt x="921295" y="51732"/>
                  </a:lnTo>
                  <a:lnTo>
                    <a:pt x="935441" y="48267"/>
                  </a:lnTo>
                  <a:lnTo>
                    <a:pt x="949230" y="44889"/>
                  </a:lnTo>
                  <a:lnTo>
                    <a:pt x="962677" y="41595"/>
                  </a:lnTo>
                  <a:lnTo>
                    <a:pt x="975801" y="38380"/>
                  </a:lnTo>
                  <a:lnTo>
                    <a:pt x="988616" y="35241"/>
                  </a:lnTo>
                  <a:lnTo>
                    <a:pt x="1001136" y="32173"/>
                  </a:lnTo>
                  <a:lnTo>
                    <a:pt x="1013375" y="29175"/>
                  </a:lnTo>
                  <a:lnTo>
                    <a:pt x="1025345" y="26243"/>
                  </a:lnTo>
                  <a:lnTo>
                    <a:pt x="1037057" y="23374"/>
                  </a:lnTo>
                  <a:lnTo>
                    <a:pt x="1048523" y="20565"/>
                  </a:lnTo>
                  <a:lnTo>
                    <a:pt x="1059752" y="17814"/>
                  </a:lnTo>
                  <a:lnTo>
                    <a:pt x="1070755" y="15119"/>
                  </a:lnTo>
                  <a:lnTo>
                    <a:pt x="1081539" y="12477"/>
                  </a:lnTo>
                  <a:lnTo>
                    <a:pt x="1092114" y="9886"/>
                  </a:lnTo>
                  <a:lnTo>
                    <a:pt x="1102488" y="7345"/>
                  </a:lnTo>
                  <a:lnTo>
                    <a:pt x="1112668" y="4851"/>
                  </a:lnTo>
                  <a:lnTo>
                    <a:pt x="1122661" y="2403"/>
                  </a:lnTo>
                  <a:lnTo>
                    <a:pt x="113247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18097" y="1917346"/>
              <a:ext cx="1132474" cy="47040"/>
            </a:xfrm>
            <a:custGeom>
              <a:avLst/>
              <a:pathLst>
                <a:path w="1132474" h="47040">
                  <a:moveTo>
                    <a:pt x="0" y="47040"/>
                  </a:moveTo>
                  <a:lnTo>
                    <a:pt x="72721" y="44019"/>
                  </a:lnTo>
                  <a:lnTo>
                    <a:pt x="136867" y="41355"/>
                  </a:lnTo>
                  <a:lnTo>
                    <a:pt x="194247" y="38971"/>
                  </a:lnTo>
                  <a:lnTo>
                    <a:pt x="246153" y="36815"/>
                  </a:lnTo>
                  <a:lnTo>
                    <a:pt x="293540" y="34847"/>
                  </a:lnTo>
                  <a:lnTo>
                    <a:pt x="337131" y="33036"/>
                  </a:lnTo>
                  <a:lnTo>
                    <a:pt x="377491" y="31360"/>
                  </a:lnTo>
                  <a:lnTo>
                    <a:pt x="415065" y="29799"/>
                  </a:lnTo>
                  <a:lnTo>
                    <a:pt x="450213" y="28339"/>
                  </a:lnTo>
                  <a:lnTo>
                    <a:pt x="483229" y="26968"/>
                  </a:lnTo>
                  <a:lnTo>
                    <a:pt x="514358" y="25675"/>
                  </a:lnTo>
                  <a:lnTo>
                    <a:pt x="543803" y="24452"/>
                  </a:lnTo>
                  <a:lnTo>
                    <a:pt x="571738" y="23291"/>
                  </a:lnTo>
                  <a:lnTo>
                    <a:pt x="598309" y="22188"/>
                  </a:lnTo>
                  <a:lnTo>
                    <a:pt x="623644" y="21135"/>
                  </a:lnTo>
                  <a:lnTo>
                    <a:pt x="647853" y="20130"/>
                  </a:lnTo>
                  <a:lnTo>
                    <a:pt x="671031" y="19167"/>
                  </a:lnTo>
                  <a:lnTo>
                    <a:pt x="693263" y="18243"/>
                  </a:lnTo>
                  <a:lnTo>
                    <a:pt x="714623" y="17356"/>
                  </a:lnTo>
                  <a:lnTo>
                    <a:pt x="735177" y="16502"/>
                  </a:lnTo>
                  <a:lnTo>
                    <a:pt x="754983" y="15680"/>
                  </a:lnTo>
                  <a:lnTo>
                    <a:pt x="774093" y="14886"/>
                  </a:lnTo>
                  <a:lnTo>
                    <a:pt x="792556" y="14119"/>
                  </a:lnTo>
                  <a:lnTo>
                    <a:pt x="810414" y="13377"/>
                  </a:lnTo>
                  <a:lnTo>
                    <a:pt x="827704" y="12659"/>
                  </a:lnTo>
                  <a:lnTo>
                    <a:pt x="844463" y="11963"/>
                  </a:lnTo>
                  <a:lnTo>
                    <a:pt x="860721" y="11288"/>
                  </a:lnTo>
                  <a:lnTo>
                    <a:pt x="876508" y="10632"/>
                  </a:lnTo>
                  <a:lnTo>
                    <a:pt x="891850" y="9995"/>
                  </a:lnTo>
                  <a:lnTo>
                    <a:pt x="906771" y="9375"/>
                  </a:lnTo>
                  <a:lnTo>
                    <a:pt x="921295" y="8771"/>
                  </a:lnTo>
                  <a:lnTo>
                    <a:pt x="935441" y="8184"/>
                  </a:lnTo>
                  <a:lnTo>
                    <a:pt x="949230" y="7611"/>
                  </a:lnTo>
                  <a:lnTo>
                    <a:pt x="962677" y="7052"/>
                  </a:lnTo>
                  <a:lnTo>
                    <a:pt x="975801" y="6507"/>
                  </a:lnTo>
                  <a:lnTo>
                    <a:pt x="988616" y="5975"/>
                  </a:lnTo>
                  <a:lnTo>
                    <a:pt x="1001136" y="5455"/>
                  </a:lnTo>
                  <a:lnTo>
                    <a:pt x="1013375" y="4947"/>
                  </a:lnTo>
                  <a:lnTo>
                    <a:pt x="1025345" y="4449"/>
                  </a:lnTo>
                  <a:lnTo>
                    <a:pt x="1037057" y="3963"/>
                  </a:lnTo>
                  <a:lnTo>
                    <a:pt x="1048523" y="3487"/>
                  </a:lnTo>
                  <a:lnTo>
                    <a:pt x="1059752" y="3020"/>
                  </a:lnTo>
                  <a:lnTo>
                    <a:pt x="1070755" y="2563"/>
                  </a:lnTo>
                  <a:lnTo>
                    <a:pt x="1081539" y="2115"/>
                  </a:lnTo>
                  <a:lnTo>
                    <a:pt x="1092114" y="1676"/>
                  </a:lnTo>
                  <a:lnTo>
                    <a:pt x="1102488" y="1245"/>
                  </a:lnTo>
                  <a:lnTo>
                    <a:pt x="1112668" y="822"/>
                  </a:lnTo>
                  <a:lnTo>
                    <a:pt x="1122661" y="407"/>
                  </a:lnTo>
                  <a:lnTo>
                    <a:pt x="113247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18097" y="1487838"/>
              <a:ext cx="1132474" cy="642761"/>
            </a:xfrm>
            <a:custGeom>
              <a:avLst/>
              <a:pathLst>
                <a:path w="1132474" h="642761">
                  <a:moveTo>
                    <a:pt x="0" y="642761"/>
                  </a:moveTo>
                  <a:lnTo>
                    <a:pt x="72721" y="601486"/>
                  </a:lnTo>
                  <a:lnTo>
                    <a:pt x="136867" y="565079"/>
                  </a:lnTo>
                  <a:lnTo>
                    <a:pt x="194247" y="532512"/>
                  </a:lnTo>
                  <a:lnTo>
                    <a:pt x="246153" y="503051"/>
                  </a:lnTo>
                  <a:lnTo>
                    <a:pt x="293540" y="476156"/>
                  </a:lnTo>
                  <a:lnTo>
                    <a:pt x="337131" y="451414"/>
                  </a:lnTo>
                  <a:lnTo>
                    <a:pt x="377491" y="428507"/>
                  </a:lnTo>
                  <a:lnTo>
                    <a:pt x="415065" y="407181"/>
                  </a:lnTo>
                  <a:lnTo>
                    <a:pt x="450213" y="387232"/>
                  </a:lnTo>
                  <a:lnTo>
                    <a:pt x="483229" y="368493"/>
                  </a:lnTo>
                  <a:lnTo>
                    <a:pt x="514358" y="350825"/>
                  </a:lnTo>
                  <a:lnTo>
                    <a:pt x="543803" y="334113"/>
                  </a:lnTo>
                  <a:lnTo>
                    <a:pt x="571738" y="318258"/>
                  </a:lnTo>
                  <a:lnTo>
                    <a:pt x="598309" y="303177"/>
                  </a:lnTo>
                  <a:lnTo>
                    <a:pt x="623644" y="288797"/>
                  </a:lnTo>
                  <a:lnTo>
                    <a:pt x="647853" y="275057"/>
                  </a:lnTo>
                  <a:lnTo>
                    <a:pt x="671031" y="261902"/>
                  </a:lnTo>
                  <a:lnTo>
                    <a:pt x="693263" y="249284"/>
                  </a:lnTo>
                  <a:lnTo>
                    <a:pt x="714623" y="237160"/>
                  </a:lnTo>
                  <a:lnTo>
                    <a:pt x="735177" y="225495"/>
                  </a:lnTo>
                  <a:lnTo>
                    <a:pt x="754983" y="214253"/>
                  </a:lnTo>
                  <a:lnTo>
                    <a:pt x="774093" y="203407"/>
                  </a:lnTo>
                  <a:lnTo>
                    <a:pt x="792556" y="192927"/>
                  </a:lnTo>
                  <a:lnTo>
                    <a:pt x="810414" y="182792"/>
                  </a:lnTo>
                  <a:lnTo>
                    <a:pt x="827704" y="172978"/>
                  </a:lnTo>
                  <a:lnTo>
                    <a:pt x="844463" y="163467"/>
                  </a:lnTo>
                  <a:lnTo>
                    <a:pt x="860721" y="154239"/>
                  </a:lnTo>
                  <a:lnTo>
                    <a:pt x="876508" y="145279"/>
                  </a:lnTo>
                  <a:lnTo>
                    <a:pt x="891850" y="136571"/>
                  </a:lnTo>
                  <a:lnTo>
                    <a:pt x="906771" y="128102"/>
                  </a:lnTo>
                  <a:lnTo>
                    <a:pt x="921295" y="119859"/>
                  </a:lnTo>
                  <a:lnTo>
                    <a:pt x="935441" y="111830"/>
                  </a:lnTo>
                  <a:lnTo>
                    <a:pt x="949230" y="104004"/>
                  </a:lnTo>
                  <a:lnTo>
                    <a:pt x="962677" y="96372"/>
                  </a:lnTo>
                  <a:lnTo>
                    <a:pt x="975801" y="88923"/>
                  </a:lnTo>
                  <a:lnTo>
                    <a:pt x="988616" y="81650"/>
                  </a:lnTo>
                  <a:lnTo>
                    <a:pt x="1001136" y="74543"/>
                  </a:lnTo>
                  <a:lnTo>
                    <a:pt x="1013375" y="67597"/>
                  </a:lnTo>
                  <a:lnTo>
                    <a:pt x="1025345" y="60803"/>
                  </a:lnTo>
                  <a:lnTo>
                    <a:pt x="1037057" y="54156"/>
                  </a:lnTo>
                  <a:lnTo>
                    <a:pt x="1048523" y="47648"/>
                  </a:lnTo>
                  <a:lnTo>
                    <a:pt x="1059752" y="41274"/>
                  </a:lnTo>
                  <a:lnTo>
                    <a:pt x="1070755" y="35030"/>
                  </a:lnTo>
                  <a:lnTo>
                    <a:pt x="1081539" y="28909"/>
                  </a:lnTo>
                  <a:lnTo>
                    <a:pt x="1092114" y="22906"/>
                  </a:lnTo>
                  <a:lnTo>
                    <a:pt x="1102488" y="17019"/>
                  </a:lnTo>
                  <a:lnTo>
                    <a:pt x="1112668" y="11241"/>
                  </a:lnTo>
                  <a:lnTo>
                    <a:pt x="1122661" y="5569"/>
                  </a:lnTo>
                  <a:lnTo>
                    <a:pt x="113247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18097" y="1822361"/>
              <a:ext cx="1132474" cy="169504"/>
            </a:xfrm>
            <a:custGeom>
              <a:avLst/>
              <a:pathLst>
                <a:path w="1132474" h="169504">
                  <a:moveTo>
                    <a:pt x="0" y="0"/>
                  </a:moveTo>
                  <a:lnTo>
                    <a:pt x="72721" y="10884"/>
                  </a:lnTo>
                  <a:lnTo>
                    <a:pt x="136867" y="20485"/>
                  </a:lnTo>
                  <a:lnTo>
                    <a:pt x="194247" y="29074"/>
                  </a:lnTo>
                  <a:lnTo>
                    <a:pt x="246153" y="36843"/>
                  </a:lnTo>
                  <a:lnTo>
                    <a:pt x="293540" y="43936"/>
                  </a:lnTo>
                  <a:lnTo>
                    <a:pt x="337131" y="50460"/>
                  </a:lnTo>
                  <a:lnTo>
                    <a:pt x="377491" y="56501"/>
                  </a:lnTo>
                  <a:lnTo>
                    <a:pt x="415065" y="62125"/>
                  </a:lnTo>
                  <a:lnTo>
                    <a:pt x="450213" y="67386"/>
                  </a:lnTo>
                  <a:lnTo>
                    <a:pt x="483229" y="72328"/>
                  </a:lnTo>
                  <a:lnTo>
                    <a:pt x="514358" y="76987"/>
                  </a:lnTo>
                  <a:lnTo>
                    <a:pt x="543803" y="81394"/>
                  </a:lnTo>
                  <a:lnTo>
                    <a:pt x="571738" y="85575"/>
                  </a:lnTo>
                  <a:lnTo>
                    <a:pt x="598309" y="89552"/>
                  </a:lnTo>
                  <a:lnTo>
                    <a:pt x="623644" y="93344"/>
                  </a:lnTo>
                  <a:lnTo>
                    <a:pt x="647853" y="96968"/>
                  </a:lnTo>
                  <a:lnTo>
                    <a:pt x="671031" y="100437"/>
                  </a:lnTo>
                  <a:lnTo>
                    <a:pt x="693263" y="103765"/>
                  </a:lnTo>
                  <a:lnTo>
                    <a:pt x="714623" y="106962"/>
                  </a:lnTo>
                  <a:lnTo>
                    <a:pt x="735177" y="110038"/>
                  </a:lnTo>
                  <a:lnTo>
                    <a:pt x="754983" y="113003"/>
                  </a:lnTo>
                  <a:lnTo>
                    <a:pt x="774093" y="115863"/>
                  </a:lnTo>
                  <a:lnTo>
                    <a:pt x="792556" y="118627"/>
                  </a:lnTo>
                  <a:lnTo>
                    <a:pt x="810414" y="121299"/>
                  </a:lnTo>
                  <a:lnTo>
                    <a:pt x="827704" y="123887"/>
                  </a:lnTo>
                  <a:lnTo>
                    <a:pt x="844463" y="126396"/>
                  </a:lnTo>
                  <a:lnTo>
                    <a:pt x="860721" y="128829"/>
                  </a:lnTo>
                  <a:lnTo>
                    <a:pt x="876508" y="131192"/>
                  </a:lnTo>
                  <a:lnTo>
                    <a:pt x="891850" y="133488"/>
                  </a:lnTo>
                  <a:lnTo>
                    <a:pt x="906771" y="135722"/>
                  </a:lnTo>
                  <a:lnTo>
                    <a:pt x="921295" y="137896"/>
                  </a:lnTo>
                  <a:lnTo>
                    <a:pt x="935441" y="140013"/>
                  </a:lnTo>
                  <a:lnTo>
                    <a:pt x="949230" y="142077"/>
                  </a:lnTo>
                  <a:lnTo>
                    <a:pt x="962677" y="144090"/>
                  </a:lnTo>
                  <a:lnTo>
                    <a:pt x="975801" y="146054"/>
                  </a:lnTo>
                  <a:lnTo>
                    <a:pt x="988616" y="147972"/>
                  </a:lnTo>
                  <a:lnTo>
                    <a:pt x="1001136" y="149846"/>
                  </a:lnTo>
                  <a:lnTo>
                    <a:pt x="1013375" y="151678"/>
                  </a:lnTo>
                  <a:lnTo>
                    <a:pt x="1025345" y="153469"/>
                  </a:lnTo>
                  <a:lnTo>
                    <a:pt x="1037057" y="155222"/>
                  </a:lnTo>
                  <a:lnTo>
                    <a:pt x="1048523" y="156939"/>
                  </a:lnTo>
                  <a:lnTo>
                    <a:pt x="1059752" y="158619"/>
                  </a:lnTo>
                  <a:lnTo>
                    <a:pt x="1070755" y="160266"/>
                  </a:lnTo>
                  <a:lnTo>
                    <a:pt x="1081539" y="161880"/>
                  </a:lnTo>
                  <a:lnTo>
                    <a:pt x="1092114" y="163463"/>
                  </a:lnTo>
                  <a:lnTo>
                    <a:pt x="1102488" y="165016"/>
                  </a:lnTo>
                  <a:lnTo>
                    <a:pt x="1112668" y="166540"/>
                  </a:lnTo>
                  <a:lnTo>
                    <a:pt x="1122661" y="168035"/>
                  </a:lnTo>
                  <a:lnTo>
                    <a:pt x="1132474" y="16950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18097" y="1449616"/>
              <a:ext cx="1132474" cy="242617"/>
            </a:xfrm>
            <a:custGeom>
              <a:avLst/>
              <a:pathLst>
                <a:path w="1132474" h="242617">
                  <a:moveTo>
                    <a:pt x="0" y="0"/>
                  </a:moveTo>
                  <a:lnTo>
                    <a:pt x="72721" y="15579"/>
                  </a:lnTo>
                  <a:lnTo>
                    <a:pt x="136867" y="29321"/>
                  </a:lnTo>
                  <a:lnTo>
                    <a:pt x="194247" y="41614"/>
                  </a:lnTo>
                  <a:lnTo>
                    <a:pt x="246153" y="52735"/>
                  </a:lnTo>
                  <a:lnTo>
                    <a:pt x="293540" y="62887"/>
                  </a:lnTo>
                  <a:lnTo>
                    <a:pt x="337131" y="72226"/>
                  </a:lnTo>
                  <a:lnTo>
                    <a:pt x="377491" y="80872"/>
                  </a:lnTo>
                  <a:lnTo>
                    <a:pt x="415065" y="88922"/>
                  </a:lnTo>
                  <a:lnTo>
                    <a:pt x="450213" y="96452"/>
                  </a:lnTo>
                  <a:lnTo>
                    <a:pt x="483229" y="103525"/>
                  </a:lnTo>
                  <a:lnTo>
                    <a:pt x="514358" y="110194"/>
                  </a:lnTo>
                  <a:lnTo>
                    <a:pt x="543803" y="116502"/>
                  </a:lnTo>
                  <a:lnTo>
                    <a:pt x="571738" y="122487"/>
                  </a:lnTo>
                  <a:lnTo>
                    <a:pt x="598309" y="128179"/>
                  </a:lnTo>
                  <a:lnTo>
                    <a:pt x="623644" y="133607"/>
                  </a:lnTo>
                  <a:lnTo>
                    <a:pt x="647853" y="138793"/>
                  </a:lnTo>
                  <a:lnTo>
                    <a:pt x="671031" y="143759"/>
                  </a:lnTo>
                  <a:lnTo>
                    <a:pt x="693263" y="148522"/>
                  </a:lnTo>
                  <a:lnTo>
                    <a:pt x="714623" y="153098"/>
                  </a:lnTo>
                  <a:lnTo>
                    <a:pt x="735177" y="157501"/>
                  </a:lnTo>
                  <a:lnTo>
                    <a:pt x="754983" y="161745"/>
                  </a:lnTo>
                  <a:lnTo>
                    <a:pt x="774093" y="165839"/>
                  </a:lnTo>
                  <a:lnTo>
                    <a:pt x="792556" y="169794"/>
                  </a:lnTo>
                  <a:lnTo>
                    <a:pt x="810414" y="173620"/>
                  </a:lnTo>
                  <a:lnTo>
                    <a:pt x="827704" y="177324"/>
                  </a:lnTo>
                  <a:lnTo>
                    <a:pt x="844463" y="180914"/>
                  </a:lnTo>
                  <a:lnTo>
                    <a:pt x="860721" y="184398"/>
                  </a:lnTo>
                  <a:lnTo>
                    <a:pt x="876508" y="187780"/>
                  </a:lnTo>
                  <a:lnTo>
                    <a:pt x="891850" y="191066"/>
                  </a:lnTo>
                  <a:lnTo>
                    <a:pt x="906771" y="194263"/>
                  </a:lnTo>
                  <a:lnTo>
                    <a:pt x="921295" y="197375"/>
                  </a:lnTo>
                  <a:lnTo>
                    <a:pt x="935441" y="200405"/>
                  </a:lnTo>
                  <a:lnTo>
                    <a:pt x="949230" y="203359"/>
                  </a:lnTo>
                  <a:lnTo>
                    <a:pt x="962677" y="206240"/>
                  </a:lnTo>
                  <a:lnTo>
                    <a:pt x="975801" y="209052"/>
                  </a:lnTo>
                  <a:lnTo>
                    <a:pt x="988616" y="211797"/>
                  </a:lnTo>
                  <a:lnTo>
                    <a:pt x="1001136" y="214480"/>
                  </a:lnTo>
                  <a:lnTo>
                    <a:pt x="1013375" y="217102"/>
                  </a:lnTo>
                  <a:lnTo>
                    <a:pt x="1025345" y="219666"/>
                  </a:lnTo>
                  <a:lnTo>
                    <a:pt x="1037057" y="222175"/>
                  </a:lnTo>
                  <a:lnTo>
                    <a:pt x="1048523" y="224632"/>
                  </a:lnTo>
                  <a:lnTo>
                    <a:pt x="1059752" y="227037"/>
                  </a:lnTo>
                  <a:lnTo>
                    <a:pt x="1070755" y="229395"/>
                  </a:lnTo>
                  <a:lnTo>
                    <a:pt x="1081539" y="231705"/>
                  </a:lnTo>
                  <a:lnTo>
                    <a:pt x="1092114" y="233971"/>
                  </a:lnTo>
                  <a:lnTo>
                    <a:pt x="1102488" y="236193"/>
                  </a:lnTo>
                  <a:lnTo>
                    <a:pt x="1112668" y="238374"/>
                  </a:lnTo>
                  <a:lnTo>
                    <a:pt x="1122661" y="240515"/>
                  </a:lnTo>
                  <a:lnTo>
                    <a:pt x="1132474" y="24261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18097" y="1866257"/>
              <a:ext cx="1132474" cy="172775"/>
            </a:xfrm>
            <a:custGeom>
              <a:avLst/>
              <a:pathLst>
                <a:path w="1132474" h="172775">
                  <a:moveTo>
                    <a:pt x="0" y="172775"/>
                  </a:moveTo>
                  <a:lnTo>
                    <a:pt x="72721" y="161680"/>
                  </a:lnTo>
                  <a:lnTo>
                    <a:pt x="136867" y="151894"/>
                  </a:lnTo>
                  <a:lnTo>
                    <a:pt x="194247" y="143140"/>
                  </a:lnTo>
                  <a:lnTo>
                    <a:pt x="246153" y="135221"/>
                  </a:lnTo>
                  <a:lnTo>
                    <a:pt x="293540" y="127991"/>
                  </a:lnTo>
                  <a:lnTo>
                    <a:pt x="337131" y="121341"/>
                  </a:lnTo>
                  <a:lnTo>
                    <a:pt x="377491" y="115183"/>
                  </a:lnTo>
                  <a:lnTo>
                    <a:pt x="415065" y="109451"/>
                  </a:lnTo>
                  <a:lnTo>
                    <a:pt x="450213" y="104088"/>
                  </a:lnTo>
                  <a:lnTo>
                    <a:pt x="483229" y="99051"/>
                  </a:lnTo>
                  <a:lnTo>
                    <a:pt x="514358" y="94302"/>
                  </a:lnTo>
                  <a:lnTo>
                    <a:pt x="543803" y="89810"/>
                  </a:lnTo>
                  <a:lnTo>
                    <a:pt x="571738" y="85548"/>
                  </a:lnTo>
                  <a:lnTo>
                    <a:pt x="598309" y="81494"/>
                  </a:lnTo>
                  <a:lnTo>
                    <a:pt x="623644" y="77629"/>
                  </a:lnTo>
                  <a:lnTo>
                    <a:pt x="647853" y="73935"/>
                  </a:lnTo>
                  <a:lnTo>
                    <a:pt x="671031" y="70399"/>
                  </a:lnTo>
                  <a:lnTo>
                    <a:pt x="693263" y="67007"/>
                  </a:lnTo>
                  <a:lnTo>
                    <a:pt x="714623" y="63749"/>
                  </a:lnTo>
                  <a:lnTo>
                    <a:pt x="735177" y="60613"/>
                  </a:lnTo>
                  <a:lnTo>
                    <a:pt x="754983" y="57591"/>
                  </a:lnTo>
                  <a:lnTo>
                    <a:pt x="774093" y="54676"/>
                  </a:lnTo>
                  <a:lnTo>
                    <a:pt x="792556" y="51859"/>
                  </a:lnTo>
                  <a:lnTo>
                    <a:pt x="810414" y="49134"/>
                  </a:lnTo>
                  <a:lnTo>
                    <a:pt x="827704" y="46497"/>
                  </a:lnTo>
                  <a:lnTo>
                    <a:pt x="844463" y="43940"/>
                  </a:lnTo>
                  <a:lnTo>
                    <a:pt x="860721" y="41459"/>
                  </a:lnTo>
                  <a:lnTo>
                    <a:pt x="876508" y="39051"/>
                  </a:lnTo>
                  <a:lnTo>
                    <a:pt x="891850" y="36710"/>
                  </a:lnTo>
                  <a:lnTo>
                    <a:pt x="906771" y="34434"/>
                  </a:lnTo>
                  <a:lnTo>
                    <a:pt x="921295" y="32218"/>
                  </a:lnTo>
                  <a:lnTo>
                    <a:pt x="935441" y="30060"/>
                  </a:lnTo>
                  <a:lnTo>
                    <a:pt x="949230" y="27956"/>
                  </a:lnTo>
                  <a:lnTo>
                    <a:pt x="962677" y="25904"/>
                  </a:lnTo>
                  <a:lnTo>
                    <a:pt x="975801" y="23902"/>
                  </a:lnTo>
                  <a:lnTo>
                    <a:pt x="988616" y="21947"/>
                  </a:lnTo>
                  <a:lnTo>
                    <a:pt x="1001136" y="20037"/>
                  </a:lnTo>
                  <a:lnTo>
                    <a:pt x="1013375" y="18170"/>
                  </a:lnTo>
                  <a:lnTo>
                    <a:pt x="1025345" y="16344"/>
                  </a:lnTo>
                  <a:lnTo>
                    <a:pt x="1037057" y="14557"/>
                  </a:lnTo>
                  <a:lnTo>
                    <a:pt x="1048523" y="12807"/>
                  </a:lnTo>
                  <a:lnTo>
                    <a:pt x="1059752" y="11094"/>
                  </a:lnTo>
                  <a:lnTo>
                    <a:pt x="1070755" y="9416"/>
                  </a:lnTo>
                  <a:lnTo>
                    <a:pt x="1081539" y="7770"/>
                  </a:lnTo>
                  <a:lnTo>
                    <a:pt x="1092114" y="6157"/>
                  </a:lnTo>
                  <a:lnTo>
                    <a:pt x="1102488" y="4574"/>
                  </a:lnTo>
                  <a:lnTo>
                    <a:pt x="1112668" y="3021"/>
                  </a:lnTo>
                  <a:lnTo>
                    <a:pt x="1122661" y="1497"/>
                  </a:lnTo>
                  <a:lnTo>
                    <a:pt x="1132474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18097" y="1797782"/>
              <a:ext cx="1132474" cy="306380"/>
            </a:xfrm>
            <a:custGeom>
              <a:avLst/>
              <a:pathLst>
                <a:path w="1132474" h="306380">
                  <a:moveTo>
                    <a:pt x="0" y="306380"/>
                  </a:moveTo>
                  <a:lnTo>
                    <a:pt x="72721" y="286706"/>
                  </a:lnTo>
                  <a:lnTo>
                    <a:pt x="136867" y="269352"/>
                  </a:lnTo>
                  <a:lnTo>
                    <a:pt x="194247" y="253828"/>
                  </a:lnTo>
                  <a:lnTo>
                    <a:pt x="246153" y="239786"/>
                  </a:lnTo>
                  <a:lnTo>
                    <a:pt x="293540" y="226966"/>
                  </a:lnTo>
                  <a:lnTo>
                    <a:pt x="337131" y="215172"/>
                  </a:lnTo>
                  <a:lnTo>
                    <a:pt x="377491" y="204253"/>
                  </a:lnTo>
                  <a:lnTo>
                    <a:pt x="415065" y="194088"/>
                  </a:lnTo>
                  <a:lnTo>
                    <a:pt x="450213" y="184579"/>
                  </a:lnTo>
                  <a:lnTo>
                    <a:pt x="483229" y="175647"/>
                  </a:lnTo>
                  <a:lnTo>
                    <a:pt x="514358" y="167225"/>
                  </a:lnTo>
                  <a:lnTo>
                    <a:pt x="543803" y="159259"/>
                  </a:lnTo>
                  <a:lnTo>
                    <a:pt x="571738" y="151702"/>
                  </a:lnTo>
                  <a:lnTo>
                    <a:pt x="598309" y="144513"/>
                  </a:lnTo>
                  <a:lnTo>
                    <a:pt x="623644" y="137659"/>
                  </a:lnTo>
                  <a:lnTo>
                    <a:pt x="647853" y="131109"/>
                  </a:lnTo>
                  <a:lnTo>
                    <a:pt x="671031" y="124839"/>
                  </a:lnTo>
                  <a:lnTo>
                    <a:pt x="693263" y="118824"/>
                  </a:lnTo>
                  <a:lnTo>
                    <a:pt x="714623" y="113045"/>
                  </a:lnTo>
                  <a:lnTo>
                    <a:pt x="735177" y="107485"/>
                  </a:lnTo>
                  <a:lnTo>
                    <a:pt x="754983" y="102126"/>
                  </a:lnTo>
                  <a:lnTo>
                    <a:pt x="774093" y="96956"/>
                  </a:lnTo>
                  <a:lnTo>
                    <a:pt x="792556" y="91961"/>
                  </a:lnTo>
                  <a:lnTo>
                    <a:pt x="810414" y="87130"/>
                  </a:lnTo>
                  <a:lnTo>
                    <a:pt x="827704" y="82452"/>
                  </a:lnTo>
                  <a:lnTo>
                    <a:pt x="844463" y="77918"/>
                  </a:lnTo>
                  <a:lnTo>
                    <a:pt x="860721" y="73520"/>
                  </a:lnTo>
                  <a:lnTo>
                    <a:pt x="876508" y="69249"/>
                  </a:lnTo>
                  <a:lnTo>
                    <a:pt x="891850" y="65098"/>
                  </a:lnTo>
                  <a:lnTo>
                    <a:pt x="906771" y="61061"/>
                  </a:lnTo>
                  <a:lnTo>
                    <a:pt x="921295" y="57132"/>
                  </a:lnTo>
                  <a:lnTo>
                    <a:pt x="935441" y="53305"/>
                  </a:lnTo>
                  <a:lnTo>
                    <a:pt x="949230" y="49575"/>
                  </a:lnTo>
                  <a:lnTo>
                    <a:pt x="962677" y="45936"/>
                  </a:lnTo>
                  <a:lnTo>
                    <a:pt x="975801" y="42386"/>
                  </a:lnTo>
                  <a:lnTo>
                    <a:pt x="988616" y="38919"/>
                  </a:lnTo>
                  <a:lnTo>
                    <a:pt x="1001136" y="35532"/>
                  </a:lnTo>
                  <a:lnTo>
                    <a:pt x="1013375" y="32221"/>
                  </a:lnTo>
                  <a:lnTo>
                    <a:pt x="1025345" y="28982"/>
                  </a:lnTo>
                  <a:lnTo>
                    <a:pt x="1037057" y="25814"/>
                  </a:lnTo>
                  <a:lnTo>
                    <a:pt x="1048523" y="22712"/>
                  </a:lnTo>
                  <a:lnTo>
                    <a:pt x="1059752" y="19674"/>
                  </a:lnTo>
                  <a:lnTo>
                    <a:pt x="1070755" y="16697"/>
                  </a:lnTo>
                  <a:lnTo>
                    <a:pt x="1081539" y="13779"/>
                  </a:lnTo>
                  <a:lnTo>
                    <a:pt x="1092114" y="10918"/>
                  </a:lnTo>
                  <a:lnTo>
                    <a:pt x="1102488" y="8112"/>
                  </a:lnTo>
                  <a:lnTo>
                    <a:pt x="1112668" y="5358"/>
                  </a:lnTo>
                  <a:lnTo>
                    <a:pt x="1122661" y="2654"/>
                  </a:lnTo>
                  <a:lnTo>
                    <a:pt x="113247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18097" y="2067362"/>
              <a:ext cx="1132474" cy="68001"/>
            </a:xfrm>
            <a:custGeom>
              <a:avLst/>
              <a:pathLst>
                <a:path w="1132474" h="68001">
                  <a:moveTo>
                    <a:pt x="0" y="68001"/>
                  </a:moveTo>
                  <a:lnTo>
                    <a:pt x="72721" y="63635"/>
                  </a:lnTo>
                  <a:lnTo>
                    <a:pt x="136867" y="59783"/>
                  </a:lnTo>
                  <a:lnTo>
                    <a:pt x="194247" y="56337"/>
                  </a:lnTo>
                  <a:lnTo>
                    <a:pt x="246153" y="53221"/>
                  </a:lnTo>
                  <a:lnTo>
                    <a:pt x="293540" y="50375"/>
                  </a:lnTo>
                  <a:lnTo>
                    <a:pt x="337131" y="47758"/>
                  </a:lnTo>
                  <a:lnTo>
                    <a:pt x="377491" y="45334"/>
                  </a:lnTo>
                  <a:lnTo>
                    <a:pt x="415065" y="43078"/>
                  </a:lnTo>
                  <a:lnTo>
                    <a:pt x="450213" y="40967"/>
                  </a:lnTo>
                  <a:lnTo>
                    <a:pt x="483229" y="38985"/>
                  </a:lnTo>
                  <a:lnTo>
                    <a:pt x="514358" y="37116"/>
                  </a:lnTo>
                  <a:lnTo>
                    <a:pt x="543803" y="35347"/>
                  </a:lnTo>
                  <a:lnTo>
                    <a:pt x="571738" y="33670"/>
                  </a:lnTo>
                  <a:lnTo>
                    <a:pt x="598309" y="32075"/>
                  </a:lnTo>
                  <a:lnTo>
                    <a:pt x="623644" y="30553"/>
                  </a:lnTo>
                  <a:lnTo>
                    <a:pt x="647853" y="29100"/>
                  </a:lnTo>
                  <a:lnTo>
                    <a:pt x="671031" y="27708"/>
                  </a:lnTo>
                  <a:lnTo>
                    <a:pt x="693263" y="26373"/>
                  </a:lnTo>
                  <a:lnTo>
                    <a:pt x="714623" y="25090"/>
                  </a:lnTo>
                  <a:lnTo>
                    <a:pt x="735177" y="23856"/>
                  </a:lnTo>
                  <a:lnTo>
                    <a:pt x="754983" y="22667"/>
                  </a:lnTo>
                  <a:lnTo>
                    <a:pt x="774093" y="21519"/>
                  </a:lnTo>
                  <a:lnTo>
                    <a:pt x="792556" y="20411"/>
                  </a:lnTo>
                  <a:lnTo>
                    <a:pt x="810414" y="19338"/>
                  </a:lnTo>
                  <a:lnTo>
                    <a:pt x="827704" y="18300"/>
                  </a:lnTo>
                  <a:lnTo>
                    <a:pt x="844463" y="17294"/>
                  </a:lnTo>
                  <a:lnTo>
                    <a:pt x="860721" y="16317"/>
                  </a:lnTo>
                  <a:lnTo>
                    <a:pt x="876508" y="15370"/>
                  </a:lnTo>
                  <a:lnTo>
                    <a:pt x="891850" y="14448"/>
                  </a:lnTo>
                  <a:lnTo>
                    <a:pt x="906771" y="13552"/>
                  </a:lnTo>
                  <a:lnTo>
                    <a:pt x="921295" y="12680"/>
                  </a:lnTo>
                  <a:lnTo>
                    <a:pt x="935441" y="11831"/>
                  </a:lnTo>
                  <a:lnTo>
                    <a:pt x="949230" y="11003"/>
                  </a:lnTo>
                  <a:lnTo>
                    <a:pt x="962677" y="10195"/>
                  </a:lnTo>
                  <a:lnTo>
                    <a:pt x="975801" y="9407"/>
                  </a:lnTo>
                  <a:lnTo>
                    <a:pt x="988616" y="8638"/>
                  </a:lnTo>
                  <a:lnTo>
                    <a:pt x="1001136" y="7886"/>
                  </a:lnTo>
                  <a:lnTo>
                    <a:pt x="1013375" y="7151"/>
                  </a:lnTo>
                  <a:lnTo>
                    <a:pt x="1025345" y="6432"/>
                  </a:lnTo>
                  <a:lnTo>
                    <a:pt x="1037057" y="5729"/>
                  </a:lnTo>
                  <a:lnTo>
                    <a:pt x="1048523" y="5041"/>
                  </a:lnTo>
                  <a:lnTo>
                    <a:pt x="1059752" y="4366"/>
                  </a:lnTo>
                  <a:lnTo>
                    <a:pt x="1070755" y="3706"/>
                  </a:lnTo>
                  <a:lnTo>
                    <a:pt x="1081539" y="3058"/>
                  </a:lnTo>
                  <a:lnTo>
                    <a:pt x="1092114" y="2423"/>
                  </a:lnTo>
                  <a:lnTo>
                    <a:pt x="1102488" y="1800"/>
                  </a:lnTo>
                  <a:lnTo>
                    <a:pt x="1112668" y="1189"/>
                  </a:lnTo>
                  <a:lnTo>
                    <a:pt x="1122661" y="589"/>
                  </a:lnTo>
                  <a:lnTo>
                    <a:pt x="113247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18097" y="1923783"/>
              <a:ext cx="1132474" cy="86834"/>
            </a:xfrm>
            <a:custGeom>
              <a:avLst/>
              <a:pathLst>
                <a:path w="1132474" h="86834">
                  <a:moveTo>
                    <a:pt x="0" y="86834"/>
                  </a:moveTo>
                  <a:lnTo>
                    <a:pt x="72721" y="81258"/>
                  </a:lnTo>
                  <a:lnTo>
                    <a:pt x="136867" y="76339"/>
                  </a:lnTo>
                  <a:lnTo>
                    <a:pt x="194247" y="71939"/>
                  </a:lnTo>
                  <a:lnTo>
                    <a:pt x="246153" y="67959"/>
                  </a:lnTo>
                  <a:lnTo>
                    <a:pt x="293540" y="64326"/>
                  </a:lnTo>
                  <a:lnTo>
                    <a:pt x="337131" y="60984"/>
                  </a:lnTo>
                  <a:lnTo>
                    <a:pt x="377491" y="57889"/>
                  </a:lnTo>
                  <a:lnTo>
                    <a:pt x="415065" y="55008"/>
                  </a:lnTo>
                  <a:lnTo>
                    <a:pt x="450213" y="52313"/>
                  </a:lnTo>
                  <a:lnTo>
                    <a:pt x="483229" y="49781"/>
                  </a:lnTo>
                  <a:lnTo>
                    <a:pt x="514358" y="47394"/>
                  </a:lnTo>
                  <a:lnTo>
                    <a:pt x="543803" y="45137"/>
                  </a:lnTo>
                  <a:lnTo>
                    <a:pt x="571738" y="42995"/>
                  </a:lnTo>
                  <a:lnTo>
                    <a:pt x="598309" y="40957"/>
                  </a:lnTo>
                  <a:lnTo>
                    <a:pt x="623644" y="39015"/>
                  </a:lnTo>
                  <a:lnTo>
                    <a:pt x="647853" y="37159"/>
                  </a:lnTo>
                  <a:lnTo>
                    <a:pt x="671031" y="35381"/>
                  </a:lnTo>
                  <a:lnTo>
                    <a:pt x="693263" y="33677"/>
                  </a:lnTo>
                  <a:lnTo>
                    <a:pt x="714623" y="32039"/>
                  </a:lnTo>
                  <a:lnTo>
                    <a:pt x="735177" y="30463"/>
                  </a:lnTo>
                  <a:lnTo>
                    <a:pt x="754983" y="28944"/>
                  </a:lnTo>
                  <a:lnTo>
                    <a:pt x="774093" y="27479"/>
                  </a:lnTo>
                  <a:lnTo>
                    <a:pt x="792556" y="26063"/>
                  </a:lnTo>
                  <a:lnTo>
                    <a:pt x="810414" y="24694"/>
                  </a:lnTo>
                  <a:lnTo>
                    <a:pt x="827704" y="23368"/>
                  </a:lnTo>
                  <a:lnTo>
                    <a:pt x="844463" y="22083"/>
                  </a:lnTo>
                  <a:lnTo>
                    <a:pt x="860721" y="20837"/>
                  </a:lnTo>
                  <a:lnTo>
                    <a:pt x="876508" y="19626"/>
                  </a:lnTo>
                  <a:lnTo>
                    <a:pt x="891850" y="18450"/>
                  </a:lnTo>
                  <a:lnTo>
                    <a:pt x="906771" y="17306"/>
                  </a:lnTo>
                  <a:lnTo>
                    <a:pt x="921295" y="16192"/>
                  </a:lnTo>
                  <a:lnTo>
                    <a:pt x="935441" y="15107"/>
                  </a:lnTo>
                  <a:lnTo>
                    <a:pt x="949230" y="14050"/>
                  </a:lnTo>
                  <a:lnTo>
                    <a:pt x="962677" y="13019"/>
                  </a:lnTo>
                  <a:lnTo>
                    <a:pt x="975801" y="12013"/>
                  </a:lnTo>
                  <a:lnTo>
                    <a:pt x="988616" y="11030"/>
                  </a:lnTo>
                  <a:lnTo>
                    <a:pt x="1001136" y="10070"/>
                  </a:lnTo>
                  <a:lnTo>
                    <a:pt x="1013375" y="9132"/>
                  </a:lnTo>
                  <a:lnTo>
                    <a:pt x="1025345" y="8214"/>
                  </a:lnTo>
                  <a:lnTo>
                    <a:pt x="1037057" y="7316"/>
                  </a:lnTo>
                  <a:lnTo>
                    <a:pt x="1048523" y="6437"/>
                  </a:lnTo>
                  <a:lnTo>
                    <a:pt x="1059752" y="5576"/>
                  </a:lnTo>
                  <a:lnTo>
                    <a:pt x="1070755" y="4732"/>
                  </a:lnTo>
                  <a:lnTo>
                    <a:pt x="1081539" y="3905"/>
                  </a:lnTo>
                  <a:lnTo>
                    <a:pt x="1092114" y="3094"/>
                  </a:lnTo>
                  <a:lnTo>
                    <a:pt x="1102488" y="2299"/>
                  </a:lnTo>
                  <a:lnTo>
                    <a:pt x="1112668" y="1518"/>
                  </a:lnTo>
                  <a:lnTo>
                    <a:pt x="1122661" y="752"/>
                  </a:lnTo>
                  <a:lnTo>
                    <a:pt x="113247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rc388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63518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03558" y="230264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03558" y="201649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03558" y="17303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03558" y="144420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35189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1809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09558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47308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85057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tx399"/>
            <p:cNvSpPr/>
            <p:nvPr/>
          </p:nvSpPr>
          <p:spPr>
            <a:xfrm>
              <a:off x="563518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1" name="rc400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423382" y="34970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411542" y="361323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09380" y="330782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77564" y="33302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397854" y="374540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373181" y="333568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388976" y="372841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379251" y="37486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03810" y="363101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96355" y="339641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56794" y="34314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61807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82429" y="32746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67709" y="35390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67771" y="36507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96055" y="354818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98649" y="317872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62500" y="332968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89448" y="34937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72861" y="284926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77081" y="318569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75850" y="34361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71410" y="30768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94802" y="307960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83757" y="36648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65066" y="286724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83768" y="324102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92436" y="333061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36041" y="337711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67616" y="331458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62779" y="341017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63998" y="341740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76063" y="31380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48316" y="347932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50733" y="333135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24487" y="355538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40634" y="355251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63816" y="31064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69260" y="32242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36820" y="310013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29269" y="305419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68856" y="36625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74474" y="34626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23265" y="313561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56097" y="293565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72265" y="355848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59347" y="315629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53654" y="331165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43791" y="341386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03397" y="350972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516826" y="346035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49781" y="37454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52855" y="35349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36611" y="360642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16201" y="275397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28111" y="362078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501147" y="34457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548022" y="33378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506236" y="35373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518025" y="33557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532067" y="356258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533755" y="35702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36406" y="358326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542649" y="366920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539823" y="326939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546010" y="360119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544997" y="350343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528706" y="341561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537727" y="34934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536832" y="281809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553172" y="348166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551520" y="353359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426530" y="3497716"/>
              <a:ext cx="1128440" cy="93283"/>
            </a:xfrm>
            <a:custGeom>
              <a:avLst/>
              <a:pathLst>
                <a:path w="1128440" h="93283">
                  <a:moveTo>
                    <a:pt x="0" y="0"/>
                  </a:moveTo>
                  <a:lnTo>
                    <a:pt x="72462" y="5990"/>
                  </a:lnTo>
                  <a:lnTo>
                    <a:pt x="136379" y="11273"/>
                  </a:lnTo>
                  <a:lnTo>
                    <a:pt x="193555" y="16000"/>
                  </a:lnTo>
                  <a:lnTo>
                    <a:pt x="245276" y="20276"/>
                  </a:lnTo>
                  <a:lnTo>
                    <a:pt x="292494" y="24179"/>
                  </a:lnTo>
                  <a:lnTo>
                    <a:pt x="335931" y="27770"/>
                  </a:lnTo>
                  <a:lnTo>
                    <a:pt x="376146" y="31094"/>
                  </a:lnTo>
                  <a:lnTo>
                    <a:pt x="413586" y="34189"/>
                  </a:lnTo>
                  <a:lnTo>
                    <a:pt x="448609" y="37084"/>
                  </a:lnTo>
                  <a:lnTo>
                    <a:pt x="481508" y="39804"/>
                  </a:lnTo>
                  <a:lnTo>
                    <a:pt x="512526" y="42368"/>
                  </a:lnTo>
                  <a:lnTo>
                    <a:pt x="541866" y="44794"/>
                  </a:lnTo>
                  <a:lnTo>
                    <a:pt x="569702" y="47095"/>
                  </a:lnTo>
                  <a:lnTo>
                    <a:pt x="596178" y="49283"/>
                  </a:lnTo>
                  <a:lnTo>
                    <a:pt x="621423" y="51370"/>
                  </a:lnTo>
                  <a:lnTo>
                    <a:pt x="645545" y="53364"/>
                  </a:lnTo>
                  <a:lnTo>
                    <a:pt x="668641" y="55274"/>
                  </a:lnTo>
                  <a:lnTo>
                    <a:pt x="690794" y="57105"/>
                  </a:lnTo>
                  <a:lnTo>
                    <a:pt x="712078" y="58864"/>
                  </a:lnTo>
                  <a:lnTo>
                    <a:pt x="732558" y="60557"/>
                  </a:lnTo>
                  <a:lnTo>
                    <a:pt x="752293" y="62189"/>
                  </a:lnTo>
                  <a:lnTo>
                    <a:pt x="771336" y="63763"/>
                  </a:lnTo>
                  <a:lnTo>
                    <a:pt x="789733" y="65284"/>
                  </a:lnTo>
                  <a:lnTo>
                    <a:pt x="807527" y="66755"/>
                  </a:lnTo>
                  <a:lnTo>
                    <a:pt x="824756" y="68179"/>
                  </a:lnTo>
                  <a:lnTo>
                    <a:pt x="841455" y="69559"/>
                  </a:lnTo>
                  <a:lnTo>
                    <a:pt x="857655" y="70899"/>
                  </a:lnTo>
                  <a:lnTo>
                    <a:pt x="873386" y="72199"/>
                  </a:lnTo>
                  <a:lnTo>
                    <a:pt x="888673" y="73463"/>
                  </a:lnTo>
                  <a:lnTo>
                    <a:pt x="903541" y="74692"/>
                  </a:lnTo>
                  <a:lnTo>
                    <a:pt x="918013" y="75888"/>
                  </a:lnTo>
                  <a:lnTo>
                    <a:pt x="932109" y="77053"/>
                  </a:lnTo>
                  <a:lnTo>
                    <a:pt x="945848" y="78189"/>
                  </a:lnTo>
                  <a:lnTo>
                    <a:pt x="959248" y="79297"/>
                  </a:lnTo>
                  <a:lnTo>
                    <a:pt x="972325" y="80378"/>
                  </a:lnTo>
                  <a:lnTo>
                    <a:pt x="985094" y="81434"/>
                  </a:lnTo>
                  <a:lnTo>
                    <a:pt x="997570" y="82465"/>
                  </a:lnTo>
                  <a:lnTo>
                    <a:pt x="1009765" y="83473"/>
                  </a:lnTo>
                  <a:lnTo>
                    <a:pt x="1021692" y="84459"/>
                  </a:lnTo>
                  <a:lnTo>
                    <a:pt x="1033363" y="85424"/>
                  </a:lnTo>
                  <a:lnTo>
                    <a:pt x="1044788" y="86368"/>
                  </a:lnTo>
                  <a:lnTo>
                    <a:pt x="1055977" y="87293"/>
                  </a:lnTo>
                  <a:lnTo>
                    <a:pt x="1066941" y="88199"/>
                  </a:lnTo>
                  <a:lnTo>
                    <a:pt x="1077687" y="89088"/>
                  </a:lnTo>
                  <a:lnTo>
                    <a:pt x="1088224" y="89959"/>
                  </a:lnTo>
                  <a:lnTo>
                    <a:pt x="1098561" y="90813"/>
                  </a:lnTo>
                  <a:lnTo>
                    <a:pt x="1108705" y="91652"/>
                  </a:lnTo>
                  <a:lnTo>
                    <a:pt x="1118662" y="92475"/>
                  </a:lnTo>
                  <a:lnTo>
                    <a:pt x="1128440" y="9328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26530" y="3381212"/>
              <a:ext cx="1128440" cy="48894"/>
            </a:xfrm>
            <a:custGeom>
              <a:avLst/>
              <a:pathLst>
                <a:path w="1128440" h="48894">
                  <a:moveTo>
                    <a:pt x="0" y="0"/>
                  </a:moveTo>
                  <a:lnTo>
                    <a:pt x="72462" y="3139"/>
                  </a:lnTo>
                  <a:lnTo>
                    <a:pt x="136379" y="5909"/>
                  </a:lnTo>
                  <a:lnTo>
                    <a:pt x="193555" y="8386"/>
                  </a:lnTo>
                  <a:lnTo>
                    <a:pt x="245276" y="10627"/>
                  </a:lnTo>
                  <a:lnTo>
                    <a:pt x="292494" y="12673"/>
                  </a:lnTo>
                  <a:lnTo>
                    <a:pt x="335931" y="14555"/>
                  </a:lnTo>
                  <a:lnTo>
                    <a:pt x="376146" y="16298"/>
                  </a:lnTo>
                  <a:lnTo>
                    <a:pt x="413586" y="17920"/>
                  </a:lnTo>
                  <a:lnTo>
                    <a:pt x="448609" y="19438"/>
                  </a:lnTo>
                  <a:lnTo>
                    <a:pt x="481508" y="20863"/>
                  </a:lnTo>
                  <a:lnTo>
                    <a:pt x="512526" y="22207"/>
                  </a:lnTo>
                  <a:lnTo>
                    <a:pt x="541866" y="23478"/>
                  </a:lnTo>
                  <a:lnTo>
                    <a:pt x="569702" y="24684"/>
                  </a:lnTo>
                  <a:lnTo>
                    <a:pt x="596178" y="25832"/>
                  </a:lnTo>
                  <a:lnTo>
                    <a:pt x="621423" y="26926"/>
                  </a:lnTo>
                  <a:lnTo>
                    <a:pt x="645545" y="27971"/>
                  </a:lnTo>
                  <a:lnTo>
                    <a:pt x="668641" y="28972"/>
                  </a:lnTo>
                  <a:lnTo>
                    <a:pt x="690794" y="29931"/>
                  </a:lnTo>
                  <a:lnTo>
                    <a:pt x="712078" y="30854"/>
                  </a:lnTo>
                  <a:lnTo>
                    <a:pt x="732558" y="31741"/>
                  </a:lnTo>
                  <a:lnTo>
                    <a:pt x="752293" y="32596"/>
                  </a:lnTo>
                  <a:lnTo>
                    <a:pt x="771336" y="33421"/>
                  </a:lnTo>
                  <a:lnTo>
                    <a:pt x="789733" y="34218"/>
                  </a:lnTo>
                  <a:lnTo>
                    <a:pt x="807527" y="34989"/>
                  </a:lnTo>
                  <a:lnTo>
                    <a:pt x="824756" y="35736"/>
                  </a:lnTo>
                  <a:lnTo>
                    <a:pt x="841455" y="36459"/>
                  </a:lnTo>
                  <a:lnTo>
                    <a:pt x="857655" y="37161"/>
                  </a:lnTo>
                  <a:lnTo>
                    <a:pt x="873386" y="37843"/>
                  </a:lnTo>
                  <a:lnTo>
                    <a:pt x="888673" y="38505"/>
                  </a:lnTo>
                  <a:lnTo>
                    <a:pt x="903541" y="39150"/>
                  </a:lnTo>
                  <a:lnTo>
                    <a:pt x="918013" y="39777"/>
                  </a:lnTo>
                  <a:lnTo>
                    <a:pt x="932109" y="40387"/>
                  </a:lnTo>
                  <a:lnTo>
                    <a:pt x="945848" y="40983"/>
                  </a:lnTo>
                  <a:lnTo>
                    <a:pt x="959248" y="41563"/>
                  </a:lnTo>
                  <a:lnTo>
                    <a:pt x="972325" y="42130"/>
                  </a:lnTo>
                  <a:lnTo>
                    <a:pt x="985094" y="42683"/>
                  </a:lnTo>
                  <a:lnTo>
                    <a:pt x="997570" y="43224"/>
                  </a:lnTo>
                  <a:lnTo>
                    <a:pt x="1009765" y="43752"/>
                  </a:lnTo>
                  <a:lnTo>
                    <a:pt x="1021692" y="44269"/>
                  </a:lnTo>
                  <a:lnTo>
                    <a:pt x="1033363" y="44775"/>
                  </a:lnTo>
                  <a:lnTo>
                    <a:pt x="1044788" y="45270"/>
                  </a:lnTo>
                  <a:lnTo>
                    <a:pt x="1055977" y="45755"/>
                  </a:lnTo>
                  <a:lnTo>
                    <a:pt x="1066941" y="46230"/>
                  </a:lnTo>
                  <a:lnTo>
                    <a:pt x="1077687" y="46695"/>
                  </a:lnTo>
                  <a:lnTo>
                    <a:pt x="1088224" y="47152"/>
                  </a:lnTo>
                  <a:lnTo>
                    <a:pt x="1098561" y="47600"/>
                  </a:lnTo>
                  <a:lnTo>
                    <a:pt x="1108705" y="48039"/>
                  </a:lnTo>
                  <a:lnTo>
                    <a:pt x="1118662" y="48471"/>
                  </a:lnTo>
                  <a:lnTo>
                    <a:pt x="1128440" y="4889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26530" y="3313520"/>
              <a:ext cx="1128440" cy="290179"/>
            </a:xfrm>
            <a:custGeom>
              <a:avLst/>
              <a:pathLst>
                <a:path w="1128440" h="290179">
                  <a:moveTo>
                    <a:pt x="0" y="0"/>
                  </a:moveTo>
                  <a:lnTo>
                    <a:pt x="72462" y="18633"/>
                  </a:lnTo>
                  <a:lnTo>
                    <a:pt x="136379" y="35070"/>
                  </a:lnTo>
                  <a:lnTo>
                    <a:pt x="193555" y="49772"/>
                  </a:lnTo>
                  <a:lnTo>
                    <a:pt x="245276" y="63073"/>
                  </a:lnTo>
                  <a:lnTo>
                    <a:pt x="292494" y="75215"/>
                  </a:lnTo>
                  <a:lnTo>
                    <a:pt x="335931" y="86385"/>
                  </a:lnTo>
                  <a:lnTo>
                    <a:pt x="376146" y="96726"/>
                  </a:lnTo>
                  <a:lnTo>
                    <a:pt x="413586" y="106354"/>
                  </a:lnTo>
                  <a:lnTo>
                    <a:pt x="448609" y="115360"/>
                  </a:lnTo>
                  <a:lnTo>
                    <a:pt x="481508" y="123820"/>
                  </a:lnTo>
                  <a:lnTo>
                    <a:pt x="512526" y="131796"/>
                  </a:lnTo>
                  <a:lnTo>
                    <a:pt x="541866" y="139341"/>
                  </a:lnTo>
                  <a:lnTo>
                    <a:pt x="569702" y="146499"/>
                  </a:lnTo>
                  <a:lnTo>
                    <a:pt x="596178" y="153307"/>
                  </a:lnTo>
                  <a:lnTo>
                    <a:pt x="621423" y="159799"/>
                  </a:lnTo>
                  <a:lnTo>
                    <a:pt x="645545" y="166002"/>
                  </a:lnTo>
                  <a:lnTo>
                    <a:pt x="668641" y="171941"/>
                  </a:lnTo>
                  <a:lnTo>
                    <a:pt x="690794" y="177638"/>
                  </a:lnTo>
                  <a:lnTo>
                    <a:pt x="712078" y="183111"/>
                  </a:lnTo>
                  <a:lnTo>
                    <a:pt x="732558" y="188378"/>
                  </a:lnTo>
                  <a:lnTo>
                    <a:pt x="752293" y="193453"/>
                  </a:lnTo>
                  <a:lnTo>
                    <a:pt x="771336" y="198350"/>
                  </a:lnTo>
                  <a:lnTo>
                    <a:pt x="789733" y="203080"/>
                  </a:lnTo>
                  <a:lnTo>
                    <a:pt x="807527" y="207656"/>
                  </a:lnTo>
                  <a:lnTo>
                    <a:pt x="824756" y="212087"/>
                  </a:lnTo>
                  <a:lnTo>
                    <a:pt x="841455" y="216381"/>
                  </a:lnTo>
                  <a:lnTo>
                    <a:pt x="857655" y="220547"/>
                  </a:lnTo>
                  <a:lnTo>
                    <a:pt x="873386" y="224592"/>
                  </a:lnTo>
                  <a:lnTo>
                    <a:pt x="888673" y="228523"/>
                  </a:lnTo>
                  <a:lnTo>
                    <a:pt x="903541" y="232346"/>
                  </a:lnTo>
                  <a:lnTo>
                    <a:pt x="918013" y="236068"/>
                  </a:lnTo>
                  <a:lnTo>
                    <a:pt x="932109" y="239693"/>
                  </a:lnTo>
                  <a:lnTo>
                    <a:pt x="945848" y="243226"/>
                  </a:lnTo>
                  <a:lnTo>
                    <a:pt x="959248" y="246671"/>
                  </a:lnTo>
                  <a:lnTo>
                    <a:pt x="972325" y="250034"/>
                  </a:lnTo>
                  <a:lnTo>
                    <a:pt x="985094" y="253318"/>
                  </a:lnTo>
                  <a:lnTo>
                    <a:pt x="997570" y="256526"/>
                  </a:lnTo>
                  <a:lnTo>
                    <a:pt x="1009765" y="259662"/>
                  </a:lnTo>
                  <a:lnTo>
                    <a:pt x="1021692" y="262729"/>
                  </a:lnTo>
                  <a:lnTo>
                    <a:pt x="1033363" y="265730"/>
                  </a:lnTo>
                  <a:lnTo>
                    <a:pt x="1044788" y="268668"/>
                  </a:lnTo>
                  <a:lnTo>
                    <a:pt x="1055977" y="271545"/>
                  </a:lnTo>
                  <a:lnTo>
                    <a:pt x="1066941" y="274365"/>
                  </a:lnTo>
                  <a:lnTo>
                    <a:pt x="1077687" y="277128"/>
                  </a:lnTo>
                  <a:lnTo>
                    <a:pt x="1088224" y="279838"/>
                  </a:lnTo>
                  <a:lnTo>
                    <a:pt x="1098561" y="282496"/>
                  </a:lnTo>
                  <a:lnTo>
                    <a:pt x="1108705" y="285104"/>
                  </a:lnTo>
                  <a:lnTo>
                    <a:pt x="1118662" y="287665"/>
                  </a:lnTo>
                  <a:lnTo>
                    <a:pt x="1128440" y="29017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26530" y="3225716"/>
              <a:ext cx="1128440" cy="434038"/>
            </a:xfrm>
            <a:custGeom>
              <a:avLst/>
              <a:pathLst>
                <a:path w="1128440" h="434038">
                  <a:moveTo>
                    <a:pt x="0" y="434038"/>
                  </a:moveTo>
                  <a:lnTo>
                    <a:pt x="72462" y="406166"/>
                  </a:lnTo>
                  <a:lnTo>
                    <a:pt x="136379" y="381582"/>
                  </a:lnTo>
                  <a:lnTo>
                    <a:pt x="193555" y="359590"/>
                  </a:lnTo>
                  <a:lnTo>
                    <a:pt x="245276" y="339696"/>
                  </a:lnTo>
                  <a:lnTo>
                    <a:pt x="292494" y="321534"/>
                  </a:lnTo>
                  <a:lnTo>
                    <a:pt x="335931" y="304827"/>
                  </a:lnTo>
                  <a:lnTo>
                    <a:pt x="376146" y="289359"/>
                  </a:lnTo>
                  <a:lnTo>
                    <a:pt x="413586" y="274958"/>
                  </a:lnTo>
                  <a:lnTo>
                    <a:pt x="448609" y="261487"/>
                  </a:lnTo>
                  <a:lnTo>
                    <a:pt x="481508" y="248833"/>
                  </a:lnTo>
                  <a:lnTo>
                    <a:pt x="512526" y="236902"/>
                  </a:lnTo>
                  <a:lnTo>
                    <a:pt x="541866" y="225617"/>
                  </a:lnTo>
                  <a:lnTo>
                    <a:pt x="569702" y="214910"/>
                  </a:lnTo>
                  <a:lnTo>
                    <a:pt x="596178" y="204727"/>
                  </a:lnTo>
                  <a:lnTo>
                    <a:pt x="621423" y="195016"/>
                  </a:lnTo>
                  <a:lnTo>
                    <a:pt x="645545" y="185738"/>
                  </a:lnTo>
                  <a:lnTo>
                    <a:pt x="668641" y="176855"/>
                  </a:lnTo>
                  <a:lnTo>
                    <a:pt x="690794" y="168334"/>
                  </a:lnTo>
                  <a:lnTo>
                    <a:pt x="712078" y="160148"/>
                  </a:lnTo>
                  <a:lnTo>
                    <a:pt x="732558" y="152270"/>
                  </a:lnTo>
                  <a:lnTo>
                    <a:pt x="752293" y="144679"/>
                  </a:lnTo>
                  <a:lnTo>
                    <a:pt x="771336" y="137355"/>
                  </a:lnTo>
                  <a:lnTo>
                    <a:pt x="789733" y="130278"/>
                  </a:lnTo>
                  <a:lnTo>
                    <a:pt x="807527" y="123434"/>
                  </a:lnTo>
                  <a:lnTo>
                    <a:pt x="824756" y="116807"/>
                  </a:lnTo>
                  <a:lnTo>
                    <a:pt x="841455" y="110384"/>
                  </a:lnTo>
                  <a:lnTo>
                    <a:pt x="857655" y="104153"/>
                  </a:lnTo>
                  <a:lnTo>
                    <a:pt x="873386" y="98103"/>
                  </a:lnTo>
                  <a:lnTo>
                    <a:pt x="888673" y="92223"/>
                  </a:lnTo>
                  <a:lnTo>
                    <a:pt x="903541" y="86504"/>
                  </a:lnTo>
                  <a:lnTo>
                    <a:pt x="918013" y="80937"/>
                  </a:lnTo>
                  <a:lnTo>
                    <a:pt x="932109" y="75515"/>
                  </a:lnTo>
                  <a:lnTo>
                    <a:pt x="945848" y="70231"/>
                  </a:lnTo>
                  <a:lnTo>
                    <a:pt x="959248" y="65077"/>
                  </a:lnTo>
                  <a:lnTo>
                    <a:pt x="972325" y="60047"/>
                  </a:lnTo>
                  <a:lnTo>
                    <a:pt x="985094" y="55135"/>
                  </a:lnTo>
                  <a:lnTo>
                    <a:pt x="997570" y="50337"/>
                  </a:lnTo>
                  <a:lnTo>
                    <a:pt x="1009765" y="45646"/>
                  </a:lnTo>
                  <a:lnTo>
                    <a:pt x="1021692" y="41059"/>
                  </a:lnTo>
                  <a:lnTo>
                    <a:pt x="1033363" y="36570"/>
                  </a:lnTo>
                  <a:lnTo>
                    <a:pt x="1044788" y="32175"/>
                  </a:lnTo>
                  <a:lnTo>
                    <a:pt x="1055977" y="27871"/>
                  </a:lnTo>
                  <a:lnTo>
                    <a:pt x="1066941" y="23654"/>
                  </a:lnTo>
                  <a:lnTo>
                    <a:pt x="1077687" y="19521"/>
                  </a:lnTo>
                  <a:lnTo>
                    <a:pt x="1088224" y="15468"/>
                  </a:lnTo>
                  <a:lnTo>
                    <a:pt x="1098561" y="11492"/>
                  </a:lnTo>
                  <a:lnTo>
                    <a:pt x="1108705" y="7590"/>
                  </a:lnTo>
                  <a:lnTo>
                    <a:pt x="1118662" y="3760"/>
                  </a:lnTo>
                  <a:lnTo>
                    <a:pt x="112844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26530" y="3488951"/>
              <a:ext cx="1128440" cy="7394"/>
            </a:xfrm>
            <a:custGeom>
              <a:avLst/>
              <a:pathLst>
                <a:path w="1128440" h="7394">
                  <a:moveTo>
                    <a:pt x="0" y="7394"/>
                  </a:moveTo>
                  <a:lnTo>
                    <a:pt x="72462" y="6919"/>
                  </a:lnTo>
                  <a:lnTo>
                    <a:pt x="136379" y="6500"/>
                  </a:lnTo>
                  <a:lnTo>
                    <a:pt x="193555" y="6125"/>
                  </a:lnTo>
                  <a:lnTo>
                    <a:pt x="245276" y="5786"/>
                  </a:lnTo>
                  <a:lnTo>
                    <a:pt x="292494" y="5477"/>
                  </a:lnTo>
                  <a:lnTo>
                    <a:pt x="335931" y="5192"/>
                  </a:lnTo>
                  <a:lnTo>
                    <a:pt x="376146" y="4929"/>
                  </a:lnTo>
                  <a:lnTo>
                    <a:pt x="413586" y="4684"/>
                  </a:lnTo>
                  <a:lnTo>
                    <a:pt x="448609" y="4454"/>
                  </a:lnTo>
                  <a:lnTo>
                    <a:pt x="481508" y="4238"/>
                  </a:lnTo>
                  <a:lnTo>
                    <a:pt x="512526" y="4035"/>
                  </a:lnTo>
                  <a:lnTo>
                    <a:pt x="541866" y="3843"/>
                  </a:lnTo>
                  <a:lnTo>
                    <a:pt x="569702" y="3661"/>
                  </a:lnTo>
                  <a:lnTo>
                    <a:pt x="596178" y="3487"/>
                  </a:lnTo>
                  <a:lnTo>
                    <a:pt x="621423" y="3322"/>
                  </a:lnTo>
                  <a:lnTo>
                    <a:pt x="645545" y="3164"/>
                  </a:lnTo>
                  <a:lnTo>
                    <a:pt x="668641" y="3012"/>
                  </a:lnTo>
                  <a:lnTo>
                    <a:pt x="690794" y="2867"/>
                  </a:lnTo>
                  <a:lnTo>
                    <a:pt x="712078" y="2728"/>
                  </a:lnTo>
                  <a:lnTo>
                    <a:pt x="732558" y="2594"/>
                  </a:lnTo>
                  <a:lnTo>
                    <a:pt x="752293" y="2464"/>
                  </a:lnTo>
                  <a:lnTo>
                    <a:pt x="771336" y="2339"/>
                  </a:lnTo>
                  <a:lnTo>
                    <a:pt x="789733" y="2219"/>
                  </a:lnTo>
                  <a:lnTo>
                    <a:pt x="807527" y="2102"/>
                  </a:lnTo>
                  <a:lnTo>
                    <a:pt x="824756" y="1989"/>
                  </a:lnTo>
                  <a:lnTo>
                    <a:pt x="841455" y="1880"/>
                  </a:lnTo>
                  <a:lnTo>
                    <a:pt x="857655" y="1774"/>
                  </a:lnTo>
                  <a:lnTo>
                    <a:pt x="873386" y="1671"/>
                  </a:lnTo>
                  <a:lnTo>
                    <a:pt x="888673" y="1571"/>
                  </a:lnTo>
                  <a:lnTo>
                    <a:pt x="903541" y="1473"/>
                  </a:lnTo>
                  <a:lnTo>
                    <a:pt x="918013" y="1378"/>
                  </a:lnTo>
                  <a:lnTo>
                    <a:pt x="932109" y="1286"/>
                  </a:lnTo>
                  <a:lnTo>
                    <a:pt x="945848" y="1196"/>
                  </a:lnTo>
                  <a:lnTo>
                    <a:pt x="959248" y="1108"/>
                  </a:lnTo>
                  <a:lnTo>
                    <a:pt x="972325" y="1022"/>
                  </a:lnTo>
                  <a:lnTo>
                    <a:pt x="985094" y="939"/>
                  </a:lnTo>
                  <a:lnTo>
                    <a:pt x="997570" y="857"/>
                  </a:lnTo>
                  <a:lnTo>
                    <a:pt x="1009765" y="777"/>
                  </a:lnTo>
                  <a:lnTo>
                    <a:pt x="1021692" y="699"/>
                  </a:lnTo>
                  <a:lnTo>
                    <a:pt x="1033363" y="622"/>
                  </a:lnTo>
                  <a:lnTo>
                    <a:pt x="1044788" y="548"/>
                  </a:lnTo>
                  <a:lnTo>
                    <a:pt x="1055977" y="474"/>
                  </a:lnTo>
                  <a:lnTo>
                    <a:pt x="1066941" y="402"/>
                  </a:lnTo>
                  <a:lnTo>
                    <a:pt x="1077687" y="332"/>
                  </a:lnTo>
                  <a:lnTo>
                    <a:pt x="1088224" y="263"/>
                  </a:lnTo>
                  <a:lnTo>
                    <a:pt x="1098561" y="195"/>
                  </a:lnTo>
                  <a:lnTo>
                    <a:pt x="1108705" y="129"/>
                  </a:lnTo>
                  <a:lnTo>
                    <a:pt x="1118662" y="64"/>
                  </a:lnTo>
                  <a:lnTo>
                    <a:pt x="112844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26530" y="2986230"/>
              <a:ext cx="1128440" cy="229026"/>
            </a:xfrm>
            <a:custGeom>
              <a:avLst/>
              <a:pathLst>
                <a:path w="1128440" h="229026">
                  <a:moveTo>
                    <a:pt x="0" y="229026"/>
                  </a:moveTo>
                  <a:lnTo>
                    <a:pt x="72462" y="214319"/>
                  </a:lnTo>
                  <a:lnTo>
                    <a:pt x="136379" y="201347"/>
                  </a:lnTo>
                  <a:lnTo>
                    <a:pt x="193555" y="189742"/>
                  </a:lnTo>
                  <a:lnTo>
                    <a:pt x="245276" y="179245"/>
                  </a:lnTo>
                  <a:lnTo>
                    <a:pt x="292494" y="169662"/>
                  </a:lnTo>
                  <a:lnTo>
                    <a:pt x="335931" y="160846"/>
                  </a:lnTo>
                  <a:lnTo>
                    <a:pt x="376146" y="152684"/>
                  </a:lnTo>
                  <a:lnTo>
                    <a:pt x="413586" y="145085"/>
                  </a:lnTo>
                  <a:lnTo>
                    <a:pt x="448609" y="137977"/>
                  </a:lnTo>
                  <a:lnTo>
                    <a:pt x="481508" y="131300"/>
                  </a:lnTo>
                  <a:lnTo>
                    <a:pt x="512526" y="125004"/>
                  </a:lnTo>
                  <a:lnTo>
                    <a:pt x="541866" y="119050"/>
                  </a:lnTo>
                  <a:lnTo>
                    <a:pt x="569702" y="113400"/>
                  </a:lnTo>
                  <a:lnTo>
                    <a:pt x="596178" y="108027"/>
                  </a:lnTo>
                  <a:lnTo>
                    <a:pt x="621423" y="102903"/>
                  </a:lnTo>
                  <a:lnTo>
                    <a:pt x="645545" y="98007"/>
                  </a:lnTo>
                  <a:lnTo>
                    <a:pt x="668641" y="93320"/>
                  </a:lnTo>
                  <a:lnTo>
                    <a:pt x="690794" y="88824"/>
                  </a:lnTo>
                  <a:lnTo>
                    <a:pt x="712078" y="84504"/>
                  </a:lnTo>
                  <a:lnTo>
                    <a:pt x="732558" y="80347"/>
                  </a:lnTo>
                  <a:lnTo>
                    <a:pt x="752293" y="76342"/>
                  </a:lnTo>
                  <a:lnTo>
                    <a:pt x="771336" y="72477"/>
                  </a:lnTo>
                  <a:lnTo>
                    <a:pt x="789733" y="68743"/>
                  </a:lnTo>
                  <a:lnTo>
                    <a:pt x="807527" y="65131"/>
                  </a:lnTo>
                  <a:lnTo>
                    <a:pt x="824756" y="61635"/>
                  </a:lnTo>
                  <a:lnTo>
                    <a:pt x="841455" y="58246"/>
                  </a:lnTo>
                  <a:lnTo>
                    <a:pt x="857655" y="54958"/>
                  </a:lnTo>
                  <a:lnTo>
                    <a:pt x="873386" y="51765"/>
                  </a:lnTo>
                  <a:lnTo>
                    <a:pt x="888673" y="48662"/>
                  </a:lnTo>
                  <a:lnTo>
                    <a:pt x="903541" y="45645"/>
                  </a:lnTo>
                  <a:lnTo>
                    <a:pt x="918013" y="42707"/>
                  </a:lnTo>
                  <a:lnTo>
                    <a:pt x="932109" y="39847"/>
                  </a:lnTo>
                  <a:lnTo>
                    <a:pt x="945848" y="37058"/>
                  </a:lnTo>
                  <a:lnTo>
                    <a:pt x="959248" y="34338"/>
                  </a:lnTo>
                  <a:lnTo>
                    <a:pt x="972325" y="31684"/>
                  </a:lnTo>
                  <a:lnTo>
                    <a:pt x="985094" y="29093"/>
                  </a:lnTo>
                  <a:lnTo>
                    <a:pt x="997570" y="26561"/>
                  </a:lnTo>
                  <a:lnTo>
                    <a:pt x="1009765" y="24086"/>
                  </a:lnTo>
                  <a:lnTo>
                    <a:pt x="1021692" y="21665"/>
                  </a:lnTo>
                  <a:lnTo>
                    <a:pt x="1033363" y="19296"/>
                  </a:lnTo>
                  <a:lnTo>
                    <a:pt x="1044788" y="16977"/>
                  </a:lnTo>
                  <a:lnTo>
                    <a:pt x="1055977" y="14706"/>
                  </a:lnTo>
                  <a:lnTo>
                    <a:pt x="1066941" y="12481"/>
                  </a:lnTo>
                  <a:lnTo>
                    <a:pt x="1077687" y="10300"/>
                  </a:lnTo>
                  <a:lnTo>
                    <a:pt x="1088224" y="8162"/>
                  </a:lnTo>
                  <a:lnTo>
                    <a:pt x="1098561" y="6064"/>
                  </a:lnTo>
                  <a:lnTo>
                    <a:pt x="1108705" y="4005"/>
                  </a:lnTo>
                  <a:lnTo>
                    <a:pt x="1118662" y="1984"/>
                  </a:lnTo>
                  <a:lnTo>
                    <a:pt x="112844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26530" y="3214589"/>
              <a:ext cx="1128440" cy="193888"/>
            </a:xfrm>
            <a:custGeom>
              <a:avLst/>
              <a:pathLst>
                <a:path w="1128440" h="193888">
                  <a:moveTo>
                    <a:pt x="0" y="0"/>
                  </a:moveTo>
                  <a:lnTo>
                    <a:pt x="72462" y="12450"/>
                  </a:lnTo>
                  <a:lnTo>
                    <a:pt x="136379" y="23432"/>
                  </a:lnTo>
                  <a:lnTo>
                    <a:pt x="193555" y="33256"/>
                  </a:lnTo>
                  <a:lnTo>
                    <a:pt x="245276" y="42143"/>
                  </a:lnTo>
                  <a:lnTo>
                    <a:pt x="292494" y="50256"/>
                  </a:lnTo>
                  <a:lnTo>
                    <a:pt x="335931" y="57719"/>
                  </a:lnTo>
                  <a:lnTo>
                    <a:pt x="376146" y="64629"/>
                  </a:lnTo>
                  <a:lnTo>
                    <a:pt x="413586" y="71062"/>
                  </a:lnTo>
                  <a:lnTo>
                    <a:pt x="448609" y="77080"/>
                  </a:lnTo>
                  <a:lnTo>
                    <a:pt x="481508" y="82732"/>
                  </a:lnTo>
                  <a:lnTo>
                    <a:pt x="512526" y="88062"/>
                  </a:lnTo>
                  <a:lnTo>
                    <a:pt x="541866" y="93103"/>
                  </a:lnTo>
                  <a:lnTo>
                    <a:pt x="569702" y="97886"/>
                  </a:lnTo>
                  <a:lnTo>
                    <a:pt x="596178" y="102435"/>
                  </a:lnTo>
                  <a:lnTo>
                    <a:pt x="621423" y="106773"/>
                  </a:lnTo>
                  <a:lnTo>
                    <a:pt x="645545" y="110917"/>
                  </a:lnTo>
                  <a:lnTo>
                    <a:pt x="668641" y="114886"/>
                  </a:lnTo>
                  <a:lnTo>
                    <a:pt x="690794" y="118692"/>
                  </a:lnTo>
                  <a:lnTo>
                    <a:pt x="712078" y="122349"/>
                  </a:lnTo>
                  <a:lnTo>
                    <a:pt x="732558" y="125868"/>
                  </a:lnTo>
                  <a:lnTo>
                    <a:pt x="752293" y="129259"/>
                  </a:lnTo>
                  <a:lnTo>
                    <a:pt x="771336" y="132531"/>
                  </a:lnTo>
                  <a:lnTo>
                    <a:pt x="789733" y="135692"/>
                  </a:lnTo>
                  <a:lnTo>
                    <a:pt x="807527" y="138749"/>
                  </a:lnTo>
                  <a:lnTo>
                    <a:pt x="824756" y="141709"/>
                  </a:lnTo>
                  <a:lnTo>
                    <a:pt x="841455" y="144578"/>
                  </a:lnTo>
                  <a:lnTo>
                    <a:pt x="857655" y="147362"/>
                  </a:lnTo>
                  <a:lnTo>
                    <a:pt x="873386" y="150065"/>
                  </a:lnTo>
                  <a:lnTo>
                    <a:pt x="888673" y="152691"/>
                  </a:lnTo>
                  <a:lnTo>
                    <a:pt x="903541" y="155246"/>
                  </a:lnTo>
                  <a:lnTo>
                    <a:pt x="918013" y="157733"/>
                  </a:lnTo>
                  <a:lnTo>
                    <a:pt x="932109" y="160155"/>
                  </a:lnTo>
                  <a:lnTo>
                    <a:pt x="945848" y="162515"/>
                  </a:lnTo>
                  <a:lnTo>
                    <a:pt x="959248" y="164818"/>
                  </a:lnTo>
                  <a:lnTo>
                    <a:pt x="972325" y="167065"/>
                  </a:lnTo>
                  <a:lnTo>
                    <a:pt x="985094" y="169259"/>
                  </a:lnTo>
                  <a:lnTo>
                    <a:pt x="997570" y="171402"/>
                  </a:lnTo>
                  <a:lnTo>
                    <a:pt x="1009765" y="173498"/>
                  </a:lnTo>
                  <a:lnTo>
                    <a:pt x="1021692" y="175547"/>
                  </a:lnTo>
                  <a:lnTo>
                    <a:pt x="1033363" y="177552"/>
                  </a:lnTo>
                  <a:lnTo>
                    <a:pt x="1044788" y="179515"/>
                  </a:lnTo>
                  <a:lnTo>
                    <a:pt x="1055977" y="181438"/>
                  </a:lnTo>
                  <a:lnTo>
                    <a:pt x="1066941" y="183321"/>
                  </a:lnTo>
                  <a:lnTo>
                    <a:pt x="1077687" y="185168"/>
                  </a:lnTo>
                  <a:lnTo>
                    <a:pt x="1088224" y="186978"/>
                  </a:lnTo>
                  <a:lnTo>
                    <a:pt x="1098561" y="188754"/>
                  </a:lnTo>
                  <a:lnTo>
                    <a:pt x="1108705" y="190497"/>
                  </a:lnTo>
                  <a:lnTo>
                    <a:pt x="1118662" y="192208"/>
                  </a:lnTo>
                  <a:lnTo>
                    <a:pt x="1128440" y="19388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26530" y="3469224"/>
              <a:ext cx="1128440" cy="90212"/>
            </a:xfrm>
            <a:custGeom>
              <a:avLst/>
              <a:pathLst>
                <a:path w="1128440" h="90212">
                  <a:moveTo>
                    <a:pt x="0" y="0"/>
                  </a:moveTo>
                  <a:lnTo>
                    <a:pt x="72462" y="5793"/>
                  </a:lnTo>
                  <a:lnTo>
                    <a:pt x="136379" y="10902"/>
                  </a:lnTo>
                  <a:lnTo>
                    <a:pt x="193555" y="15473"/>
                  </a:lnTo>
                  <a:lnTo>
                    <a:pt x="245276" y="19608"/>
                  </a:lnTo>
                  <a:lnTo>
                    <a:pt x="292494" y="23383"/>
                  </a:lnTo>
                  <a:lnTo>
                    <a:pt x="335931" y="26855"/>
                  </a:lnTo>
                  <a:lnTo>
                    <a:pt x="376146" y="30070"/>
                  </a:lnTo>
                  <a:lnTo>
                    <a:pt x="413586" y="33064"/>
                  </a:lnTo>
                  <a:lnTo>
                    <a:pt x="448609" y="35863"/>
                  </a:lnTo>
                  <a:lnTo>
                    <a:pt x="481508" y="38494"/>
                  </a:lnTo>
                  <a:lnTo>
                    <a:pt x="512526" y="40973"/>
                  </a:lnTo>
                  <a:lnTo>
                    <a:pt x="541866" y="43319"/>
                  </a:lnTo>
                  <a:lnTo>
                    <a:pt x="569702" y="45544"/>
                  </a:lnTo>
                  <a:lnTo>
                    <a:pt x="596178" y="47661"/>
                  </a:lnTo>
                  <a:lnTo>
                    <a:pt x="621423" y="49679"/>
                  </a:lnTo>
                  <a:lnTo>
                    <a:pt x="645545" y="51607"/>
                  </a:lnTo>
                  <a:lnTo>
                    <a:pt x="668641" y="53454"/>
                  </a:lnTo>
                  <a:lnTo>
                    <a:pt x="690794" y="55225"/>
                  </a:lnTo>
                  <a:lnTo>
                    <a:pt x="712078" y="56926"/>
                  </a:lnTo>
                  <a:lnTo>
                    <a:pt x="732558" y="58564"/>
                  </a:lnTo>
                  <a:lnTo>
                    <a:pt x="752293" y="60141"/>
                  </a:lnTo>
                  <a:lnTo>
                    <a:pt x="771336" y="61664"/>
                  </a:lnTo>
                  <a:lnTo>
                    <a:pt x="789733" y="63134"/>
                  </a:lnTo>
                  <a:lnTo>
                    <a:pt x="807527" y="64557"/>
                  </a:lnTo>
                  <a:lnTo>
                    <a:pt x="824756" y="65934"/>
                  </a:lnTo>
                  <a:lnTo>
                    <a:pt x="841455" y="67269"/>
                  </a:lnTo>
                  <a:lnTo>
                    <a:pt x="857655" y="68564"/>
                  </a:lnTo>
                  <a:lnTo>
                    <a:pt x="873386" y="69822"/>
                  </a:lnTo>
                  <a:lnTo>
                    <a:pt x="888673" y="71044"/>
                  </a:lnTo>
                  <a:lnTo>
                    <a:pt x="903541" y="72233"/>
                  </a:lnTo>
                  <a:lnTo>
                    <a:pt x="918013" y="73390"/>
                  </a:lnTo>
                  <a:lnTo>
                    <a:pt x="932109" y="74517"/>
                  </a:lnTo>
                  <a:lnTo>
                    <a:pt x="945848" y="75615"/>
                  </a:lnTo>
                  <a:lnTo>
                    <a:pt x="959248" y="76686"/>
                  </a:lnTo>
                  <a:lnTo>
                    <a:pt x="972325" y="77732"/>
                  </a:lnTo>
                  <a:lnTo>
                    <a:pt x="985094" y="78752"/>
                  </a:lnTo>
                  <a:lnTo>
                    <a:pt x="997570" y="79750"/>
                  </a:lnTo>
                  <a:lnTo>
                    <a:pt x="1009765" y="80725"/>
                  </a:lnTo>
                  <a:lnTo>
                    <a:pt x="1021692" y="81678"/>
                  </a:lnTo>
                  <a:lnTo>
                    <a:pt x="1033363" y="82611"/>
                  </a:lnTo>
                  <a:lnTo>
                    <a:pt x="1044788" y="83525"/>
                  </a:lnTo>
                  <a:lnTo>
                    <a:pt x="1055977" y="84419"/>
                  </a:lnTo>
                  <a:lnTo>
                    <a:pt x="1066941" y="85296"/>
                  </a:lnTo>
                  <a:lnTo>
                    <a:pt x="1077687" y="86155"/>
                  </a:lnTo>
                  <a:lnTo>
                    <a:pt x="1088224" y="86997"/>
                  </a:lnTo>
                  <a:lnTo>
                    <a:pt x="1098561" y="87824"/>
                  </a:lnTo>
                  <a:lnTo>
                    <a:pt x="1108705" y="88634"/>
                  </a:lnTo>
                  <a:lnTo>
                    <a:pt x="1118662" y="89431"/>
                  </a:lnTo>
                  <a:lnTo>
                    <a:pt x="1128440" y="9021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26530" y="3307719"/>
              <a:ext cx="1128440" cy="190621"/>
            </a:xfrm>
            <a:custGeom>
              <a:avLst/>
              <a:pathLst>
                <a:path w="1128440" h="190621">
                  <a:moveTo>
                    <a:pt x="0" y="0"/>
                  </a:moveTo>
                  <a:lnTo>
                    <a:pt x="72462" y="12240"/>
                  </a:lnTo>
                  <a:lnTo>
                    <a:pt x="136379" y="23037"/>
                  </a:lnTo>
                  <a:lnTo>
                    <a:pt x="193555" y="32696"/>
                  </a:lnTo>
                  <a:lnTo>
                    <a:pt x="245276" y="41433"/>
                  </a:lnTo>
                  <a:lnTo>
                    <a:pt x="292494" y="49409"/>
                  </a:lnTo>
                  <a:lnTo>
                    <a:pt x="335931" y="56747"/>
                  </a:lnTo>
                  <a:lnTo>
                    <a:pt x="376146" y="63540"/>
                  </a:lnTo>
                  <a:lnTo>
                    <a:pt x="413586" y="69865"/>
                  </a:lnTo>
                  <a:lnTo>
                    <a:pt x="448609" y="75781"/>
                  </a:lnTo>
                  <a:lnTo>
                    <a:pt x="481508" y="81338"/>
                  </a:lnTo>
                  <a:lnTo>
                    <a:pt x="512526" y="86578"/>
                  </a:lnTo>
                  <a:lnTo>
                    <a:pt x="541866" y="91534"/>
                  </a:lnTo>
                  <a:lnTo>
                    <a:pt x="569702" y="96236"/>
                  </a:lnTo>
                  <a:lnTo>
                    <a:pt x="596178" y="100709"/>
                  </a:lnTo>
                  <a:lnTo>
                    <a:pt x="621423" y="104973"/>
                  </a:lnTo>
                  <a:lnTo>
                    <a:pt x="645545" y="109048"/>
                  </a:lnTo>
                  <a:lnTo>
                    <a:pt x="668641" y="112950"/>
                  </a:lnTo>
                  <a:lnTo>
                    <a:pt x="690794" y="116692"/>
                  </a:lnTo>
                  <a:lnTo>
                    <a:pt x="712078" y="120287"/>
                  </a:lnTo>
                  <a:lnTo>
                    <a:pt x="732558" y="123747"/>
                  </a:lnTo>
                  <a:lnTo>
                    <a:pt x="752293" y="127081"/>
                  </a:lnTo>
                  <a:lnTo>
                    <a:pt x="771336" y="130297"/>
                  </a:lnTo>
                  <a:lnTo>
                    <a:pt x="789733" y="133405"/>
                  </a:lnTo>
                  <a:lnTo>
                    <a:pt x="807527" y="136411"/>
                  </a:lnTo>
                  <a:lnTo>
                    <a:pt x="824756" y="139321"/>
                  </a:lnTo>
                  <a:lnTo>
                    <a:pt x="841455" y="142142"/>
                  </a:lnTo>
                  <a:lnTo>
                    <a:pt x="857655" y="144879"/>
                  </a:lnTo>
                  <a:lnTo>
                    <a:pt x="873386" y="147536"/>
                  </a:lnTo>
                  <a:lnTo>
                    <a:pt x="888673" y="150119"/>
                  </a:lnTo>
                  <a:lnTo>
                    <a:pt x="903541" y="152630"/>
                  </a:lnTo>
                  <a:lnTo>
                    <a:pt x="918013" y="155075"/>
                  </a:lnTo>
                  <a:lnTo>
                    <a:pt x="932109" y="157456"/>
                  </a:lnTo>
                  <a:lnTo>
                    <a:pt x="945848" y="159777"/>
                  </a:lnTo>
                  <a:lnTo>
                    <a:pt x="959248" y="162040"/>
                  </a:lnTo>
                  <a:lnTo>
                    <a:pt x="972325" y="164249"/>
                  </a:lnTo>
                  <a:lnTo>
                    <a:pt x="985094" y="166407"/>
                  </a:lnTo>
                  <a:lnTo>
                    <a:pt x="997570" y="168514"/>
                  </a:lnTo>
                  <a:lnTo>
                    <a:pt x="1009765" y="170574"/>
                  </a:lnTo>
                  <a:lnTo>
                    <a:pt x="1021692" y="172589"/>
                  </a:lnTo>
                  <a:lnTo>
                    <a:pt x="1033363" y="174560"/>
                  </a:lnTo>
                  <a:lnTo>
                    <a:pt x="1044788" y="176490"/>
                  </a:lnTo>
                  <a:lnTo>
                    <a:pt x="1055977" y="178380"/>
                  </a:lnTo>
                  <a:lnTo>
                    <a:pt x="1066941" y="180232"/>
                  </a:lnTo>
                  <a:lnTo>
                    <a:pt x="1077687" y="182048"/>
                  </a:lnTo>
                  <a:lnTo>
                    <a:pt x="1088224" y="183828"/>
                  </a:lnTo>
                  <a:lnTo>
                    <a:pt x="1098561" y="185574"/>
                  </a:lnTo>
                  <a:lnTo>
                    <a:pt x="1108705" y="187287"/>
                  </a:lnTo>
                  <a:lnTo>
                    <a:pt x="1118662" y="188969"/>
                  </a:lnTo>
                  <a:lnTo>
                    <a:pt x="1128440" y="19062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26530" y="3266262"/>
              <a:ext cx="1128440" cy="155098"/>
            </a:xfrm>
            <a:custGeom>
              <a:avLst/>
              <a:pathLst>
                <a:path w="1128440" h="155098">
                  <a:moveTo>
                    <a:pt x="0" y="0"/>
                  </a:moveTo>
                  <a:lnTo>
                    <a:pt x="72462" y="9959"/>
                  </a:lnTo>
                  <a:lnTo>
                    <a:pt x="136379" y="18744"/>
                  </a:lnTo>
                  <a:lnTo>
                    <a:pt x="193555" y="26603"/>
                  </a:lnTo>
                  <a:lnTo>
                    <a:pt x="245276" y="33712"/>
                  </a:lnTo>
                  <a:lnTo>
                    <a:pt x="292494" y="40202"/>
                  </a:lnTo>
                  <a:lnTo>
                    <a:pt x="335931" y="46172"/>
                  </a:lnTo>
                  <a:lnTo>
                    <a:pt x="376146" y="51699"/>
                  </a:lnTo>
                  <a:lnTo>
                    <a:pt x="413586" y="56845"/>
                  </a:lnTo>
                  <a:lnTo>
                    <a:pt x="448609" y="61659"/>
                  </a:lnTo>
                  <a:lnTo>
                    <a:pt x="481508" y="66181"/>
                  </a:lnTo>
                  <a:lnTo>
                    <a:pt x="512526" y="70444"/>
                  </a:lnTo>
                  <a:lnTo>
                    <a:pt x="541866" y="74477"/>
                  </a:lnTo>
                  <a:lnTo>
                    <a:pt x="569702" y="78302"/>
                  </a:lnTo>
                  <a:lnTo>
                    <a:pt x="596178" y="81941"/>
                  </a:lnTo>
                  <a:lnTo>
                    <a:pt x="621423" y="85411"/>
                  </a:lnTo>
                  <a:lnTo>
                    <a:pt x="645545" y="88727"/>
                  </a:lnTo>
                  <a:lnTo>
                    <a:pt x="668641" y="91901"/>
                  </a:lnTo>
                  <a:lnTo>
                    <a:pt x="690794" y="94946"/>
                  </a:lnTo>
                  <a:lnTo>
                    <a:pt x="712078" y="97871"/>
                  </a:lnTo>
                  <a:lnTo>
                    <a:pt x="732558" y="100686"/>
                  </a:lnTo>
                  <a:lnTo>
                    <a:pt x="752293" y="103399"/>
                  </a:lnTo>
                  <a:lnTo>
                    <a:pt x="771336" y="106016"/>
                  </a:lnTo>
                  <a:lnTo>
                    <a:pt x="789733" y="108545"/>
                  </a:lnTo>
                  <a:lnTo>
                    <a:pt x="807527" y="110990"/>
                  </a:lnTo>
                  <a:lnTo>
                    <a:pt x="824756" y="113358"/>
                  </a:lnTo>
                  <a:lnTo>
                    <a:pt x="841455" y="115654"/>
                  </a:lnTo>
                  <a:lnTo>
                    <a:pt x="857655" y="117880"/>
                  </a:lnTo>
                  <a:lnTo>
                    <a:pt x="873386" y="120042"/>
                  </a:lnTo>
                  <a:lnTo>
                    <a:pt x="888673" y="122143"/>
                  </a:lnTo>
                  <a:lnTo>
                    <a:pt x="903541" y="124187"/>
                  </a:lnTo>
                  <a:lnTo>
                    <a:pt x="918013" y="126176"/>
                  </a:lnTo>
                  <a:lnTo>
                    <a:pt x="932109" y="128114"/>
                  </a:lnTo>
                  <a:lnTo>
                    <a:pt x="945848" y="130002"/>
                  </a:lnTo>
                  <a:lnTo>
                    <a:pt x="959248" y="131844"/>
                  </a:lnTo>
                  <a:lnTo>
                    <a:pt x="972325" y="133641"/>
                  </a:lnTo>
                  <a:lnTo>
                    <a:pt x="985094" y="135396"/>
                  </a:lnTo>
                  <a:lnTo>
                    <a:pt x="997570" y="137111"/>
                  </a:lnTo>
                  <a:lnTo>
                    <a:pt x="1009765" y="138787"/>
                  </a:lnTo>
                  <a:lnTo>
                    <a:pt x="1021692" y="140426"/>
                  </a:lnTo>
                  <a:lnTo>
                    <a:pt x="1033363" y="142030"/>
                  </a:lnTo>
                  <a:lnTo>
                    <a:pt x="1044788" y="143601"/>
                  </a:lnTo>
                  <a:lnTo>
                    <a:pt x="1055977" y="145139"/>
                  </a:lnTo>
                  <a:lnTo>
                    <a:pt x="1066941" y="146646"/>
                  </a:lnTo>
                  <a:lnTo>
                    <a:pt x="1077687" y="148123"/>
                  </a:lnTo>
                  <a:lnTo>
                    <a:pt x="1088224" y="149571"/>
                  </a:lnTo>
                  <a:lnTo>
                    <a:pt x="1098561" y="150992"/>
                  </a:lnTo>
                  <a:lnTo>
                    <a:pt x="1108705" y="152386"/>
                  </a:lnTo>
                  <a:lnTo>
                    <a:pt x="1118662" y="153754"/>
                  </a:lnTo>
                  <a:lnTo>
                    <a:pt x="1128440" y="15509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rc483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5"/>
            <p:cNvSpPr/>
            <p:nvPr/>
          </p:nvSpPr>
          <p:spPr>
            <a:xfrm rot="-5400000">
              <a:off x="1152636" y="368718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7" name="tx486"/>
            <p:cNvSpPr/>
            <p:nvPr/>
          </p:nvSpPr>
          <p:spPr>
            <a:xfrm rot="-5400000">
              <a:off x="1152636" y="341271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313823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286376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0" name="pl489"/>
            <p:cNvSpPr/>
            <p:nvPr/>
          </p:nvSpPr>
          <p:spPr>
            <a:xfrm>
              <a:off x="1311032" y="372820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311032" y="34537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11032" y="317924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290477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42663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2653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80267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17882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55497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tx49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1" name="rc500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30085" y="341979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51089" y="321737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04433" y="337111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44941" y="337946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15331" y="354096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32836" y="33499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04023" y="347628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30939" y="34164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23909" y="356908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17406" y="35926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210812" y="36674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86985" y="363921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28925" y="349976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218136" y="36185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26915" y="35050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225656" y="3303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30391" y="364468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219648" y="363536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194727" y="34888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230576" y="333526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219842" y="34288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33924" y="36374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185390" y="326110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228163" y="351232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224527" y="33840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206818" y="33721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215428" y="315441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182955" y="328336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89006" y="330680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97494" y="37183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62478" y="335765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80084" y="357890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610161" y="36073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607554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79209" y="31075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60096" y="329127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74945" y="34774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586460" y="340177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557847" y="36896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97620" y="35684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584897" y="355649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84752" y="35787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601650" y="34182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75685" y="362387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66422" y="353435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76252" y="324830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69140" y="348026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86347" y="268366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40074" y="345935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76399" y="351507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44954" y="31160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40360" y="36334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83906" y="322219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71667" y="356144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56753" y="352508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55227" y="330869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51072" y="316042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955983" y="35781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947855" y="339147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84014" y="349130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36949" y="332564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46589" y="36166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979520" y="326611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52374" y="323152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46249" y="349876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944760" y="32944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70282" y="32336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57803" y="34703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78655" y="324504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52735" y="364831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36984" y="356080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954505" y="370966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l573"/>
            <p:cNvSpPr/>
            <p:nvPr/>
          </p:nvSpPr>
          <p:spPr>
            <a:xfrm>
              <a:off x="2858574" y="3372996"/>
              <a:ext cx="1131183" cy="7694"/>
            </a:xfrm>
            <a:custGeom>
              <a:avLst/>
              <a:pathLst>
                <a:path w="1131183" h="7694">
                  <a:moveTo>
                    <a:pt x="0" y="7694"/>
                  </a:moveTo>
                  <a:lnTo>
                    <a:pt x="72639" y="7199"/>
                  </a:lnTo>
                  <a:lnTo>
                    <a:pt x="136711" y="6764"/>
                  </a:lnTo>
                  <a:lnTo>
                    <a:pt x="194025" y="6374"/>
                  </a:lnTo>
                  <a:lnTo>
                    <a:pt x="245872" y="6021"/>
                  </a:lnTo>
                  <a:lnTo>
                    <a:pt x="293205" y="5699"/>
                  </a:lnTo>
                  <a:lnTo>
                    <a:pt x="336747" y="5403"/>
                  </a:lnTo>
                  <a:lnTo>
                    <a:pt x="377061" y="5129"/>
                  </a:lnTo>
                  <a:lnTo>
                    <a:pt x="414592" y="4874"/>
                  </a:lnTo>
                  <a:lnTo>
                    <a:pt x="449700" y="4635"/>
                  </a:lnTo>
                  <a:lnTo>
                    <a:pt x="482679" y="4410"/>
                  </a:lnTo>
                  <a:lnTo>
                    <a:pt x="513772" y="4199"/>
                  </a:lnTo>
                  <a:lnTo>
                    <a:pt x="543184" y="3999"/>
                  </a:lnTo>
                  <a:lnTo>
                    <a:pt x="571086" y="3809"/>
                  </a:lnTo>
                  <a:lnTo>
                    <a:pt x="597628" y="3629"/>
                  </a:lnTo>
                  <a:lnTo>
                    <a:pt x="622934" y="3456"/>
                  </a:lnTo>
                  <a:lnTo>
                    <a:pt x="647115" y="3292"/>
                  </a:lnTo>
                  <a:lnTo>
                    <a:pt x="670267" y="3135"/>
                  </a:lnTo>
                  <a:lnTo>
                    <a:pt x="692473" y="2984"/>
                  </a:lnTo>
                  <a:lnTo>
                    <a:pt x="713809" y="2838"/>
                  </a:lnTo>
                  <a:lnTo>
                    <a:pt x="734339" y="2699"/>
                  </a:lnTo>
                  <a:lnTo>
                    <a:pt x="754122" y="2564"/>
                  </a:lnTo>
                  <a:lnTo>
                    <a:pt x="773211" y="2434"/>
                  </a:lnTo>
                  <a:lnTo>
                    <a:pt x="791653" y="2309"/>
                  </a:lnTo>
                  <a:lnTo>
                    <a:pt x="809490" y="2188"/>
                  </a:lnTo>
                  <a:lnTo>
                    <a:pt x="826761" y="2070"/>
                  </a:lnTo>
                  <a:lnTo>
                    <a:pt x="843500" y="1956"/>
                  </a:lnTo>
                  <a:lnTo>
                    <a:pt x="859740" y="1846"/>
                  </a:lnTo>
                  <a:lnTo>
                    <a:pt x="875509" y="1739"/>
                  </a:lnTo>
                  <a:lnTo>
                    <a:pt x="890833" y="1634"/>
                  </a:lnTo>
                  <a:lnTo>
                    <a:pt x="905738" y="1533"/>
                  </a:lnTo>
                  <a:lnTo>
                    <a:pt x="920245" y="1434"/>
                  </a:lnTo>
                  <a:lnTo>
                    <a:pt x="934375" y="1338"/>
                  </a:lnTo>
                  <a:lnTo>
                    <a:pt x="948148" y="1244"/>
                  </a:lnTo>
                  <a:lnTo>
                    <a:pt x="961580" y="1153"/>
                  </a:lnTo>
                  <a:lnTo>
                    <a:pt x="974689" y="1064"/>
                  </a:lnTo>
                  <a:lnTo>
                    <a:pt x="987489" y="977"/>
                  </a:lnTo>
                  <a:lnTo>
                    <a:pt x="999995" y="892"/>
                  </a:lnTo>
                  <a:lnTo>
                    <a:pt x="1012220" y="809"/>
                  </a:lnTo>
                  <a:lnTo>
                    <a:pt x="1024176" y="727"/>
                  </a:lnTo>
                  <a:lnTo>
                    <a:pt x="1035875" y="648"/>
                  </a:lnTo>
                  <a:lnTo>
                    <a:pt x="1047328" y="570"/>
                  </a:lnTo>
                  <a:lnTo>
                    <a:pt x="1058544" y="494"/>
                  </a:lnTo>
                  <a:lnTo>
                    <a:pt x="1069534" y="419"/>
                  </a:lnTo>
                  <a:lnTo>
                    <a:pt x="1080307" y="346"/>
                  </a:lnTo>
                  <a:lnTo>
                    <a:pt x="1090870" y="274"/>
                  </a:lnTo>
                  <a:lnTo>
                    <a:pt x="1101232" y="203"/>
                  </a:lnTo>
                  <a:lnTo>
                    <a:pt x="1111400" y="134"/>
                  </a:lnTo>
                  <a:lnTo>
                    <a:pt x="1121382" y="66"/>
                  </a:lnTo>
                  <a:lnTo>
                    <a:pt x="113118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858574" y="3496951"/>
              <a:ext cx="1131183" cy="30518"/>
            </a:xfrm>
            <a:custGeom>
              <a:avLst/>
              <a:pathLst>
                <a:path w="1131183" h="30518">
                  <a:moveTo>
                    <a:pt x="0" y="0"/>
                  </a:moveTo>
                  <a:lnTo>
                    <a:pt x="72639" y="1959"/>
                  </a:lnTo>
                  <a:lnTo>
                    <a:pt x="136711" y="3688"/>
                  </a:lnTo>
                  <a:lnTo>
                    <a:pt x="194025" y="5234"/>
                  </a:lnTo>
                  <a:lnTo>
                    <a:pt x="245872" y="6633"/>
                  </a:lnTo>
                  <a:lnTo>
                    <a:pt x="293205" y="7910"/>
                  </a:lnTo>
                  <a:lnTo>
                    <a:pt x="336747" y="9085"/>
                  </a:lnTo>
                  <a:lnTo>
                    <a:pt x="377061" y="10172"/>
                  </a:lnTo>
                  <a:lnTo>
                    <a:pt x="414592" y="11185"/>
                  </a:lnTo>
                  <a:lnTo>
                    <a:pt x="449700" y="12132"/>
                  </a:lnTo>
                  <a:lnTo>
                    <a:pt x="482679" y="13022"/>
                  </a:lnTo>
                  <a:lnTo>
                    <a:pt x="513772" y="13860"/>
                  </a:lnTo>
                  <a:lnTo>
                    <a:pt x="543184" y="14654"/>
                  </a:lnTo>
                  <a:lnTo>
                    <a:pt x="571086" y="15407"/>
                  </a:lnTo>
                  <a:lnTo>
                    <a:pt x="597628" y="16123"/>
                  </a:lnTo>
                  <a:lnTo>
                    <a:pt x="622934" y="16806"/>
                  </a:lnTo>
                  <a:lnTo>
                    <a:pt x="647115" y="17458"/>
                  </a:lnTo>
                  <a:lnTo>
                    <a:pt x="670267" y="18083"/>
                  </a:lnTo>
                  <a:lnTo>
                    <a:pt x="692473" y="18682"/>
                  </a:lnTo>
                  <a:lnTo>
                    <a:pt x="713809" y="19257"/>
                  </a:lnTo>
                  <a:lnTo>
                    <a:pt x="734339" y="19811"/>
                  </a:lnTo>
                  <a:lnTo>
                    <a:pt x="754122" y="20345"/>
                  </a:lnTo>
                  <a:lnTo>
                    <a:pt x="773211" y="20860"/>
                  </a:lnTo>
                  <a:lnTo>
                    <a:pt x="791653" y="21357"/>
                  </a:lnTo>
                  <a:lnTo>
                    <a:pt x="809490" y="21839"/>
                  </a:lnTo>
                  <a:lnTo>
                    <a:pt x="826761" y="22305"/>
                  </a:lnTo>
                  <a:lnTo>
                    <a:pt x="843500" y="22756"/>
                  </a:lnTo>
                  <a:lnTo>
                    <a:pt x="859740" y="23194"/>
                  </a:lnTo>
                  <a:lnTo>
                    <a:pt x="875509" y="23620"/>
                  </a:lnTo>
                  <a:lnTo>
                    <a:pt x="890833" y="24033"/>
                  </a:lnTo>
                  <a:lnTo>
                    <a:pt x="905738" y="24435"/>
                  </a:lnTo>
                  <a:lnTo>
                    <a:pt x="920245" y="24827"/>
                  </a:lnTo>
                  <a:lnTo>
                    <a:pt x="934375" y="25208"/>
                  </a:lnTo>
                  <a:lnTo>
                    <a:pt x="948148" y="25579"/>
                  </a:lnTo>
                  <a:lnTo>
                    <a:pt x="961580" y="25942"/>
                  </a:lnTo>
                  <a:lnTo>
                    <a:pt x="974689" y="26295"/>
                  </a:lnTo>
                  <a:lnTo>
                    <a:pt x="987489" y="26641"/>
                  </a:lnTo>
                  <a:lnTo>
                    <a:pt x="999995" y="26978"/>
                  </a:lnTo>
                  <a:lnTo>
                    <a:pt x="1012220" y="27308"/>
                  </a:lnTo>
                  <a:lnTo>
                    <a:pt x="1024176" y="27631"/>
                  </a:lnTo>
                  <a:lnTo>
                    <a:pt x="1035875" y="27946"/>
                  </a:lnTo>
                  <a:lnTo>
                    <a:pt x="1047328" y="28255"/>
                  </a:lnTo>
                  <a:lnTo>
                    <a:pt x="1058544" y="28558"/>
                  </a:lnTo>
                  <a:lnTo>
                    <a:pt x="1069534" y="28854"/>
                  </a:lnTo>
                  <a:lnTo>
                    <a:pt x="1080307" y="29145"/>
                  </a:lnTo>
                  <a:lnTo>
                    <a:pt x="1090870" y="29430"/>
                  </a:lnTo>
                  <a:lnTo>
                    <a:pt x="1101232" y="29709"/>
                  </a:lnTo>
                  <a:lnTo>
                    <a:pt x="1111400" y="29984"/>
                  </a:lnTo>
                  <a:lnTo>
                    <a:pt x="1121382" y="30253"/>
                  </a:lnTo>
                  <a:lnTo>
                    <a:pt x="1131183" y="3051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858574" y="3349282"/>
              <a:ext cx="1131183" cy="56264"/>
            </a:xfrm>
            <a:custGeom>
              <a:avLst/>
              <a:pathLst>
                <a:path w="1131183" h="56264">
                  <a:moveTo>
                    <a:pt x="0" y="56264"/>
                  </a:moveTo>
                  <a:lnTo>
                    <a:pt x="72639" y="52651"/>
                  </a:lnTo>
                  <a:lnTo>
                    <a:pt x="136711" y="49464"/>
                  </a:lnTo>
                  <a:lnTo>
                    <a:pt x="194025" y="46613"/>
                  </a:lnTo>
                  <a:lnTo>
                    <a:pt x="245872" y="44035"/>
                  </a:lnTo>
                  <a:lnTo>
                    <a:pt x="293205" y="41680"/>
                  </a:lnTo>
                  <a:lnTo>
                    <a:pt x="336747" y="39515"/>
                  </a:lnTo>
                  <a:lnTo>
                    <a:pt x="377061" y="37509"/>
                  </a:lnTo>
                  <a:lnTo>
                    <a:pt x="414592" y="35643"/>
                  </a:lnTo>
                  <a:lnTo>
                    <a:pt x="449700" y="33896"/>
                  </a:lnTo>
                  <a:lnTo>
                    <a:pt x="482679" y="32256"/>
                  </a:lnTo>
                  <a:lnTo>
                    <a:pt x="513772" y="30709"/>
                  </a:lnTo>
                  <a:lnTo>
                    <a:pt x="543184" y="29246"/>
                  </a:lnTo>
                  <a:lnTo>
                    <a:pt x="571086" y="27859"/>
                  </a:lnTo>
                  <a:lnTo>
                    <a:pt x="597628" y="26538"/>
                  </a:lnTo>
                  <a:lnTo>
                    <a:pt x="622934" y="25280"/>
                  </a:lnTo>
                  <a:lnTo>
                    <a:pt x="647115" y="24077"/>
                  </a:lnTo>
                  <a:lnTo>
                    <a:pt x="670267" y="22925"/>
                  </a:lnTo>
                  <a:lnTo>
                    <a:pt x="692473" y="21821"/>
                  </a:lnTo>
                  <a:lnTo>
                    <a:pt x="713809" y="20760"/>
                  </a:lnTo>
                  <a:lnTo>
                    <a:pt x="734339" y="19738"/>
                  </a:lnTo>
                  <a:lnTo>
                    <a:pt x="754122" y="18754"/>
                  </a:lnTo>
                  <a:lnTo>
                    <a:pt x="773211" y="17805"/>
                  </a:lnTo>
                  <a:lnTo>
                    <a:pt x="791653" y="16888"/>
                  </a:lnTo>
                  <a:lnTo>
                    <a:pt x="809490" y="16000"/>
                  </a:lnTo>
                  <a:lnTo>
                    <a:pt x="826761" y="15141"/>
                  </a:lnTo>
                  <a:lnTo>
                    <a:pt x="843500" y="14309"/>
                  </a:lnTo>
                  <a:lnTo>
                    <a:pt x="859740" y="13501"/>
                  </a:lnTo>
                  <a:lnTo>
                    <a:pt x="875509" y="12717"/>
                  </a:lnTo>
                  <a:lnTo>
                    <a:pt x="890833" y="11954"/>
                  </a:lnTo>
                  <a:lnTo>
                    <a:pt x="905738" y="11213"/>
                  </a:lnTo>
                  <a:lnTo>
                    <a:pt x="920245" y="10492"/>
                  </a:lnTo>
                  <a:lnTo>
                    <a:pt x="934375" y="9789"/>
                  </a:lnTo>
                  <a:lnTo>
                    <a:pt x="948148" y="9104"/>
                  </a:lnTo>
                  <a:lnTo>
                    <a:pt x="961580" y="8436"/>
                  </a:lnTo>
                  <a:lnTo>
                    <a:pt x="974689" y="7783"/>
                  </a:lnTo>
                  <a:lnTo>
                    <a:pt x="987489" y="7147"/>
                  </a:lnTo>
                  <a:lnTo>
                    <a:pt x="999995" y="6525"/>
                  </a:lnTo>
                  <a:lnTo>
                    <a:pt x="1012220" y="5917"/>
                  </a:lnTo>
                  <a:lnTo>
                    <a:pt x="1024176" y="5322"/>
                  </a:lnTo>
                  <a:lnTo>
                    <a:pt x="1035875" y="4740"/>
                  </a:lnTo>
                  <a:lnTo>
                    <a:pt x="1047328" y="4170"/>
                  </a:lnTo>
                  <a:lnTo>
                    <a:pt x="1058544" y="3613"/>
                  </a:lnTo>
                  <a:lnTo>
                    <a:pt x="1069534" y="3066"/>
                  </a:lnTo>
                  <a:lnTo>
                    <a:pt x="1080307" y="2530"/>
                  </a:lnTo>
                  <a:lnTo>
                    <a:pt x="1090870" y="2005"/>
                  </a:lnTo>
                  <a:lnTo>
                    <a:pt x="1101232" y="1489"/>
                  </a:lnTo>
                  <a:lnTo>
                    <a:pt x="1111400" y="984"/>
                  </a:lnTo>
                  <a:lnTo>
                    <a:pt x="1121382" y="487"/>
                  </a:lnTo>
                  <a:lnTo>
                    <a:pt x="113118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858574" y="3171182"/>
              <a:ext cx="1131183" cy="217954"/>
            </a:xfrm>
            <a:custGeom>
              <a:avLst/>
              <a:pathLst>
                <a:path w="1131183" h="217954">
                  <a:moveTo>
                    <a:pt x="0" y="217954"/>
                  </a:moveTo>
                  <a:lnTo>
                    <a:pt x="72639" y="203958"/>
                  </a:lnTo>
                  <a:lnTo>
                    <a:pt x="136711" y="191613"/>
                  </a:lnTo>
                  <a:lnTo>
                    <a:pt x="194025" y="180569"/>
                  </a:lnTo>
                  <a:lnTo>
                    <a:pt x="245872" y="170580"/>
                  </a:lnTo>
                  <a:lnTo>
                    <a:pt x="293205" y="161460"/>
                  </a:lnTo>
                  <a:lnTo>
                    <a:pt x="336747" y="153070"/>
                  </a:lnTo>
                  <a:lnTo>
                    <a:pt x="377061" y="145302"/>
                  </a:lnTo>
                  <a:lnTo>
                    <a:pt x="414592" y="138071"/>
                  </a:lnTo>
                  <a:lnTo>
                    <a:pt x="449700" y="131306"/>
                  </a:lnTo>
                  <a:lnTo>
                    <a:pt x="482679" y="124952"/>
                  </a:lnTo>
                  <a:lnTo>
                    <a:pt x="513772" y="118961"/>
                  </a:lnTo>
                  <a:lnTo>
                    <a:pt x="543184" y="113294"/>
                  </a:lnTo>
                  <a:lnTo>
                    <a:pt x="571086" y="107918"/>
                  </a:lnTo>
                  <a:lnTo>
                    <a:pt x="597628" y="102804"/>
                  </a:lnTo>
                  <a:lnTo>
                    <a:pt x="622934" y="97928"/>
                  </a:lnTo>
                  <a:lnTo>
                    <a:pt x="647115" y="93269"/>
                  </a:lnTo>
                  <a:lnTo>
                    <a:pt x="670267" y="88808"/>
                  </a:lnTo>
                  <a:lnTo>
                    <a:pt x="692473" y="84529"/>
                  </a:lnTo>
                  <a:lnTo>
                    <a:pt x="713809" y="80418"/>
                  </a:lnTo>
                  <a:lnTo>
                    <a:pt x="734339" y="76463"/>
                  </a:lnTo>
                  <a:lnTo>
                    <a:pt x="754122" y="72651"/>
                  </a:lnTo>
                  <a:lnTo>
                    <a:pt x="773211" y="68973"/>
                  </a:lnTo>
                  <a:lnTo>
                    <a:pt x="791653" y="65420"/>
                  </a:lnTo>
                  <a:lnTo>
                    <a:pt x="809490" y="61983"/>
                  </a:lnTo>
                  <a:lnTo>
                    <a:pt x="826761" y="58655"/>
                  </a:lnTo>
                  <a:lnTo>
                    <a:pt x="843500" y="55430"/>
                  </a:lnTo>
                  <a:lnTo>
                    <a:pt x="859740" y="52301"/>
                  </a:lnTo>
                  <a:lnTo>
                    <a:pt x="875509" y="49262"/>
                  </a:lnTo>
                  <a:lnTo>
                    <a:pt x="890833" y="46310"/>
                  </a:lnTo>
                  <a:lnTo>
                    <a:pt x="905738" y="43438"/>
                  </a:lnTo>
                  <a:lnTo>
                    <a:pt x="920245" y="40643"/>
                  </a:lnTo>
                  <a:lnTo>
                    <a:pt x="934375" y="37920"/>
                  </a:lnTo>
                  <a:lnTo>
                    <a:pt x="948148" y="35266"/>
                  </a:lnTo>
                  <a:lnTo>
                    <a:pt x="961580" y="32678"/>
                  </a:lnTo>
                  <a:lnTo>
                    <a:pt x="974689" y="30153"/>
                  </a:lnTo>
                  <a:lnTo>
                    <a:pt x="987489" y="27686"/>
                  </a:lnTo>
                  <a:lnTo>
                    <a:pt x="999995" y="25277"/>
                  </a:lnTo>
                  <a:lnTo>
                    <a:pt x="1012220" y="22921"/>
                  </a:lnTo>
                  <a:lnTo>
                    <a:pt x="1024176" y="20617"/>
                  </a:lnTo>
                  <a:lnTo>
                    <a:pt x="1035875" y="18363"/>
                  </a:lnTo>
                  <a:lnTo>
                    <a:pt x="1047328" y="16157"/>
                  </a:lnTo>
                  <a:lnTo>
                    <a:pt x="1058544" y="13995"/>
                  </a:lnTo>
                  <a:lnTo>
                    <a:pt x="1069534" y="11878"/>
                  </a:lnTo>
                  <a:lnTo>
                    <a:pt x="1080307" y="9802"/>
                  </a:lnTo>
                  <a:lnTo>
                    <a:pt x="1090870" y="7767"/>
                  </a:lnTo>
                  <a:lnTo>
                    <a:pt x="1101232" y="5771"/>
                  </a:lnTo>
                  <a:lnTo>
                    <a:pt x="1111400" y="3811"/>
                  </a:lnTo>
                  <a:lnTo>
                    <a:pt x="1121382" y="1888"/>
                  </a:lnTo>
                  <a:lnTo>
                    <a:pt x="113118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858574" y="3253487"/>
              <a:ext cx="1131183" cy="207204"/>
            </a:xfrm>
            <a:custGeom>
              <a:avLst/>
              <a:pathLst>
                <a:path w="1131183" h="207204">
                  <a:moveTo>
                    <a:pt x="0" y="207204"/>
                  </a:moveTo>
                  <a:lnTo>
                    <a:pt x="72639" y="193899"/>
                  </a:lnTo>
                  <a:lnTo>
                    <a:pt x="136711" y="182162"/>
                  </a:lnTo>
                  <a:lnTo>
                    <a:pt x="194025" y="171664"/>
                  </a:lnTo>
                  <a:lnTo>
                    <a:pt x="245872" y="162167"/>
                  </a:lnTo>
                  <a:lnTo>
                    <a:pt x="293205" y="153496"/>
                  </a:lnTo>
                  <a:lnTo>
                    <a:pt x="336747" y="145521"/>
                  </a:lnTo>
                  <a:lnTo>
                    <a:pt x="377061" y="138136"/>
                  </a:lnTo>
                  <a:lnTo>
                    <a:pt x="414592" y="131261"/>
                  </a:lnTo>
                  <a:lnTo>
                    <a:pt x="449700" y="124830"/>
                  </a:lnTo>
                  <a:lnTo>
                    <a:pt x="482679" y="118789"/>
                  </a:lnTo>
                  <a:lnTo>
                    <a:pt x="513772" y="113094"/>
                  </a:lnTo>
                  <a:lnTo>
                    <a:pt x="543184" y="107706"/>
                  </a:lnTo>
                  <a:lnTo>
                    <a:pt x="571086" y="102595"/>
                  </a:lnTo>
                  <a:lnTo>
                    <a:pt x="597628" y="97734"/>
                  </a:lnTo>
                  <a:lnTo>
                    <a:pt x="622934" y="93098"/>
                  </a:lnTo>
                  <a:lnTo>
                    <a:pt x="647115" y="88669"/>
                  </a:lnTo>
                  <a:lnTo>
                    <a:pt x="670267" y="84428"/>
                  </a:lnTo>
                  <a:lnTo>
                    <a:pt x="692473" y="80360"/>
                  </a:lnTo>
                  <a:lnTo>
                    <a:pt x="713809" y="76452"/>
                  </a:lnTo>
                  <a:lnTo>
                    <a:pt x="734339" y="72692"/>
                  </a:lnTo>
                  <a:lnTo>
                    <a:pt x="754122" y="69068"/>
                  </a:lnTo>
                  <a:lnTo>
                    <a:pt x="773211" y="65571"/>
                  </a:lnTo>
                  <a:lnTo>
                    <a:pt x="791653" y="62193"/>
                  </a:lnTo>
                  <a:lnTo>
                    <a:pt x="809490" y="58926"/>
                  </a:lnTo>
                  <a:lnTo>
                    <a:pt x="826761" y="55762"/>
                  </a:lnTo>
                  <a:lnTo>
                    <a:pt x="843500" y="52696"/>
                  </a:lnTo>
                  <a:lnTo>
                    <a:pt x="859740" y="49721"/>
                  </a:lnTo>
                  <a:lnTo>
                    <a:pt x="875509" y="46833"/>
                  </a:lnTo>
                  <a:lnTo>
                    <a:pt x="890833" y="44026"/>
                  </a:lnTo>
                  <a:lnTo>
                    <a:pt x="905738" y="41296"/>
                  </a:lnTo>
                  <a:lnTo>
                    <a:pt x="920245" y="38638"/>
                  </a:lnTo>
                  <a:lnTo>
                    <a:pt x="934375" y="36050"/>
                  </a:lnTo>
                  <a:lnTo>
                    <a:pt x="948148" y="33527"/>
                  </a:lnTo>
                  <a:lnTo>
                    <a:pt x="961580" y="31067"/>
                  </a:lnTo>
                  <a:lnTo>
                    <a:pt x="974689" y="28665"/>
                  </a:lnTo>
                  <a:lnTo>
                    <a:pt x="987489" y="26321"/>
                  </a:lnTo>
                  <a:lnTo>
                    <a:pt x="999995" y="24030"/>
                  </a:lnTo>
                  <a:lnTo>
                    <a:pt x="1012220" y="21791"/>
                  </a:lnTo>
                  <a:lnTo>
                    <a:pt x="1024176" y="19601"/>
                  </a:lnTo>
                  <a:lnTo>
                    <a:pt x="1035875" y="17458"/>
                  </a:lnTo>
                  <a:lnTo>
                    <a:pt x="1047328" y="15360"/>
                  </a:lnTo>
                  <a:lnTo>
                    <a:pt x="1058544" y="13305"/>
                  </a:lnTo>
                  <a:lnTo>
                    <a:pt x="1069534" y="11292"/>
                  </a:lnTo>
                  <a:lnTo>
                    <a:pt x="1080307" y="9319"/>
                  </a:lnTo>
                  <a:lnTo>
                    <a:pt x="1090870" y="7384"/>
                  </a:lnTo>
                  <a:lnTo>
                    <a:pt x="1101232" y="5486"/>
                  </a:lnTo>
                  <a:lnTo>
                    <a:pt x="1111400" y="3623"/>
                  </a:lnTo>
                  <a:lnTo>
                    <a:pt x="1121382" y="1795"/>
                  </a:lnTo>
                  <a:lnTo>
                    <a:pt x="113118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858574" y="3348980"/>
              <a:ext cx="1131183" cy="268601"/>
            </a:xfrm>
            <a:custGeom>
              <a:avLst/>
              <a:pathLst>
                <a:path w="1131183" h="268601">
                  <a:moveTo>
                    <a:pt x="0" y="0"/>
                  </a:moveTo>
                  <a:lnTo>
                    <a:pt x="72639" y="17248"/>
                  </a:lnTo>
                  <a:lnTo>
                    <a:pt x="136711" y="32462"/>
                  </a:lnTo>
                  <a:lnTo>
                    <a:pt x="194025" y="46071"/>
                  </a:lnTo>
                  <a:lnTo>
                    <a:pt x="245872" y="58382"/>
                  </a:lnTo>
                  <a:lnTo>
                    <a:pt x="293205" y="69622"/>
                  </a:lnTo>
                  <a:lnTo>
                    <a:pt x="336747" y="79961"/>
                  </a:lnTo>
                  <a:lnTo>
                    <a:pt x="377061" y="89533"/>
                  </a:lnTo>
                  <a:lnTo>
                    <a:pt x="414592" y="98445"/>
                  </a:lnTo>
                  <a:lnTo>
                    <a:pt x="449700" y="106782"/>
                  </a:lnTo>
                  <a:lnTo>
                    <a:pt x="482679" y="114612"/>
                  </a:lnTo>
                  <a:lnTo>
                    <a:pt x="513772" y="121996"/>
                  </a:lnTo>
                  <a:lnTo>
                    <a:pt x="543184" y="128979"/>
                  </a:lnTo>
                  <a:lnTo>
                    <a:pt x="571086" y="135605"/>
                  </a:lnTo>
                  <a:lnTo>
                    <a:pt x="597628" y="141907"/>
                  </a:lnTo>
                  <a:lnTo>
                    <a:pt x="622934" y="147916"/>
                  </a:lnTo>
                  <a:lnTo>
                    <a:pt x="647115" y="153658"/>
                  </a:lnTo>
                  <a:lnTo>
                    <a:pt x="670267" y="159155"/>
                  </a:lnTo>
                  <a:lnTo>
                    <a:pt x="692473" y="164428"/>
                  </a:lnTo>
                  <a:lnTo>
                    <a:pt x="713809" y="169495"/>
                  </a:lnTo>
                  <a:lnTo>
                    <a:pt x="734339" y="174370"/>
                  </a:lnTo>
                  <a:lnTo>
                    <a:pt x="754122" y="179067"/>
                  </a:lnTo>
                  <a:lnTo>
                    <a:pt x="773211" y="183600"/>
                  </a:lnTo>
                  <a:lnTo>
                    <a:pt x="791653" y="187979"/>
                  </a:lnTo>
                  <a:lnTo>
                    <a:pt x="809490" y="192214"/>
                  </a:lnTo>
                  <a:lnTo>
                    <a:pt x="826761" y="196315"/>
                  </a:lnTo>
                  <a:lnTo>
                    <a:pt x="843500" y="200290"/>
                  </a:lnTo>
                  <a:lnTo>
                    <a:pt x="859740" y="204146"/>
                  </a:lnTo>
                  <a:lnTo>
                    <a:pt x="875509" y="207891"/>
                  </a:lnTo>
                  <a:lnTo>
                    <a:pt x="890833" y="211529"/>
                  </a:lnTo>
                  <a:lnTo>
                    <a:pt x="905738" y="215069"/>
                  </a:lnTo>
                  <a:lnTo>
                    <a:pt x="920245" y="218513"/>
                  </a:lnTo>
                  <a:lnTo>
                    <a:pt x="934375" y="221869"/>
                  </a:lnTo>
                  <a:lnTo>
                    <a:pt x="948148" y="225139"/>
                  </a:lnTo>
                  <a:lnTo>
                    <a:pt x="961580" y="228328"/>
                  </a:lnTo>
                  <a:lnTo>
                    <a:pt x="974689" y="231441"/>
                  </a:lnTo>
                  <a:lnTo>
                    <a:pt x="987489" y="234480"/>
                  </a:lnTo>
                  <a:lnTo>
                    <a:pt x="999995" y="237450"/>
                  </a:lnTo>
                  <a:lnTo>
                    <a:pt x="1012220" y="240353"/>
                  </a:lnTo>
                  <a:lnTo>
                    <a:pt x="1024176" y="243192"/>
                  </a:lnTo>
                  <a:lnTo>
                    <a:pt x="1035875" y="245970"/>
                  </a:lnTo>
                  <a:lnTo>
                    <a:pt x="1047328" y="248689"/>
                  </a:lnTo>
                  <a:lnTo>
                    <a:pt x="1058544" y="251353"/>
                  </a:lnTo>
                  <a:lnTo>
                    <a:pt x="1069534" y="253962"/>
                  </a:lnTo>
                  <a:lnTo>
                    <a:pt x="1080307" y="256520"/>
                  </a:lnTo>
                  <a:lnTo>
                    <a:pt x="1090870" y="259028"/>
                  </a:lnTo>
                  <a:lnTo>
                    <a:pt x="1101232" y="261489"/>
                  </a:lnTo>
                  <a:lnTo>
                    <a:pt x="1111400" y="263903"/>
                  </a:lnTo>
                  <a:lnTo>
                    <a:pt x="1121382" y="266273"/>
                  </a:lnTo>
                  <a:lnTo>
                    <a:pt x="1131183" y="26860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58574" y="3416760"/>
              <a:ext cx="1131183" cy="249275"/>
            </a:xfrm>
            <a:custGeom>
              <a:avLst/>
              <a:pathLst>
                <a:path w="1131183" h="249275">
                  <a:moveTo>
                    <a:pt x="0" y="249275"/>
                  </a:moveTo>
                  <a:lnTo>
                    <a:pt x="72639" y="233267"/>
                  </a:lnTo>
                  <a:lnTo>
                    <a:pt x="136711" y="219148"/>
                  </a:lnTo>
                  <a:lnTo>
                    <a:pt x="194025" y="206518"/>
                  </a:lnTo>
                  <a:lnTo>
                    <a:pt x="245872" y="195092"/>
                  </a:lnTo>
                  <a:lnTo>
                    <a:pt x="293205" y="184662"/>
                  </a:lnTo>
                  <a:lnTo>
                    <a:pt x="336747" y="175067"/>
                  </a:lnTo>
                  <a:lnTo>
                    <a:pt x="377061" y="166183"/>
                  </a:lnTo>
                  <a:lnTo>
                    <a:pt x="414592" y="157912"/>
                  </a:lnTo>
                  <a:lnTo>
                    <a:pt x="449700" y="150176"/>
                  </a:lnTo>
                  <a:lnTo>
                    <a:pt x="482679" y="142908"/>
                  </a:lnTo>
                  <a:lnTo>
                    <a:pt x="513772" y="136056"/>
                  </a:lnTo>
                  <a:lnTo>
                    <a:pt x="543184" y="129575"/>
                  </a:lnTo>
                  <a:lnTo>
                    <a:pt x="571086" y="123426"/>
                  </a:lnTo>
                  <a:lnTo>
                    <a:pt x="597628" y="117577"/>
                  </a:lnTo>
                  <a:lnTo>
                    <a:pt x="622934" y="112001"/>
                  </a:lnTo>
                  <a:lnTo>
                    <a:pt x="647115" y="106672"/>
                  </a:lnTo>
                  <a:lnTo>
                    <a:pt x="670267" y="101570"/>
                  </a:lnTo>
                  <a:lnTo>
                    <a:pt x="692473" y="96677"/>
                  </a:lnTo>
                  <a:lnTo>
                    <a:pt x="713809" y="91975"/>
                  </a:lnTo>
                  <a:lnTo>
                    <a:pt x="734339" y="87451"/>
                  </a:lnTo>
                  <a:lnTo>
                    <a:pt x="754122" y="83091"/>
                  </a:lnTo>
                  <a:lnTo>
                    <a:pt x="773211" y="78885"/>
                  </a:lnTo>
                  <a:lnTo>
                    <a:pt x="791653" y="74821"/>
                  </a:lnTo>
                  <a:lnTo>
                    <a:pt x="809490" y="70890"/>
                  </a:lnTo>
                  <a:lnTo>
                    <a:pt x="826761" y="67084"/>
                  </a:lnTo>
                  <a:lnTo>
                    <a:pt x="843500" y="63395"/>
                  </a:lnTo>
                  <a:lnTo>
                    <a:pt x="859740" y="59817"/>
                  </a:lnTo>
                  <a:lnTo>
                    <a:pt x="875509" y="56342"/>
                  </a:lnTo>
                  <a:lnTo>
                    <a:pt x="890833" y="52965"/>
                  </a:lnTo>
                  <a:lnTo>
                    <a:pt x="905738" y="49680"/>
                  </a:lnTo>
                  <a:lnTo>
                    <a:pt x="920245" y="46483"/>
                  </a:lnTo>
                  <a:lnTo>
                    <a:pt x="934375" y="43369"/>
                  </a:lnTo>
                  <a:lnTo>
                    <a:pt x="948148" y="40334"/>
                  </a:lnTo>
                  <a:lnTo>
                    <a:pt x="961580" y="37374"/>
                  </a:lnTo>
                  <a:lnTo>
                    <a:pt x="974689" y="34486"/>
                  </a:lnTo>
                  <a:lnTo>
                    <a:pt x="987489" y="31665"/>
                  </a:lnTo>
                  <a:lnTo>
                    <a:pt x="999995" y="28909"/>
                  </a:lnTo>
                  <a:lnTo>
                    <a:pt x="1012220" y="26215"/>
                  </a:lnTo>
                  <a:lnTo>
                    <a:pt x="1024176" y="23580"/>
                  </a:lnTo>
                  <a:lnTo>
                    <a:pt x="1035875" y="21002"/>
                  </a:lnTo>
                  <a:lnTo>
                    <a:pt x="1047328" y="18478"/>
                  </a:lnTo>
                  <a:lnTo>
                    <a:pt x="1058544" y="16007"/>
                  </a:lnTo>
                  <a:lnTo>
                    <a:pt x="1069534" y="13585"/>
                  </a:lnTo>
                  <a:lnTo>
                    <a:pt x="1080307" y="11211"/>
                  </a:lnTo>
                  <a:lnTo>
                    <a:pt x="1090870" y="8883"/>
                  </a:lnTo>
                  <a:lnTo>
                    <a:pt x="1101232" y="6600"/>
                  </a:lnTo>
                  <a:lnTo>
                    <a:pt x="1111400" y="4359"/>
                  </a:lnTo>
                  <a:lnTo>
                    <a:pt x="1121382" y="2159"/>
                  </a:lnTo>
                  <a:lnTo>
                    <a:pt x="1131183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58574" y="3615814"/>
              <a:ext cx="1131183" cy="92291"/>
            </a:xfrm>
            <a:custGeom>
              <a:avLst/>
              <a:pathLst>
                <a:path w="1131183" h="92291">
                  <a:moveTo>
                    <a:pt x="0" y="0"/>
                  </a:moveTo>
                  <a:lnTo>
                    <a:pt x="72639" y="5926"/>
                  </a:lnTo>
                  <a:lnTo>
                    <a:pt x="136711" y="11153"/>
                  </a:lnTo>
                  <a:lnTo>
                    <a:pt x="194025" y="15830"/>
                  </a:lnTo>
                  <a:lnTo>
                    <a:pt x="245872" y="20060"/>
                  </a:lnTo>
                  <a:lnTo>
                    <a:pt x="293205" y="23922"/>
                  </a:lnTo>
                  <a:lnTo>
                    <a:pt x="336747" y="27474"/>
                  </a:lnTo>
                  <a:lnTo>
                    <a:pt x="377061" y="30763"/>
                  </a:lnTo>
                  <a:lnTo>
                    <a:pt x="414592" y="33825"/>
                  </a:lnTo>
                  <a:lnTo>
                    <a:pt x="449700" y="36690"/>
                  </a:lnTo>
                  <a:lnTo>
                    <a:pt x="482679" y="39380"/>
                  </a:lnTo>
                  <a:lnTo>
                    <a:pt x="513772" y="41917"/>
                  </a:lnTo>
                  <a:lnTo>
                    <a:pt x="543184" y="44317"/>
                  </a:lnTo>
                  <a:lnTo>
                    <a:pt x="571086" y="46593"/>
                  </a:lnTo>
                  <a:lnTo>
                    <a:pt x="597628" y="48759"/>
                  </a:lnTo>
                  <a:lnTo>
                    <a:pt x="622934" y="50823"/>
                  </a:lnTo>
                  <a:lnTo>
                    <a:pt x="647115" y="52796"/>
                  </a:lnTo>
                  <a:lnTo>
                    <a:pt x="670267" y="54685"/>
                  </a:lnTo>
                  <a:lnTo>
                    <a:pt x="692473" y="56497"/>
                  </a:lnTo>
                  <a:lnTo>
                    <a:pt x="713809" y="58238"/>
                  </a:lnTo>
                  <a:lnTo>
                    <a:pt x="734339" y="59913"/>
                  </a:lnTo>
                  <a:lnTo>
                    <a:pt x="754122" y="61527"/>
                  </a:lnTo>
                  <a:lnTo>
                    <a:pt x="773211" y="63084"/>
                  </a:lnTo>
                  <a:lnTo>
                    <a:pt x="791653" y="64589"/>
                  </a:lnTo>
                  <a:lnTo>
                    <a:pt x="809490" y="66044"/>
                  </a:lnTo>
                  <a:lnTo>
                    <a:pt x="826761" y="67453"/>
                  </a:lnTo>
                  <a:lnTo>
                    <a:pt x="843500" y="68819"/>
                  </a:lnTo>
                  <a:lnTo>
                    <a:pt x="859740" y="70144"/>
                  </a:lnTo>
                  <a:lnTo>
                    <a:pt x="875509" y="71431"/>
                  </a:lnTo>
                  <a:lnTo>
                    <a:pt x="890833" y="72681"/>
                  </a:lnTo>
                  <a:lnTo>
                    <a:pt x="905738" y="73897"/>
                  </a:lnTo>
                  <a:lnTo>
                    <a:pt x="920245" y="75081"/>
                  </a:lnTo>
                  <a:lnTo>
                    <a:pt x="934375" y="76233"/>
                  </a:lnTo>
                  <a:lnTo>
                    <a:pt x="948148" y="77357"/>
                  </a:lnTo>
                  <a:lnTo>
                    <a:pt x="961580" y="78453"/>
                  </a:lnTo>
                  <a:lnTo>
                    <a:pt x="974689" y="79523"/>
                  </a:lnTo>
                  <a:lnTo>
                    <a:pt x="987489" y="80567"/>
                  </a:lnTo>
                  <a:lnTo>
                    <a:pt x="999995" y="81587"/>
                  </a:lnTo>
                  <a:lnTo>
                    <a:pt x="1012220" y="82585"/>
                  </a:lnTo>
                  <a:lnTo>
                    <a:pt x="1024176" y="83560"/>
                  </a:lnTo>
                  <a:lnTo>
                    <a:pt x="1035875" y="84515"/>
                  </a:lnTo>
                  <a:lnTo>
                    <a:pt x="1047328" y="85449"/>
                  </a:lnTo>
                  <a:lnTo>
                    <a:pt x="1058544" y="86364"/>
                  </a:lnTo>
                  <a:lnTo>
                    <a:pt x="1069534" y="87261"/>
                  </a:lnTo>
                  <a:lnTo>
                    <a:pt x="1080307" y="88140"/>
                  </a:lnTo>
                  <a:lnTo>
                    <a:pt x="1090870" y="89001"/>
                  </a:lnTo>
                  <a:lnTo>
                    <a:pt x="1101232" y="89847"/>
                  </a:lnTo>
                  <a:lnTo>
                    <a:pt x="1111400" y="90677"/>
                  </a:lnTo>
                  <a:lnTo>
                    <a:pt x="1121382" y="91491"/>
                  </a:lnTo>
                  <a:lnTo>
                    <a:pt x="1131183" y="9229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858574" y="3389617"/>
              <a:ext cx="1131183" cy="181462"/>
            </a:xfrm>
            <a:custGeom>
              <a:avLst/>
              <a:pathLst>
                <a:path w="1131183" h="181462">
                  <a:moveTo>
                    <a:pt x="0" y="181462"/>
                  </a:moveTo>
                  <a:lnTo>
                    <a:pt x="72639" y="169809"/>
                  </a:lnTo>
                  <a:lnTo>
                    <a:pt x="136711" y="159531"/>
                  </a:lnTo>
                  <a:lnTo>
                    <a:pt x="194025" y="150337"/>
                  </a:lnTo>
                  <a:lnTo>
                    <a:pt x="245872" y="142019"/>
                  </a:lnTo>
                  <a:lnTo>
                    <a:pt x="293205" y="134426"/>
                  </a:lnTo>
                  <a:lnTo>
                    <a:pt x="336747" y="127441"/>
                  </a:lnTo>
                  <a:lnTo>
                    <a:pt x="377061" y="120974"/>
                  </a:lnTo>
                  <a:lnTo>
                    <a:pt x="414592" y="114954"/>
                  </a:lnTo>
                  <a:lnTo>
                    <a:pt x="449700" y="109322"/>
                  </a:lnTo>
                  <a:lnTo>
                    <a:pt x="482679" y="104031"/>
                  </a:lnTo>
                  <a:lnTo>
                    <a:pt x="513772" y="99043"/>
                  </a:lnTo>
                  <a:lnTo>
                    <a:pt x="543184" y="94325"/>
                  </a:lnTo>
                  <a:lnTo>
                    <a:pt x="571086" y="89849"/>
                  </a:lnTo>
                  <a:lnTo>
                    <a:pt x="597628" y="85591"/>
                  </a:lnTo>
                  <a:lnTo>
                    <a:pt x="622934" y="81532"/>
                  </a:lnTo>
                  <a:lnTo>
                    <a:pt x="647115" y="77653"/>
                  </a:lnTo>
                  <a:lnTo>
                    <a:pt x="670267" y="73939"/>
                  </a:lnTo>
                  <a:lnTo>
                    <a:pt x="692473" y="70377"/>
                  </a:lnTo>
                  <a:lnTo>
                    <a:pt x="713809" y="66954"/>
                  </a:lnTo>
                  <a:lnTo>
                    <a:pt x="734339" y="63661"/>
                  </a:lnTo>
                  <a:lnTo>
                    <a:pt x="754122" y="60487"/>
                  </a:lnTo>
                  <a:lnTo>
                    <a:pt x="773211" y="57425"/>
                  </a:lnTo>
                  <a:lnTo>
                    <a:pt x="791653" y="54466"/>
                  </a:lnTo>
                  <a:lnTo>
                    <a:pt x="809490" y="51605"/>
                  </a:lnTo>
                  <a:lnTo>
                    <a:pt x="826761" y="48834"/>
                  </a:lnTo>
                  <a:lnTo>
                    <a:pt x="843500" y="46149"/>
                  </a:lnTo>
                  <a:lnTo>
                    <a:pt x="859740" y="43544"/>
                  </a:lnTo>
                  <a:lnTo>
                    <a:pt x="875509" y="41014"/>
                  </a:lnTo>
                  <a:lnTo>
                    <a:pt x="890833" y="38556"/>
                  </a:lnTo>
                  <a:lnTo>
                    <a:pt x="905738" y="36165"/>
                  </a:lnTo>
                  <a:lnTo>
                    <a:pt x="920245" y="33838"/>
                  </a:lnTo>
                  <a:lnTo>
                    <a:pt x="934375" y="31571"/>
                  </a:lnTo>
                  <a:lnTo>
                    <a:pt x="948148" y="29362"/>
                  </a:lnTo>
                  <a:lnTo>
                    <a:pt x="961580" y="27207"/>
                  </a:lnTo>
                  <a:lnTo>
                    <a:pt x="974689" y="25104"/>
                  </a:lnTo>
                  <a:lnTo>
                    <a:pt x="987489" y="23051"/>
                  </a:lnTo>
                  <a:lnTo>
                    <a:pt x="999995" y="21044"/>
                  </a:lnTo>
                  <a:lnTo>
                    <a:pt x="1012220" y="19083"/>
                  </a:lnTo>
                  <a:lnTo>
                    <a:pt x="1024176" y="17165"/>
                  </a:lnTo>
                  <a:lnTo>
                    <a:pt x="1035875" y="15289"/>
                  </a:lnTo>
                  <a:lnTo>
                    <a:pt x="1047328" y="13451"/>
                  </a:lnTo>
                  <a:lnTo>
                    <a:pt x="1058544" y="11652"/>
                  </a:lnTo>
                  <a:lnTo>
                    <a:pt x="1069534" y="9889"/>
                  </a:lnTo>
                  <a:lnTo>
                    <a:pt x="1080307" y="8161"/>
                  </a:lnTo>
                  <a:lnTo>
                    <a:pt x="1090870" y="6467"/>
                  </a:lnTo>
                  <a:lnTo>
                    <a:pt x="1101232" y="4804"/>
                  </a:lnTo>
                  <a:lnTo>
                    <a:pt x="1111400" y="3173"/>
                  </a:lnTo>
                  <a:lnTo>
                    <a:pt x="1121382" y="1572"/>
                  </a:lnTo>
                  <a:lnTo>
                    <a:pt x="113118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858574" y="3281935"/>
              <a:ext cx="1131183" cy="78826"/>
            </a:xfrm>
            <a:custGeom>
              <a:avLst/>
              <a:pathLst>
                <a:path w="1131183" h="78826">
                  <a:moveTo>
                    <a:pt x="0" y="0"/>
                  </a:moveTo>
                  <a:lnTo>
                    <a:pt x="72639" y="5061"/>
                  </a:lnTo>
                  <a:lnTo>
                    <a:pt x="136711" y="9526"/>
                  </a:lnTo>
                  <a:lnTo>
                    <a:pt x="194025" y="13520"/>
                  </a:lnTo>
                  <a:lnTo>
                    <a:pt x="245872" y="17133"/>
                  </a:lnTo>
                  <a:lnTo>
                    <a:pt x="293205" y="20431"/>
                  </a:lnTo>
                  <a:lnTo>
                    <a:pt x="336747" y="23466"/>
                  </a:lnTo>
                  <a:lnTo>
                    <a:pt x="377061" y="26275"/>
                  </a:lnTo>
                  <a:lnTo>
                    <a:pt x="414592" y="28890"/>
                  </a:lnTo>
                  <a:lnTo>
                    <a:pt x="449700" y="31337"/>
                  </a:lnTo>
                  <a:lnTo>
                    <a:pt x="482679" y="33635"/>
                  </a:lnTo>
                  <a:lnTo>
                    <a:pt x="513772" y="35802"/>
                  </a:lnTo>
                  <a:lnTo>
                    <a:pt x="543184" y="37851"/>
                  </a:lnTo>
                  <a:lnTo>
                    <a:pt x="571086" y="39796"/>
                  </a:lnTo>
                  <a:lnTo>
                    <a:pt x="597628" y="41645"/>
                  </a:lnTo>
                  <a:lnTo>
                    <a:pt x="622934" y="43408"/>
                  </a:lnTo>
                  <a:lnTo>
                    <a:pt x="647115" y="45094"/>
                  </a:lnTo>
                  <a:lnTo>
                    <a:pt x="670267" y="46707"/>
                  </a:lnTo>
                  <a:lnTo>
                    <a:pt x="692473" y="48254"/>
                  </a:lnTo>
                  <a:lnTo>
                    <a:pt x="713809" y="49741"/>
                  </a:lnTo>
                  <a:lnTo>
                    <a:pt x="734339" y="51172"/>
                  </a:lnTo>
                  <a:lnTo>
                    <a:pt x="754122" y="52550"/>
                  </a:lnTo>
                  <a:lnTo>
                    <a:pt x="773211" y="53881"/>
                  </a:lnTo>
                  <a:lnTo>
                    <a:pt x="791653" y="55166"/>
                  </a:lnTo>
                  <a:lnTo>
                    <a:pt x="809490" y="56409"/>
                  </a:lnTo>
                  <a:lnTo>
                    <a:pt x="826761" y="57612"/>
                  </a:lnTo>
                  <a:lnTo>
                    <a:pt x="843500" y="58779"/>
                  </a:lnTo>
                  <a:lnTo>
                    <a:pt x="859740" y="59910"/>
                  </a:lnTo>
                  <a:lnTo>
                    <a:pt x="875509" y="61009"/>
                  </a:lnTo>
                  <a:lnTo>
                    <a:pt x="890833" y="62077"/>
                  </a:lnTo>
                  <a:lnTo>
                    <a:pt x="905738" y="63116"/>
                  </a:lnTo>
                  <a:lnTo>
                    <a:pt x="920245" y="64127"/>
                  </a:lnTo>
                  <a:lnTo>
                    <a:pt x="934375" y="65111"/>
                  </a:lnTo>
                  <a:lnTo>
                    <a:pt x="948148" y="66071"/>
                  </a:lnTo>
                  <a:lnTo>
                    <a:pt x="961580" y="67007"/>
                  </a:lnTo>
                  <a:lnTo>
                    <a:pt x="974689" y="67920"/>
                  </a:lnTo>
                  <a:lnTo>
                    <a:pt x="987489" y="68812"/>
                  </a:lnTo>
                  <a:lnTo>
                    <a:pt x="999995" y="69684"/>
                  </a:lnTo>
                  <a:lnTo>
                    <a:pt x="1012220" y="70536"/>
                  </a:lnTo>
                  <a:lnTo>
                    <a:pt x="1024176" y="71369"/>
                  </a:lnTo>
                  <a:lnTo>
                    <a:pt x="1035875" y="72184"/>
                  </a:lnTo>
                  <a:lnTo>
                    <a:pt x="1047328" y="72982"/>
                  </a:lnTo>
                  <a:lnTo>
                    <a:pt x="1058544" y="73764"/>
                  </a:lnTo>
                  <a:lnTo>
                    <a:pt x="1069534" y="74530"/>
                  </a:lnTo>
                  <a:lnTo>
                    <a:pt x="1080307" y="75280"/>
                  </a:lnTo>
                  <a:lnTo>
                    <a:pt x="1090870" y="76016"/>
                  </a:lnTo>
                  <a:lnTo>
                    <a:pt x="1101232" y="76739"/>
                  </a:lnTo>
                  <a:lnTo>
                    <a:pt x="1111400" y="77447"/>
                  </a:lnTo>
                  <a:lnTo>
                    <a:pt x="1121382" y="78143"/>
                  </a:lnTo>
                  <a:lnTo>
                    <a:pt x="1131183" y="7882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rc583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77350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741874" y="379126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741874" y="345930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741874" y="31273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741874" y="27953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773505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5857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3235635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61269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989758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tx594"/>
            <p:cNvSpPr/>
            <p:nvPr/>
          </p:nvSpPr>
          <p:spPr>
            <a:xfrm>
              <a:off x="2773505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6" name="rc595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272712" y="350954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55495" y="291263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62391" y="327105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64002" y="353415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36303" y="339307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62383" y="340275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36559" y="30748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76045" y="351881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34865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38396" y="349271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20403" y="36517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11819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30045" y="335474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06515" y="36055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23251" y="351276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27670" y="345126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34953" y="353711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54161" y="36862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19749" y="32716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06461" y="34099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50225" y="31353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11622" y="34960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36335" y="319759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10235" y="33568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32796" y="35354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32783" y="327174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55165" y="307175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52655" y="280804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015305" y="357141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993880" y="34755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993917" y="324549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000813" y="34489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017076" y="33744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000613" y="36547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012567" y="360248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006015" y="339724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026819" y="33733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020922" y="304874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001012" y="34931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023041" y="305554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013670" y="353840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996397" y="367471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031528" y="332188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998637" y="320999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014284" y="359356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007669" y="33246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016101" y="303113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013425" y="331257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88764" y="32627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406988" y="333427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402398" y="34702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67115" y="35221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399682" y="351934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96518" y="348780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66819" y="320598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81434" y="329097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413973" y="32187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390079" y="29624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77959" y="35336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63464" y="30915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78983" y="287082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69990" y="36275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414856" y="324043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77139" y="354773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400984" y="280059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403760" y="327703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400584" y="315890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407125" y="338534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79124" y="32850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412335" y="350400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72692" y="320760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94332" y="35451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l668"/>
            <p:cNvSpPr/>
            <p:nvPr/>
          </p:nvSpPr>
          <p:spPr>
            <a:xfrm>
              <a:off x="4283469" y="3390599"/>
              <a:ext cx="1133022" cy="174421"/>
            </a:xfrm>
            <a:custGeom>
              <a:avLst/>
              <a:pathLst>
                <a:path w="1133022" h="174421">
                  <a:moveTo>
                    <a:pt x="0" y="174421"/>
                  </a:moveTo>
                  <a:lnTo>
                    <a:pt x="72757" y="163221"/>
                  </a:lnTo>
                  <a:lnTo>
                    <a:pt x="136933" y="153341"/>
                  </a:lnTo>
                  <a:lnTo>
                    <a:pt x="194341" y="144504"/>
                  </a:lnTo>
                  <a:lnTo>
                    <a:pt x="246272" y="136509"/>
                  </a:lnTo>
                  <a:lnTo>
                    <a:pt x="293682" y="129211"/>
                  </a:lnTo>
                  <a:lnTo>
                    <a:pt x="337295" y="122497"/>
                  </a:lnTo>
                  <a:lnTo>
                    <a:pt x="377674" y="116281"/>
                  </a:lnTo>
                  <a:lnTo>
                    <a:pt x="415266" y="110494"/>
                  </a:lnTo>
                  <a:lnTo>
                    <a:pt x="450431" y="105080"/>
                  </a:lnTo>
                  <a:lnTo>
                    <a:pt x="483463" y="99995"/>
                  </a:lnTo>
                  <a:lnTo>
                    <a:pt x="514607" y="95201"/>
                  </a:lnTo>
                  <a:lnTo>
                    <a:pt x="544067" y="90666"/>
                  </a:lnTo>
                  <a:lnTo>
                    <a:pt x="572015" y="86363"/>
                  </a:lnTo>
                  <a:lnTo>
                    <a:pt x="598599" y="82271"/>
                  </a:lnTo>
                  <a:lnTo>
                    <a:pt x="623946" y="78369"/>
                  </a:lnTo>
                  <a:lnTo>
                    <a:pt x="648167" y="74640"/>
                  </a:lnTo>
                  <a:lnTo>
                    <a:pt x="671356" y="71070"/>
                  </a:lnTo>
                  <a:lnTo>
                    <a:pt x="693599" y="67646"/>
                  </a:lnTo>
                  <a:lnTo>
                    <a:pt x="714969" y="64356"/>
                  </a:lnTo>
                  <a:lnTo>
                    <a:pt x="735532" y="61191"/>
                  </a:lnTo>
                  <a:lnTo>
                    <a:pt x="755348" y="58140"/>
                  </a:lnTo>
                  <a:lnTo>
                    <a:pt x="774468" y="55197"/>
                  </a:lnTo>
                  <a:lnTo>
                    <a:pt x="792940" y="52353"/>
                  </a:lnTo>
                  <a:lnTo>
                    <a:pt x="810806" y="49603"/>
                  </a:lnTo>
                  <a:lnTo>
                    <a:pt x="828105" y="46940"/>
                  </a:lnTo>
                  <a:lnTo>
                    <a:pt x="844872" y="44359"/>
                  </a:lnTo>
                  <a:lnTo>
                    <a:pt x="861138" y="41854"/>
                  </a:lnTo>
                  <a:lnTo>
                    <a:pt x="876932" y="39423"/>
                  </a:lnTo>
                  <a:lnTo>
                    <a:pt x="892281" y="37060"/>
                  </a:lnTo>
                  <a:lnTo>
                    <a:pt x="907210" y="34762"/>
                  </a:lnTo>
                  <a:lnTo>
                    <a:pt x="921741" y="32525"/>
                  </a:lnTo>
                  <a:lnTo>
                    <a:pt x="935894" y="30346"/>
                  </a:lnTo>
                  <a:lnTo>
                    <a:pt x="949689" y="28223"/>
                  </a:lnTo>
                  <a:lnTo>
                    <a:pt x="963143" y="26151"/>
                  </a:lnTo>
                  <a:lnTo>
                    <a:pt x="976273" y="24130"/>
                  </a:lnTo>
                  <a:lnTo>
                    <a:pt x="989094" y="22156"/>
                  </a:lnTo>
                  <a:lnTo>
                    <a:pt x="1001621" y="20228"/>
                  </a:lnTo>
                  <a:lnTo>
                    <a:pt x="1013865" y="18343"/>
                  </a:lnTo>
                  <a:lnTo>
                    <a:pt x="1025841" y="16499"/>
                  </a:lnTo>
                  <a:lnTo>
                    <a:pt x="1037559" y="14695"/>
                  </a:lnTo>
                  <a:lnTo>
                    <a:pt x="1049030" y="12930"/>
                  </a:lnTo>
                  <a:lnTo>
                    <a:pt x="1060265" y="11200"/>
                  </a:lnTo>
                  <a:lnTo>
                    <a:pt x="1071273" y="9505"/>
                  </a:lnTo>
                  <a:lnTo>
                    <a:pt x="1082063" y="7844"/>
                  </a:lnTo>
                  <a:lnTo>
                    <a:pt x="1092643" y="6216"/>
                  </a:lnTo>
                  <a:lnTo>
                    <a:pt x="1103022" y="4618"/>
                  </a:lnTo>
                  <a:lnTo>
                    <a:pt x="1113207" y="3050"/>
                  </a:lnTo>
                  <a:lnTo>
                    <a:pt x="1123205" y="1511"/>
                  </a:lnTo>
                  <a:lnTo>
                    <a:pt x="113302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283469" y="3197225"/>
              <a:ext cx="1133022" cy="416299"/>
            </a:xfrm>
            <a:custGeom>
              <a:avLst/>
              <a:pathLst>
                <a:path w="1133022" h="416299">
                  <a:moveTo>
                    <a:pt x="0" y="416299"/>
                  </a:moveTo>
                  <a:lnTo>
                    <a:pt x="72757" y="389567"/>
                  </a:lnTo>
                  <a:lnTo>
                    <a:pt x="136933" y="365987"/>
                  </a:lnTo>
                  <a:lnTo>
                    <a:pt x="194341" y="344894"/>
                  </a:lnTo>
                  <a:lnTo>
                    <a:pt x="246272" y="325813"/>
                  </a:lnTo>
                  <a:lnTo>
                    <a:pt x="293682" y="308393"/>
                  </a:lnTo>
                  <a:lnTo>
                    <a:pt x="337295" y="292369"/>
                  </a:lnTo>
                  <a:lnTo>
                    <a:pt x="377674" y="277533"/>
                  </a:lnTo>
                  <a:lnTo>
                    <a:pt x="415266" y="263721"/>
                  </a:lnTo>
                  <a:lnTo>
                    <a:pt x="450431" y="250800"/>
                  </a:lnTo>
                  <a:lnTo>
                    <a:pt x="483463" y="238663"/>
                  </a:lnTo>
                  <a:lnTo>
                    <a:pt x="514607" y="227220"/>
                  </a:lnTo>
                  <a:lnTo>
                    <a:pt x="544067" y="216396"/>
                  </a:lnTo>
                  <a:lnTo>
                    <a:pt x="572015" y="206127"/>
                  </a:lnTo>
                  <a:lnTo>
                    <a:pt x="598599" y="196359"/>
                  </a:lnTo>
                  <a:lnTo>
                    <a:pt x="623946" y="187046"/>
                  </a:lnTo>
                  <a:lnTo>
                    <a:pt x="648167" y="178147"/>
                  </a:lnTo>
                  <a:lnTo>
                    <a:pt x="671356" y="169627"/>
                  </a:lnTo>
                  <a:lnTo>
                    <a:pt x="693599" y="161454"/>
                  </a:lnTo>
                  <a:lnTo>
                    <a:pt x="714969" y="153602"/>
                  </a:lnTo>
                  <a:lnTo>
                    <a:pt x="735532" y="146047"/>
                  </a:lnTo>
                  <a:lnTo>
                    <a:pt x="755348" y="138766"/>
                  </a:lnTo>
                  <a:lnTo>
                    <a:pt x="774468" y="131741"/>
                  </a:lnTo>
                  <a:lnTo>
                    <a:pt x="792940" y="124954"/>
                  </a:lnTo>
                  <a:lnTo>
                    <a:pt x="810806" y="118389"/>
                  </a:lnTo>
                  <a:lnTo>
                    <a:pt x="828105" y="112033"/>
                  </a:lnTo>
                  <a:lnTo>
                    <a:pt x="844872" y="105873"/>
                  </a:lnTo>
                  <a:lnTo>
                    <a:pt x="861138" y="99897"/>
                  </a:lnTo>
                  <a:lnTo>
                    <a:pt x="876932" y="94093"/>
                  </a:lnTo>
                  <a:lnTo>
                    <a:pt x="892281" y="88454"/>
                  </a:lnTo>
                  <a:lnTo>
                    <a:pt x="907210" y="82968"/>
                  </a:lnTo>
                  <a:lnTo>
                    <a:pt x="921741" y="77629"/>
                  </a:lnTo>
                  <a:lnTo>
                    <a:pt x="935894" y="72429"/>
                  </a:lnTo>
                  <a:lnTo>
                    <a:pt x="949689" y="67361"/>
                  </a:lnTo>
                  <a:lnTo>
                    <a:pt x="963143" y="62417"/>
                  </a:lnTo>
                  <a:lnTo>
                    <a:pt x="976273" y="57593"/>
                  </a:lnTo>
                  <a:lnTo>
                    <a:pt x="989094" y="52882"/>
                  </a:lnTo>
                  <a:lnTo>
                    <a:pt x="1001621" y="48280"/>
                  </a:lnTo>
                  <a:lnTo>
                    <a:pt x="1013865" y="43781"/>
                  </a:lnTo>
                  <a:lnTo>
                    <a:pt x="1025841" y="39380"/>
                  </a:lnTo>
                  <a:lnTo>
                    <a:pt x="1037559" y="35075"/>
                  </a:lnTo>
                  <a:lnTo>
                    <a:pt x="1049030" y="30860"/>
                  </a:lnTo>
                  <a:lnTo>
                    <a:pt x="1060265" y="26732"/>
                  </a:lnTo>
                  <a:lnTo>
                    <a:pt x="1071273" y="22688"/>
                  </a:lnTo>
                  <a:lnTo>
                    <a:pt x="1082063" y="18723"/>
                  </a:lnTo>
                  <a:lnTo>
                    <a:pt x="1092643" y="14836"/>
                  </a:lnTo>
                  <a:lnTo>
                    <a:pt x="1103022" y="11022"/>
                  </a:lnTo>
                  <a:lnTo>
                    <a:pt x="1113207" y="7280"/>
                  </a:lnTo>
                  <a:lnTo>
                    <a:pt x="1123205" y="3607"/>
                  </a:lnTo>
                  <a:lnTo>
                    <a:pt x="113302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83469" y="3291176"/>
              <a:ext cx="1133022" cy="11619"/>
            </a:xfrm>
            <a:custGeom>
              <a:avLst/>
              <a:pathLst>
                <a:path w="1133022" h="11619">
                  <a:moveTo>
                    <a:pt x="0" y="0"/>
                  </a:moveTo>
                  <a:lnTo>
                    <a:pt x="72757" y="746"/>
                  </a:lnTo>
                  <a:lnTo>
                    <a:pt x="136933" y="1404"/>
                  </a:lnTo>
                  <a:lnTo>
                    <a:pt x="194341" y="1993"/>
                  </a:lnTo>
                  <a:lnTo>
                    <a:pt x="246272" y="2525"/>
                  </a:lnTo>
                  <a:lnTo>
                    <a:pt x="293682" y="3011"/>
                  </a:lnTo>
                  <a:lnTo>
                    <a:pt x="337295" y="3459"/>
                  </a:lnTo>
                  <a:lnTo>
                    <a:pt x="377674" y="3873"/>
                  </a:lnTo>
                  <a:lnTo>
                    <a:pt x="415266" y="4258"/>
                  </a:lnTo>
                  <a:lnTo>
                    <a:pt x="450431" y="4619"/>
                  </a:lnTo>
                  <a:lnTo>
                    <a:pt x="483463" y="4958"/>
                  </a:lnTo>
                  <a:lnTo>
                    <a:pt x="514607" y="5277"/>
                  </a:lnTo>
                  <a:lnTo>
                    <a:pt x="544067" y="5579"/>
                  </a:lnTo>
                  <a:lnTo>
                    <a:pt x="572015" y="5866"/>
                  </a:lnTo>
                  <a:lnTo>
                    <a:pt x="598599" y="6138"/>
                  </a:lnTo>
                  <a:lnTo>
                    <a:pt x="623946" y="6398"/>
                  </a:lnTo>
                  <a:lnTo>
                    <a:pt x="648167" y="6647"/>
                  </a:lnTo>
                  <a:lnTo>
                    <a:pt x="671356" y="6884"/>
                  </a:lnTo>
                  <a:lnTo>
                    <a:pt x="693599" y="7112"/>
                  </a:lnTo>
                  <a:lnTo>
                    <a:pt x="714969" y="7332"/>
                  </a:lnTo>
                  <a:lnTo>
                    <a:pt x="735532" y="7543"/>
                  </a:lnTo>
                  <a:lnTo>
                    <a:pt x="755348" y="7746"/>
                  </a:lnTo>
                  <a:lnTo>
                    <a:pt x="774468" y="7942"/>
                  </a:lnTo>
                  <a:lnTo>
                    <a:pt x="792940" y="8131"/>
                  </a:lnTo>
                  <a:lnTo>
                    <a:pt x="810806" y="8314"/>
                  </a:lnTo>
                  <a:lnTo>
                    <a:pt x="828105" y="8492"/>
                  </a:lnTo>
                  <a:lnTo>
                    <a:pt x="844872" y="8664"/>
                  </a:lnTo>
                  <a:lnTo>
                    <a:pt x="861138" y="8831"/>
                  </a:lnTo>
                  <a:lnTo>
                    <a:pt x="876932" y="8993"/>
                  </a:lnTo>
                  <a:lnTo>
                    <a:pt x="892281" y="9150"/>
                  </a:lnTo>
                  <a:lnTo>
                    <a:pt x="907210" y="9303"/>
                  </a:lnTo>
                  <a:lnTo>
                    <a:pt x="921741" y="9452"/>
                  </a:lnTo>
                  <a:lnTo>
                    <a:pt x="935894" y="9597"/>
                  </a:lnTo>
                  <a:lnTo>
                    <a:pt x="949689" y="9739"/>
                  </a:lnTo>
                  <a:lnTo>
                    <a:pt x="963143" y="9877"/>
                  </a:lnTo>
                  <a:lnTo>
                    <a:pt x="976273" y="10011"/>
                  </a:lnTo>
                  <a:lnTo>
                    <a:pt x="989094" y="10143"/>
                  </a:lnTo>
                  <a:lnTo>
                    <a:pt x="1001621" y="10271"/>
                  </a:lnTo>
                  <a:lnTo>
                    <a:pt x="1013865" y="10397"/>
                  </a:lnTo>
                  <a:lnTo>
                    <a:pt x="1025841" y="10520"/>
                  </a:lnTo>
                  <a:lnTo>
                    <a:pt x="1037559" y="10640"/>
                  </a:lnTo>
                  <a:lnTo>
                    <a:pt x="1049030" y="10758"/>
                  </a:lnTo>
                  <a:lnTo>
                    <a:pt x="1060265" y="10873"/>
                  </a:lnTo>
                  <a:lnTo>
                    <a:pt x="1071273" y="10986"/>
                  </a:lnTo>
                  <a:lnTo>
                    <a:pt x="1082063" y="11096"/>
                  </a:lnTo>
                  <a:lnTo>
                    <a:pt x="1092643" y="11205"/>
                  </a:lnTo>
                  <a:lnTo>
                    <a:pt x="1103022" y="11311"/>
                  </a:lnTo>
                  <a:lnTo>
                    <a:pt x="1113207" y="11416"/>
                  </a:lnTo>
                  <a:lnTo>
                    <a:pt x="1123205" y="11518"/>
                  </a:lnTo>
                  <a:lnTo>
                    <a:pt x="1133022" y="1161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83469" y="2916073"/>
              <a:ext cx="1133022" cy="381915"/>
            </a:xfrm>
            <a:custGeom>
              <a:avLst/>
              <a:pathLst>
                <a:path w="1133022" h="381915">
                  <a:moveTo>
                    <a:pt x="0" y="381915"/>
                  </a:moveTo>
                  <a:lnTo>
                    <a:pt x="72757" y="357390"/>
                  </a:lnTo>
                  <a:lnTo>
                    <a:pt x="136933" y="335758"/>
                  </a:lnTo>
                  <a:lnTo>
                    <a:pt x="194341" y="316407"/>
                  </a:lnTo>
                  <a:lnTo>
                    <a:pt x="246272" y="298902"/>
                  </a:lnTo>
                  <a:lnTo>
                    <a:pt x="293682" y="282921"/>
                  </a:lnTo>
                  <a:lnTo>
                    <a:pt x="337295" y="268221"/>
                  </a:lnTo>
                  <a:lnTo>
                    <a:pt x="377674" y="254610"/>
                  </a:lnTo>
                  <a:lnTo>
                    <a:pt x="415266" y="241938"/>
                  </a:lnTo>
                  <a:lnTo>
                    <a:pt x="450431" y="230085"/>
                  </a:lnTo>
                  <a:lnTo>
                    <a:pt x="483463" y="218951"/>
                  </a:lnTo>
                  <a:lnTo>
                    <a:pt x="514607" y="208453"/>
                  </a:lnTo>
                  <a:lnTo>
                    <a:pt x="544067" y="198523"/>
                  </a:lnTo>
                  <a:lnTo>
                    <a:pt x="572015" y="189102"/>
                  </a:lnTo>
                  <a:lnTo>
                    <a:pt x="598599" y="180141"/>
                  </a:lnTo>
                  <a:lnTo>
                    <a:pt x="623946" y="171597"/>
                  </a:lnTo>
                  <a:lnTo>
                    <a:pt x="648167" y="163433"/>
                  </a:lnTo>
                  <a:lnTo>
                    <a:pt x="671356" y="155616"/>
                  </a:lnTo>
                  <a:lnTo>
                    <a:pt x="693599" y="148119"/>
                  </a:lnTo>
                  <a:lnTo>
                    <a:pt x="714969" y="140916"/>
                  </a:lnTo>
                  <a:lnTo>
                    <a:pt x="735532" y="133984"/>
                  </a:lnTo>
                  <a:lnTo>
                    <a:pt x="755348" y="127305"/>
                  </a:lnTo>
                  <a:lnTo>
                    <a:pt x="774468" y="120860"/>
                  </a:lnTo>
                  <a:lnTo>
                    <a:pt x="792940" y="114633"/>
                  </a:lnTo>
                  <a:lnTo>
                    <a:pt x="810806" y="108611"/>
                  </a:lnTo>
                  <a:lnTo>
                    <a:pt x="828105" y="102780"/>
                  </a:lnTo>
                  <a:lnTo>
                    <a:pt x="844872" y="97128"/>
                  </a:lnTo>
                  <a:lnTo>
                    <a:pt x="861138" y="91645"/>
                  </a:lnTo>
                  <a:lnTo>
                    <a:pt x="876932" y="86322"/>
                  </a:lnTo>
                  <a:lnTo>
                    <a:pt x="892281" y="81148"/>
                  </a:lnTo>
                  <a:lnTo>
                    <a:pt x="907210" y="76115"/>
                  </a:lnTo>
                  <a:lnTo>
                    <a:pt x="921741" y="71217"/>
                  </a:lnTo>
                  <a:lnTo>
                    <a:pt x="935894" y="66447"/>
                  </a:lnTo>
                  <a:lnTo>
                    <a:pt x="949689" y="61797"/>
                  </a:lnTo>
                  <a:lnTo>
                    <a:pt x="963143" y="57262"/>
                  </a:lnTo>
                  <a:lnTo>
                    <a:pt x="976273" y="52836"/>
                  </a:lnTo>
                  <a:lnTo>
                    <a:pt x="989094" y="48514"/>
                  </a:lnTo>
                  <a:lnTo>
                    <a:pt x="1001621" y="44292"/>
                  </a:lnTo>
                  <a:lnTo>
                    <a:pt x="1013865" y="40165"/>
                  </a:lnTo>
                  <a:lnTo>
                    <a:pt x="1025841" y="36128"/>
                  </a:lnTo>
                  <a:lnTo>
                    <a:pt x="1037559" y="32178"/>
                  </a:lnTo>
                  <a:lnTo>
                    <a:pt x="1049030" y="28311"/>
                  </a:lnTo>
                  <a:lnTo>
                    <a:pt x="1060265" y="24524"/>
                  </a:lnTo>
                  <a:lnTo>
                    <a:pt x="1071273" y="20814"/>
                  </a:lnTo>
                  <a:lnTo>
                    <a:pt x="1082063" y="17177"/>
                  </a:lnTo>
                  <a:lnTo>
                    <a:pt x="1092643" y="13610"/>
                  </a:lnTo>
                  <a:lnTo>
                    <a:pt x="1103022" y="10112"/>
                  </a:lnTo>
                  <a:lnTo>
                    <a:pt x="1113207" y="6679"/>
                  </a:lnTo>
                  <a:lnTo>
                    <a:pt x="1123205" y="3309"/>
                  </a:lnTo>
                  <a:lnTo>
                    <a:pt x="113302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83469" y="3342085"/>
              <a:ext cx="1133022" cy="63936"/>
            </a:xfrm>
            <a:custGeom>
              <a:avLst/>
              <a:pathLst>
                <a:path w="1133022" h="63936">
                  <a:moveTo>
                    <a:pt x="0" y="63936"/>
                  </a:moveTo>
                  <a:lnTo>
                    <a:pt x="72757" y="59830"/>
                  </a:lnTo>
                  <a:lnTo>
                    <a:pt x="136933" y="56209"/>
                  </a:lnTo>
                  <a:lnTo>
                    <a:pt x="194341" y="52969"/>
                  </a:lnTo>
                  <a:lnTo>
                    <a:pt x="246272" y="50039"/>
                  </a:lnTo>
                  <a:lnTo>
                    <a:pt x="293682" y="47363"/>
                  </a:lnTo>
                  <a:lnTo>
                    <a:pt x="337295" y="44902"/>
                  </a:lnTo>
                  <a:lnTo>
                    <a:pt x="377674" y="42624"/>
                  </a:lnTo>
                  <a:lnTo>
                    <a:pt x="415266" y="40502"/>
                  </a:lnTo>
                  <a:lnTo>
                    <a:pt x="450431" y="38518"/>
                  </a:lnTo>
                  <a:lnTo>
                    <a:pt x="483463" y="36654"/>
                  </a:lnTo>
                  <a:lnTo>
                    <a:pt x="514607" y="34896"/>
                  </a:lnTo>
                  <a:lnTo>
                    <a:pt x="544067" y="33234"/>
                  </a:lnTo>
                  <a:lnTo>
                    <a:pt x="572015" y="31657"/>
                  </a:lnTo>
                  <a:lnTo>
                    <a:pt x="598599" y="30157"/>
                  </a:lnTo>
                  <a:lnTo>
                    <a:pt x="623946" y="28726"/>
                  </a:lnTo>
                  <a:lnTo>
                    <a:pt x="648167" y="27360"/>
                  </a:lnTo>
                  <a:lnTo>
                    <a:pt x="671356" y="26051"/>
                  </a:lnTo>
                  <a:lnTo>
                    <a:pt x="693599" y="24796"/>
                  </a:lnTo>
                  <a:lnTo>
                    <a:pt x="714969" y="23590"/>
                  </a:lnTo>
                  <a:lnTo>
                    <a:pt x="735532" y="22430"/>
                  </a:lnTo>
                  <a:lnTo>
                    <a:pt x="755348" y="21312"/>
                  </a:lnTo>
                  <a:lnTo>
                    <a:pt x="774468" y="20233"/>
                  </a:lnTo>
                  <a:lnTo>
                    <a:pt x="792940" y="19190"/>
                  </a:lnTo>
                  <a:lnTo>
                    <a:pt x="810806" y="18182"/>
                  </a:lnTo>
                  <a:lnTo>
                    <a:pt x="828105" y="17206"/>
                  </a:lnTo>
                  <a:lnTo>
                    <a:pt x="844872" y="16260"/>
                  </a:lnTo>
                  <a:lnTo>
                    <a:pt x="861138" y="15342"/>
                  </a:lnTo>
                  <a:lnTo>
                    <a:pt x="876932" y="14451"/>
                  </a:lnTo>
                  <a:lnTo>
                    <a:pt x="892281" y="13584"/>
                  </a:lnTo>
                  <a:lnTo>
                    <a:pt x="907210" y="12742"/>
                  </a:lnTo>
                  <a:lnTo>
                    <a:pt x="921741" y="11922"/>
                  </a:lnTo>
                  <a:lnTo>
                    <a:pt x="935894" y="11123"/>
                  </a:lnTo>
                  <a:lnTo>
                    <a:pt x="949689" y="10345"/>
                  </a:lnTo>
                  <a:lnTo>
                    <a:pt x="963143" y="9586"/>
                  </a:lnTo>
                  <a:lnTo>
                    <a:pt x="976273" y="8845"/>
                  </a:lnTo>
                  <a:lnTo>
                    <a:pt x="989094" y="8121"/>
                  </a:lnTo>
                  <a:lnTo>
                    <a:pt x="1001621" y="7414"/>
                  </a:lnTo>
                  <a:lnTo>
                    <a:pt x="1013865" y="6723"/>
                  </a:lnTo>
                  <a:lnTo>
                    <a:pt x="1025841" y="6048"/>
                  </a:lnTo>
                  <a:lnTo>
                    <a:pt x="1037559" y="5386"/>
                  </a:lnTo>
                  <a:lnTo>
                    <a:pt x="1049030" y="4739"/>
                  </a:lnTo>
                  <a:lnTo>
                    <a:pt x="1060265" y="4105"/>
                  </a:lnTo>
                  <a:lnTo>
                    <a:pt x="1071273" y="3484"/>
                  </a:lnTo>
                  <a:lnTo>
                    <a:pt x="1082063" y="2875"/>
                  </a:lnTo>
                  <a:lnTo>
                    <a:pt x="1092643" y="2278"/>
                  </a:lnTo>
                  <a:lnTo>
                    <a:pt x="1103022" y="1692"/>
                  </a:lnTo>
                  <a:lnTo>
                    <a:pt x="1113207" y="1118"/>
                  </a:lnTo>
                  <a:lnTo>
                    <a:pt x="1123205" y="554"/>
                  </a:lnTo>
                  <a:lnTo>
                    <a:pt x="113302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283469" y="3252775"/>
              <a:ext cx="1133022" cy="203659"/>
            </a:xfrm>
            <a:custGeom>
              <a:avLst/>
              <a:pathLst>
                <a:path w="1133022" h="203659">
                  <a:moveTo>
                    <a:pt x="0" y="203659"/>
                  </a:moveTo>
                  <a:lnTo>
                    <a:pt x="72757" y="190581"/>
                  </a:lnTo>
                  <a:lnTo>
                    <a:pt x="136933" y="179046"/>
                  </a:lnTo>
                  <a:lnTo>
                    <a:pt x="194341" y="168727"/>
                  </a:lnTo>
                  <a:lnTo>
                    <a:pt x="246272" y="159392"/>
                  </a:lnTo>
                  <a:lnTo>
                    <a:pt x="293682" y="150870"/>
                  </a:lnTo>
                  <a:lnTo>
                    <a:pt x="337295" y="143031"/>
                  </a:lnTo>
                  <a:lnTo>
                    <a:pt x="377674" y="135773"/>
                  </a:lnTo>
                  <a:lnTo>
                    <a:pt x="415266" y="129016"/>
                  </a:lnTo>
                  <a:lnTo>
                    <a:pt x="450431" y="122695"/>
                  </a:lnTo>
                  <a:lnTo>
                    <a:pt x="483463" y="116757"/>
                  </a:lnTo>
                  <a:lnTo>
                    <a:pt x="514607" y="111159"/>
                  </a:lnTo>
                  <a:lnTo>
                    <a:pt x="544067" y="105864"/>
                  </a:lnTo>
                  <a:lnTo>
                    <a:pt x="572015" y="100840"/>
                  </a:lnTo>
                  <a:lnTo>
                    <a:pt x="598599" y="96062"/>
                  </a:lnTo>
                  <a:lnTo>
                    <a:pt x="623946" y="91505"/>
                  </a:lnTo>
                  <a:lnTo>
                    <a:pt x="648167" y="87152"/>
                  </a:lnTo>
                  <a:lnTo>
                    <a:pt x="671356" y="82984"/>
                  </a:lnTo>
                  <a:lnTo>
                    <a:pt x="693599" y="78985"/>
                  </a:lnTo>
                  <a:lnTo>
                    <a:pt x="714969" y="75144"/>
                  </a:lnTo>
                  <a:lnTo>
                    <a:pt x="735532" y="71448"/>
                  </a:lnTo>
                  <a:lnTo>
                    <a:pt x="755348" y="67886"/>
                  </a:lnTo>
                  <a:lnTo>
                    <a:pt x="774468" y="64449"/>
                  </a:lnTo>
                  <a:lnTo>
                    <a:pt x="792940" y="61129"/>
                  </a:lnTo>
                  <a:lnTo>
                    <a:pt x="810806" y="57918"/>
                  </a:lnTo>
                  <a:lnTo>
                    <a:pt x="828105" y="54808"/>
                  </a:lnTo>
                  <a:lnTo>
                    <a:pt x="844872" y="51794"/>
                  </a:lnTo>
                  <a:lnTo>
                    <a:pt x="861138" y="48871"/>
                  </a:lnTo>
                  <a:lnTo>
                    <a:pt x="876932" y="46031"/>
                  </a:lnTo>
                  <a:lnTo>
                    <a:pt x="892281" y="43272"/>
                  </a:lnTo>
                  <a:lnTo>
                    <a:pt x="907210" y="40589"/>
                  </a:lnTo>
                  <a:lnTo>
                    <a:pt x="921741" y="37977"/>
                  </a:lnTo>
                  <a:lnTo>
                    <a:pt x="935894" y="35433"/>
                  </a:lnTo>
                  <a:lnTo>
                    <a:pt x="949689" y="32953"/>
                  </a:lnTo>
                  <a:lnTo>
                    <a:pt x="963143" y="30535"/>
                  </a:lnTo>
                  <a:lnTo>
                    <a:pt x="976273" y="28175"/>
                  </a:lnTo>
                  <a:lnTo>
                    <a:pt x="989094" y="25870"/>
                  </a:lnTo>
                  <a:lnTo>
                    <a:pt x="1001621" y="23619"/>
                  </a:lnTo>
                  <a:lnTo>
                    <a:pt x="1013865" y="21418"/>
                  </a:lnTo>
                  <a:lnTo>
                    <a:pt x="1025841" y="19265"/>
                  </a:lnTo>
                  <a:lnTo>
                    <a:pt x="1037559" y="17159"/>
                  </a:lnTo>
                  <a:lnTo>
                    <a:pt x="1049030" y="15097"/>
                  </a:lnTo>
                  <a:lnTo>
                    <a:pt x="1060265" y="13078"/>
                  </a:lnTo>
                  <a:lnTo>
                    <a:pt x="1071273" y="11099"/>
                  </a:lnTo>
                  <a:lnTo>
                    <a:pt x="1082063" y="9159"/>
                  </a:lnTo>
                  <a:lnTo>
                    <a:pt x="1092643" y="7258"/>
                  </a:lnTo>
                  <a:lnTo>
                    <a:pt x="1103022" y="5392"/>
                  </a:lnTo>
                  <a:lnTo>
                    <a:pt x="1113207" y="3561"/>
                  </a:lnTo>
                  <a:lnTo>
                    <a:pt x="1123205" y="1764"/>
                  </a:lnTo>
                  <a:lnTo>
                    <a:pt x="113302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283469" y="3439947"/>
              <a:ext cx="1133022" cy="44481"/>
            </a:xfrm>
            <a:custGeom>
              <a:avLst/>
              <a:pathLst>
                <a:path w="1133022" h="44481">
                  <a:moveTo>
                    <a:pt x="0" y="0"/>
                  </a:moveTo>
                  <a:lnTo>
                    <a:pt x="72757" y="2856"/>
                  </a:lnTo>
                  <a:lnTo>
                    <a:pt x="136933" y="5375"/>
                  </a:lnTo>
                  <a:lnTo>
                    <a:pt x="194341" y="7629"/>
                  </a:lnTo>
                  <a:lnTo>
                    <a:pt x="246272" y="9668"/>
                  </a:lnTo>
                  <a:lnTo>
                    <a:pt x="293682" y="11529"/>
                  </a:lnTo>
                  <a:lnTo>
                    <a:pt x="337295" y="13241"/>
                  </a:lnTo>
                  <a:lnTo>
                    <a:pt x="377674" y="14827"/>
                  </a:lnTo>
                  <a:lnTo>
                    <a:pt x="415266" y="16303"/>
                  </a:lnTo>
                  <a:lnTo>
                    <a:pt x="450431" y="17683"/>
                  </a:lnTo>
                  <a:lnTo>
                    <a:pt x="483463" y="18980"/>
                  </a:lnTo>
                  <a:lnTo>
                    <a:pt x="514607" y="20203"/>
                  </a:lnTo>
                  <a:lnTo>
                    <a:pt x="544067" y="21359"/>
                  </a:lnTo>
                  <a:lnTo>
                    <a:pt x="572015" y="22456"/>
                  </a:lnTo>
                  <a:lnTo>
                    <a:pt x="598599" y="23500"/>
                  </a:lnTo>
                  <a:lnTo>
                    <a:pt x="623946" y="24495"/>
                  </a:lnTo>
                  <a:lnTo>
                    <a:pt x="648167" y="25446"/>
                  </a:lnTo>
                  <a:lnTo>
                    <a:pt x="671356" y="26357"/>
                  </a:lnTo>
                  <a:lnTo>
                    <a:pt x="693599" y="27230"/>
                  </a:lnTo>
                  <a:lnTo>
                    <a:pt x="714969" y="28069"/>
                  </a:lnTo>
                  <a:lnTo>
                    <a:pt x="735532" y="28876"/>
                  </a:lnTo>
                  <a:lnTo>
                    <a:pt x="755348" y="29654"/>
                  </a:lnTo>
                  <a:lnTo>
                    <a:pt x="774468" y="30405"/>
                  </a:lnTo>
                  <a:lnTo>
                    <a:pt x="792940" y="31130"/>
                  </a:lnTo>
                  <a:lnTo>
                    <a:pt x="810806" y="31831"/>
                  </a:lnTo>
                  <a:lnTo>
                    <a:pt x="828105" y="32510"/>
                  </a:lnTo>
                  <a:lnTo>
                    <a:pt x="844872" y="33169"/>
                  </a:lnTo>
                  <a:lnTo>
                    <a:pt x="861138" y="33807"/>
                  </a:lnTo>
                  <a:lnTo>
                    <a:pt x="876932" y="34427"/>
                  </a:lnTo>
                  <a:lnTo>
                    <a:pt x="892281" y="35030"/>
                  </a:lnTo>
                  <a:lnTo>
                    <a:pt x="907210" y="35616"/>
                  </a:lnTo>
                  <a:lnTo>
                    <a:pt x="921741" y="36186"/>
                  </a:lnTo>
                  <a:lnTo>
                    <a:pt x="935894" y="36742"/>
                  </a:lnTo>
                  <a:lnTo>
                    <a:pt x="949689" y="37284"/>
                  </a:lnTo>
                  <a:lnTo>
                    <a:pt x="963143" y="37812"/>
                  </a:lnTo>
                  <a:lnTo>
                    <a:pt x="976273" y="38327"/>
                  </a:lnTo>
                  <a:lnTo>
                    <a:pt x="989094" y="38831"/>
                  </a:lnTo>
                  <a:lnTo>
                    <a:pt x="1001621" y="39322"/>
                  </a:lnTo>
                  <a:lnTo>
                    <a:pt x="1013865" y="39803"/>
                  </a:lnTo>
                  <a:lnTo>
                    <a:pt x="1025841" y="40273"/>
                  </a:lnTo>
                  <a:lnTo>
                    <a:pt x="1037559" y="40733"/>
                  </a:lnTo>
                  <a:lnTo>
                    <a:pt x="1049030" y="41184"/>
                  </a:lnTo>
                  <a:lnTo>
                    <a:pt x="1060265" y="41625"/>
                  </a:lnTo>
                  <a:lnTo>
                    <a:pt x="1071273" y="42057"/>
                  </a:lnTo>
                  <a:lnTo>
                    <a:pt x="1082063" y="42481"/>
                  </a:lnTo>
                  <a:lnTo>
                    <a:pt x="1092643" y="42896"/>
                  </a:lnTo>
                  <a:lnTo>
                    <a:pt x="1103022" y="43303"/>
                  </a:lnTo>
                  <a:lnTo>
                    <a:pt x="1113207" y="43703"/>
                  </a:lnTo>
                  <a:lnTo>
                    <a:pt x="1123205" y="44096"/>
                  </a:lnTo>
                  <a:lnTo>
                    <a:pt x="1133022" y="4448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283469" y="3574978"/>
              <a:ext cx="1133022" cy="61492"/>
            </a:xfrm>
            <a:custGeom>
              <a:avLst/>
              <a:pathLst>
                <a:path w="1133022" h="61492">
                  <a:moveTo>
                    <a:pt x="0" y="61492"/>
                  </a:moveTo>
                  <a:lnTo>
                    <a:pt x="72757" y="57543"/>
                  </a:lnTo>
                  <a:lnTo>
                    <a:pt x="136933" y="54060"/>
                  </a:lnTo>
                  <a:lnTo>
                    <a:pt x="194341" y="50944"/>
                  </a:lnTo>
                  <a:lnTo>
                    <a:pt x="246272" y="48126"/>
                  </a:lnTo>
                  <a:lnTo>
                    <a:pt x="293682" y="45553"/>
                  </a:lnTo>
                  <a:lnTo>
                    <a:pt x="337295" y="43186"/>
                  </a:lnTo>
                  <a:lnTo>
                    <a:pt x="377674" y="40994"/>
                  </a:lnTo>
                  <a:lnTo>
                    <a:pt x="415266" y="38954"/>
                  </a:lnTo>
                  <a:lnTo>
                    <a:pt x="450431" y="37046"/>
                  </a:lnTo>
                  <a:lnTo>
                    <a:pt x="483463" y="35253"/>
                  </a:lnTo>
                  <a:lnTo>
                    <a:pt x="514607" y="33563"/>
                  </a:lnTo>
                  <a:lnTo>
                    <a:pt x="544067" y="31964"/>
                  </a:lnTo>
                  <a:lnTo>
                    <a:pt x="572015" y="30447"/>
                  </a:lnTo>
                  <a:lnTo>
                    <a:pt x="598599" y="29004"/>
                  </a:lnTo>
                  <a:lnTo>
                    <a:pt x="623946" y="27628"/>
                  </a:lnTo>
                  <a:lnTo>
                    <a:pt x="648167" y="26314"/>
                  </a:lnTo>
                  <a:lnTo>
                    <a:pt x="671356" y="25055"/>
                  </a:lnTo>
                  <a:lnTo>
                    <a:pt x="693599" y="23848"/>
                  </a:lnTo>
                  <a:lnTo>
                    <a:pt x="714969" y="22688"/>
                  </a:lnTo>
                  <a:lnTo>
                    <a:pt x="735532" y="21572"/>
                  </a:lnTo>
                  <a:lnTo>
                    <a:pt x="755348" y="20497"/>
                  </a:lnTo>
                  <a:lnTo>
                    <a:pt x="774468" y="19459"/>
                  </a:lnTo>
                  <a:lnTo>
                    <a:pt x="792940" y="18457"/>
                  </a:lnTo>
                  <a:lnTo>
                    <a:pt x="810806" y="17487"/>
                  </a:lnTo>
                  <a:lnTo>
                    <a:pt x="828105" y="16548"/>
                  </a:lnTo>
                  <a:lnTo>
                    <a:pt x="844872" y="15638"/>
                  </a:lnTo>
                  <a:lnTo>
                    <a:pt x="861138" y="14755"/>
                  </a:lnTo>
                  <a:lnTo>
                    <a:pt x="876932" y="13898"/>
                  </a:lnTo>
                  <a:lnTo>
                    <a:pt x="892281" y="13065"/>
                  </a:lnTo>
                  <a:lnTo>
                    <a:pt x="907210" y="12255"/>
                  </a:lnTo>
                  <a:lnTo>
                    <a:pt x="921741" y="11466"/>
                  </a:lnTo>
                  <a:lnTo>
                    <a:pt x="935894" y="10698"/>
                  </a:lnTo>
                  <a:lnTo>
                    <a:pt x="949689" y="9949"/>
                  </a:lnTo>
                  <a:lnTo>
                    <a:pt x="963143" y="9219"/>
                  </a:lnTo>
                  <a:lnTo>
                    <a:pt x="976273" y="8507"/>
                  </a:lnTo>
                  <a:lnTo>
                    <a:pt x="989094" y="7811"/>
                  </a:lnTo>
                  <a:lnTo>
                    <a:pt x="1001621" y="7131"/>
                  </a:lnTo>
                  <a:lnTo>
                    <a:pt x="1013865" y="6466"/>
                  </a:lnTo>
                  <a:lnTo>
                    <a:pt x="1025841" y="5817"/>
                  </a:lnTo>
                  <a:lnTo>
                    <a:pt x="1037559" y="5181"/>
                  </a:lnTo>
                  <a:lnTo>
                    <a:pt x="1049030" y="4558"/>
                  </a:lnTo>
                  <a:lnTo>
                    <a:pt x="1060265" y="3948"/>
                  </a:lnTo>
                  <a:lnTo>
                    <a:pt x="1071273" y="3351"/>
                  </a:lnTo>
                  <a:lnTo>
                    <a:pt x="1082063" y="2765"/>
                  </a:lnTo>
                  <a:lnTo>
                    <a:pt x="1092643" y="2191"/>
                  </a:lnTo>
                  <a:lnTo>
                    <a:pt x="1103022" y="1628"/>
                  </a:lnTo>
                  <a:lnTo>
                    <a:pt x="1113207" y="1075"/>
                  </a:lnTo>
                  <a:lnTo>
                    <a:pt x="1123205" y="532"/>
                  </a:lnTo>
                  <a:lnTo>
                    <a:pt x="113302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283469" y="2929138"/>
              <a:ext cx="1133022" cy="569560"/>
            </a:xfrm>
            <a:custGeom>
              <a:avLst/>
              <a:pathLst>
                <a:path w="1133022" h="569560">
                  <a:moveTo>
                    <a:pt x="0" y="0"/>
                  </a:moveTo>
                  <a:lnTo>
                    <a:pt x="72757" y="36574"/>
                  </a:lnTo>
                  <a:lnTo>
                    <a:pt x="136933" y="68835"/>
                  </a:lnTo>
                  <a:lnTo>
                    <a:pt x="194341" y="97693"/>
                  </a:lnTo>
                  <a:lnTo>
                    <a:pt x="246272" y="123799"/>
                  </a:lnTo>
                  <a:lnTo>
                    <a:pt x="293682" y="147631"/>
                  </a:lnTo>
                  <a:lnTo>
                    <a:pt x="337295" y="169555"/>
                  </a:lnTo>
                  <a:lnTo>
                    <a:pt x="377674" y="189853"/>
                  </a:lnTo>
                  <a:lnTo>
                    <a:pt x="415266" y="208750"/>
                  </a:lnTo>
                  <a:lnTo>
                    <a:pt x="450431" y="226427"/>
                  </a:lnTo>
                  <a:lnTo>
                    <a:pt x="483463" y="243033"/>
                  </a:lnTo>
                  <a:lnTo>
                    <a:pt x="514607" y="258688"/>
                  </a:lnTo>
                  <a:lnTo>
                    <a:pt x="544067" y="273497"/>
                  </a:lnTo>
                  <a:lnTo>
                    <a:pt x="572015" y="287547"/>
                  </a:lnTo>
                  <a:lnTo>
                    <a:pt x="598599" y="300910"/>
                  </a:lnTo>
                  <a:lnTo>
                    <a:pt x="623946" y="313652"/>
                  </a:lnTo>
                  <a:lnTo>
                    <a:pt x="648167" y="325827"/>
                  </a:lnTo>
                  <a:lnTo>
                    <a:pt x="671356" y="337485"/>
                  </a:lnTo>
                  <a:lnTo>
                    <a:pt x="693599" y="348666"/>
                  </a:lnTo>
                  <a:lnTo>
                    <a:pt x="714969" y="359408"/>
                  </a:lnTo>
                  <a:lnTo>
                    <a:pt x="735532" y="369745"/>
                  </a:lnTo>
                  <a:lnTo>
                    <a:pt x="755348" y="379707"/>
                  </a:lnTo>
                  <a:lnTo>
                    <a:pt x="774468" y="389318"/>
                  </a:lnTo>
                  <a:lnTo>
                    <a:pt x="792940" y="398604"/>
                  </a:lnTo>
                  <a:lnTo>
                    <a:pt x="810806" y="407585"/>
                  </a:lnTo>
                  <a:lnTo>
                    <a:pt x="828105" y="416281"/>
                  </a:lnTo>
                  <a:lnTo>
                    <a:pt x="844872" y="424709"/>
                  </a:lnTo>
                  <a:lnTo>
                    <a:pt x="861138" y="432886"/>
                  </a:lnTo>
                  <a:lnTo>
                    <a:pt x="876932" y="440826"/>
                  </a:lnTo>
                  <a:lnTo>
                    <a:pt x="892281" y="448542"/>
                  </a:lnTo>
                  <a:lnTo>
                    <a:pt x="907210" y="456046"/>
                  </a:lnTo>
                  <a:lnTo>
                    <a:pt x="921741" y="463351"/>
                  </a:lnTo>
                  <a:lnTo>
                    <a:pt x="935894" y="470466"/>
                  </a:lnTo>
                  <a:lnTo>
                    <a:pt x="949689" y="477400"/>
                  </a:lnTo>
                  <a:lnTo>
                    <a:pt x="963143" y="484163"/>
                  </a:lnTo>
                  <a:lnTo>
                    <a:pt x="976273" y="490764"/>
                  </a:lnTo>
                  <a:lnTo>
                    <a:pt x="989094" y="497209"/>
                  </a:lnTo>
                  <a:lnTo>
                    <a:pt x="1001621" y="503506"/>
                  </a:lnTo>
                  <a:lnTo>
                    <a:pt x="1013865" y="509661"/>
                  </a:lnTo>
                  <a:lnTo>
                    <a:pt x="1025841" y="515681"/>
                  </a:lnTo>
                  <a:lnTo>
                    <a:pt x="1037559" y="521572"/>
                  </a:lnTo>
                  <a:lnTo>
                    <a:pt x="1049030" y="527338"/>
                  </a:lnTo>
                  <a:lnTo>
                    <a:pt x="1060265" y="532986"/>
                  </a:lnTo>
                  <a:lnTo>
                    <a:pt x="1071273" y="538519"/>
                  </a:lnTo>
                  <a:lnTo>
                    <a:pt x="1082063" y="543943"/>
                  </a:lnTo>
                  <a:lnTo>
                    <a:pt x="1092643" y="549262"/>
                  </a:lnTo>
                  <a:lnTo>
                    <a:pt x="1103022" y="554479"/>
                  </a:lnTo>
                  <a:lnTo>
                    <a:pt x="1113207" y="559599"/>
                  </a:lnTo>
                  <a:lnTo>
                    <a:pt x="1123205" y="564625"/>
                  </a:lnTo>
                  <a:lnTo>
                    <a:pt x="1133022" y="56956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283469" y="3075251"/>
              <a:ext cx="1133022" cy="13624"/>
            </a:xfrm>
            <a:custGeom>
              <a:avLst/>
              <a:pathLst>
                <a:path w="1133022" h="13624">
                  <a:moveTo>
                    <a:pt x="0" y="13624"/>
                  </a:moveTo>
                  <a:lnTo>
                    <a:pt x="72757" y="12749"/>
                  </a:lnTo>
                  <a:lnTo>
                    <a:pt x="136933" y="11977"/>
                  </a:lnTo>
                  <a:lnTo>
                    <a:pt x="194341" y="11287"/>
                  </a:lnTo>
                  <a:lnTo>
                    <a:pt x="246272" y="10663"/>
                  </a:lnTo>
                  <a:lnTo>
                    <a:pt x="293682" y="10092"/>
                  </a:lnTo>
                  <a:lnTo>
                    <a:pt x="337295" y="9568"/>
                  </a:lnTo>
                  <a:lnTo>
                    <a:pt x="377674" y="9082"/>
                  </a:lnTo>
                  <a:lnTo>
                    <a:pt x="415266" y="8630"/>
                  </a:lnTo>
                  <a:lnTo>
                    <a:pt x="450431" y="8208"/>
                  </a:lnTo>
                  <a:lnTo>
                    <a:pt x="483463" y="7810"/>
                  </a:lnTo>
                  <a:lnTo>
                    <a:pt x="514607" y="7436"/>
                  </a:lnTo>
                  <a:lnTo>
                    <a:pt x="544067" y="7082"/>
                  </a:lnTo>
                  <a:lnTo>
                    <a:pt x="572015" y="6746"/>
                  </a:lnTo>
                  <a:lnTo>
                    <a:pt x="598599" y="6426"/>
                  </a:lnTo>
                  <a:lnTo>
                    <a:pt x="623946" y="6121"/>
                  </a:lnTo>
                  <a:lnTo>
                    <a:pt x="648167" y="5830"/>
                  </a:lnTo>
                  <a:lnTo>
                    <a:pt x="671356" y="5551"/>
                  </a:lnTo>
                  <a:lnTo>
                    <a:pt x="693599" y="5283"/>
                  </a:lnTo>
                  <a:lnTo>
                    <a:pt x="714969" y="5027"/>
                  </a:lnTo>
                  <a:lnTo>
                    <a:pt x="735532" y="4779"/>
                  </a:lnTo>
                  <a:lnTo>
                    <a:pt x="755348" y="4541"/>
                  </a:lnTo>
                  <a:lnTo>
                    <a:pt x="774468" y="4311"/>
                  </a:lnTo>
                  <a:lnTo>
                    <a:pt x="792940" y="4089"/>
                  </a:lnTo>
                  <a:lnTo>
                    <a:pt x="810806" y="3874"/>
                  </a:lnTo>
                  <a:lnTo>
                    <a:pt x="828105" y="3666"/>
                  </a:lnTo>
                  <a:lnTo>
                    <a:pt x="844872" y="3464"/>
                  </a:lnTo>
                  <a:lnTo>
                    <a:pt x="861138" y="3269"/>
                  </a:lnTo>
                  <a:lnTo>
                    <a:pt x="876932" y="3079"/>
                  </a:lnTo>
                  <a:lnTo>
                    <a:pt x="892281" y="2894"/>
                  </a:lnTo>
                  <a:lnTo>
                    <a:pt x="907210" y="2715"/>
                  </a:lnTo>
                  <a:lnTo>
                    <a:pt x="921741" y="2540"/>
                  </a:lnTo>
                  <a:lnTo>
                    <a:pt x="935894" y="2370"/>
                  </a:lnTo>
                  <a:lnTo>
                    <a:pt x="949689" y="2204"/>
                  </a:lnTo>
                  <a:lnTo>
                    <a:pt x="963143" y="2042"/>
                  </a:lnTo>
                  <a:lnTo>
                    <a:pt x="976273" y="1884"/>
                  </a:lnTo>
                  <a:lnTo>
                    <a:pt x="989094" y="1730"/>
                  </a:lnTo>
                  <a:lnTo>
                    <a:pt x="1001621" y="1580"/>
                  </a:lnTo>
                  <a:lnTo>
                    <a:pt x="1013865" y="1432"/>
                  </a:lnTo>
                  <a:lnTo>
                    <a:pt x="1025841" y="1288"/>
                  </a:lnTo>
                  <a:lnTo>
                    <a:pt x="1037559" y="1147"/>
                  </a:lnTo>
                  <a:lnTo>
                    <a:pt x="1049030" y="1009"/>
                  </a:lnTo>
                  <a:lnTo>
                    <a:pt x="1060265" y="874"/>
                  </a:lnTo>
                  <a:lnTo>
                    <a:pt x="1071273" y="742"/>
                  </a:lnTo>
                  <a:lnTo>
                    <a:pt x="1082063" y="612"/>
                  </a:lnTo>
                  <a:lnTo>
                    <a:pt x="1092643" y="485"/>
                  </a:lnTo>
                  <a:lnTo>
                    <a:pt x="1103022" y="360"/>
                  </a:lnTo>
                  <a:lnTo>
                    <a:pt x="1113207" y="238"/>
                  </a:lnTo>
                  <a:lnTo>
                    <a:pt x="1123205" y="118"/>
                  </a:lnTo>
                  <a:lnTo>
                    <a:pt x="113302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rc678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4204347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172716" y="35428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172716" y="32125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172716" y="28823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04347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8346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661144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5038818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416492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tx688"/>
            <p:cNvSpPr/>
            <p:nvPr/>
          </p:nvSpPr>
          <p:spPr>
            <a:xfrm>
              <a:off x="4204347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0" name="rc689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373336" y="476345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397109" y="495973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418285" y="494376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396818" y="45322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375594" y="501139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373181" y="48812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405725" y="512062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412454" y="507394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377674" y="470327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404226" y="484571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52088" y="49810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87149" y="472430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47509" y="47909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60225" y="51783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797285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94475" y="43296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54228" y="498406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89005" y="51860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80242" y="51443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57420" y="497396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93276" y="492625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83500" y="50885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52970" y="50380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68955" y="499080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91164" y="51066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92526" y="489603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53260" y="507768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66418" y="494791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70496" y="477892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45520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24770" y="491814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63135" y="50735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47639" y="46321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50321" y="494537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66677" y="471583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65627" y="502100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61060" y="485717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73358" y="497275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72859" y="50426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49540" y="445172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35280" y="49730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47092" y="510274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42816" y="452621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32393" y="46622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29799" y="488208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61940" y="514888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68244" y="49688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67518" y="485437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504754" y="493442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540297" y="492708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22549" y="495359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504147" y="504616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20880" y="49062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521530" y="48673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531175" y="48428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506128" y="492421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544836" y="50511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36113" y="474259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535073" y="50651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532846" y="494997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532291" y="501099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19508" y="51679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526212" y="504398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519051" y="509377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15419" y="502675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517683" y="488649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537068" y="506707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504751" y="48402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12214" y="49878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553172" y="48558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28125" y="494138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537296" y="510213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l762"/>
            <p:cNvSpPr/>
            <p:nvPr/>
          </p:nvSpPr>
          <p:spPr>
            <a:xfrm>
              <a:off x="1419428" y="4573715"/>
              <a:ext cx="1137266" cy="352972"/>
            </a:xfrm>
            <a:custGeom>
              <a:avLst/>
              <a:pathLst>
                <a:path w="1137266" h="352972">
                  <a:moveTo>
                    <a:pt x="0" y="0"/>
                  </a:moveTo>
                  <a:lnTo>
                    <a:pt x="73029" y="22666"/>
                  </a:lnTo>
                  <a:lnTo>
                    <a:pt x="137446" y="42659"/>
                  </a:lnTo>
                  <a:lnTo>
                    <a:pt x="195069" y="60543"/>
                  </a:lnTo>
                  <a:lnTo>
                    <a:pt x="247195" y="76721"/>
                  </a:lnTo>
                  <a:lnTo>
                    <a:pt x="294782" y="91491"/>
                  </a:lnTo>
                  <a:lnTo>
                    <a:pt x="338558" y="105078"/>
                  </a:lnTo>
                  <a:lnTo>
                    <a:pt x="379088" y="117657"/>
                  </a:lnTo>
                  <a:lnTo>
                    <a:pt x="416821" y="129368"/>
                  </a:lnTo>
                  <a:lnTo>
                    <a:pt x="452118" y="140323"/>
                  </a:lnTo>
                  <a:lnTo>
                    <a:pt x="485274" y="150614"/>
                  </a:lnTo>
                  <a:lnTo>
                    <a:pt x="516535" y="160316"/>
                  </a:lnTo>
                  <a:lnTo>
                    <a:pt x="546105" y="169494"/>
                  </a:lnTo>
                  <a:lnTo>
                    <a:pt x="574157" y="178200"/>
                  </a:lnTo>
                  <a:lnTo>
                    <a:pt x="600841" y="186482"/>
                  </a:lnTo>
                  <a:lnTo>
                    <a:pt x="626284" y="194379"/>
                  </a:lnTo>
                  <a:lnTo>
                    <a:pt x="650595" y="201924"/>
                  </a:lnTo>
                  <a:lnTo>
                    <a:pt x="673871" y="209148"/>
                  </a:lnTo>
                  <a:lnTo>
                    <a:pt x="696197" y="216078"/>
                  </a:lnTo>
                  <a:lnTo>
                    <a:pt x="717647" y="222735"/>
                  </a:lnTo>
                  <a:lnTo>
                    <a:pt x="738288" y="229141"/>
                  </a:lnTo>
                  <a:lnTo>
                    <a:pt x="758177" y="235314"/>
                  </a:lnTo>
                  <a:lnTo>
                    <a:pt x="777369" y="241271"/>
                  </a:lnTo>
                  <a:lnTo>
                    <a:pt x="795910" y="247025"/>
                  </a:lnTo>
                  <a:lnTo>
                    <a:pt x="813843" y="252591"/>
                  </a:lnTo>
                  <a:lnTo>
                    <a:pt x="831207" y="257981"/>
                  </a:lnTo>
                  <a:lnTo>
                    <a:pt x="848036" y="263204"/>
                  </a:lnTo>
                  <a:lnTo>
                    <a:pt x="864363" y="268271"/>
                  </a:lnTo>
                  <a:lnTo>
                    <a:pt x="880217" y="273192"/>
                  </a:lnTo>
                  <a:lnTo>
                    <a:pt x="895624" y="277973"/>
                  </a:lnTo>
                  <a:lnTo>
                    <a:pt x="910609" y="282624"/>
                  </a:lnTo>
                  <a:lnTo>
                    <a:pt x="925194" y="287151"/>
                  </a:lnTo>
                  <a:lnTo>
                    <a:pt x="939400" y="291560"/>
                  </a:lnTo>
                  <a:lnTo>
                    <a:pt x="953246" y="295858"/>
                  </a:lnTo>
                  <a:lnTo>
                    <a:pt x="966751" y="300049"/>
                  </a:lnTo>
                  <a:lnTo>
                    <a:pt x="979930" y="304140"/>
                  </a:lnTo>
                  <a:lnTo>
                    <a:pt x="992799" y="308134"/>
                  </a:lnTo>
                  <a:lnTo>
                    <a:pt x="1005373" y="312036"/>
                  </a:lnTo>
                  <a:lnTo>
                    <a:pt x="1017663" y="315851"/>
                  </a:lnTo>
                  <a:lnTo>
                    <a:pt x="1029684" y="319581"/>
                  </a:lnTo>
                  <a:lnTo>
                    <a:pt x="1041446" y="323232"/>
                  </a:lnTo>
                  <a:lnTo>
                    <a:pt x="1052960" y="326806"/>
                  </a:lnTo>
                  <a:lnTo>
                    <a:pt x="1064237" y="330306"/>
                  </a:lnTo>
                  <a:lnTo>
                    <a:pt x="1075286" y="333735"/>
                  </a:lnTo>
                  <a:lnTo>
                    <a:pt x="1086116" y="337096"/>
                  </a:lnTo>
                  <a:lnTo>
                    <a:pt x="1096736" y="340392"/>
                  </a:lnTo>
                  <a:lnTo>
                    <a:pt x="1107154" y="343626"/>
                  </a:lnTo>
                  <a:lnTo>
                    <a:pt x="1117377" y="346799"/>
                  </a:lnTo>
                  <a:lnTo>
                    <a:pt x="1127412" y="349913"/>
                  </a:lnTo>
                  <a:lnTo>
                    <a:pt x="1137266" y="35297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19428" y="4486348"/>
              <a:ext cx="1137266" cy="461874"/>
            </a:xfrm>
            <a:custGeom>
              <a:avLst/>
              <a:pathLst>
                <a:path w="1137266" h="461874">
                  <a:moveTo>
                    <a:pt x="0" y="0"/>
                  </a:moveTo>
                  <a:lnTo>
                    <a:pt x="73029" y="29659"/>
                  </a:lnTo>
                  <a:lnTo>
                    <a:pt x="137446" y="55820"/>
                  </a:lnTo>
                  <a:lnTo>
                    <a:pt x="195069" y="79222"/>
                  </a:lnTo>
                  <a:lnTo>
                    <a:pt x="247195" y="100392"/>
                  </a:lnTo>
                  <a:lnTo>
                    <a:pt x="294782" y="119718"/>
                  </a:lnTo>
                  <a:lnTo>
                    <a:pt x="338558" y="137497"/>
                  </a:lnTo>
                  <a:lnTo>
                    <a:pt x="379088" y="153958"/>
                  </a:lnTo>
                  <a:lnTo>
                    <a:pt x="416821" y="169282"/>
                  </a:lnTo>
                  <a:lnTo>
                    <a:pt x="452118" y="183617"/>
                  </a:lnTo>
                  <a:lnTo>
                    <a:pt x="485274" y="197082"/>
                  </a:lnTo>
                  <a:lnTo>
                    <a:pt x="516535" y="209778"/>
                  </a:lnTo>
                  <a:lnTo>
                    <a:pt x="546105" y="221787"/>
                  </a:lnTo>
                  <a:lnTo>
                    <a:pt x="574157" y="233180"/>
                  </a:lnTo>
                  <a:lnTo>
                    <a:pt x="600841" y="244017"/>
                  </a:lnTo>
                  <a:lnTo>
                    <a:pt x="626284" y="254350"/>
                  </a:lnTo>
                  <a:lnTo>
                    <a:pt x="650595" y="264223"/>
                  </a:lnTo>
                  <a:lnTo>
                    <a:pt x="673871" y="273676"/>
                  </a:lnTo>
                  <a:lnTo>
                    <a:pt x="696197" y="282744"/>
                  </a:lnTo>
                  <a:lnTo>
                    <a:pt x="717647" y="291455"/>
                  </a:lnTo>
                  <a:lnTo>
                    <a:pt x="738288" y="299838"/>
                  </a:lnTo>
                  <a:lnTo>
                    <a:pt x="758177" y="307916"/>
                  </a:lnTo>
                  <a:lnTo>
                    <a:pt x="777369" y="315710"/>
                  </a:lnTo>
                  <a:lnTo>
                    <a:pt x="795910" y="323240"/>
                  </a:lnTo>
                  <a:lnTo>
                    <a:pt x="813843" y="330523"/>
                  </a:lnTo>
                  <a:lnTo>
                    <a:pt x="831207" y="337575"/>
                  </a:lnTo>
                  <a:lnTo>
                    <a:pt x="848036" y="344410"/>
                  </a:lnTo>
                  <a:lnTo>
                    <a:pt x="864363" y="351040"/>
                  </a:lnTo>
                  <a:lnTo>
                    <a:pt x="880217" y="357479"/>
                  </a:lnTo>
                  <a:lnTo>
                    <a:pt x="895624" y="363736"/>
                  </a:lnTo>
                  <a:lnTo>
                    <a:pt x="910609" y="369822"/>
                  </a:lnTo>
                  <a:lnTo>
                    <a:pt x="925194" y="375745"/>
                  </a:lnTo>
                  <a:lnTo>
                    <a:pt x="939400" y="381515"/>
                  </a:lnTo>
                  <a:lnTo>
                    <a:pt x="953246" y="387138"/>
                  </a:lnTo>
                  <a:lnTo>
                    <a:pt x="966751" y="392623"/>
                  </a:lnTo>
                  <a:lnTo>
                    <a:pt x="979930" y="397975"/>
                  </a:lnTo>
                  <a:lnTo>
                    <a:pt x="992799" y="403202"/>
                  </a:lnTo>
                  <a:lnTo>
                    <a:pt x="1005373" y="408308"/>
                  </a:lnTo>
                  <a:lnTo>
                    <a:pt x="1017663" y="413299"/>
                  </a:lnTo>
                  <a:lnTo>
                    <a:pt x="1029684" y="418181"/>
                  </a:lnTo>
                  <a:lnTo>
                    <a:pt x="1041446" y="422958"/>
                  </a:lnTo>
                  <a:lnTo>
                    <a:pt x="1052960" y="427634"/>
                  </a:lnTo>
                  <a:lnTo>
                    <a:pt x="1064237" y="432214"/>
                  </a:lnTo>
                  <a:lnTo>
                    <a:pt x="1075286" y="436702"/>
                  </a:lnTo>
                  <a:lnTo>
                    <a:pt x="1086116" y="441100"/>
                  </a:lnTo>
                  <a:lnTo>
                    <a:pt x="1096736" y="445413"/>
                  </a:lnTo>
                  <a:lnTo>
                    <a:pt x="1107154" y="449644"/>
                  </a:lnTo>
                  <a:lnTo>
                    <a:pt x="1117377" y="453796"/>
                  </a:lnTo>
                  <a:lnTo>
                    <a:pt x="1127412" y="457871"/>
                  </a:lnTo>
                  <a:lnTo>
                    <a:pt x="1137266" y="46187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19428" y="4947354"/>
              <a:ext cx="1137266" cy="22338"/>
            </a:xfrm>
            <a:custGeom>
              <a:avLst/>
              <a:pathLst>
                <a:path w="1137266" h="22338">
                  <a:moveTo>
                    <a:pt x="0" y="22338"/>
                  </a:moveTo>
                  <a:lnTo>
                    <a:pt x="73029" y="20904"/>
                  </a:lnTo>
                  <a:lnTo>
                    <a:pt x="137446" y="19639"/>
                  </a:lnTo>
                  <a:lnTo>
                    <a:pt x="195069" y="18507"/>
                  </a:lnTo>
                  <a:lnTo>
                    <a:pt x="247195" y="17483"/>
                  </a:lnTo>
                  <a:lnTo>
                    <a:pt x="294782" y="16548"/>
                  </a:lnTo>
                  <a:lnTo>
                    <a:pt x="338558" y="15688"/>
                  </a:lnTo>
                  <a:lnTo>
                    <a:pt x="379088" y="14892"/>
                  </a:lnTo>
                  <a:lnTo>
                    <a:pt x="416821" y="14151"/>
                  </a:lnTo>
                  <a:lnTo>
                    <a:pt x="452118" y="13458"/>
                  </a:lnTo>
                  <a:lnTo>
                    <a:pt x="485274" y="12806"/>
                  </a:lnTo>
                  <a:lnTo>
                    <a:pt x="516535" y="12192"/>
                  </a:lnTo>
                  <a:lnTo>
                    <a:pt x="546105" y="11611"/>
                  </a:lnTo>
                  <a:lnTo>
                    <a:pt x="574157" y="11060"/>
                  </a:lnTo>
                  <a:lnTo>
                    <a:pt x="600841" y="10536"/>
                  </a:lnTo>
                  <a:lnTo>
                    <a:pt x="626284" y="10037"/>
                  </a:lnTo>
                  <a:lnTo>
                    <a:pt x="650595" y="9559"/>
                  </a:lnTo>
                  <a:lnTo>
                    <a:pt x="673871" y="9102"/>
                  </a:lnTo>
                  <a:lnTo>
                    <a:pt x="696197" y="8663"/>
                  </a:lnTo>
                  <a:lnTo>
                    <a:pt x="717647" y="8242"/>
                  </a:lnTo>
                  <a:lnTo>
                    <a:pt x="738288" y="7836"/>
                  </a:lnTo>
                  <a:lnTo>
                    <a:pt x="758177" y="7446"/>
                  </a:lnTo>
                  <a:lnTo>
                    <a:pt x="777369" y="7069"/>
                  </a:lnTo>
                  <a:lnTo>
                    <a:pt x="795910" y="6705"/>
                  </a:lnTo>
                  <a:lnTo>
                    <a:pt x="813843" y="6352"/>
                  </a:lnTo>
                  <a:lnTo>
                    <a:pt x="831207" y="6011"/>
                  </a:lnTo>
                  <a:lnTo>
                    <a:pt x="848036" y="5681"/>
                  </a:lnTo>
                  <a:lnTo>
                    <a:pt x="864363" y="5360"/>
                  </a:lnTo>
                  <a:lnTo>
                    <a:pt x="880217" y="5049"/>
                  </a:lnTo>
                  <a:lnTo>
                    <a:pt x="895624" y="4746"/>
                  </a:lnTo>
                  <a:lnTo>
                    <a:pt x="910609" y="4452"/>
                  </a:lnTo>
                  <a:lnTo>
                    <a:pt x="925194" y="4165"/>
                  </a:lnTo>
                  <a:lnTo>
                    <a:pt x="939400" y="3886"/>
                  </a:lnTo>
                  <a:lnTo>
                    <a:pt x="953246" y="3614"/>
                  </a:lnTo>
                  <a:lnTo>
                    <a:pt x="966751" y="3349"/>
                  </a:lnTo>
                  <a:lnTo>
                    <a:pt x="979930" y="3090"/>
                  </a:lnTo>
                  <a:lnTo>
                    <a:pt x="992799" y="2837"/>
                  </a:lnTo>
                  <a:lnTo>
                    <a:pt x="1005373" y="2590"/>
                  </a:lnTo>
                  <a:lnTo>
                    <a:pt x="1017663" y="2349"/>
                  </a:lnTo>
                  <a:lnTo>
                    <a:pt x="1029684" y="2113"/>
                  </a:lnTo>
                  <a:lnTo>
                    <a:pt x="1041446" y="1882"/>
                  </a:lnTo>
                  <a:lnTo>
                    <a:pt x="1052960" y="1655"/>
                  </a:lnTo>
                  <a:lnTo>
                    <a:pt x="1064237" y="1434"/>
                  </a:lnTo>
                  <a:lnTo>
                    <a:pt x="1075286" y="1217"/>
                  </a:lnTo>
                  <a:lnTo>
                    <a:pt x="1086116" y="1004"/>
                  </a:lnTo>
                  <a:lnTo>
                    <a:pt x="1096736" y="796"/>
                  </a:lnTo>
                  <a:lnTo>
                    <a:pt x="1107154" y="591"/>
                  </a:lnTo>
                  <a:lnTo>
                    <a:pt x="1117377" y="390"/>
                  </a:lnTo>
                  <a:lnTo>
                    <a:pt x="1127412" y="193"/>
                  </a:lnTo>
                  <a:lnTo>
                    <a:pt x="113726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19428" y="4981489"/>
              <a:ext cx="1137266" cy="14265"/>
            </a:xfrm>
            <a:custGeom>
              <a:avLst/>
              <a:pathLst>
                <a:path w="1137266" h="14265">
                  <a:moveTo>
                    <a:pt x="0" y="14265"/>
                  </a:moveTo>
                  <a:lnTo>
                    <a:pt x="73029" y="13349"/>
                  </a:lnTo>
                  <a:lnTo>
                    <a:pt x="137446" y="12541"/>
                  </a:lnTo>
                  <a:lnTo>
                    <a:pt x="195069" y="11818"/>
                  </a:lnTo>
                  <a:lnTo>
                    <a:pt x="247195" y="11165"/>
                  </a:lnTo>
                  <a:lnTo>
                    <a:pt x="294782" y="10568"/>
                  </a:lnTo>
                  <a:lnTo>
                    <a:pt x="338558" y="10019"/>
                  </a:lnTo>
                  <a:lnTo>
                    <a:pt x="379088" y="9510"/>
                  </a:lnTo>
                  <a:lnTo>
                    <a:pt x="416821" y="9037"/>
                  </a:lnTo>
                  <a:lnTo>
                    <a:pt x="452118" y="8594"/>
                  </a:lnTo>
                  <a:lnTo>
                    <a:pt x="485274" y="8178"/>
                  </a:lnTo>
                  <a:lnTo>
                    <a:pt x="516535" y="7786"/>
                  </a:lnTo>
                  <a:lnTo>
                    <a:pt x="546105" y="7415"/>
                  </a:lnTo>
                  <a:lnTo>
                    <a:pt x="574157" y="7063"/>
                  </a:lnTo>
                  <a:lnTo>
                    <a:pt x="600841" y="6728"/>
                  </a:lnTo>
                  <a:lnTo>
                    <a:pt x="626284" y="6409"/>
                  </a:lnTo>
                  <a:lnTo>
                    <a:pt x="650595" y="6104"/>
                  </a:lnTo>
                  <a:lnTo>
                    <a:pt x="673871" y="5812"/>
                  </a:lnTo>
                  <a:lnTo>
                    <a:pt x="696197" y="5532"/>
                  </a:lnTo>
                  <a:lnTo>
                    <a:pt x="717647" y="5263"/>
                  </a:lnTo>
                  <a:lnTo>
                    <a:pt x="738288" y="5004"/>
                  </a:lnTo>
                  <a:lnTo>
                    <a:pt x="758177" y="4755"/>
                  </a:lnTo>
                  <a:lnTo>
                    <a:pt x="777369" y="4514"/>
                  </a:lnTo>
                  <a:lnTo>
                    <a:pt x="795910" y="4281"/>
                  </a:lnTo>
                  <a:lnTo>
                    <a:pt x="813843" y="4057"/>
                  </a:lnTo>
                  <a:lnTo>
                    <a:pt x="831207" y="3839"/>
                  </a:lnTo>
                  <a:lnTo>
                    <a:pt x="848036" y="3628"/>
                  </a:lnTo>
                  <a:lnTo>
                    <a:pt x="864363" y="3423"/>
                  </a:lnTo>
                  <a:lnTo>
                    <a:pt x="880217" y="3224"/>
                  </a:lnTo>
                  <a:lnTo>
                    <a:pt x="895624" y="3031"/>
                  </a:lnTo>
                  <a:lnTo>
                    <a:pt x="910609" y="2843"/>
                  </a:lnTo>
                  <a:lnTo>
                    <a:pt x="925194" y="2660"/>
                  </a:lnTo>
                  <a:lnTo>
                    <a:pt x="939400" y="2482"/>
                  </a:lnTo>
                  <a:lnTo>
                    <a:pt x="953246" y="2308"/>
                  </a:lnTo>
                  <a:lnTo>
                    <a:pt x="966751" y="2138"/>
                  </a:lnTo>
                  <a:lnTo>
                    <a:pt x="979930" y="1973"/>
                  </a:lnTo>
                  <a:lnTo>
                    <a:pt x="992799" y="1812"/>
                  </a:lnTo>
                  <a:lnTo>
                    <a:pt x="1005373" y="1654"/>
                  </a:lnTo>
                  <a:lnTo>
                    <a:pt x="1017663" y="1500"/>
                  </a:lnTo>
                  <a:lnTo>
                    <a:pt x="1029684" y="1349"/>
                  </a:lnTo>
                  <a:lnTo>
                    <a:pt x="1041446" y="1201"/>
                  </a:lnTo>
                  <a:lnTo>
                    <a:pt x="1052960" y="1057"/>
                  </a:lnTo>
                  <a:lnTo>
                    <a:pt x="1064237" y="916"/>
                  </a:lnTo>
                  <a:lnTo>
                    <a:pt x="1075286" y="777"/>
                  </a:lnTo>
                  <a:lnTo>
                    <a:pt x="1086116" y="641"/>
                  </a:lnTo>
                  <a:lnTo>
                    <a:pt x="1096736" y="508"/>
                  </a:lnTo>
                  <a:lnTo>
                    <a:pt x="1107154" y="377"/>
                  </a:lnTo>
                  <a:lnTo>
                    <a:pt x="1117377" y="249"/>
                  </a:lnTo>
                  <a:lnTo>
                    <a:pt x="1127412" y="123"/>
                  </a:lnTo>
                  <a:lnTo>
                    <a:pt x="113726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19428" y="4960836"/>
              <a:ext cx="1137266" cy="102110"/>
            </a:xfrm>
            <a:custGeom>
              <a:avLst/>
              <a:pathLst>
                <a:path w="1137266" h="102110">
                  <a:moveTo>
                    <a:pt x="0" y="102110"/>
                  </a:moveTo>
                  <a:lnTo>
                    <a:pt x="73029" y="95553"/>
                  </a:lnTo>
                  <a:lnTo>
                    <a:pt x="137446" y="89770"/>
                  </a:lnTo>
                  <a:lnTo>
                    <a:pt x="195069" y="84596"/>
                  </a:lnTo>
                  <a:lnTo>
                    <a:pt x="247195" y="79916"/>
                  </a:lnTo>
                  <a:lnTo>
                    <a:pt x="294782" y="75643"/>
                  </a:lnTo>
                  <a:lnTo>
                    <a:pt x="338558" y="71712"/>
                  </a:lnTo>
                  <a:lnTo>
                    <a:pt x="379088" y="68073"/>
                  </a:lnTo>
                  <a:lnTo>
                    <a:pt x="416821" y="64686"/>
                  </a:lnTo>
                  <a:lnTo>
                    <a:pt x="452118" y="61516"/>
                  </a:lnTo>
                  <a:lnTo>
                    <a:pt x="485274" y="58539"/>
                  </a:lnTo>
                  <a:lnTo>
                    <a:pt x="516535" y="55733"/>
                  </a:lnTo>
                  <a:lnTo>
                    <a:pt x="546105" y="53078"/>
                  </a:lnTo>
                  <a:lnTo>
                    <a:pt x="574157" y="50559"/>
                  </a:lnTo>
                  <a:lnTo>
                    <a:pt x="600841" y="48163"/>
                  </a:lnTo>
                  <a:lnTo>
                    <a:pt x="626284" y="45879"/>
                  </a:lnTo>
                  <a:lnTo>
                    <a:pt x="650595" y="43696"/>
                  </a:lnTo>
                  <a:lnTo>
                    <a:pt x="673871" y="41606"/>
                  </a:lnTo>
                  <a:lnTo>
                    <a:pt x="696197" y="39601"/>
                  </a:lnTo>
                  <a:lnTo>
                    <a:pt x="717647" y="37676"/>
                  </a:lnTo>
                  <a:lnTo>
                    <a:pt x="738288" y="35822"/>
                  </a:lnTo>
                  <a:lnTo>
                    <a:pt x="758177" y="34036"/>
                  </a:lnTo>
                  <a:lnTo>
                    <a:pt x="777369" y="32313"/>
                  </a:lnTo>
                  <a:lnTo>
                    <a:pt x="795910" y="30649"/>
                  </a:lnTo>
                  <a:lnTo>
                    <a:pt x="813843" y="29038"/>
                  </a:lnTo>
                  <a:lnTo>
                    <a:pt x="831207" y="27479"/>
                  </a:lnTo>
                  <a:lnTo>
                    <a:pt x="848036" y="25968"/>
                  </a:lnTo>
                  <a:lnTo>
                    <a:pt x="864363" y="24502"/>
                  </a:lnTo>
                  <a:lnTo>
                    <a:pt x="880217" y="23079"/>
                  </a:lnTo>
                  <a:lnTo>
                    <a:pt x="895624" y="21696"/>
                  </a:lnTo>
                  <a:lnTo>
                    <a:pt x="910609" y="20350"/>
                  </a:lnTo>
                  <a:lnTo>
                    <a:pt x="925194" y="19041"/>
                  </a:lnTo>
                  <a:lnTo>
                    <a:pt x="939400" y="17765"/>
                  </a:lnTo>
                  <a:lnTo>
                    <a:pt x="953246" y="16522"/>
                  </a:lnTo>
                  <a:lnTo>
                    <a:pt x="966751" y="15309"/>
                  </a:lnTo>
                  <a:lnTo>
                    <a:pt x="979930" y="14126"/>
                  </a:lnTo>
                  <a:lnTo>
                    <a:pt x="992799" y="12971"/>
                  </a:lnTo>
                  <a:lnTo>
                    <a:pt x="1005373" y="11842"/>
                  </a:lnTo>
                  <a:lnTo>
                    <a:pt x="1017663" y="10738"/>
                  </a:lnTo>
                  <a:lnTo>
                    <a:pt x="1029684" y="9659"/>
                  </a:lnTo>
                  <a:lnTo>
                    <a:pt x="1041446" y="8603"/>
                  </a:lnTo>
                  <a:lnTo>
                    <a:pt x="1052960" y="7569"/>
                  </a:lnTo>
                  <a:lnTo>
                    <a:pt x="1064237" y="6557"/>
                  </a:lnTo>
                  <a:lnTo>
                    <a:pt x="1075286" y="5564"/>
                  </a:lnTo>
                  <a:lnTo>
                    <a:pt x="1086116" y="4592"/>
                  </a:lnTo>
                  <a:lnTo>
                    <a:pt x="1096736" y="3639"/>
                  </a:lnTo>
                  <a:lnTo>
                    <a:pt x="1107154" y="2703"/>
                  </a:lnTo>
                  <a:lnTo>
                    <a:pt x="1117377" y="1785"/>
                  </a:lnTo>
                  <a:lnTo>
                    <a:pt x="1127412" y="884"/>
                  </a:lnTo>
                  <a:lnTo>
                    <a:pt x="113726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19428" y="4843269"/>
              <a:ext cx="1137266" cy="110733"/>
            </a:xfrm>
            <a:custGeom>
              <a:avLst/>
              <a:pathLst>
                <a:path w="1137266" h="110733">
                  <a:moveTo>
                    <a:pt x="0" y="110733"/>
                  </a:moveTo>
                  <a:lnTo>
                    <a:pt x="73029" y="103623"/>
                  </a:lnTo>
                  <a:lnTo>
                    <a:pt x="137446" y="97351"/>
                  </a:lnTo>
                  <a:lnTo>
                    <a:pt x="195069" y="91740"/>
                  </a:lnTo>
                  <a:lnTo>
                    <a:pt x="247195" y="86664"/>
                  </a:lnTo>
                  <a:lnTo>
                    <a:pt x="294782" y="82031"/>
                  </a:lnTo>
                  <a:lnTo>
                    <a:pt x="338558" y="77769"/>
                  </a:lnTo>
                  <a:lnTo>
                    <a:pt x="379088" y="73822"/>
                  </a:lnTo>
                  <a:lnTo>
                    <a:pt x="416821" y="70148"/>
                  </a:lnTo>
                  <a:lnTo>
                    <a:pt x="452118" y="66711"/>
                  </a:lnTo>
                  <a:lnTo>
                    <a:pt x="485274" y="63483"/>
                  </a:lnTo>
                  <a:lnTo>
                    <a:pt x="516535" y="60439"/>
                  </a:lnTo>
                  <a:lnTo>
                    <a:pt x="546105" y="57560"/>
                  </a:lnTo>
                  <a:lnTo>
                    <a:pt x="574157" y="54829"/>
                  </a:lnTo>
                  <a:lnTo>
                    <a:pt x="600841" y="52230"/>
                  </a:lnTo>
                  <a:lnTo>
                    <a:pt x="626284" y="49753"/>
                  </a:lnTo>
                  <a:lnTo>
                    <a:pt x="650595" y="47386"/>
                  </a:lnTo>
                  <a:lnTo>
                    <a:pt x="673871" y="45120"/>
                  </a:lnTo>
                  <a:lnTo>
                    <a:pt x="696197" y="42946"/>
                  </a:lnTo>
                  <a:lnTo>
                    <a:pt x="717647" y="40857"/>
                  </a:lnTo>
                  <a:lnTo>
                    <a:pt x="738288" y="38847"/>
                  </a:lnTo>
                  <a:lnTo>
                    <a:pt x="758177" y="36911"/>
                  </a:lnTo>
                  <a:lnTo>
                    <a:pt x="777369" y="35042"/>
                  </a:lnTo>
                  <a:lnTo>
                    <a:pt x="795910" y="33237"/>
                  </a:lnTo>
                  <a:lnTo>
                    <a:pt x="813843" y="31491"/>
                  </a:lnTo>
                  <a:lnTo>
                    <a:pt x="831207" y="29800"/>
                  </a:lnTo>
                  <a:lnTo>
                    <a:pt x="848036" y="28161"/>
                  </a:lnTo>
                  <a:lnTo>
                    <a:pt x="864363" y="26572"/>
                  </a:lnTo>
                  <a:lnTo>
                    <a:pt x="880217" y="25028"/>
                  </a:lnTo>
                  <a:lnTo>
                    <a:pt x="895624" y="23528"/>
                  </a:lnTo>
                  <a:lnTo>
                    <a:pt x="910609" y="22069"/>
                  </a:lnTo>
                  <a:lnTo>
                    <a:pt x="925194" y="20649"/>
                  </a:lnTo>
                  <a:lnTo>
                    <a:pt x="939400" y="19265"/>
                  </a:lnTo>
                  <a:lnTo>
                    <a:pt x="953246" y="17917"/>
                  </a:lnTo>
                  <a:lnTo>
                    <a:pt x="966751" y="16602"/>
                  </a:lnTo>
                  <a:lnTo>
                    <a:pt x="979930" y="15319"/>
                  </a:lnTo>
                  <a:lnTo>
                    <a:pt x="992799" y="14066"/>
                  </a:lnTo>
                  <a:lnTo>
                    <a:pt x="1005373" y="12842"/>
                  </a:lnTo>
                  <a:lnTo>
                    <a:pt x="1017663" y="11645"/>
                  </a:lnTo>
                  <a:lnTo>
                    <a:pt x="1029684" y="10475"/>
                  </a:lnTo>
                  <a:lnTo>
                    <a:pt x="1041446" y="9329"/>
                  </a:lnTo>
                  <a:lnTo>
                    <a:pt x="1052960" y="8208"/>
                  </a:lnTo>
                  <a:lnTo>
                    <a:pt x="1064237" y="7110"/>
                  </a:lnTo>
                  <a:lnTo>
                    <a:pt x="1075286" y="6034"/>
                  </a:lnTo>
                  <a:lnTo>
                    <a:pt x="1086116" y="4980"/>
                  </a:lnTo>
                  <a:lnTo>
                    <a:pt x="1096736" y="3946"/>
                  </a:lnTo>
                  <a:lnTo>
                    <a:pt x="1107154" y="2932"/>
                  </a:lnTo>
                  <a:lnTo>
                    <a:pt x="1117377" y="1936"/>
                  </a:lnTo>
                  <a:lnTo>
                    <a:pt x="1127412" y="959"/>
                  </a:lnTo>
                  <a:lnTo>
                    <a:pt x="113726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19428" y="4873569"/>
              <a:ext cx="1137266" cy="98837"/>
            </a:xfrm>
            <a:custGeom>
              <a:avLst/>
              <a:pathLst>
                <a:path w="1137266" h="98837">
                  <a:moveTo>
                    <a:pt x="0" y="0"/>
                  </a:moveTo>
                  <a:lnTo>
                    <a:pt x="73029" y="6346"/>
                  </a:lnTo>
                  <a:lnTo>
                    <a:pt x="137446" y="11945"/>
                  </a:lnTo>
                  <a:lnTo>
                    <a:pt x="195069" y="16953"/>
                  </a:lnTo>
                  <a:lnTo>
                    <a:pt x="247195" y="21483"/>
                  </a:lnTo>
                  <a:lnTo>
                    <a:pt x="294782" y="25618"/>
                  </a:lnTo>
                  <a:lnTo>
                    <a:pt x="338558" y="29423"/>
                  </a:lnTo>
                  <a:lnTo>
                    <a:pt x="379088" y="32945"/>
                  </a:lnTo>
                  <a:lnTo>
                    <a:pt x="416821" y="36225"/>
                  </a:lnTo>
                  <a:lnTo>
                    <a:pt x="452118" y="39292"/>
                  </a:lnTo>
                  <a:lnTo>
                    <a:pt x="485274" y="42174"/>
                  </a:lnTo>
                  <a:lnTo>
                    <a:pt x="516535" y="44890"/>
                  </a:lnTo>
                  <a:lnTo>
                    <a:pt x="546105" y="47460"/>
                  </a:lnTo>
                  <a:lnTo>
                    <a:pt x="574157" y="49898"/>
                  </a:lnTo>
                  <a:lnTo>
                    <a:pt x="600841" y="52217"/>
                  </a:lnTo>
                  <a:lnTo>
                    <a:pt x="626284" y="54428"/>
                  </a:lnTo>
                  <a:lnTo>
                    <a:pt x="650595" y="56541"/>
                  </a:lnTo>
                  <a:lnTo>
                    <a:pt x="673871" y="58564"/>
                  </a:lnTo>
                  <a:lnTo>
                    <a:pt x="696197" y="60505"/>
                  </a:lnTo>
                  <a:lnTo>
                    <a:pt x="717647" y="62369"/>
                  </a:lnTo>
                  <a:lnTo>
                    <a:pt x="738288" y="64163"/>
                  </a:lnTo>
                  <a:lnTo>
                    <a:pt x="758177" y="65891"/>
                  </a:lnTo>
                  <a:lnTo>
                    <a:pt x="777369" y="67559"/>
                  </a:lnTo>
                  <a:lnTo>
                    <a:pt x="795910" y="69170"/>
                  </a:lnTo>
                  <a:lnTo>
                    <a:pt x="813843" y="70729"/>
                  </a:lnTo>
                  <a:lnTo>
                    <a:pt x="831207" y="72238"/>
                  </a:lnTo>
                  <a:lnTo>
                    <a:pt x="848036" y="73701"/>
                  </a:lnTo>
                  <a:lnTo>
                    <a:pt x="864363" y="75119"/>
                  </a:lnTo>
                  <a:lnTo>
                    <a:pt x="880217" y="76497"/>
                  </a:lnTo>
                  <a:lnTo>
                    <a:pt x="895624" y="77836"/>
                  </a:lnTo>
                  <a:lnTo>
                    <a:pt x="910609" y="79139"/>
                  </a:lnTo>
                  <a:lnTo>
                    <a:pt x="925194" y="80406"/>
                  </a:lnTo>
                  <a:lnTo>
                    <a:pt x="939400" y="81641"/>
                  </a:lnTo>
                  <a:lnTo>
                    <a:pt x="953246" y="82844"/>
                  </a:lnTo>
                  <a:lnTo>
                    <a:pt x="966751" y="84018"/>
                  </a:lnTo>
                  <a:lnTo>
                    <a:pt x="979930" y="85163"/>
                  </a:lnTo>
                  <a:lnTo>
                    <a:pt x="992799" y="86282"/>
                  </a:lnTo>
                  <a:lnTo>
                    <a:pt x="1005373" y="87374"/>
                  </a:lnTo>
                  <a:lnTo>
                    <a:pt x="1017663" y="88442"/>
                  </a:lnTo>
                  <a:lnTo>
                    <a:pt x="1029684" y="89487"/>
                  </a:lnTo>
                  <a:lnTo>
                    <a:pt x="1041446" y="90509"/>
                  </a:lnTo>
                  <a:lnTo>
                    <a:pt x="1052960" y="91510"/>
                  </a:lnTo>
                  <a:lnTo>
                    <a:pt x="1064237" y="92490"/>
                  </a:lnTo>
                  <a:lnTo>
                    <a:pt x="1075286" y="93450"/>
                  </a:lnTo>
                  <a:lnTo>
                    <a:pt x="1086116" y="94392"/>
                  </a:lnTo>
                  <a:lnTo>
                    <a:pt x="1096736" y="95314"/>
                  </a:lnTo>
                  <a:lnTo>
                    <a:pt x="1107154" y="96220"/>
                  </a:lnTo>
                  <a:lnTo>
                    <a:pt x="1117377" y="97108"/>
                  </a:lnTo>
                  <a:lnTo>
                    <a:pt x="1127412" y="97980"/>
                  </a:lnTo>
                  <a:lnTo>
                    <a:pt x="1137266" y="9883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19428" y="5002409"/>
              <a:ext cx="1137266" cy="170494"/>
            </a:xfrm>
            <a:custGeom>
              <a:avLst/>
              <a:pathLst>
                <a:path w="1137266" h="170494">
                  <a:moveTo>
                    <a:pt x="0" y="0"/>
                  </a:moveTo>
                  <a:lnTo>
                    <a:pt x="73029" y="10948"/>
                  </a:lnTo>
                  <a:lnTo>
                    <a:pt x="137446" y="20605"/>
                  </a:lnTo>
                  <a:lnTo>
                    <a:pt x="195069" y="29244"/>
                  </a:lnTo>
                  <a:lnTo>
                    <a:pt x="247195" y="37058"/>
                  </a:lnTo>
                  <a:lnTo>
                    <a:pt x="294782" y="44192"/>
                  </a:lnTo>
                  <a:lnTo>
                    <a:pt x="338558" y="50755"/>
                  </a:lnTo>
                  <a:lnTo>
                    <a:pt x="379088" y="56831"/>
                  </a:lnTo>
                  <a:lnTo>
                    <a:pt x="416821" y="62488"/>
                  </a:lnTo>
                  <a:lnTo>
                    <a:pt x="452118" y="67779"/>
                  </a:lnTo>
                  <a:lnTo>
                    <a:pt x="485274" y="72750"/>
                  </a:lnTo>
                  <a:lnTo>
                    <a:pt x="516535" y="77437"/>
                  </a:lnTo>
                  <a:lnTo>
                    <a:pt x="546105" y="81870"/>
                  </a:lnTo>
                  <a:lnTo>
                    <a:pt x="574157" y="86075"/>
                  </a:lnTo>
                  <a:lnTo>
                    <a:pt x="600841" y="90075"/>
                  </a:lnTo>
                  <a:lnTo>
                    <a:pt x="626284" y="93890"/>
                  </a:lnTo>
                  <a:lnTo>
                    <a:pt x="650595" y="97534"/>
                  </a:lnTo>
                  <a:lnTo>
                    <a:pt x="673871" y="101024"/>
                  </a:lnTo>
                  <a:lnTo>
                    <a:pt x="696197" y="104371"/>
                  </a:lnTo>
                  <a:lnTo>
                    <a:pt x="717647" y="107587"/>
                  </a:lnTo>
                  <a:lnTo>
                    <a:pt x="738288" y="110681"/>
                  </a:lnTo>
                  <a:lnTo>
                    <a:pt x="758177" y="113663"/>
                  </a:lnTo>
                  <a:lnTo>
                    <a:pt x="777369" y="116540"/>
                  </a:lnTo>
                  <a:lnTo>
                    <a:pt x="795910" y="119319"/>
                  </a:lnTo>
                  <a:lnTo>
                    <a:pt x="813843" y="122008"/>
                  </a:lnTo>
                  <a:lnTo>
                    <a:pt x="831207" y="124611"/>
                  </a:lnTo>
                  <a:lnTo>
                    <a:pt x="848036" y="127134"/>
                  </a:lnTo>
                  <a:lnTo>
                    <a:pt x="864363" y="129582"/>
                  </a:lnTo>
                  <a:lnTo>
                    <a:pt x="880217" y="131958"/>
                  </a:lnTo>
                  <a:lnTo>
                    <a:pt x="895624" y="134268"/>
                  </a:lnTo>
                  <a:lnTo>
                    <a:pt x="910609" y="136515"/>
                  </a:lnTo>
                  <a:lnTo>
                    <a:pt x="925194" y="138701"/>
                  </a:lnTo>
                  <a:lnTo>
                    <a:pt x="939400" y="140831"/>
                  </a:lnTo>
                  <a:lnTo>
                    <a:pt x="953246" y="142907"/>
                  </a:lnTo>
                  <a:lnTo>
                    <a:pt x="966751" y="144931"/>
                  </a:lnTo>
                  <a:lnTo>
                    <a:pt x="979930" y="146907"/>
                  </a:lnTo>
                  <a:lnTo>
                    <a:pt x="992799" y="148836"/>
                  </a:lnTo>
                  <a:lnTo>
                    <a:pt x="1005373" y="150721"/>
                  </a:lnTo>
                  <a:lnTo>
                    <a:pt x="1017663" y="152564"/>
                  </a:lnTo>
                  <a:lnTo>
                    <a:pt x="1029684" y="154366"/>
                  </a:lnTo>
                  <a:lnTo>
                    <a:pt x="1041446" y="156129"/>
                  </a:lnTo>
                  <a:lnTo>
                    <a:pt x="1052960" y="157855"/>
                  </a:lnTo>
                  <a:lnTo>
                    <a:pt x="1064237" y="159546"/>
                  </a:lnTo>
                  <a:lnTo>
                    <a:pt x="1075286" y="161202"/>
                  </a:lnTo>
                  <a:lnTo>
                    <a:pt x="1086116" y="162826"/>
                  </a:lnTo>
                  <a:lnTo>
                    <a:pt x="1096736" y="164418"/>
                  </a:lnTo>
                  <a:lnTo>
                    <a:pt x="1107154" y="165980"/>
                  </a:lnTo>
                  <a:lnTo>
                    <a:pt x="1117377" y="167512"/>
                  </a:lnTo>
                  <a:lnTo>
                    <a:pt x="1127412" y="169017"/>
                  </a:lnTo>
                  <a:lnTo>
                    <a:pt x="1137266" y="17049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19428" y="4954708"/>
              <a:ext cx="1137266" cy="7006"/>
            </a:xfrm>
            <a:custGeom>
              <a:avLst/>
              <a:pathLst>
                <a:path w="1137266" h="7006">
                  <a:moveTo>
                    <a:pt x="0" y="7006"/>
                  </a:moveTo>
                  <a:lnTo>
                    <a:pt x="73029" y="6556"/>
                  </a:lnTo>
                  <a:lnTo>
                    <a:pt x="137446" y="6159"/>
                  </a:lnTo>
                  <a:lnTo>
                    <a:pt x="195069" y="5804"/>
                  </a:lnTo>
                  <a:lnTo>
                    <a:pt x="247195" y="5483"/>
                  </a:lnTo>
                  <a:lnTo>
                    <a:pt x="294782" y="5190"/>
                  </a:lnTo>
                  <a:lnTo>
                    <a:pt x="338558" y="4920"/>
                  </a:lnTo>
                  <a:lnTo>
                    <a:pt x="379088" y="4670"/>
                  </a:lnTo>
                  <a:lnTo>
                    <a:pt x="416821" y="4438"/>
                  </a:lnTo>
                  <a:lnTo>
                    <a:pt x="452118" y="4221"/>
                  </a:lnTo>
                  <a:lnTo>
                    <a:pt x="485274" y="4016"/>
                  </a:lnTo>
                  <a:lnTo>
                    <a:pt x="516535" y="3824"/>
                  </a:lnTo>
                  <a:lnTo>
                    <a:pt x="546105" y="3642"/>
                  </a:lnTo>
                  <a:lnTo>
                    <a:pt x="574157" y="3469"/>
                  </a:lnTo>
                  <a:lnTo>
                    <a:pt x="600841" y="3304"/>
                  </a:lnTo>
                  <a:lnTo>
                    <a:pt x="626284" y="3148"/>
                  </a:lnTo>
                  <a:lnTo>
                    <a:pt x="650595" y="2998"/>
                  </a:lnTo>
                  <a:lnTo>
                    <a:pt x="673871" y="2854"/>
                  </a:lnTo>
                  <a:lnTo>
                    <a:pt x="696197" y="2717"/>
                  </a:lnTo>
                  <a:lnTo>
                    <a:pt x="717647" y="2585"/>
                  </a:lnTo>
                  <a:lnTo>
                    <a:pt x="738288" y="2458"/>
                  </a:lnTo>
                  <a:lnTo>
                    <a:pt x="758177" y="2335"/>
                  </a:lnTo>
                  <a:lnTo>
                    <a:pt x="777369" y="2217"/>
                  </a:lnTo>
                  <a:lnTo>
                    <a:pt x="795910" y="2103"/>
                  </a:lnTo>
                  <a:lnTo>
                    <a:pt x="813843" y="1992"/>
                  </a:lnTo>
                  <a:lnTo>
                    <a:pt x="831207" y="1885"/>
                  </a:lnTo>
                  <a:lnTo>
                    <a:pt x="848036" y="1781"/>
                  </a:lnTo>
                  <a:lnTo>
                    <a:pt x="864363" y="1681"/>
                  </a:lnTo>
                  <a:lnTo>
                    <a:pt x="880217" y="1583"/>
                  </a:lnTo>
                  <a:lnTo>
                    <a:pt x="895624" y="1488"/>
                  </a:lnTo>
                  <a:lnTo>
                    <a:pt x="910609" y="1396"/>
                  </a:lnTo>
                  <a:lnTo>
                    <a:pt x="925194" y="1306"/>
                  </a:lnTo>
                  <a:lnTo>
                    <a:pt x="939400" y="1219"/>
                  </a:lnTo>
                  <a:lnTo>
                    <a:pt x="953246" y="1133"/>
                  </a:lnTo>
                  <a:lnTo>
                    <a:pt x="966751" y="1050"/>
                  </a:lnTo>
                  <a:lnTo>
                    <a:pt x="979930" y="969"/>
                  </a:lnTo>
                  <a:lnTo>
                    <a:pt x="992799" y="890"/>
                  </a:lnTo>
                  <a:lnTo>
                    <a:pt x="1005373" y="812"/>
                  </a:lnTo>
                  <a:lnTo>
                    <a:pt x="1017663" y="736"/>
                  </a:lnTo>
                  <a:lnTo>
                    <a:pt x="1029684" y="662"/>
                  </a:lnTo>
                  <a:lnTo>
                    <a:pt x="1041446" y="590"/>
                  </a:lnTo>
                  <a:lnTo>
                    <a:pt x="1052960" y="519"/>
                  </a:lnTo>
                  <a:lnTo>
                    <a:pt x="1064237" y="449"/>
                  </a:lnTo>
                  <a:lnTo>
                    <a:pt x="1075286" y="381"/>
                  </a:lnTo>
                  <a:lnTo>
                    <a:pt x="1086116" y="315"/>
                  </a:lnTo>
                  <a:lnTo>
                    <a:pt x="1096736" y="249"/>
                  </a:lnTo>
                  <a:lnTo>
                    <a:pt x="1107154" y="185"/>
                  </a:lnTo>
                  <a:lnTo>
                    <a:pt x="1117377" y="122"/>
                  </a:lnTo>
                  <a:lnTo>
                    <a:pt x="1127412" y="60"/>
                  </a:lnTo>
                  <a:lnTo>
                    <a:pt x="113726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19428" y="4984690"/>
              <a:ext cx="1137266" cy="72920"/>
            </a:xfrm>
            <a:custGeom>
              <a:avLst/>
              <a:pathLst>
                <a:path w="1137266" h="72920">
                  <a:moveTo>
                    <a:pt x="0" y="0"/>
                  </a:moveTo>
                  <a:lnTo>
                    <a:pt x="73029" y="4682"/>
                  </a:lnTo>
                  <a:lnTo>
                    <a:pt x="137446" y="8812"/>
                  </a:lnTo>
                  <a:lnTo>
                    <a:pt x="195069" y="12507"/>
                  </a:lnTo>
                  <a:lnTo>
                    <a:pt x="247195" y="15849"/>
                  </a:lnTo>
                  <a:lnTo>
                    <a:pt x="294782" y="18901"/>
                  </a:lnTo>
                  <a:lnTo>
                    <a:pt x="338558" y="21708"/>
                  </a:lnTo>
                  <a:lnTo>
                    <a:pt x="379088" y="24306"/>
                  </a:lnTo>
                  <a:lnTo>
                    <a:pt x="416821" y="26726"/>
                  </a:lnTo>
                  <a:lnTo>
                    <a:pt x="452118" y="28989"/>
                  </a:lnTo>
                  <a:lnTo>
                    <a:pt x="485274" y="31115"/>
                  </a:lnTo>
                  <a:lnTo>
                    <a:pt x="516535" y="33119"/>
                  </a:lnTo>
                  <a:lnTo>
                    <a:pt x="546105" y="35015"/>
                  </a:lnTo>
                  <a:lnTo>
                    <a:pt x="574157" y="36814"/>
                  </a:lnTo>
                  <a:lnTo>
                    <a:pt x="600841" y="38525"/>
                  </a:lnTo>
                  <a:lnTo>
                    <a:pt x="626284" y="40156"/>
                  </a:lnTo>
                  <a:lnTo>
                    <a:pt x="650595" y="41715"/>
                  </a:lnTo>
                  <a:lnTo>
                    <a:pt x="673871" y="43208"/>
                  </a:lnTo>
                  <a:lnTo>
                    <a:pt x="696197" y="44639"/>
                  </a:lnTo>
                  <a:lnTo>
                    <a:pt x="717647" y="46015"/>
                  </a:lnTo>
                  <a:lnTo>
                    <a:pt x="738288" y="47338"/>
                  </a:lnTo>
                  <a:lnTo>
                    <a:pt x="758177" y="48613"/>
                  </a:lnTo>
                  <a:lnTo>
                    <a:pt x="777369" y="49844"/>
                  </a:lnTo>
                  <a:lnTo>
                    <a:pt x="795910" y="51033"/>
                  </a:lnTo>
                  <a:lnTo>
                    <a:pt x="813843" y="52183"/>
                  </a:lnTo>
                  <a:lnTo>
                    <a:pt x="831207" y="53296"/>
                  </a:lnTo>
                  <a:lnTo>
                    <a:pt x="848036" y="54375"/>
                  </a:lnTo>
                  <a:lnTo>
                    <a:pt x="864363" y="55422"/>
                  </a:lnTo>
                  <a:lnTo>
                    <a:pt x="880217" y="56438"/>
                  </a:lnTo>
                  <a:lnTo>
                    <a:pt x="895624" y="57426"/>
                  </a:lnTo>
                  <a:lnTo>
                    <a:pt x="910609" y="58387"/>
                  </a:lnTo>
                  <a:lnTo>
                    <a:pt x="925194" y="59322"/>
                  </a:lnTo>
                  <a:lnTo>
                    <a:pt x="939400" y="60233"/>
                  </a:lnTo>
                  <a:lnTo>
                    <a:pt x="953246" y="61121"/>
                  </a:lnTo>
                  <a:lnTo>
                    <a:pt x="966751" y="61987"/>
                  </a:lnTo>
                  <a:lnTo>
                    <a:pt x="979930" y="62832"/>
                  </a:lnTo>
                  <a:lnTo>
                    <a:pt x="992799" y="63657"/>
                  </a:lnTo>
                  <a:lnTo>
                    <a:pt x="1005373" y="64463"/>
                  </a:lnTo>
                  <a:lnTo>
                    <a:pt x="1017663" y="65251"/>
                  </a:lnTo>
                  <a:lnTo>
                    <a:pt x="1029684" y="66022"/>
                  </a:lnTo>
                  <a:lnTo>
                    <a:pt x="1041446" y="66776"/>
                  </a:lnTo>
                  <a:lnTo>
                    <a:pt x="1052960" y="67515"/>
                  </a:lnTo>
                  <a:lnTo>
                    <a:pt x="1064237" y="68238"/>
                  </a:lnTo>
                  <a:lnTo>
                    <a:pt x="1075286" y="68946"/>
                  </a:lnTo>
                  <a:lnTo>
                    <a:pt x="1086116" y="69640"/>
                  </a:lnTo>
                  <a:lnTo>
                    <a:pt x="1096736" y="70321"/>
                  </a:lnTo>
                  <a:lnTo>
                    <a:pt x="1107154" y="70989"/>
                  </a:lnTo>
                  <a:lnTo>
                    <a:pt x="1117377" y="71645"/>
                  </a:lnTo>
                  <a:lnTo>
                    <a:pt x="1127412" y="72288"/>
                  </a:lnTo>
                  <a:lnTo>
                    <a:pt x="1137266" y="7292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rc772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4" name="pl773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tx774"/>
            <p:cNvSpPr/>
            <p:nvPr/>
          </p:nvSpPr>
          <p:spPr>
            <a:xfrm rot="-5400000">
              <a:off x="1152636" y="516108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6" name="tx775"/>
            <p:cNvSpPr/>
            <p:nvPr/>
          </p:nvSpPr>
          <p:spPr>
            <a:xfrm rot="-5400000">
              <a:off x="1152636" y="478783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152636" y="441459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8" name="pl777"/>
            <p:cNvSpPr/>
            <p:nvPr/>
          </p:nvSpPr>
          <p:spPr>
            <a:xfrm>
              <a:off x="1311032" y="52020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8"/>
            <p:cNvSpPr/>
            <p:nvPr/>
          </p:nvSpPr>
          <p:spPr>
            <a:xfrm>
              <a:off x="1311032" y="48288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11032" y="445560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42663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1942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79851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17760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55669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tx785"/>
            <p:cNvSpPr/>
            <p:nvPr/>
          </p:nvSpPr>
          <p:spPr>
            <a:xfrm>
              <a:off x="138765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7" name="tx786"/>
            <p:cNvSpPr/>
            <p:nvPr/>
          </p:nvSpPr>
          <p:spPr>
            <a:xfrm>
              <a:off x="176674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145830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52491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170435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2" name="rc791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45986" y="467098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804023" y="440497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04754" y="472458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25003" y="467577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53950" y="427057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28175" y="466035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26670" y="501288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30413" y="489019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21013" y="46878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48911" y="421210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192477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186407" y="462385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198915" y="471984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231370" y="51138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04728" y="472882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00426" y="487796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09996" y="496009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05663" y="50354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188402" y="48177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222515" y="45226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200309" y="447078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183569" y="49557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220445" y="47942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223026" y="48391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199111" y="47327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208635" y="44183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218905" y="490198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228611" y="427154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80131" y="437773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602115" y="47757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88841" y="470048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61957" y="488872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82424" y="48635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61492" y="49668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584047" y="462563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63367" y="45188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599354" y="453006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79778" y="457988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94912" y="47414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68929" y="43097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597405" y="498804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56342" y="509721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57060" y="46703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600423" y="446409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83403" y="474466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97779" y="509636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64420" y="41575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73497" y="460495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937512" y="489965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956841" y="473391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79514" y="488977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959101" y="48695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35717" y="495758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949397" y="467399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82978" y="483516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82271" y="518296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982980" y="474173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951089" y="49527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952190" y="49647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967479" y="480526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969634" y="470755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959059" y="504677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32633" y="497382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972593" y="499666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69955" y="447794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73373" y="461614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57507" y="49998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984014" y="47924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31196" y="46517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954810" y="467826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65619" y="463281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936281" y="48821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859309" y="4727331"/>
              <a:ext cx="1126522" cy="16419"/>
            </a:xfrm>
            <a:custGeom>
              <a:avLst/>
              <a:pathLst>
                <a:path w="1126522" h="16419">
                  <a:moveTo>
                    <a:pt x="0" y="0"/>
                  </a:moveTo>
                  <a:lnTo>
                    <a:pt x="72339" y="1054"/>
                  </a:lnTo>
                  <a:lnTo>
                    <a:pt x="136147" y="1984"/>
                  </a:lnTo>
                  <a:lnTo>
                    <a:pt x="193226" y="2816"/>
                  </a:lnTo>
                  <a:lnTo>
                    <a:pt x="244859" y="3568"/>
                  </a:lnTo>
                  <a:lnTo>
                    <a:pt x="291997" y="4255"/>
                  </a:lnTo>
                  <a:lnTo>
                    <a:pt x="335359" y="4887"/>
                  </a:lnTo>
                  <a:lnTo>
                    <a:pt x="375507" y="5473"/>
                  </a:lnTo>
                  <a:lnTo>
                    <a:pt x="412883" y="6017"/>
                  </a:lnTo>
                  <a:lnTo>
                    <a:pt x="447847" y="6527"/>
                  </a:lnTo>
                  <a:lnTo>
                    <a:pt x="480690" y="7006"/>
                  </a:lnTo>
                  <a:lnTo>
                    <a:pt x="511655" y="7457"/>
                  </a:lnTo>
                  <a:lnTo>
                    <a:pt x="540945" y="7884"/>
                  </a:lnTo>
                  <a:lnTo>
                    <a:pt x="568733" y="8289"/>
                  </a:lnTo>
                  <a:lnTo>
                    <a:pt x="595165" y="8674"/>
                  </a:lnTo>
                  <a:lnTo>
                    <a:pt x="620367" y="9042"/>
                  </a:lnTo>
                  <a:lnTo>
                    <a:pt x="644448" y="9393"/>
                  </a:lnTo>
                  <a:lnTo>
                    <a:pt x="667504" y="9729"/>
                  </a:lnTo>
                  <a:lnTo>
                    <a:pt x="689619" y="10051"/>
                  </a:lnTo>
                  <a:lnTo>
                    <a:pt x="710867" y="10361"/>
                  </a:lnTo>
                  <a:lnTo>
                    <a:pt x="731312" y="10659"/>
                  </a:lnTo>
                  <a:lnTo>
                    <a:pt x="751014" y="10946"/>
                  </a:lnTo>
                  <a:lnTo>
                    <a:pt x="770025" y="11223"/>
                  </a:lnTo>
                  <a:lnTo>
                    <a:pt x="788391" y="11491"/>
                  </a:lnTo>
                  <a:lnTo>
                    <a:pt x="806154" y="11749"/>
                  </a:lnTo>
                  <a:lnTo>
                    <a:pt x="823354" y="12000"/>
                  </a:lnTo>
                  <a:lnTo>
                    <a:pt x="840024" y="12243"/>
                  </a:lnTo>
                  <a:lnTo>
                    <a:pt x="856197" y="12479"/>
                  </a:lnTo>
                  <a:lnTo>
                    <a:pt x="871901" y="12708"/>
                  </a:lnTo>
                  <a:lnTo>
                    <a:pt x="887162" y="12930"/>
                  </a:lnTo>
                  <a:lnTo>
                    <a:pt x="902005" y="13146"/>
                  </a:lnTo>
                  <a:lnTo>
                    <a:pt x="916453" y="13357"/>
                  </a:lnTo>
                  <a:lnTo>
                    <a:pt x="930525" y="13562"/>
                  </a:lnTo>
                  <a:lnTo>
                    <a:pt x="944240" y="13762"/>
                  </a:lnTo>
                  <a:lnTo>
                    <a:pt x="957617" y="13957"/>
                  </a:lnTo>
                  <a:lnTo>
                    <a:pt x="970672" y="14147"/>
                  </a:lnTo>
                  <a:lnTo>
                    <a:pt x="983420" y="14333"/>
                  </a:lnTo>
                  <a:lnTo>
                    <a:pt x="995874" y="14515"/>
                  </a:lnTo>
                  <a:lnTo>
                    <a:pt x="1008049" y="14692"/>
                  </a:lnTo>
                  <a:lnTo>
                    <a:pt x="1019955" y="14866"/>
                  </a:lnTo>
                  <a:lnTo>
                    <a:pt x="1031606" y="15035"/>
                  </a:lnTo>
                  <a:lnTo>
                    <a:pt x="1043012" y="15202"/>
                  </a:lnTo>
                  <a:lnTo>
                    <a:pt x="1054182" y="15365"/>
                  </a:lnTo>
                  <a:lnTo>
                    <a:pt x="1065127" y="15524"/>
                  </a:lnTo>
                  <a:lnTo>
                    <a:pt x="1075855" y="15680"/>
                  </a:lnTo>
                  <a:lnTo>
                    <a:pt x="1086374" y="15834"/>
                  </a:lnTo>
                  <a:lnTo>
                    <a:pt x="1096694" y="15984"/>
                  </a:lnTo>
                  <a:lnTo>
                    <a:pt x="1106820" y="16132"/>
                  </a:lnTo>
                  <a:lnTo>
                    <a:pt x="1116760" y="16277"/>
                  </a:lnTo>
                  <a:lnTo>
                    <a:pt x="1126522" y="1641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2859309" y="4718395"/>
              <a:ext cx="1126522" cy="3828"/>
            </a:xfrm>
            <a:custGeom>
              <a:avLst/>
              <a:pathLst>
                <a:path w="1126522" h="3828">
                  <a:moveTo>
                    <a:pt x="0" y="3828"/>
                  </a:moveTo>
                  <a:lnTo>
                    <a:pt x="72339" y="3582"/>
                  </a:lnTo>
                  <a:lnTo>
                    <a:pt x="136147" y="3365"/>
                  </a:lnTo>
                  <a:lnTo>
                    <a:pt x="193226" y="3171"/>
                  </a:lnTo>
                  <a:lnTo>
                    <a:pt x="244859" y="2996"/>
                  </a:lnTo>
                  <a:lnTo>
                    <a:pt x="291997" y="2836"/>
                  </a:lnTo>
                  <a:lnTo>
                    <a:pt x="335359" y="2688"/>
                  </a:lnTo>
                  <a:lnTo>
                    <a:pt x="375507" y="2552"/>
                  </a:lnTo>
                  <a:lnTo>
                    <a:pt x="412883" y="2425"/>
                  </a:lnTo>
                  <a:lnTo>
                    <a:pt x="447847" y="2306"/>
                  </a:lnTo>
                  <a:lnTo>
                    <a:pt x="480690" y="2194"/>
                  </a:lnTo>
                  <a:lnTo>
                    <a:pt x="511655" y="2089"/>
                  </a:lnTo>
                  <a:lnTo>
                    <a:pt x="540945" y="1990"/>
                  </a:lnTo>
                  <a:lnTo>
                    <a:pt x="568733" y="1895"/>
                  </a:lnTo>
                  <a:lnTo>
                    <a:pt x="595165" y="1805"/>
                  </a:lnTo>
                  <a:lnTo>
                    <a:pt x="620367" y="1720"/>
                  </a:lnTo>
                  <a:lnTo>
                    <a:pt x="644448" y="1638"/>
                  </a:lnTo>
                  <a:lnTo>
                    <a:pt x="667504" y="1559"/>
                  </a:lnTo>
                  <a:lnTo>
                    <a:pt x="689619" y="1484"/>
                  </a:lnTo>
                  <a:lnTo>
                    <a:pt x="710867" y="1412"/>
                  </a:lnTo>
                  <a:lnTo>
                    <a:pt x="731312" y="1343"/>
                  </a:lnTo>
                  <a:lnTo>
                    <a:pt x="751014" y="1276"/>
                  </a:lnTo>
                  <a:lnTo>
                    <a:pt x="770025" y="1211"/>
                  </a:lnTo>
                  <a:lnTo>
                    <a:pt x="788391" y="1149"/>
                  </a:lnTo>
                  <a:lnTo>
                    <a:pt x="806154" y="1088"/>
                  </a:lnTo>
                  <a:lnTo>
                    <a:pt x="823354" y="1030"/>
                  </a:lnTo>
                  <a:lnTo>
                    <a:pt x="840024" y="973"/>
                  </a:lnTo>
                  <a:lnTo>
                    <a:pt x="856197" y="918"/>
                  </a:lnTo>
                  <a:lnTo>
                    <a:pt x="871901" y="865"/>
                  </a:lnTo>
                  <a:lnTo>
                    <a:pt x="887162" y="813"/>
                  </a:lnTo>
                  <a:lnTo>
                    <a:pt x="902005" y="762"/>
                  </a:lnTo>
                  <a:lnTo>
                    <a:pt x="916453" y="713"/>
                  </a:lnTo>
                  <a:lnTo>
                    <a:pt x="930525" y="666"/>
                  </a:lnTo>
                  <a:lnTo>
                    <a:pt x="944240" y="619"/>
                  </a:lnTo>
                  <a:lnTo>
                    <a:pt x="957617" y="573"/>
                  </a:lnTo>
                  <a:lnTo>
                    <a:pt x="970672" y="529"/>
                  </a:lnTo>
                  <a:lnTo>
                    <a:pt x="983420" y="486"/>
                  </a:lnTo>
                  <a:lnTo>
                    <a:pt x="995874" y="443"/>
                  </a:lnTo>
                  <a:lnTo>
                    <a:pt x="1008049" y="402"/>
                  </a:lnTo>
                  <a:lnTo>
                    <a:pt x="1019955" y="362"/>
                  </a:lnTo>
                  <a:lnTo>
                    <a:pt x="1031606" y="322"/>
                  </a:lnTo>
                  <a:lnTo>
                    <a:pt x="1043012" y="283"/>
                  </a:lnTo>
                  <a:lnTo>
                    <a:pt x="1054182" y="245"/>
                  </a:lnTo>
                  <a:lnTo>
                    <a:pt x="1065127" y="208"/>
                  </a:lnTo>
                  <a:lnTo>
                    <a:pt x="1075855" y="172"/>
                  </a:lnTo>
                  <a:lnTo>
                    <a:pt x="1086374" y="136"/>
                  </a:lnTo>
                  <a:lnTo>
                    <a:pt x="1096694" y="101"/>
                  </a:lnTo>
                  <a:lnTo>
                    <a:pt x="1106820" y="66"/>
                  </a:lnTo>
                  <a:lnTo>
                    <a:pt x="1116760" y="33"/>
                  </a:lnTo>
                  <a:lnTo>
                    <a:pt x="112652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59309" y="4682542"/>
              <a:ext cx="1126522" cy="387714"/>
            </a:xfrm>
            <a:custGeom>
              <a:avLst/>
              <a:pathLst>
                <a:path w="1126522" h="387714">
                  <a:moveTo>
                    <a:pt x="0" y="0"/>
                  </a:moveTo>
                  <a:lnTo>
                    <a:pt x="72339" y="24897"/>
                  </a:lnTo>
                  <a:lnTo>
                    <a:pt x="136147" y="46857"/>
                  </a:lnTo>
                  <a:lnTo>
                    <a:pt x="193226" y="66502"/>
                  </a:lnTo>
                  <a:lnTo>
                    <a:pt x="244859" y="84273"/>
                  </a:lnTo>
                  <a:lnTo>
                    <a:pt x="291997" y="100496"/>
                  </a:lnTo>
                  <a:lnTo>
                    <a:pt x="335359" y="115420"/>
                  </a:lnTo>
                  <a:lnTo>
                    <a:pt x="375507" y="129238"/>
                  </a:lnTo>
                  <a:lnTo>
                    <a:pt x="412883" y="142102"/>
                  </a:lnTo>
                  <a:lnTo>
                    <a:pt x="447847" y="154135"/>
                  </a:lnTo>
                  <a:lnTo>
                    <a:pt x="480690" y="165438"/>
                  </a:lnTo>
                  <a:lnTo>
                    <a:pt x="511655" y="176096"/>
                  </a:lnTo>
                  <a:lnTo>
                    <a:pt x="540945" y="186177"/>
                  </a:lnTo>
                  <a:lnTo>
                    <a:pt x="568733" y="195740"/>
                  </a:lnTo>
                  <a:lnTo>
                    <a:pt x="595165" y="204837"/>
                  </a:lnTo>
                  <a:lnTo>
                    <a:pt x="620367" y="213511"/>
                  </a:lnTo>
                  <a:lnTo>
                    <a:pt x="644448" y="221799"/>
                  </a:lnTo>
                  <a:lnTo>
                    <a:pt x="667504" y="229734"/>
                  </a:lnTo>
                  <a:lnTo>
                    <a:pt x="689619" y="237346"/>
                  </a:lnTo>
                  <a:lnTo>
                    <a:pt x="710867" y="244658"/>
                  </a:lnTo>
                  <a:lnTo>
                    <a:pt x="731312" y="251695"/>
                  </a:lnTo>
                  <a:lnTo>
                    <a:pt x="751014" y="258476"/>
                  </a:lnTo>
                  <a:lnTo>
                    <a:pt x="770025" y="265019"/>
                  </a:lnTo>
                  <a:lnTo>
                    <a:pt x="788391" y="271340"/>
                  </a:lnTo>
                  <a:lnTo>
                    <a:pt x="806154" y="277454"/>
                  </a:lnTo>
                  <a:lnTo>
                    <a:pt x="823354" y="283373"/>
                  </a:lnTo>
                  <a:lnTo>
                    <a:pt x="840024" y="289111"/>
                  </a:lnTo>
                  <a:lnTo>
                    <a:pt x="856197" y="294677"/>
                  </a:lnTo>
                  <a:lnTo>
                    <a:pt x="871901" y="300081"/>
                  </a:lnTo>
                  <a:lnTo>
                    <a:pt x="887162" y="305334"/>
                  </a:lnTo>
                  <a:lnTo>
                    <a:pt x="902005" y="310443"/>
                  </a:lnTo>
                  <a:lnTo>
                    <a:pt x="916453" y="315415"/>
                  </a:lnTo>
                  <a:lnTo>
                    <a:pt x="930525" y="320258"/>
                  </a:lnTo>
                  <a:lnTo>
                    <a:pt x="944240" y="324979"/>
                  </a:lnTo>
                  <a:lnTo>
                    <a:pt x="957617" y="329583"/>
                  </a:lnTo>
                  <a:lnTo>
                    <a:pt x="970672" y="334076"/>
                  </a:lnTo>
                  <a:lnTo>
                    <a:pt x="983420" y="338463"/>
                  </a:lnTo>
                  <a:lnTo>
                    <a:pt x="995874" y="342749"/>
                  </a:lnTo>
                  <a:lnTo>
                    <a:pt x="1008049" y="346939"/>
                  </a:lnTo>
                  <a:lnTo>
                    <a:pt x="1019955" y="351037"/>
                  </a:lnTo>
                  <a:lnTo>
                    <a:pt x="1031606" y="355047"/>
                  </a:lnTo>
                  <a:lnTo>
                    <a:pt x="1043012" y="358973"/>
                  </a:lnTo>
                  <a:lnTo>
                    <a:pt x="1054182" y="362817"/>
                  </a:lnTo>
                  <a:lnTo>
                    <a:pt x="1065127" y="366584"/>
                  </a:lnTo>
                  <a:lnTo>
                    <a:pt x="1075855" y="370276"/>
                  </a:lnTo>
                  <a:lnTo>
                    <a:pt x="1086374" y="373897"/>
                  </a:lnTo>
                  <a:lnTo>
                    <a:pt x="1096694" y="377448"/>
                  </a:lnTo>
                  <a:lnTo>
                    <a:pt x="1106820" y="380933"/>
                  </a:lnTo>
                  <a:lnTo>
                    <a:pt x="1116760" y="384355"/>
                  </a:lnTo>
                  <a:lnTo>
                    <a:pt x="1126522" y="38771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59309" y="4291365"/>
              <a:ext cx="1126522" cy="286795"/>
            </a:xfrm>
            <a:custGeom>
              <a:avLst/>
              <a:pathLst>
                <a:path w="1126522" h="286795">
                  <a:moveTo>
                    <a:pt x="0" y="0"/>
                  </a:moveTo>
                  <a:lnTo>
                    <a:pt x="72339" y="18416"/>
                  </a:lnTo>
                  <a:lnTo>
                    <a:pt x="136147" y="34661"/>
                  </a:lnTo>
                  <a:lnTo>
                    <a:pt x="193226" y="49192"/>
                  </a:lnTo>
                  <a:lnTo>
                    <a:pt x="244859" y="62337"/>
                  </a:lnTo>
                  <a:lnTo>
                    <a:pt x="291997" y="74338"/>
                  </a:lnTo>
                  <a:lnTo>
                    <a:pt x="335359" y="85377"/>
                  </a:lnTo>
                  <a:lnTo>
                    <a:pt x="375507" y="95598"/>
                  </a:lnTo>
                  <a:lnTo>
                    <a:pt x="412883" y="105113"/>
                  </a:lnTo>
                  <a:lnTo>
                    <a:pt x="447847" y="114015"/>
                  </a:lnTo>
                  <a:lnTo>
                    <a:pt x="480690" y="122376"/>
                  </a:lnTo>
                  <a:lnTo>
                    <a:pt x="511655" y="130259"/>
                  </a:lnTo>
                  <a:lnTo>
                    <a:pt x="540945" y="137716"/>
                  </a:lnTo>
                  <a:lnTo>
                    <a:pt x="568733" y="144790"/>
                  </a:lnTo>
                  <a:lnTo>
                    <a:pt x="595165" y="151520"/>
                  </a:lnTo>
                  <a:lnTo>
                    <a:pt x="620367" y="157936"/>
                  </a:lnTo>
                  <a:lnTo>
                    <a:pt x="644448" y="164066"/>
                  </a:lnTo>
                  <a:lnTo>
                    <a:pt x="667504" y="169936"/>
                  </a:lnTo>
                  <a:lnTo>
                    <a:pt x="689619" y="175566"/>
                  </a:lnTo>
                  <a:lnTo>
                    <a:pt x="710867" y="180976"/>
                  </a:lnTo>
                  <a:lnTo>
                    <a:pt x="731312" y="186181"/>
                  </a:lnTo>
                  <a:lnTo>
                    <a:pt x="751014" y="191197"/>
                  </a:lnTo>
                  <a:lnTo>
                    <a:pt x="770025" y="196036"/>
                  </a:lnTo>
                  <a:lnTo>
                    <a:pt x="788391" y="200712"/>
                  </a:lnTo>
                  <a:lnTo>
                    <a:pt x="806154" y="205234"/>
                  </a:lnTo>
                  <a:lnTo>
                    <a:pt x="823354" y="209613"/>
                  </a:lnTo>
                  <a:lnTo>
                    <a:pt x="840024" y="213857"/>
                  </a:lnTo>
                  <a:lnTo>
                    <a:pt x="856197" y="217974"/>
                  </a:lnTo>
                  <a:lnTo>
                    <a:pt x="871901" y="221972"/>
                  </a:lnTo>
                  <a:lnTo>
                    <a:pt x="887162" y="225858"/>
                  </a:lnTo>
                  <a:lnTo>
                    <a:pt x="902005" y="229637"/>
                  </a:lnTo>
                  <a:lnTo>
                    <a:pt x="916453" y="233315"/>
                  </a:lnTo>
                  <a:lnTo>
                    <a:pt x="930525" y="236897"/>
                  </a:lnTo>
                  <a:lnTo>
                    <a:pt x="944240" y="240389"/>
                  </a:lnTo>
                  <a:lnTo>
                    <a:pt x="957617" y="243795"/>
                  </a:lnTo>
                  <a:lnTo>
                    <a:pt x="970672" y="247118"/>
                  </a:lnTo>
                  <a:lnTo>
                    <a:pt x="983420" y="250363"/>
                  </a:lnTo>
                  <a:lnTo>
                    <a:pt x="995874" y="253534"/>
                  </a:lnTo>
                  <a:lnTo>
                    <a:pt x="1008049" y="256634"/>
                  </a:lnTo>
                  <a:lnTo>
                    <a:pt x="1019955" y="259665"/>
                  </a:lnTo>
                  <a:lnTo>
                    <a:pt x="1031606" y="262631"/>
                  </a:lnTo>
                  <a:lnTo>
                    <a:pt x="1043012" y="265535"/>
                  </a:lnTo>
                  <a:lnTo>
                    <a:pt x="1054182" y="268378"/>
                  </a:lnTo>
                  <a:lnTo>
                    <a:pt x="1065127" y="271165"/>
                  </a:lnTo>
                  <a:lnTo>
                    <a:pt x="1075855" y="273896"/>
                  </a:lnTo>
                  <a:lnTo>
                    <a:pt x="1086374" y="276574"/>
                  </a:lnTo>
                  <a:lnTo>
                    <a:pt x="1096694" y="279201"/>
                  </a:lnTo>
                  <a:lnTo>
                    <a:pt x="1106820" y="281779"/>
                  </a:lnTo>
                  <a:lnTo>
                    <a:pt x="1116760" y="284310"/>
                  </a:lnTo>
                  <a:lnTo>
                    <a:pt x="1126522" y="286795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59309" y="4782819"/>
              <a:ext cx="1126522" cy="40638"/>
            </a:xfrm>
            <a:custGeom>
              <a:avLst/>
              <a:pathLst>
                <a:path w="1126522" h="40638">
                  <a:moveTo>
                    <a:pt x="0" y="0"/>
                  </a:moveTo>
                  <a:lnTo>
                    <a:pt x="72339" y="2609"/>
                  </a:lnTo>
                  <a:lnTo>
                    <a:pt x="136147" y="4911"/>
                  </a:lnTo>
                  <a:lnTo>
                    <a:pt x="193226" y="6970"/>
                  </a:lnTo>
                  <a:lnTo>
                    <a:pt x="244859" y="8833"/>
                  </a:lnTo>
                  <a:lnTo>
                    <a:pt x="291997" y="10533"/>
                  </a:lnTo>
                  <a:lnTo>
                    <a:pt x="335359" y="12097"/>
                  </a:lnTo>
                  <a:lnTo>
                    <a:pt x="375507" y="13546"/>
                  </a:lnTo>
                  <a:lnTo>
                    <a:pt x="412883" y="14894"/>
                  </a:lnTo>
                  <a:lnTo>
                    <a:pt x="447847" y="16155"/>
                  </a:lnTo>
                  <a:lnTo>
                    <a:pt x="480690" y="17340"/>
                  </a:lnTo>
                  <a:lnTo>
                    <a:pt x="511655" y="18457"/>
                  </a:lnTo>
                  <a:lnTo>
                    <a:pt x="540945" y="19514"/>
                  </a:lnTo>
                  <a:lnTo>
                    <a:pt x="568733" y="20516"/>
                  </a:lnTo>
                  <a:lnTo>
                    <a:pt x="595165" y="21470"/>
                  </a:lnTo>
                  <a:lnTo>
                    <a:pt x="620367" y="22379"/>
                  </a:lnTo>
                  <a:lnTo>
                    <a:pt x="644448" y="23248"/>
                  </a:lnTo>
                  <a:lnTo>
                    <a:pt x="667504" y="24079"/>
                  </a:lnTo>
                  <a:lnTo>
                    <a:pt x="689619" y="24877"/>
                  </a:lnTo>
                  <a:lnTo>
                    <a:pt x="710867" y="25644"/>
                  </a:lnTo>
                  <a:lnTo>
                    <a:pt x="731312" y="26381"/>
                  </a:lnTo>
                  <a:lnTo>
                    <a:pt x="751014" y="27092"/>
                  </a:lnTo>
                  <a:lnTo>
                    <a:pt x="770025" y="27778"/>
                  </a:lnTo>
                  <a:lnTo>
                    <a:pt x="788391" y="28440"/>
                  </a:lnTo>
                  <a:lnTo>
                    <a:pt x="806154" y="29081"/>
                  </a:lnTo>
                  <a:lnTo>
                    <a:pt x="823354" y="29702"/>
                  </a:lnTo>
                  <a:lnTo>
                    <a:pt x="840024" y="30303"/>
                  </a:lnTo>
                  <a:lnTo>
                    <a:pt x="856197" y="30886"/>
                  </a:lnTo>
                  <a:lnTo>
                    <a:pt x="871901" y="31453"/>
                  </a:lnTo>
                  <a:lnTo>
                    <a:pt x="887162" y="32003"/>
                  </a:lnTo>
                  <a:lnTo>
                    <a:pt x="902005" y="32539"/>
                  </a:lnTo>
                  <a:lnTo>
                    <a:pt x="916453" y="33060"/>
                  </a:lnTo>
                  <a:lnTo>
                    <a:pt x="930525" y="33568"/>
                  </a:lnTo>
                  <a:lnTo>
                    <a:pt x="944240" y="34063"/>
                  </a:lnTo>
                  <a:lnTo>
                    <a:pt x="957617" y="34545"/>
                  </a:lnTo>
                  <a:lnTo>
                    <a:pt x="970672" y="35016"/>
                  </a:lnTo>
                  <a:lnTo>
                    <a:pt x="983420" y="35476"/>
                  </a:lnTo>
                  <a:lnTo>
                    <a:pt x="995874" y="35925"/>
                  </a:lnTo>
                  <a:lnTo>
                    <a:pt x="1008049" y="36364"/>
                  </a:lnTo>
                  <a:lnTo>
                    <a:pt x="1019955" y="36794"/>
                  </a:lnTo>
                  <a:lnTo>
                    <a:pt x="1031606" y="37214"/>
                  </a:lnTo>
                  <a:lnTo>
                    <a:pt x="1043012" y="37626"/>
                  </a:lnTo>
                  <a:lnTo>
                    <a:pt x="1054182" y="38029"/>
                  </a:lnTo>
                  <a:lnTo>
                    <a:pt x="1065127" y="38423"/>
                  </a:lnTo>
                  <a:lnTo>
                    <a:pt x="1075855" y="38810"/>
                  </a:lnTo>
                  <a:lnTo>
                    <a:pt x="1086374" y="39190"/>
                  </a:lnTo>
                  <a:lnTo>
                    <a:pt x="1096694" y="39562"/>
                  </a:lnTo>
                  <a:lnTo>
                    <a:pt x="1106820" y="39928"/>
                  </a:lnTo>
                  <a:lnTo>
                    <a:pt x="1116760" y="40286"/>
                  </a:lnTo>
                  <a:lnTo>
                    <a:pt x="1126522" y="40638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59309" y="4552431"/>
              <a:ext cx="1126522" cy="233668"/>
            </a:xfrm>
            <a:custGeom>
              <a:avLst/>
              <a:pathLst>
                <a:path w="1126522" h="233668">
                  <a:moveTo>
                    <a:pt x="0" y="0"/>
                  </a:moveTo>
                  <a:lnTo>
                    <a:pt x="72339" y="15005"/>
                  </a:lnTo>
                  <a:lnTo>
                    <a:pt x="136147" y="28240"/>
                  </a:lnTo>
                  <a:lnTo>
                    <a:pt x="193226" y="40079"/>
                  </a:lnTo>
                  <a:lnTo>
                    <a:pt x="244859" y="50789"/>
                  </a:lnTo>
                  <a:lnTo>
                    <a:pt x="291997" y="60567"/>
                  </a:lnTo>
                  <a:lnTo>
                    <a:pt x="335359" y="69561"/>
                  </a:lnTo>
                  <a:lnTo>
                    <a:pt x="375507" y="77889"/>
                  </a:lnTo>
                  <a:lnTo>
                    <a:pt x="412883" y="85642"/>
                  </a:lnTo>
                  <a:lnTo>
                    <a:pt x="447847" y="92894"/>
                  </a:lnTo>
                  <a:lnTo>
                    <a:pt x="480690" y="99706"/>
                  </a:lnTo>
                  <a:lnTo>
                    <a:pt x="511655" y="106129"/>
                  </a:lnTo>
                  <a:lnTo>
                    <a:pt x="540945" y="112205"/>
                  </a:lnTo>
                  <a:lnTo>
                    <a:pt x="568733" y="117969"/>
                  </a:lnTo>
                  <a:lnTo>
                    <a:pt x="595165" y="123451"/>
                  </a:lnTo>
                  <a:lnTo>
                    <a:pt x="620367" y="128679"/>
                  </a:lnTo>
                  <a:lnTo>
                    <a:pt x="644448" y="133674"/>
                  </a:lnTo>
                  <a:lnTo>
                    <a:pt x="667504" y="138456"/>
                  </a:lnTo>
                  <a:lnTo>
                    <a:pt x="689619" y="143043"/>
                  </a:lnTo>
                  <a:lnTo>
                    <a:pt x="710867" y="147451"/>
                  </a:lnTo>
                  <a:lnTo>
                    <a:pt x="731312" y="151692"/>
                  </a:lnTo>
                  <a:lnTo>
                    <a:pt x="751014" y="155778"/>
                  </a:lnTo>
                  <a:lnTo>
                    <a:pt x="770025" y="159721"/>
                  </a:lnTo>
                  <a:lnTo>
                    <a:pt x="788391" y="163531"/>
                  </a:lnTo>
                  <a:lnTo>
                    <a:pt x="806154" y="167216"/>
                  </a:lnTo>
                  <a:lnTo>
                    <a:pt x="823354" y="170783"/>
                  </a:lnTo>
                  <a:lnTo>
                    <a:pt x="840024" y="174241"/>
                  </a:lnTo>
                  <a:lnTo>
                    <a:pt x="856197" y="177596"/>
                  </a:lnTo>
                  <a:lnTo>
                    <a:pt x="871901" y="180853"/>
                  </a:lnTo>
                  <a:lnTo>
                    <a:pt x="887162" y="184019"/>
                  </a:lnTo>
                  <a:lnTo>
                    <a:pt x="902005" y="187097"/>
                  </a:lnTo>
                  <a:lnTo>
                    <a:pt x="916453" y="190094"/>
                  </a:lnTo>
                  <a:lnTo>
                    <a:pt x="930525" y="193013"/>
                  </a:lnTo>
                  <a:lnTo>
                    <a:pt x="944240" y="195858"/>
                  </a:lnTo>
                  <a:lnTo>
                    <a:pt x="957617" y="198633"/>
                  </a:lnTo>
                  <a:lnTo>
                    <a:pt x="970672" y="201341"/>
                  </a:lnTo>
                  <a:lnTo>
                    <a:pt x="983420" y="203985"/>
                  </a:lnTo>
                  <a:lnTo>
                    <a:pt x="995874" y="206568"/>
                  </a:lnTo>
                  <a:lnTo>
                    <a:pt x="1008049" y="209093"/>
                  </a:lnTo>
                  <a:lnTo>
                    <a:pt x="1019955" y="211563"/>
                  </a:lnTo>
                  <a:lnTo>
                    <a:pt x="1031606" y="213980"/>
                  </a:lnTo>
                  <a:lnTo>
                    <a:pt x="1043012" y="216346"/>
                  </a:lnTo>
                  <a:lnTo>
                    <a:pt x="1054182" y="218663"/>
                  </a:lnTo>
                  <a:lnTo>
                    <a:pt x="1065127" y="220933"/>
                  </a:lnTo>
                  <a:lnTo>
                    <a:pt x="1075855" y="223158"/>
                  </a:lnTo>
                  <a:lnTo>
                    <a:pt x="1086374" y="225340"/>
                  </a:lnTo>
                  <a:lnTo>
                    <a:pt x="1096694" y="227480"/>
                  </a:lnTo>
                  <a:lnTo>
                    <a:pt x="1106820" y="229581"/>
                  </a:lnTo>
                  <a:lnTo>
                    <a:pt x="1116760" y="231643"/>
                  </a:lnTo>
                  <a:lnTo>
                    <a:pt x="1126522" y="23366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59309" y="4513758"/>
              <a:ext cx="1126522" cy="492464"/>
            </a:xfrm>
            <a:custGeom>
              <a:avLst/>
              <a:pathLst>
                <a:path w="1126522" h="492464">
                  <a:moveTo>
                    <a:pt x="0" y="0"/>
                  </a:moveTo>
                  <a:lnTo>
                    <a:pt x="72339" y="31623"/>
                  </a:lnTo>
                  <a:lnTo>
                    <a:pt x="136147" y="59517"/>
                  </a:lnTo>
                  <a:lnTo>
                    <a:pt x="193226" y="84469"/>
                  </a:lnTo>
                  <a:lnTo>
                    <a:pt x="244859" y="107041"/>
                  </a:lnTo>
                  <a:lnTo>
                    <a:pt x="291997" y="127648"/>
                  </a:lnTo>
                  <a:lnTo>
                    <a:pt x="335359" y="146604"/>
                  </a:lnTo>
                  <a:lnTo>
                    <a:pt x="375507" y="164154"/>
                  </a:lnTo>
                  <a:lnTo>
                    <a:pt x="412883" y="180494"/>
                  </a:lnTo>
                  <a:lnTo>
                    <a:pt x="447847" y="195778"/>
                  </a:lnTo>
                  <a:lnTo>
                    <a:pt x="480690" y="210135"/>
                  </a:lnTo>
                  <a:lnTo>
                    <a:pt x="511655" y="223672"/>
                  </a:lnTo>
                  <a:lnTo>
                    <a:pt x="540945" y="236476"/>
                  </a:lnTo>
                  <a:lnTo>
                    <a:pt x="568733" y="248624"/>
                  </a:lnTo>
                  <a:lnTo>
                    <a:pt x="595165" y="260179"/>
                  </a:lnTo>
                  <a:lnTo>
                    <a:pt x="620367" y="271196"/>
                  </a:lnTo>
                  <a:lnTo>
                    <a:pt x="644448" y="281723"/>
                  </a:lnTo>
                  <a:lnTo>
                    <a:pt x="667504" y="291802"/>
                  </a:lnTo>
                  <a:lnTo>
                    <a:pt x="689619" y="301470"/>
                  </a:lnTo>
                  <a:lnTo>
                    <a:pt x="710867" y="310758"/>
                  </a:lnTo>
                  <a:lnTo>
                    <a:pt x="731312" y="319696"/>
                  </a:lnTo>
                  <a:lnTo>
                    <a:pt x="751014" y="328309"/>
                  </a:lnTo>
                  <a:lnTo>
                    <a:pt x="770025" y="336620"/>
                  </a:lnTo>
                  <a:lnTo>
                    <a:pt x="788391" y="344648"/>
                  </a:lnTo>
                  <a:lnTo>
                    <a:pt x="806154" y="352414"/>
                  </a:lnTo>
                  <a:lnTo>
                    <a:pt x="823354" y="359933"/>
                  </a:lnTo>
                  <a:lnTo>
                    <a:pt x="840024" y="367220"/>
                  </a:lnTo>
                  <a:lnTo>
                    <a:pt x="856197" y="374290"/>
                  </a:lnTo>
                  <a:lnTo>
                    <a:pt x="871901" y="381155"/>
                  </a:lnTo>
                  <a:lnTo>
                    <a:pt x="887162" y="387827"/>
                  </a:lnTo>
                  <a:lnTo>
                    <a:pt x="902005" y="394316"/>
                  </a:lnTo>
                  <a:lnTo>
                    <a:pt x="916453" y="400631"/>
                  </a:lnTo>
                  <a:lnTo>
                    <a:pt x="930525" y="406783"/>
                  </a:lnTo>
                  <a:lnTo>
                    <a:pt x="944240" y="412779"/>
                  </a:lnTo>
                  <a:lnTo>
                    <a:pt x="957617" y="418627"/>
                  </a:lnTo>
                  <a:lnTo>
                    <a:pt x="970672" y="424334"/>
                  </a:lnTo>
                  <a:lnTo>
                    <a:pt x="983420" y="429906"/>
                  </a:lnTo>
                  <a:lnTo>
                    <a:pt x="995874" y="435351"/>
                  </a:lnTo>
                  <a:lnTo>
                    <a:pt x="1008049" y="440673"/>
                  </a:lnTo>
                  <a:lnTo>
                    <a:pt x="1019955" y="445878"/>
                  </a:lnTo>
                  <a:lnTo>
                    <a:pt x="1031606" y="450971"/>
                  </a:lnTo>
                  <a:lnTo>
                    <a:pt x="1043012" y="455957"/>
                  </a:lnTo>
                  <a:lnTo>
                    <a:pt x="1054182" y="460840"/>
                  </a:lnTo>
                  <a:lnTo>
                    <a:pt x="1065127" y="465625"/>
                  </a:lnTo>
                  <a:lnTo>
                    <a:pt x="1075855" y="470315"/>
                  </a:lnTo>
                  <a:lnTo>
                    <a:pt x="1086374" y="474913"/>
                  </a:lnTo>
                  <a:lnTo>
                    <a:pt x="1096694" y="479424"/>
                  </a:lnTo>
                  <a:lnTo>
                    <a:pt x="1106820" y="483851"/>
                  </a:lnTo>
                  <a:lnTo>
                    <a:pt x="1116760" y="488197"/>
                  </a:lnTo>
                  <a:lnTo>
                    <a:pt x="1126522" y="49246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59309" y="4962355"/>
              <a:ext cx="1126522" cy="9868"/>
            </a:xfrm>
            <a:custGeom>
              <a:avLst/>
              <a:pathLst>
                <a:path w="1126522" h="9868">
                  <a:moveTo>
                    <a:pt x="0" y="0"/>
                  </a:moveTo>
                  <a:lnTo>
                    <a:pt x="72339" y="633"/>
                  </a:lnTo>
                  <a:lnTo>
                    <a:pt x="136147" y="1192"/>
                  </a:lnTo>
                  <a:lnTo>
                    <a:pt x="193226" y="1692"/>
                  </a:lnTo>
                  <a:lnTo>
                    <a:pt x="244859" y="2144"/>
                  </a:lnTo>
                  <a:lnTo>
                    <a:pt x="291997" y="2557"/>
                  </a:lnTo>
                  <a:lnTo>
                    <a:pt x="335359" y="2937"/>
                  </a:lnTo>
                  <a:lnTo>
                    <a:pt x="375507" y="3289"/>
                  </a:lnTo>
                  <a:lnTo>
                    <a:pt x="412883" y="3616"/>
                  </a:lnTo>
                  <a:lnTo>
                    <a:pt x="447847" y="3923"/>
                  </a:lnTo>
                  <a:lnTo>
                    <a:pt x="480690" y="4210"/>
                  </a:lnTo>
                  <a:lnTo>
                    <a:pt x="511655" y="4482"/>
                  </a:lnTo>
                  <a:lnTo>
                    <a:pt x="540945" y="4738"/>
                  </a:lnTo>
                  <a:lnTo>
                    <a:pt x="568733" y="4982"/>
                  </a:lnTo>
                  <a:lnTo>
                    <a:pt x="595165" y="5213"/>
                  </a:lnTo>
                  <a:lnTo>
                    <a:pt x="620367" y="5434"/>
                  </a:lnTo>
                  <a:lnTo>
                    <a:pt x="644448" y="5645"/>
                  </a:lnTo>
                  <a:lnTo>
                    <a:pt x="667504" y="5847"/>
                  </a:lnTo>
                  <a:lnTo>
                    <a:pt x="689619" y="6040"/>
                  </a:lnTo>
                  <a:lnTo>
                    <a:pt x="710867" y="6227"/>
                  </a:lnTo>
                  <a:lnTo>
                    <a:pt x="731312" y="6406"/>
                  </a:lnTo>
                  <a:lnTo>
                    <a:pt x="751014" y="6578"/>
                  </a:lnTo>
                  <a:lnTo>
                    <a:pt x="770025" y="6745"/>
                  </a:lnTo>
                  <a:lnTo>
                    <a:pt x="788391" y="6906"/>
                  </a:lnTo>
                  <a:lnTo>
                    <a:pt x="806154" y="7061"/>
                  </a:lnTo>
                  <a:lnTo>
                    <a:pt x="823354" y="7212"/>
                  </a:lnTo>
                  <a:lnTo>
                    <a:pt x="840024" y="7358"/>
                  </a:lnTo>
                  <a:lnTo>
                    <a:pt x="856197" y="7500"/>
                  </a:lnTo>
                  <a:lnTo>
                    <a:pt x="871901" y="7637"/>
                  </a:lnTo>
                  <a:lnTo>
                    <a:pt x="887162" y="7771"/>
                  </a:lnTo>
                  <a:lnTo>
                    <a:pt x="902005" y="7901"/>
                  </a:lnTo>
                  <a:lnTo>
                    <a:pt x="916453" y="8028"/>
                  </a:lnTo>
                  <a:lnTo>
                    <a:pt x="930525" y="8151"/>
                  </a:lnTo>
                  <a:lnTo>
                    <a:pt x="944240" y="8271"/>
                  </a:lnTo>
                  <a:lnTo>
                    <a:pt x="957617" y="8388"/>
                  </a:lnTo>
                  <a:lnTo>
                    <a:pt x="970672" y="8502"/>
                  </a:lnTo>
                  <a:lnTo>
                    <a:pt x="983420" y="8614"/>
                  </a:lnTo>
                  <a:lnTo>
                    <a:pt x="995874" y="8723"/>
                  </a:lnTo>
                  <a:lnTo>
                    <a:pt x="1008049" y="8830"/>
                  </a:lnTo>
                  <a:lnTo>
                    <a:pt x="1019955" y="8934"/>
                  </a:lnTo>
                  <a:lnTo>
                    <a:pt x="1031606" y="9036"/>
                  </a:lnTo>
                  <a:lnTo>
                    <a:pt x="1043012" y="9136"/>
                  </a:lnTo>
                  <a:lnTo>
                    <a:pt x="1054182" y="9234"/>
                  </a:lnTo>
                  <a:lnTo>
                    <a:pt x="1065127" y="9330"/>
                  </a:lnTo>
                  <a:lnTo>
                    <a:pt x="1075855" y="9424"/>
                  </a:lnTo>
                  <a:lnTo>
                    <a:pt x="1086374" y="9516"/>
                  </a:lnTo>
                  <a:lnTo>
                    <a:pt x="1096694" y="9606"/>
                  </a:lnTo>
                  <a:lnTo>
                    <a:pt x="1106820" y="9695"/>
                  </a:lnTo>
                  <a:lnTo>
                    <a:pt x="1116760" y="9782"/>
                  </a:lnTo>
                  <a:lnTo>
                    <a:pt x="1126522" y="986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59309" y="4747384"/>
              <a:ext cx="1126522" cy="75131"/>
            </a:xfrm>
            <a:custGeom>
              <a:avLst/>
              <a:pathLst>
                <a:path w="1126522" h="75131">
                  <a:moveTo>
                    <a:pt x="0" y="75131"/>
                  </a:moveTo>
                  <a:lnTo>
                    <a:pt x="72339" y="70306"/>
                  </a:lnTo>
                  <a:lnTo>
                    <a:pt x="136147" y="66051"/>
                  </a:lnTo>
                  <a:lnTo>
                    <a:pt x="193226" y="62244"/>
                  </a:lnTo>
                  <a:lnTo>
                    <a:pt x="244859" y="58800"/>
                  </a:lnTo>
                  <a:lnTo>
                    <a:pt x="291997" y="55656"/>
                  </a:lnTo>
                  <a:lnTo>
                    <a:pt x="335359" y="52764"/>
                  </a:lnTo>
                  <a:lnTo>
                    <a:pt x="375507" y="50087"/>
                  </a:lnTo>
                  <a:lnTo>
                    <a:pt x="412883" y="47594"/>
                  </a:lnTo>
                  <a:lnTo>
                    <a:pt x="447847" y="45262"/>
                  </a:lnTo>
                  <a:lnTo>
                    <a:pt x="480690" y="43072"/>
                  </a:lnTo>
                  <a:lnTo>
                    <a:pt x="511655" y="41007"/>
                  </a:lnTo>
                  <a:lnTo>
                    <a:pt x="540945" y="39053"/>
                  </a:lnTo>
                  <a:lnTo>
                    <a:pt x="568733" y="37200"/>
                  </a:lnTo>
                  <a:lnTo>
                    <a:pt x="595165" y="35437"/>
                  </a:lnTo>
                  <a:lnTo>
                    <a:pt x="620367" y="33756"/>
                  </a:lnTo>
                  <a:lnTo>
                    <a:pt x="644448" y="32150"/>
                  </a:lnTo>
                  <a:lnTo>
                    <a:pt x="667504" y="30613"/>
                  </a:lnTo>
                  <a:lnTo>
                    <a:pt x="689619" y="29138"/>
                  </a:lnTo>
                  <a:lnTo>
                    <a:pt x="710867" y="27721"/>
                  </a:lnTo>
                  <a:lnTo>
                    <a:pt x="731312" y="26357"/>
                  </a:lnTo>
                  <a:lnTo>
                    <a:pt x="751014" y="25043"/>
                  </a:lnTo>
                  <a:lnTo>
                    <a:pt x="770025" y="23775"/>
                  </a:lnTo>
                  <a:lnTo>
                    <a:pt x="788391" y="22550"/>
                  </a:lnTo>
                  <a:lnTo>
                    <a:pt x="806154" y="21366"/>
                  </a:lnTo>
                  <a:lnTo>
                    <a:pt x="823354" y="20219"/>
                  </a:lnTo>
                  <a:lnTo>
                    <a:pt x="840024" y="19107"/>
                  </a:lnTo>
                  <a:lnTo>
                    <a:pt x="856197" y="18028"/>
                  </a:lnTo>
                  <a:lnTo>
                    <a:pt x="871901" y="16981"/>
                  </a:lnTo>
                  <a:lnTo>
                    <a:pt x="887162" y="15963"/>
                  </a:lnTo>
                  <a:lnTo>
                    <a:pt x="902005" y="14973"/>
                  </a:lnTo>
                  <a:lnTo>
                    <a:pt x="916453" y="14010"/>
                  </a:lnTo>
                  <a:lnTo>
                    <a:pt x="930525" y="13071"/>
                  </a:lnTo>
                  <a:lnTo>
                    <a:pt x="944240" y="12156"/>
                  </a:lnTo>
                  <a:lnTo>
                    <a:pt x="957617" y="11264"/>
                  </a:lnTo>
                  <a:lnTo>
                    <a:pt x="970672" y="10394"/>
                  </a:lnTo>
                  <a:lnTo>
                    <a:pt x="983420" y="9543"/>
                  </a:lnTo>
                  <a:lnTo>
                    <a:pt x="995874" y="8713"/>
                  </a:lnTo>
                  <a:lnTo>
                    <a:pt x="1008049" y="7901"/>
                  </a:lnTo>
                  <a:lnTo>
                    <a:pt x="1019955" y="7107"/>
                  </a:lnTo>
                  <a:lnTo>
                    <a:pt x="1031606" y="6330"/>
                  </a:lnTo>
                  <a:lnTo>
                    <a:pt x="1043012" y="5569"/>
                  </a:lnTo>
                  <a:lnTo>
                    <a:pt x="1054182" y="4824"/>
                  </a:lnTo>
                  <a:lnTo>
                    <a:pt x="1065127" y="4094"/>
                  </a:lnTo>
                  <a:lnTo>
                    <a:pt x="1075855" y="3379"/>
                  </a:lnTo>
                  <a:lnTo>
                    <a:pt x="1086374" y="2677"/>
                  </a:lnTo>
                  <a:lnTo>
                    <a:pt x="1096694" y="1989"/>
                  </a:lnTo>
                  <a:lnTo>
                    <a:pt x="1106820" y="1313"/>
                  </a:lnTo>
                  <a:lnTo>
                    <a:pt x="1116760" y="651"/>
                  </a:lnTo>
                  <a:lnTo>
                    <a:pt x="112652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59309" y="4451012"/>
              <a:ext cx="1126522" cy="316578"/>
            </a:xfrm>
            <a:custGeom>
              <a:avLst/>
              <a:pathLst>
                <a:path w="1126522" h="316578">
                  <a:moveTo>
                    <a:pt x="0" y="0"/>
                  </a:moveTo>
                  <a:lnTo>
                    <a:pt x="72339" y="20329"/>
                  </a:lnTo>
                  <a:lnTo>
                    <a:pt x="136147" y="38260"/>
                  </a:lnTo>
                  <a:lnTo>
                    <a:pt x="193226" y="54300"/>
                  </a:lnTo>
                  <a:lnTo>
                    <a:pt x="244859" y="68811"/>
                  </a:lnTo>
                  <a:lnTo>
                    <a:pt x="291997" y="82057"/>
                  </a:lnTo>
                  <a:lnTo>
                    <a:pt x="335359" y="94243"/>
                  </a:lnTo>
                  <a:lnTo>
                    <a:pt x="375507" y="105526"/>
                  </a:lnTo>
                  <a:lnTo>
                    <a:pt x="412883" y="116029"/>
                  </a:lnTo>
                  <a:lnTo>
                    <a:pt x="447847" y="125855"/>
                  </a:lnTo>
                  <a:lnTo>
                    <a:pt x="480690" y="135084"/>
                  </a:lnTo>
                  <a:lnTo>
                    <a:pt x="511655" y="143786"/>
                  </a:lnTo>
                  <a:lnTo>
                    <a:pt x="540945" y="152018"/>
                  </a:lnTo>
                  <a:lnTo>
                    <a:pt x="568733" y="159826"/>
                  </a:lnTo>
                  <a:lnTo>
                    <a:pt x="595165" y="167254"/>
                  </a:lnTo>
                  <a:lnTo>
                    <a:pt x="620367" y="174337"/>
                  </a:lnTo>
                  <a:lnTo>
                    <a:pt x="644448" y="181104"/>
                  </a:lnTo>
                  <a:lnTo>
                    <a:pt x="667504" y="187583"/>
                  </a:lnTo>
                  <a:lnTo>
                    <a:pt x="689619" y="193798"/>
                  </a:lnTo>
                  <a:lnTo>
                    <a:pt x="710867" y="199769"/>
                  </a:lnTo>
                  <a:lnTo>
                    <a:pt x="731312" y="205515"/>
                  </a:lnTo>
                  <a:lnTo>
                    <a:pt x="751014" y="211052"/>
                  </a:lnTo>
                  <a:lnTo>
                    <a:pt x="770025" y="216394"/>
                  </a:lnTo>
                  <a:lnTo>
                    <a:pt x="788391" y="221555"/>
                  </a:lnTo>
                  <a:lnTo>
                    <a:pt x="806154" y="226547"/>
                  </a:lnTo>
                  <a:lnTo>
                    <a:pt x="823354" y="231381"/>
                  </a:lnTo>
                  <a:lnTo>
                    <a:pt x="840024" y="236066"/>
                  </a:lnTo>
                  <a:lnTo>
                    <a:pt x="856197" y="240610"/>
                  </a:lnTo>
                  <a:lnTo>
                    <a:pt x="871901" y="245024"/>
                  </a:lnTo>
                  <a:lnTo>
                    <a:pt x="887162" y="249312"/>
                  </a:lnTo>
                  <a:lnTo>
                    <a:pt x="902005" y="253484"/>
                  </a:lnTo>
                  <a:lnTo>
                    <a:pt x="916453" y="257544"/>
                  </a:lnTo>
                  <a:lnTo>
                    <a:pt x="930525" y="261498"/>
                  </a:lnTo>
                  <a:lnTo>
                    <a:pt x="944240" y="265353"/>
                  </a:lnTo>
                  <a:lnTo>
                    <a:pt x="957617" y="269112"/>
                  </a:lnTo>
                  <a:lnTo>
                    <a:pt x="970672" y="272780"/>
                  </a:lnTo>
                  <a:lnTo>
                    <a:pt x="983420" y="276363"/>
                  </a:lnTo>
                  <a:lnTo>
                    <a:pt x="995874" y="279863"/>
                  </a:lnTo>
                  <a:lnTo>
                    <a:pt x="1008049" y="283284"/>
                  </a:lnTo>
                  <a:lnTo>
                    <a:pt x="1019955" y="286630"/>
                  </a:lnTo>
                  <a:lnTo>
                    <a:pt x="1031606" y="289904"/>
                  </a:lnTo>
                  <a:lnTo>
                    <a:pt x="1043012" y="293110"/>
                  </a:lnTo>
                  <a:lnTo>
                    <a:pt x="1054182" y="296249"/>
                  </a:lnTo>
                  <a:lnTo>
                    <a:pt x="1065127" y="299324"/>
                  </a:lnTo>
                  <a:lnTo>
                    <a:pt x="1075855" y="302339"/>
                  </a:lnTo>
                  <a:lnTo>
                    <a:pt x="1086374" y="305295"/>
                  </a:lnTo>
                  <a:lnTo>
                    <a:pt x="1096694" y="308195"/>
                  </a:lnTo>
                  <a:lnTo>
                    <a:pt x="1106820" y="311041"/>
                  </a:lnTo>
                  <a:lnTo>
                    <a:pt x="1116760" y="313835"/>
                  </a:lnTo>
                  <a:lnTo>
                    <a:pt x="1126522" y="31657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rc874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77350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6"/>
            <p:cNvSpPr/>
            <p:nvPr/>
          </p:nvSpPr>
          <p:spPr>
            <a:xfrm>
              <a:off x="2741874" y="52104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741874" y="48447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741874" y="447897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773505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5930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323481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361032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98583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tx884"/>
            <p:cNvSpPr/>
            <p:nvPr/>
          </p:nvSpPr>
          <p:spPr>
            <a:xfrm>
              <a:off x="282753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6" name="tx885"/>
            <p:cNvSpPr/>
            <p:nvPr/>
          </p:nvSpPr>
          <p:spPr>
            <a:xfrm>
              <a:off x="320304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7" name="tx886"/>
            <p:cNvSpPr/>
            <p:nvPr/>
          </p:nvSpPr>
          <p:spPr>
            <a:xfrm>
              <a:off x="357854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95405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135196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2773505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1" name="rc890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238319" y="50621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259720" y="493622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42223" y="507749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247115" y="43121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84558" y="483213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86648" y="464019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52751" y="522252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64018" y="493222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234865" y="48052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45450" y="44971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27258" y="48012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638886" y="455718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41662" y="506444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56457" y="51261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53141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15539" y="433299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27302" y="518039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59875" y="50960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44760" y="51393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25394" y="504854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58175" y="50124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64126" y="515471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62879" y="49104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43983" y="49460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30633" y="47200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39483" y="482425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18666" y="515870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26871" y="503442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002456" y="50647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022784" y="501637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023153" y="501540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041889" y="49829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021077" y="499701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4998043" y="50681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018497" y="504466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014833" y="475946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5005295" y="51117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5032300" y="486447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99559" y="50921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5009923" y="490743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5040633" y="50809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5044633" y="51188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5040112" y="46652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5010913" y="503693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021350" y="480383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5014193" y="49543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5035114" y="484999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5022550" y="486050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369018" y="515413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404542" y="497330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413736" y="480708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82566" y="495846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401363" y="484125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77565" y="503686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409060" y="493119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393728" y="504811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397801" y="477260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403380" y="479115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414856" y="497832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383297" y="508084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84108" y="492346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404504" y="509184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95229" y="491183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409358" y="513927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406886" y="468882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399118" y="50778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84899" y="503787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75716" y="493726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87729" y="485786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81181" y="494911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408487" y="499330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68618" y="50613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90334" y="4825918"/>
              <a:ext cx="1133766" cy="213454"/>
            </a:xfrm>
            <a:custGeom>
              <a:avLst/>
              <a:pathLst>
                <a:path w="1133766" h="213454">
                  <a:moveTo>
                    <a:pt x="0" y="0"/>
                  </a:moveTo>
                  <a:lnTo>
                    <a:pt x="72804" y="13707"/>
                  </a:lnTo>
                  <a:lnTo>
                    <a:pt x="137023" y="25797"/>
                  </a:lnTo>
                  <a:lnTo>
                    <a:pt x="194468" y="36612"/>
                  </a:lnTo>
                  <a:lnTo>
                    <a:pt x="246434" y="46396"/>
                  </a:lnTo>
                  <a:lnTo>
                    <a:pt x="293875" y="55328"/>
                  </a:lnTo>
                  <a:lnTo>
                    <a:pt x="337516" y="63544"/>
                  </a:lnTo>
                  <a:lnTo>
                    <a:pt x="377922" y="71151"/>
                  </a:lnTo>
                  <a:lnTo>
                    <a:pt x="415538" y="78233"/>
                  </a:lnTo>
                  <a:lnTo>
                    <a:pt x="450726" y="84858"/>
                  </a:lnTo>
                  <a:lnTo>
                    <a:pt x="483781" y="91081"/>
                  </a:lnTo>
                  <a:lnTo>
                    <a:pt x="514945" y="96949"/>
                  </a:lnTo>
                  <a:lnTo>
                    <a:pt x="544424" y="102499"/>
                  </a:lnTo>
                  <a:lnTo>
                    <a:pt x="572390" y="107764"/>
                  </a:lnTo>
                  <a:lnTo>
                    <a:pt x="598992" y="112772"/>
                  </a:lnTo>
                  <a:lnTo>
                    <a:pt x="624356" y="117547"/>
                  </a:lnTo>
                  <a:lnTo>
                    <a:pt x="648592" y="122110"/>
                  </a:lnTo>
                  <a:lnTo>
                    <a:pt x="671797" y="126479"/>
                  </a:lnTo>
                  <a:lnTo>
                    <a:pt x="694054" y="130669"/>
                  </a:lnTo>
                  <a:lnTo>
                    <a:pt x="715438" y="134695"/>
                  </a:lnTo>
                  <a:lnTo>
                    <a:pt x="736015" y="138570"/>
                  </a:lnTo>
                  <a:lnTo>
                    <a:pt x="755844" y="142303"/>
                  </a:lnTo>
                  <a:lnTo>
                    <a:pt x="774976" y="145905"/>
                  </a:lnTo>
                  <a:lnTo>
                    <a:pt x="793461" y="149385"/>
                  </a:lnTo>
                  <a:lnTo>
                    <a:pt x="811338" y="152751"/>
                  </a:lnTo>
                  <a:lnTo>
                    <a:pt x="828649" y="156010"/>
                  </a:lnTo>
                  <a:lnTo>
                    <a:pt x="845426" y="159168"/>
                  </a:lnTo>
                  <a:lnTo>
                    <a:pt x="861703" y="162233"/>
                  </a:lnTo>
                  <a:lnTo>
                    <a:pt x="877508" y="165208"/>
                  </a:lnTo>
                  <a:lnTo>
                    <a:pt x="892867" y="168100"/>
                  </a:lnTo>
                  <a:lnTo>
                    <a:pt x="907806" y="170913"/>
                  </a:lnTo>
                  <a:lnTo>
                    <a:pt x="922346" y="173650"/>
                  </a:lnTo>
                  <a:lnTo>
                    <a:pt x="936508" y="176317"/>
                  </a:lnTo>
                  <a:lnTo>
                    <a:pt x="950312" y="178915"/>
                  </a:lnTo>
                  <a:lnTo>
                    <a:pt x="963775" y="181450"/>
                  </a:lnTo>
                  <a:lnTo>
                    <a:pt x="976914" y="183924"/>
                  </a:lnTo>
                  <a:lnTo>
                    <a:pt x="989743" y="186339"/>
                  </a:lnTo>
                  <a:lnTo>
                    <a:pt x="1002278" y="188699"/>
                  </a:lnTo>
                  <a:lnTo>
                    <a:pt x="1014531" y="191006"/>
                  </a:lnTo>
                  <a:lnTo>
                    <a:pt x="1026514" y="193262"/>
                  </a:lnTo>
                  <a:lnTo>
                    <a:pt x="1038240" y="195470"/>
                  </a:lnTo>
                  <a:lnTo>
                    <a:pt x="1049719" y="197631"/>
                  </a:lnTo>
                  <a:lnTo>
                    <a:pt x="1060961" y="199747"/>
                  </a:lnTo>
                  <a:lnTo>
                    <a:pt x="1071976" y="201821"/>
                  </a:lnTo>
                  <a:lnTo>
                    <a:pt x="1082773" y="203854"/>
                  </a:lnTo>
                  <a:lnTo>
                    <a:pt x="1093360" y="205847"/>
                  </a:lnTo>
                  <a:lnTo>
                    <a:pt x="1103746" y="207802"/>
                  </a:lnTo>
                  <a:lnTo>
                    <a:pt x="1113937" y="209721"/>
                  </a:lnTo>
                  <a:lnTo>
                    <a:pt x="1123942" y="211605"/>
                  </a:lnTo>
                  <a:lnTo>
                    <a:pt x="1133766" y="21345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90334" y="4406278"/>
              <a:ext cx="1133766" cy="704567"/>
            </a:xfrm>
            <a:custGeom>
              <a:avLst/>
              <a:pathLst>
                <a:path w="1133766" h="704567">
                  <a:moveTo>
                    <a:pt x="0" y="0"/>
                  </a:moveTo>
                  <a:lnTo>
                    <a:pt x="72804" y="45243"/>
                  </a:lnTo>
                  <a:lnTo>
                    <a:pt x="137023" y="85151"/>
                  </a:lnTo>
                  <a:lnTo>
                    <a:pt x="194468" y="120850"/>
                  </a:lnTo>
                  <a:lnTo>
                    <a:pt x="246434" y="153143"/>
                  </a:lnTo>
                  <a:lnTo>
                    <a:pt x="293875" y="182625"/>
                  </a:lnTo>
                  <a:lnTo>
                    <a:pt x="337516" y="209746"/>
                  </a:lnTo>
                  <a:lnTo>
                    <a:pt x="377922" y="234855"/>
                  </a:lnTo>
                  <a:lnTo>
                    <a:pt x="415538" y="258232"/>
                  </a:lnTo>
                  <a:lnTo>
                    <a:pt x="450726" y="280099"/>
                  </a:lnTo>
                  <a:lnTo>
                    <a:pt x="483781" y="300640"/>
                  </a:lnTo>
                  <a:lnTo>
                    <a:pt x="514945" y="320007"/>
                  </a:lnTo>
                  <a:lnTo>
                    <a:pt x="544424" y="338326"/>
                  </a:lnTo>
                  <a:lnTo>
                    <a:pt x="572390" y="355706"/>
                  </a:lnTo>
                  <a:lnTo>
                    <a:pt x="598992" y="372237"/>
                  </a:lnTo>
                  <a:lnTo>
                    <a:pt x="624356" y="387999"/>
                  </a:lnTo>
                  <a:lnTo>
                    <a:pt x="648592" y="403061"/>
                  </a:lnTo>
                  <a:lnTo>
                    <a:pt x="671797" y="417481"/>
                  </a:lnTo>
                  <a:lnTo>
                    <a:pt x="694054" y="431312"/>
                  </a:lnTo>
                  <a:lnTo>
                    <a:pt x="715438" y="444601"/>
                  </a:lnTo>
                  <a:lnTo>
                    <a:pt x="736015" y="457389"/>
                  </a:lnTo>
                  <a:lnTo>
                    <a:pt x="755844" y="469711"/>
                  </a:lnTo>
                  <a:lnTo>
                    <a:pt x="774976" y="481601"/>
                  </a:lnTo>
                  <a:lnTo>
                    <a:pt x="793461" y="493087"/>
                  </a:lnTo>
                  <a:lnTo>
                    <a:pt x="811338" y="504197"/>
                  </a:lnTo>
                  <a:lnTo>
                    <a:pt x="828649" y="514955"/>
                  </a:lnTo>
                  <a:lnTo>
                    <a:pt x="845426" y="525381"/>
                  </a:lnTo>
                  <a:lnTo>
                    <a:pt x="861703" y="535496"/>
                  </a:lnTo>
                  <a:lnTo>
                    <a:pt x="877508" y="545318"/>
                  </a:lnTo>
                  <a:lnTo>
                    <a:pt x="892867" y="554863"/>
                  </a:lnTo>
                  <a:lnTo>
                    <a:pt x="907806" y="564146"/>
                  </a:lnTo>
                  <a:lnTo>
                    <a:pt x="922346" y="573182"/>
                  </a:lnTo>
                  <a:lnTo>
                    <a:pt x="936508" y="581983"/>
                  </a:lnTo>
                  <a:lnTo>
                    <a:pt x="950312" y="590561"/>
                  </a:lnTo>
                  <a:lnTo>
                    <a:pt x="963775" y="598928"/>
                  </a:lnTo>
                  <a:lnTo>
                    <a:pt x="976914" y="607093"/>
                  </a:lnTo>
                  <a:lnTo>
                    <a:pt x="989743" y="615065"/>
                  </a:lnTo>
                  <a:lnTo>
                    <a:pt x="1002278" y="622855"/>
                  </a:lnTo>
                  <a:lnTo>
                    <a:pt x="1014531" y="630469"/>
                  </a:lnTo>
                  <a:lnTo>
                    <a:pt x="1026514" y="637916"/>
                  </a:lnTo>
                  <a:lnTo>
                    <a:pt x="1038240" y="645203"/>
                  </a:lnTo>
                  <a:lnTo>
                    <a:pt x="1049719" y="652337"/>
                  </a:lnTo>
                  <a:lnTo>
                    <a:pt x="1060961" y="659323"/>
                  </a:lnTo>
                  <a:lnTo>
                    <a:pt x="1071976" y="666168"/>
                  </a:lnTo>
                  <a:lnTo>
                    <a:pt x="1082773" y="672878"/>
                  </a:lnTo>
                  <a:lnTo>
                    <a:pt x="1093360" y="679457"/>
                  </a:lnTo>
                  <a:lnTo>
                    <a:pt x="1103746" y="685911"/>
                  </a:lnTo>
                  <a:lnTo>
                    <a:pt x="1113937" y="692244"/>
                  </a:lnTo>
                  <a:lnTo>
                    <a:pt x="1123942" y="698462"/>
                  </a:lnTo>
                  <a:lnTo>
                    <a:pt x="1133766" y="70456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90334" y="5058374"/>
              <a:ext cx="1133766" cy="38496"/>
            </a:xfrm>
            <a:custGeom>
              <a:avLst/>
              <a:pathLst>
                <a:path w="1133766" h="38496">
                  <a:moveTo>
                    <a:pt x="0" y="38496"/>
                  </a:moveTo>
                  <a:lnTo>
                    <a:pt x="72804" y="36024"/>
                  </a:lnTo>
                  <a:lnTo>
                    <a:pt x="137023" y="33844"/>
                  </a:lnTo>
                  <a:lnTo>
                    <a:pt x="194468" y="31893"/>
                  </a:lnTo>
                  <a:lnTo>
                    <a:pt x="246434" y="30129"/>
                  </a:lnTo>
                  <a:lnTo>
                    <a:pt x="293875" y="28518"/>
                  </a:lnTo>
                  <a:lnTo>
                    <a:pt x="337516" y="27036"/>
                  </a:lnTo>
                  <a:lnTo>
                    <a:pt x="377922" y="25664"/>
                  </a:lnTo>
                  <a:lnTo>
                    <a:pt x="415538" y="24387"/>
                  </a:lnTo>
                  <a:lnTo>
                    <a:pt x="450726" y="23192"/>
                  </a:lnTo>
                  <a:lnTo>
                    <a:pt x="483781" y="22070"/>
                  </a:lnTo>
                  <a:lnTo>
                    <a:pt x="514945" y="21012"/>
                  </a:lnTo>
                  <a:lnTo>
                    <a:pt x="544424" y="20011"/>
                  </a:lnTo>
                  <a:lnTo>
                    <a:pt x="572390" y="19061"/>
                  </a:lnTo>
                  <a:lnTo>
                    <a:pt x="598992" y="18158"/>
                  </a:lnTo>
                  <a:lnTo>
                    <a:pt x="624356" y="17296"/>
                  </a:lnTo>
                  <a:lnTo>
                    <a:pt x="648592" y="16474"/>
                  </a:lnTo>
                  <a:lnTo>
                    <a:pt x="671797" y="15686"/>
                  </a:lnTo>
                  <a:lnTo>
                    <a:pt x="694054" y="14930"/>
                  </a:lnTo>
                  <a:lnTo>
                    <a:pt x="715438" y="14204"/>
                  </a:lnTo>
                  <a:lnTo>
                    <a:pt x="736015" y="13505"/>
                  </a:lnTo>
                  <a:lnTo>
                    <a:pt x="755844" y="12832"/>
                  </a:lnTo>
                  <a:lnTo>
                    <a:pt x="774976" y="12182"/>
                  </a:lnTo>
                  <a:lnTo>
                    <a:pt x="793461" y="11555"/>
                  </a:lnTo>
                  <a:lnTo>
                    <a:pt x="811338" y="10948"/>
                  </a:lnTo>
                  <a:lnTo>
                    <a:pt x="828649" y="10360"/>
                  </a:lnTo>
                  <a:lnTo>
                    <a:pt x="845426" y="9790"/>
                  </a:lnTo>
                  <a:lnTo>
                    <a:pt x="861703" y="9237"/>
                  </a:lnTo>
                  <a:lnTo>
                    <a:pt x="877508" y="8701"/>
                  </a:lnTo>
                  <a:lnTo>
                    <a:pt x="892867" y="8179"/>
                  </a:lnTo>
                  <a:lnTo>
                    <a:pt x="907806" y="7672"/>
                  </a:lnTo>
                  <a:lnTo>
                    <a:pt x="922346" y="7178"/>
                  </a:lnTo>
                  <a:lnTo>
                    <a:pt x="936508" y="6697"/>
                  </a:lnTo>
                  <a:lnTo>
                    <a:pt x="950312" y="6229"/>
                  </a:lnTo>
                  <a:lnTo>
                    <a:pt x="963775" y="5772"/>
                  </a:lnTo>
                  <a:lnTo>
                    <a:pt x="976914" y="5325"/>
                  </a:lnTo>
                  <a:lnTo>
                    <a:pt x="989743" y="4890"/>
                  </a:lnTo>
                  <a:lnTo>
                    <a:pt x="1002278" y="4464"/>
                  </a:lnTo>
                  <a:lnTo>
                    <a:pt x="1014531" y="4048"/>
                  </a:lnTo>
                  <a:lnTo>
                    <a:pt x="1026514" y="3641"/>
                  </a:lnTo>
                  <a:lnTo>
                    <a:pt x="1038240" y="3243"/>
                  </a:lnTo>
                  <a:lnTo>
                    <a:pt x="1049719" y="2853"/>
                  </a:lnTo>
                  <a:lnTo>
                    <a:pt x="1060961" y="2472"/>
                  </a:lnTo>
                  <a:lnTo>
                    <a:pt x="1071976" y="2098"/>
                  </a:lnTo>
                  <a:lnTo>
                    <a:pt x="1082773" y="1731"/>
                  </a:lnTo>
                  <a:lnTo>
                    <a:pt x="1093360" y="1371"/>
                  </a:lnTo>
                  <a:lnTo>
                    <a:pt x="1103746" y="1019"/>
                  </a:lnTo>
                  <a:lnTo>
                    <a:pt x="1113937" y="673"/>
                  </a:lnTo>
                  <a:lnTo>
                    <a:pt x="1123942" y="333"/>
                  </a:lnTo>
                  <a:lnTo>
                    <a:pt x="113376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290334" y="4791887"/>
              <a:ext cx="1133766" cy="181144"/>
            </a:xfrm>
            <a:custGeom>
              <a:avLst/>
              <a:pathLst>
                <a:path w="1133766" h="181144">
                  <a:moveTo>
                    <a:pt x="0" y="181144"/>
                  </a:moveTo>
                  <a:lnTo>
                    <a:pt x="72804" y="169511"/>
                  </a:lnTo>
                  <a:lnTo>
                    <a:pt x="137023" y="159251"/>
                  </a:lnTo>
                  <a:lnTo>
                    <a:pt x="194468" y="150073"/>
                  </a:lnTo>
                  <a:lnTo>
                    <a:pt x="246434" y="141770"/>
                  </a:lnTo>
                  <a:lnTo>
                    <a:pt x="293875" y="134191"/>
                  </a:lnTo>
                  <a:lnTo>
                    <a:pt x="337516" y="127218"/>
                  </a:lnTo>
                  <a:lnTo>
                    <a:pt x="377922" y="120762"/>
                  </a:lnTo>
                  <a:lnTo>
                    <a:pt x="415538" y="114752"/>
                  </a:lnTo>
                  <a:lnTo>
                    <a:pt x="450726" y="109130"/>
                  </a:lnTo>
                  <a:lnTo>
                    <a:pt x="483781" y="103849"/>
                  </a:lnTo>
                  <a:lnTo>
                    <a:pt x="514945" y="98870"/>
                  </a:lnTo>
                  <a:lnTo>
                    <a:pt x="544424" y="94160"/>
                  </a:lnTo>
                  <a:lnTo>
                    <a:pt x="572390" y="89692"/>
                  </a:lnTo>
                  <a:lnTo>
                    <a:pt x="598992" y="85441"/>
                  </a:lnTo>
                  <a:lnTo>
                    <a:pt x="624356" y="81389"/>
                  </a:lnTo>
                  <a:lnTo>
                    <a:pt x="648592" y="77517"/>
                  </a:lnTo>
                  <a:lnTo>
                    <a:pt x="671797" y="73809"/>
                  </a:lnTo>
                  <a:lnTo>
                    <a:pt x="694054" y="70253"/>
                  </a:lnTo>
                  <a:lnTo>
                    <a:pt x="715438" y="66837"/>
                  </a:lnTo>
                  <a:lnTo>
                    <a:pt x="736015" y="63549"/>
                  </a:lnTo>
                  <a:lnTo>
                    <a:pt x="755844" y="60381"/>
                  </a:lnTo>
                  <a:lnTo>
                    <a:pt x="774976" y="57324"/>
                  </a:lnTo>
                  <a:lnTo>
                    <a:pt x="793461" y="54371"/>
                  </a:lnTo>
                  <a:lnTo>
                    <a:pt x="811338" y="51514"/>
                  </a:lnTo>
                  <a:lnTo>
                    <a:pt x="828649" y="48749"/>
                  </a:lnTo>
                  <a:lnTo>
                    <a:pt x="845426" y="46068"/>
                  </a:lnTo>
                  <a:lnTo>
                    <a:pt x="861703" y="43468"/>
                  </a:lnTo>
                  <a:lnTo>
                    <a:pt x="877508" y="40942"/>
                  </a:lnTo>
                  <a:lnTo>
                    <a:pt x="892867" y="38488"/>
                  </a:lnTo>
                  <a:lnTo>
                    <a:pt x="907806" y="36102"/>
                  </a:lnTo>
                  <a:lnTo>
                    <a:pt x="922346" y="33778"/>
                  </a:lnTo>
                  <a:lnTo>
                    <a:pt x="936508" y="31516"/>
                  </a:lnTo>
                  <a:lnTo>
                    <a:pt x="950312" y="29310"/>
                  </a:lnTo>
                  <a:lnTo>
                    <a:pt x="963775" y="27159"/>
                  </a:lnTo>
                  <a:lnTo>
                    <a:pt x="976914" y="25060"/>
                  </a:lnTo>
                  <a:lnTo>
                    <a:pt x="989743" y="23010"/>
                  </a:lnTo>
                  <a:lnTo>
                    <a:pt x="1002278" y="21008"/>
                  </a:lnTo>
                  <a:lnTo>
                    <a:pt x="1014531" y="19050"/>
                  </a:lnTo>
                  <a:lnTo>
                    <a:pt x="1026514" y="17135"/>
                  </a:lnTo>
                  <a:lnTo>
                    <a:pt x="1038240" y="15262"/>
                  </a:lnTo>
                  <a:lnTo>
                    <a:pt x="1049719" y="13428"/>
                  </a:lnTo>
                  <a:lnTo>
                    <a:pt x="1060961" y="11632"/>
                  </a:lnTo>
                  <a:lnTo>
                    <a:pt x="1071976" y="9872"/>
                  </a:lnTo>
                  <a:lnTo>
                    <a:pt x="1082773" y="8147"/>
                  </a:lnTo>
                  <a:lnTo>
                    <a:pt x="1093360" y="6455"/>
                  </a:lnTo>
                  <a:lnTo>
                    <a:pt x="1103746" y="4796"/>
                  </a:lnTo>
                  <a:lnTo>
                    <a:pt x="1113937" y="3168"/>
                  </a:lnTo>
                  <a:lnTo>
                    <a:pt x="1123942" y="1569"/>
                  </a:lnTo>
                  <a:lnTo>
                    <a:pt x="113376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290334" y="4837847"/>
              <a:ext cx="1133766" cy="104250"/>
            </a:xfrm>
            <a:custGeom>
              <a:avLst/>
              <a:pathLst>
                <a:path w="1133766" h="104250">
                  <a:moveTo>
                    <a:pt x="0" y="104250"/>
                  </a:moveTo>
                  <a:lnTo>
                    <a:pt x="72804" y="97555"/>
                  </a:lnTo>
                  <a:lnTo>
                    <a:pt x="137023" y="91651"/>
                  </a:lnTo>
                  <a:lnTo>
                    <a:pt x="194468" y="86368"/>
                  </a:lnTo>
                  <a:lnTo>
                    <a:pt x="246434" y="81590"/>
                  </a:lnTo>
                  <a:lnTo>
                    <a:pt x="293875" y="77228"/>
                  </a:lnTo>
                  <a:lnTo>
                    <a:pt x="337516" y="73215"/>
                  </a:lnTo>
                  <a:lnTo>
                    <a:pt x="377922" y="69500"/>
                  </a:lnTo>
                  <a:lnTo>
                    <a:pt x="415538" y="66041"/>
                  </a:lnTo>
                  <a:lnTo>
                    <a:pt x="450726" y="62805"/>
                  </a:lnTo>
                  <a:lnTo>
                    <a:pt x="483781" y="59766"/>
                  </a:lnTo>
                  <a:lnTo>
                    <a:pt x="514945" y="56900"/>
                  </a:lnTo>
                  <a:lnTo>
                    <a:pt x="544424" y="54190"/>
                  </a:lnTo>
                  <a:lnTo>
                    <a:pt x="572390" y="51618"/>
                  </a:lnTo>
                  <a:lnTo>
                    <a:pt x="598992" y="49172"/>
                  </a:lnTo>
                  <a:lnTo>
                    <a:pt x="624356" y="46840"/>
                  </a:lnTo>
                  <a:lnTo>
                    <a:pt x="648592" y="44611"/>
                  </a:lnTo>
                  <a:lnTo>
                    <a:pt x="671797" y="42478"/>
                  </a:lnTo>
                  <a:lnTo>
                    <a:pt x="694054" y="40431"/>
                  </a:lnTo>
                  <a:lnTo>
                    <a:pt x="715438" y="38465"/>
                  </a:lnTo>
                  <a:lnTo>
                    <a:pt x="736015" y="36573"/>
                  </a:lnTo>
                  <a:lnTo>
                    <a:pt x="755844" y="34750"/>
                  </a:lnTo>
                  <a:lnTo>
                    <a:pt x="774976" y="32990"/>
                  </a:lnTo>
                  <a:lnTo>
                    <a:pt x="793461" y="31291"/>
                  </a:lnTo>
                  <a:lnTo>
                    <a:pt x="811338" y="29647"/>
                  </a:lnTo>
                  <a:lnTo>
                    <a:pt x="828649" y="28055"/>
                  </a:lnTo>
                  <a:lnTo>
                    <a:pt x="845426" y="26512"/>
                  </a:lnTo>
                  <a:lnTo>
                    <a:pt x="861703" y="25016"/>
                  </a:lnTo>
                  <a:lnTo>
                    <a:pt x="877508" y="23563"/>
                  </a:lnTo>
                  <a:lnTo>
                    <a:pt x="892867" y="22150"/>
                  </a:lnTo>
                  <a:lnTo>
                    <a:pt x="907806" y="20777"/>
                  </a:lnTo>
                  <a:lnTo>
                    <a:pt x="922346" y="19440"/>
                  </a:lnTo>
                  <a:lnTo>
                    <a:pt x="936508" y="18137"/>
                  </a:lnTo>
                  <a:lnTo>
                    <a:pt x="950312" y="16868"/>
                  </a:lnTo>
                  <a:lnTo>
                    <a:pt x="963775" y="15630"/>
                  </a:lnTo>
                  <a:lnTo>
                    <a:pt x="976914" y="14422"/>
                  </a:lnTo>
                  <a:lnTo>
                    <a:pt x="989743" y="13242"/>
                  </a:lnTo>
                  <a:lnTo>
                    <a:pt x="1002278" y="12090"/>
                  </a:lnTo>
                  <a:lnTo>
                    <a:pt x="1014531" y="10963"/>
                  </a:lnTo>
                  <a:lnTo>
                    <a:pt x="1026514" y="9861"/>
                  </a:lnTo>
                  <a:lnTo>
                    <a:pt x="1038240" y="8783"/>
                  </a:lnTo>
                  <a:lnTo>
                    <a:pt x="1049719" y="7728"/>
                  </a:lnTo>
                  <a:lnTo>
                    <a:pt x="1060961" y="6694"/>
                  </a:lnTo>
                  <a:lnTo>
                    <a:pt x="1071976" y="5681"/>
                  </a:lnTo>
                  <a:lnTo>
                    <a:pt x="1082773" y="4688"/>
                  </a:lnTo>
                  <a:lnTo>
                    <a:pt x="1093360" y="3715"/>
                  </a:lnTo>
                  <a:lnTo>
                    <a:pt x="1103746" y="2760"/>
                  </a:lnTo>
                  <a:lnTo>
                    <a:pt x="1113937" y="1823"/>
                  </a:lnTo>
                  <a:lnTo>
                    <a:pt x="1123942" y="903"/>
                  </a:lnTo>
                  <a:lnTo>
                    <a:pt x="113376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290334" y="4826023"/>
              <a:ext cx="1133766" cy="128451"/>
            </a:xfrm>
            <a:custGeom>
              <a:avLst/>
              <a:pathLst>
                <a:path w="1133766" h="128451">
                  <a:moveTo>
                    <a:pt x="0" y="0"/>
                  </a:moveTo>
                  <a:lnTo>
                    <a:pt x="72804" y="8248"/>
                  </a:lnTo>
                  <a:lnTo>
                    <a:pt x="137023" y="15524"/>
                  </a:lnTo>
                  <a:lnTo>
                    <a:pt x="194468" y="22032"/>
                  </a:lnTo>
                  <a:lnTo>
                    <a:pt x="246434" y="27919"/>
                  </a:lnTo>
                  <a:lnTo>
                    <a:pt x="293875" y="33294"/>
                  </a:lnTo>
                  <a:lnTo>
                    <a:pt x="337516" y="38239"/>
                  </a:lnTo>
                  <a:lnTo>
                    <a:pt x="377922" y="42817"/>
                  </a:lnTo>
                  <a:lnTo>
                    <a:pt x="415538" y="47078"/>
                  </a:lnTo>
                  <a:lnTo>
                    <a:pt x="450726" y="51065"/>
                  </a:lnTo>
                  <a:lnTo>
                    <a:pt x="483781" y="54810"/>
                  </a:lnTo>
                  <a:lnTo>
                    <a:pt x="514945" y="58341"/>
                  </a:lnTo>
                  <a:lnTo>
                    <a:pt x="544424" y="61681"/>
                  </a:lnTo>
                  <a:lnTo>
                    <a:pt x="572390" y="64849"/>
                  </a:lnTo>
                  <a:lnTo>
                    <a:pt x="598992" y="67863"/>
                  </a:lnTo>
                  <a:lnTo>
                    <a:pt x="624356" y="70737"/>
                  </a:lnTo>
                  <a:lnTo>
                    <a:pt x="648592" y="73482"/>
                  </a:lnTo>
                  <a:lnTo>
                    <a:pt x="671797" y="76111"/>
                  </a:lnTo>
                  <a:lnTo>
                    <a:pt x="694054" y="78633"/>
                  </a:lnTo>
                  <a:lnTo>
                    <a:pt x="715438" y="81056"/>
                  </a:lnTo>
                  <a:lnTo>
                    <a:pt x="736015" y="83387"/>
                  </a:lnTo>
                  <a:lnTo>
                    <a:pt x="755844" y="85634"/>
                  </a:lnTo>
                  <a:lnTo>
                    <a:pt x="774976" y="87801"/>
                  </a:lnTo>
                  <a:lnTo>
                    <a:pt x="793461" y="89895"/>
                  </a:lnTo>
                  <a:lnTo>
                    <a:pt x="811338" y="91921"/>
                  </a:lnTo>
                  <a:lnTo>
                    <a:pt x="828649" y="93882"/>
                  </a:lnTo>
                  <a:lnTo>
                    <a:pt x="845426" y="95783"/>
                  </a:lnTo>
                  <a:lnTo>
                    <a:pt x="861703" y="97627"/>
                  </a:lnTo>
                  <a:lnTo>
                    <a:pt x="877508" y="99418"/>
                  </a:lnTo>
                  <a:lnTo>
                    <a:pt x="892867" y="101158"/>
                  </a:lnTo>
                  <a:lnTo>
                    <a:pt x="907806" y="102850"/>
                  </a:lnTo>
                  <a:lnTo>
                    <a:pt x="922346" y="104498"/>
                  </a:lnTo>
                  <a:lnTo>
                    <a:pt x="936508" y="106102"/>
                  </a:lnTo>
                  <a:lnTo>
                    <a:pt x="950312" y="107666"/>
                  </a:lnTo>
                  <a:lnTo>
                    <a:pt x="963775" y="109191"/>
                  </a:lnTo>
                  <a:lnTo>
                    <a:pt x="976914" y="110680"/>
                  </a:lnTo>
                  <a:lnTo>
                    <a:pt x="989743" y="112133"/>
                  </a:lnTo>
                  <a:lnTo>
                    <a:pt x="1002278" y="113554"/>
                  </a:lnTo>
                  <a:lnTo>
                    <a:pt x="1014531" y="114942"/>
                  </a:lnTo>
                  <a:lnTo>
                    <a:pt x="1026514" y="116299"/>
                  </a:lnTo>
                  <a:lnTo>
                    <a:pt x="1038240" y="117628"/>
                  </a:lnTo>
                  <a:lnTo>
                    <a:pt x="1049719" y="118928"/>
                  </a:lnTo>
                  <a:lnTo>
                    <a:pt x="1060961" y="120202"/>
                  </a:lnTo>
                  <a:lnTo>
                    <a:pt x="1071976" y="121450"/>
                  </a:lnTo>
                  <a:lnTo>
                    <a:pt x="1082773" y="122673"/>
                  </a:lnTo>
                  <a:lnTo>
                    <a:pt x="1093360" y="123873"/>
                  </a:lnTo>
                  <a:lnTo>
                    <a:pt x="1103746" y="125049"/>
                  </a:lnTo>
                  <a:lnTo>
                    <a:pt x="1113937" y="126204"/>
                  </a:lnTo>
                  <a:lnTo>
                    <a:pt x="1123942" y="127338"/>
                  </a:lnTo>
                  <a:lnTo>
                    <a:pt x="1133766" y="12845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290334" y="4813916"/>
              <a:ext cx="1133766" cy="215714"/>
            </a:xfrm>
            <a:custGeom>
              <a:avLst/>
              <a:pathLst>
                <a:path w="1133766" h="215714">
                  <a:moveTo>
                    <a:pt x="0" y="0"/>
                  </a:moveTo>
                  <a:lnTo>
                    <a:pt x="72804" y="13852"/>
                  </a:lnTo>
                  <a:lnTo>
                    <a:pt x="137023" y="26070"/>
                  </a:lnTo>
                  <a:lnTo>
                    <a:pt x="194468" y="37000"/>
                  </a:lnTo>
                  <a:lnTo>
                    <a:pt x="246434" y="46887"/>
                  </a:lnTo>
                  <a:lnTo>
                    <a:pt x="293875" y="55913"/>
                  </a:lnTo>
                  <a:lnTo>
                    <a:pt x="337516" y="64217"/>
                  </a:lnTo>
                  <a:lnTo>
                    <a:pt x="377922" y="71904"/>
                  </a:lnTo>
                  <a:lnTo>
                    <a:pt x="415538" y="79062"/>
                  </a:lnTo>
                  <a:lnTo>
                    <a:pt x="450726" y="85757"/>
                  </a:lnTo>
                  <a:lnTo>
                    <a:pt x="483781" y="92046"/>
                  </a:lnTo>
                  <a:lnTo>
                    <a:pt x="514945" y="97975"/>
                  </a:lnTo>
                  <a:lnTo>
                    <a:pt x="544424" y="103584"/>
                  </a:lnTo>
                  <a:lnTo>
                    <a:pt x="572390" y="108905"/>
                  </a:lnTo>
                  <a:lnTo>
                    <a:pt x="598992" y="113966"/>
                  </a:lnTo>
                  <a:lnTo>
                    <a:pt x="624356" y="118792"/>
                  </a:lnTo>
                  <a:lnTo>
                    <a:pt x="648592" y="123403"/>
                  </a:lnTo>
                  <a:lnTo>
                    <a:pt x="671797" y="127818"/>
                  </a:lnTo>
                  <a:lnTo>
                    <a:pt x="694054" y="132053"/>
                  </a:lnTo>
                  <a:lnTo>
                    <a:pt x="715438" y="136122"/>
                  </a:lnTo>
                  <a:lnTo>
                    <a:pt x="736015" y="140037"/>
                  </a:lnTo>
                  <a:lnTo>
                    <a:pt x="755844" y="143809"/>
                  </a:lnTo>
                  <a:lnTo>
                    <a:pt x="774976" y="147450"/>
                  </a:lnTo>
                  <a:lnTo>
                    <a:pt x="793461" y="150967"/>
                  </a:lnTo>
                  <a:lnTo>
                    <a:pt x="811338" y="154368"/>
                  </a:lnTo>
                  <a:lnTo>
                    <a:pt x="828649" y="157662"/>
                  </a:lnTo>
                  <a:lnTo>
                    <a:pt x="845426" y="160854"/>
                  </a:lnTo>
                  <a:lnTo>
                    <a:pt x="861703" y="163951"/>
                  </a:lnTo>
                  <a:lnTo>
                    <a:pt x="877508" y="166958"/>
                  </a:lnTo>
                  <a:lnTo>
                    <a:pt x="892867" y="169880"/>
                  </a:lnTo>
                  <a:lnTo>
                    <a:pt x="907806" y="172722"/>
                  </a:lnTo>
                  <a:lnTo>
                    <a:pt x="922346" y="175489"/>
                  </a:lnTo>
                  <a:lnTo>
                    <a:pt x="936508" y="178183"/>
                  </a:lnTo>
                  <a:lnTo>
                    <a:pt x="950312" y="180810"/>
                  </a:lnTo>
                  <a:lnTo>
                    <a:pt x="963775" y="183371"/>
                  </a:lnTo>
                  <a:lnTo>
                    <a:pt x="976914" y="185871"/>
                  </a:lnTo>
                  <a:lnTo>
                    <a:pt x="989743" y="188312"/>
                  </a:lnTo>
                  <a:lnTo>
                    <a:pt x="1002278" y="190697"/>
                  </a:lnTo>
                  <a:lnTo>
                    <a:pt x="1014531" y="193028"/>
                  </a:lnTo>
                  <a:lnTo>
                    <a:pt x="1026514" y="195308"/>
                  </a:lnTo>
                  <a:lnTo>
                    <a:pt x="1038240" y="197539"/>
                  </a:lnTo>
                  <a:lnTo>
                    <a:pt x="1049719" y="199723"/>
                  </a:lnTo>
                  <a:lnTo>
                    <a:pt x="1060961" y="201862"/>
                  </a:lnTo>
                  <a:lnTo>
                    <a:pt x="1071976" y="203958"/>
                  </a:lnTo>
                  <a:lnTo>
                    <a:pt x="1082773" y="206012"/>
                  </a:lnTo>
                  <a:lnTo>
                    <a:pt x="1093360" y="208027"/>
                  </a:lnTo>
                  <a:lnTo>
                    <a:pt x="1103746" y="210003"/>
                  </a:lnTo>
                  <a:lnTo>
                    <a:pt x="1113937" y="211942"/>
                  </a:lnTo>
                  <a:lnTo>
                    <a:pt x="1123942" y="213845"/>
                  </a:lnTo>
                  <a:lnTo>
                    <a:pt x="1133766" y="21571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290334" y="5014781"/>
              <a:ext cx="1133766" cy="96560"/>
            </a:xfrm>
            <a:custGeom>
              <a:avLst/>
              <a:pathLst>
                <a:path w="1133766" h="96560">
                  <a:moveTo>
                    <a:pt x="0" y="0"/>
                  </a:moveTo>
                  <a:lnTo>
                    <a:pt x="72804" y="6200"/>
                  </a:lnTo>
                  <a:lnTo>
                    <a:pt x="137023" y="11669"/>
                  </a:lnTo>
                  <a:lnTo>
                    <a:pt x="194468" y="16562"/>
                  </a:lnTo>
                  <a:lnTo>
                    <a:pt x="246434" y="20988"/>
                  </a:lnTo>
                  <a:lnTo>
                    <a:pt x="293875" y="25028"/>
                  </a:lnTo>
                  <a:lnTo>
                    <a:pt x="337516" y="28745"/>
                  </a:lnTo>
                  <a:lnTo>
                    <a:pt x="377922" y="32186"/>
                  </a:lnTo>
                  <a:lnTo>
                    <a:pt x="415538" y="35390"/>
                  </a:lnTo>
                  <a:lnTo>
                    <a:pt x="450726" y="38387"/>
                  </a:lnTo>
                  <a:lnTo>
                    <a:pt x="483781" y="41202"/>
                  </a:lnTo>
                  <a:lnTo>
                    <a:pt x="514945" y="43856"/>
                  </a:lnTo>
                  <a:lnTo>
                    <a:pt x="544424" y="46367"/>
                  </a:lnTo>
                  <a:lnTo>
                    <a:pt x="572390" y="48749"/>
                  </a:lnTo>
                  <a:lnTo>
                    <a:pt x="598992" y="51014"/>
                  </a:lnTo>
                  <a:lnTo>
                    <a:pt x="624356" y="53175"/>
                  </a:lnTo>
                  <a:lnTo>
                    <a:pt x="648592" y="55239"/>
                  </a:lnTo>
                  <a:lnTo>
                    <a:pt x="671797" y="57215"/>
                  </a:lnTo>
                  <a:lnTo>
                    <a:pt x="694054" y="59111"/>
                  </a:lnTo>
                  <a:lnTo>
                    <a:pt x="715438" y="60932"/>
                  </a:lnTo>
                  <a:lnTo>
                    <a:pt x="736015" y="62684"/>
                  </a:lnTo>
                  <a:lnTo>
                    <a:pt x="755844" y="64373"/>
                  </a:lnTo>
                  <a:lnTo>
                    <a:pt x="774976" y="66003"/>
                  </a:lnTo>
                  <a:lnTo>
                    <a:pt x="793461" y="67577"/>
                  </a:lnTo>
                  <a:lnTo>
                    <a:pt x="811338" y="69100"/>
                  </a:lnTo>
                  <a:lnTo>
                    <a:pt x="828649" y="70574"/>
                  </a:lnTo>
                  <a:lnTo>
                    <a:pt x="845426" y="72003"/>
                  </a:lnTo>
                  <a:lnTo>
                    <a:pt x="861703" y="73389"/>
                  </a:lnTo>
                  <a:lnTo>
                    <a:pt x="877508" y="74735"/>
                  </a:lnTo>
                  <a:lnTo>
                    <a:pt x="892867" y="76043"/>
                  </a:lnTo>
                  <a:lnTo>
                    <a:pt x="907806" y="77316"/>
                  </a:lnTo>
                  <a:lnTo>
                    <a:pt x="922346" y="78554"/>
                  </a:lnTo>
                  <a:lnTo>
                    <a:pt x="936508" y="79760"/>
                  </a:lnTo>
                  <a:lnTo>
                    <a:pt x="950312" y="80936"/>
                  </a:lnTo>
                  <a:lnTo>
                    <a:pt x="963775" y="82082"/>
                  </a:lnTo>
                  <a:lnTo>
                    <a:pt x="976914" y="83201"/>
                  </a:lnTo>
                  <a:lnTo>
                    <a:pt x="989743" y="84294"/>
                  </a:lnTo>
                  <a:lnTo>
                    <a:pt x="1002278" y="85362"/>
                  </a:lnTo>
                  <a:lnTo>
                    <a:pt x="1014531" y="86405"/>
                  </a:lnTo>
                  <a:lnTo>
                    <a:pt x="1026514" y="87426"/>
                  </a:lnTo>
                  <a:lnTo>
                    <a:pt x="1038240" y="88424"/>
                  </a:lnTo>
                  <a:lnTo>
                    <a:pt x="1049719" y="89402"/>
                  </a:lnTo>
                  <a:lnTo>
                    <a:pt x="1060961" y="90359"/>
                  </a:lnTo>
                  <a:lnTo>
                    <a:pt x="1071976" y="91298"/>
                  </a:lnTo>
                  <a:lnTo>
                    <a:pt x="1082773" y="92217"/>
                  </a:lnTo>
                  <a:lnTo>
                    <a:pt x="1093360" y="93119"/>
                  </a:lnTo>
                  <a:lnTo>
                    <a:pt x="1103746" y="94003"/>
                  </a:lnTo>
                  <a:lnTo>
                    <a:pt x="1113937" y="94871"/>
                  </a:lnTo>
                  <a:lnTo>
                    <a:pt x="1123942" y="95723"/>
                  </a:lnTo>
                  <a:lnTo>
                    <a:pt x="1133766" y="9656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290334" y="4992970"/>
              <a:ext cx="1133766" cy="44873"/>
            </a:xfrm>
            <a:custGeom>
              <a:avLst/>
              <a:pathLst>
                <a:path w="1133766" h="44873">
                  <a:moveTo>
                    <a:pt x="0" y="0"/>
                  </a:moveTo>
                  <a:lnTo>
                    <a:pt x="72804" y="2881"/>
                  </a:lnTo>
                  <a:lnTo>
                    <a:pt x="137023" y="5423"/>
                  </a:lnTo>
                  <a:lnTo>
                    <a:pt x="194468" y="7696"/>
                  </a:lnTo>
                  <a:lnTo>
                    <a:pt x="246434" y="9753"/>
                  </a:lnTo>
                  <a:lnTo>
                    <a:pt x="293875" y="11631"/>
                  </a:lnTo>
                  <a:lnTo>
                    <a:pt x="337516" y="13358"/>
                  </a:lnTo>
                  <a:lnTo>
                    <a:pt x="377922" y="14957"/>
                  </a:lnTo>
                  <a:lnTo>
                    <a:pt x="415538" y="16446"/>
                  </a:lnTo>
                  <a:lnTo>
                    <a:pt x="450726" y="17839"/>
                  </a:lnTo>
                  <a:lnTo>
                    <a:pt x="483781" y="19147"/>
                  </a:lnTo>
                  <a:lnTo>
                    <a:pt x="514945" y="20381"/>
                  </a:lnTo>
                  <a:lnTo>
                    <a:pt x="544424" y="21548"/>
                  </a:lnTo>
                  <a:lnTo>
                    <a:pt x="572390" y="22654"/>
                  </a:lnTo>
                  <a:lnTo>
                    <a:pt x="598992" y="23707"/>
                  </a:lnTo>
                  <a:lnTo>
                    <a:pt x="624356" y="24711"/>
                  </a:lnTo>
                  <a:lnTo>
                    <a:pt x="648592" y="25670"/>
                  </a:lnTo>
                  <a:lnTo>
                    <a:pt x="671797" y="26589"/>
                  </a:lnTo>
                  <a:lnTo>
                    <a:pt x="694054" y="27470"/>
                  </a:lnTo>
                  <a:lnTo>
                    <a:pt x="715438" y="28316"/>
                  </a:lnTo>
                  <a:lnTo>
                    <a:pt x="736015" y="29131"/>
                  </a:lnTo>
                  <a:lnTo>
                    <a:pt x="755844" y="29915"/>
                  </a:lnTo>
                  <a:lnTo>
                    <a:pt x="774976" y="30673"/>
                  </a:lnTo>
                  <a:lnTo>
                    <a:pt x="793461" y="31404"/>
                  </a:lnTo>
                  <a:lnTo>
                    <a:pt x="811338" y="32112"/>
                  </a:lnTo>
                  <a:lnTo>
                    <a:pt x="828649" y="32797"/>
                  </a:lnTo>
                  <a:lnTo>
                    <a:pt x="845426" y="33461"/>
                  </a:lnTo>
                  <a:lnTo>
                    <a:pt x="861703" y="34105"/>
                  </a:lnTo>
                  <a:lnTo>
                    <a:pt x="877508" y="34731"/>
                  </a:lnTo>
                  <a:lnTo>
                    <a:pt x="892867" y="35339"/>
                  </a:lnTo>
                  <a:lnTo>
                    <a:pt x="907806" y="35930"/>
                  </a:lnTo>
                  <a:lnTo>
                    <a:pt x="922346" y="36505"/>
                  </a:lnTo>
                  <a:lnTo>
                    <a:pt x="936508" y="37066"/>
                  </a:lnTo>
                  <a:lnTo>
                    <a:pt x="950312" y="37612"/>
                  </a:lnTo>
                  <a:lnTo>
                    <a:pt x="963775" y="38145"/>
                  </a:lnTo>
                  <a:lnTo>
                    <a:pt x="976914" y="38665"/>
                  </a:lnTo>
                  <a:lnTo>
                    <a:pt x="989743" y="39173"/>
                  </a:lnTo>
                  <a:lnTo>
                    <a:pt x="1002278" y="39669"/>
                  </a:lnTo>
                  <a:lnTo>
                    <a:pt x="1014531" y="40154"/>
                  </a:lnTo>
                  <a:lnTo>
                    <a:pt x="1026514" y="40628"/>
                  </a:lnTo>
                  <a:lnTo>
                    <a:pt x="1038240" y="41092"/>
                  </a:lnTo>
                  <a:lnTo>
                    <a:pt x="1049719" y="41547"/>
                  </a:lnTo>
                  <a:lnTo>
                    <a:pt x="1060961" y="41992"/>
                  </a:lnTo>
                  <a:lnTo>
                    <a:pt x="1071976" y="42428"/>
                  </a:lnTo>
                  <a:lnTo>
                    <a:pt x="1082773" y="42855"/>
                  </a:lnTo>
                  <a:lnTo>
                    <a:pt x="1093360" y="43274"/>
                  </a:lnTo>
                  <a:lnTo>
                    <a:pt x="1103746" y="43685"/>
                  </a:lnTo>
                  <a:lnTo>
                    <a:pt x="1113937" y="44089"/>
                  </a:lnTo>
                  <a:lnTo>
                    <a:pt x="1123942" y="44485"/>
                  </a:lnTo>
                  <a:lnTo>
                    <a:pt x="1133766" y="4487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290334" y="4979896"/>
              <a:ext cx="1133766" cy="6593"/>
            </a:xfrm>
            <a:custGeom>
              <a:avLst/>
              <a:pathLst>
                <a:path w="1133766" h="6593">
                  <a:moveTo>
                    <a:pt x="0" y="0"/>
                  </a:moveTo>
                  <a:lnTo>
                    <a:pt x="72804" y="423"/>
                  </a:lnTo>
                  <a:lnTo>
                    <a:pt x="137023" y="796"/>
                  </a:lnTo>
                  <a:lnTo>
                    <a:pt x="194468" y="1130"/>
                  </a:lnTo>
                  <a:lnTo>
                    <a:pt x="246434" y="1433"/>
                  </a:lnTo>
                  <a:lnTo>
                    <a:pt x="293875" y="1709"/>
                  </a:lnTo>
                  <a:lnTo>
                    <a:pt x="337516" y="1962"/>
                  </a:lnTo>
                  <a:lnTo>
                    <a:pt x="377922" y="2197"/>
                  </a:lnTo>
                  <a:lnTo>
                    <a:pt x="415538" y="2416"/>
                  </a:lnTo>
                  <a:lnTo>
                    <a:pt x="450726" y="2621"/>
                  </a:lnTo>
                  <a:lnTo>
                    <a:pt x="483781" y="2813"/>
                  </a:lnTo>
                  <a:lnTo>
                    <a:pt x="514945" y="2994"/>
                  </a:lnTo>
                  <a:lnTo>
                    <a:pt x="544424" y="3166"/>
                  </a:lnTo>
                  <a:lnTo>
                    <a:pt x="572390" y="3328"/>
                  </a:lnTo>
                  <a:lnTo>
                    <a:pt x="598992" y="3483"/>
                  </a:lnTo>
                  <a:lnTo>
                    <a:pt x="624356" y="3630"/>
                  </a:lnTo>
                  <a:lnTo>
                    <a:pt x="648592" y="3771"/>
                  </a:lnTo>
                  <a:lnTo>
                    <a:pt x="671797" y="3906"/>
                  </a:lnTo>
                  <a:lnTo>
                    <a:pt x="694054" y="4036"/>
                  </a:lnTo>
                  <a:lnTo>
                    <a:pt x="715438" y="4160"/>
                  </a:lnTo>
                  <a:lnTo>
                    <a:pt x="736015" y="4280"/>
                  </a:lnTo>
                  <a:lnTo>
                    <a:pt x="755844" y="4395"/>
                  </a:lnTo>
                  <a:lnTo>
                    <a:pt x="774976" y="4506"/>
                  </a:lnTo>
                  <a:lnTo>
                    <a:pt x="793461" y="4614"/>
                  </a:lnTo>
                  <a:lnTo>
                    <a:pt x="811338" y="4718"/>
                  </a:lnTo>
                  <a:lnTo>
                    <a:pt x="828649" y="4818"/>
                  </a:lnTo>
                  <a:lnTo>
                    <a:pt x="845426" y="4916"/>
                  </a:lnTo>
                  <a:lnTo>
                    <a:pt x="861703" y="5011"/>
                  </a:lnTo>
                  <a:lnTo>
                    <a:pt x="877508" y="5103"/>
                  </a:lnTo>
                  <a:lnTo>
                    <a:pt x="892867" y="5192"/>
                  </a:lnTo>
                  <a:lnTo>
                    <a:pt x="907806" y="5279"/>
                  </a:lnTo>
                  <a:lnTo>
                    <a:pt x="922346" y="5363"/>
                  </a:lnTo>
                  <a:lnTo>
                    <a:pt x="936508" y="5446"/>
                  </a:lnTo>
                  <a:lnTo>
                    <a:pt x="950312" y="5526"/>
                  </a:lnTo>
                  <a:lnTo>
                    <a:pt x="963775" y="5604"/>
                  </a:lnTo>
                  <a:lnTo>
                    <a:pt x="976914" y="5681"/>
                  </a:lnTo>
                  <a:lnTo>
                    <a:pt x="989743" y="5755"/>
                  </a:lnTo>
                  <a:lnTo>
                    <a:pt x="1002278" y="5828"/>
                  </a:lnTo>
                  <a:lnTo>
                    <a:pt x="1014531" y="5899"/>
                  </a:lnTo>
                  <a:lnTo>
                    <a:pt x="1026514" y="5969"/>
                  </a:lnTo>
                  <a:lnTo>
                    <a:pt x="1038240" y="6037"/>
                  </a:lnTo>
                  <a:lnTo>
                    <a:pt x="1049719" y="6104"/>
                  </a:lnTo>
                  <a:lnTo>
                    <a:pt x="1060961" y="6169"/>
                  </a:lnTo>
                  <a:lnTo>
                    <a:pt x="1071976" y="6234"/>
                  </a:lnTo>
                  <a:lnTo>
                    <a:pt x="1082773" y="6296"/>
                  </a:lnTo>
                  <a:lnTo>
                    <a:pt x="1093360" y="6358"/>
                  </a:lnTo>
                  <a:lnTo>
                    <a:pt x="1103746" y="6418"/>
                  </a:lnTo>
                  <a:lnTo>
                    <a:pt x="1113937" y="6478"/>
                  </a:lnTo>
                  <a:lnTo>
                    <a:pt x="1123942" y="6536"/>
                  </a:lnTo>
                  <a:lnTo>
                    <a:pt x="1133766" y="659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rc973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204347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5"/>
            <p:cNvSpPr/>
            <p:nvPr/>
          </p:nvSpPr>
          <p:spPr>
            <a:xfrm>
              <a:off x="4172716" y="519156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172716" y="49368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172716" y="468213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172716" y="442742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172716" y="417270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04347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9033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66825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504617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542410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tx985"/>
            <p:cNvSpPr/>
            <p:nvPr/>
          </p:nvSpPr>
          <p:spPr>
            <a:xfrm>
              <a:off x="425855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7" name="tx986"/>
            <p:cNvSpPr/>
            <p:nvPr/>
          </p:nvSpPr>
          <p:spPr>
            <a:xfrm>
              <a:off x="463648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88" name="tx987"/>
            <p:cNvSpPr/>
            <p:nvPr/>
          </p:nvSpPr>
          <p:spPr>
            <a:xfrm>
              <a:off x="501440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5392325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56603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4204347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2" name="rc991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5666307" y="493636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5710941" y="499559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690587" y="506111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673656" y="466219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00527" y="496899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692914" y="468249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665707" y="520364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696721" y="50591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699603" y="47237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710839" y="460506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052069" y="488301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052636" y="466391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71918" y="502746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51920" y="51936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62708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58597" y="424611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78056" y="51321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80492" y="52202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63526" y="52090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68686" y="509359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48443" y="514286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52665" y="51819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56253" y="515043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84892" y="51433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73555" y="50927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95141" y="500404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78172" y="520828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58413" y="503960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28992" y="502687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59020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63260" y="513775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46125" y="51713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25672" y="49325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48821" y="50787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53499" y="48861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39167" y="502684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48295" y="508563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45254" y="49767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38737" y="51791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37857" y="47138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62708" y="513019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41915" y="51857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57942" y="464138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39067" y="495975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29180" y="48692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50555" y="512127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19443" y="503047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20260" y="488725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810000" y="509896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837889" y="505844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808459" y="497000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30782" y="50894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820109" y="49290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815738" y="503748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816932" y="49757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810621" y="500771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02628" y="505454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845697" y="478648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798314" y="516001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835610" y="506977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830542" y="50717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96091" y="51941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834019" y="501761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823988" y="519374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835996" y="491957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795865" y="506079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812239" y="506940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840262" y="49803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817157" y="50383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845670" y="501450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815689" y="50465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809821" y="51720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720964" y="4674965"/>
              <a:ext cx="1130112" cy="373887"/>
            </a:xfrm>
            <a:custGeom>
              <a:avLst/>
              <a:pathLst>
                <a:path w="1130112" h="373887">
                  <a:moveTo>
                    <a:pt x="0" y="0"/>
                  </a:moveTo>
                  <a:lnTo>
                    <a:pt x="72570" y="24009"/>
                  </a:lnTo>
                  <a:lnTo>
                    <a:pt x="136581" y="45186"/>
                  </a:lnTo>
                  <a:lnTo>
                    <a:pt x="193841" y="64130"/>
                  </a:lnTo>
                  <a:lnTo>
                    <a:pt x="245640" y="81267"/>
                  </a:lnTo>
                  <a:lnTo>
                    <a:pt x="292928" y="96912"/>
                  </a:lnTo>
                  <a:lnTo>
                    <a:pt x="336428" y="111304"/>
                  </a:lnTo>
                  <a:lnTo>
                    <a:pt x="376704" y="124629"/>
                  </a:lnTo>
                  <a:lnTo>
                    <a:pt x="414199" y="137034"/>
                  </a:lnTo>
                  <a:lnTo>
                    <a:pt x="449274" y="148638"/>
                  </a:lnTo>
                  <a:lnTo>
                    <a:pt x="482222" y="159538"/>
                  </a:lnTo>
                  <a:lnTo>
                    <a:pt x="513285" y="169815"/>
                  </a:lnTo>
                  <a:lnTo>
                    <a:pt x="542669" y="179537"/>
                  </a:lnTo>
                  <a:lnTo>
                    <a:pt x="570546" y="188759"/>
                  </a:lnTo>
                  <a:lnTo>
                    <a:pt x="597062" y="197532"/>
                  </a:lnTo>
                  <a:lnTo>
                    <a:pt x="622344" y="205896"/>
                  </a:lnTo>
                  <a:lnTo>
                    <a:pt x="646502" y="213889"/>
                  </a:lnTo>
                  <a:lnTo>
                    <a:pt x="669632" y="221541"/>
                  </a:lnTo>
                  <a:lnTo>
                    <a:pt x="691817" y="228881"/>
                  </a:lnTo>
                  <a:lnTo>
                    <a:pt x="713133" y="235933"/>
                  </a:lnTo>
                  <a:lnTo>
                    <a:pt x="733643" y="242719"/>
                  </a:lnTo>
                  <a:lnTo>
                    <a:pt x="753408" y="249258"/>
                  </a:lnTo>
                  <a:lnTo>
                    <a:pt x="772479" y="255567"/>
                  </a:lnTo>
                  <a:lnTo>
                    <a:pt x="790904" y="261663"/>
                  </a:lnTo>
                  <a:lnTo>
                    <a:pt x="808724" y="267558"/>
                  </a:lnTo>
                  <a:lnTo>
                    <a:pt x="825978" y="273267"/>
                  </a:lnTo>
                  <a:lnTo>
                    <a:pt x="842702" y="278799"/>
                  </a:lnTo>
                  <a:lnTo>
                    <a:pt x="858926" y="284167"/>
                  </a:lnTo>
                  <a:lnTo>
                    <a:pt x="874680" y="289379"/>
                  </a:lnTo>
                  <a:lnTo>
                    <a:pt x="889990" y="294444"/>
                  </a:lnTo>
                  <a:lnTo>
                    <a:pt x="904880" y="299371"/>
                  </a:lnTo>
                  <a:lnTo>
                    <a:pt x="919374" y="304166"/>
                  </a:lnTo>
                  <a:lnTo>
                    <a:pt x="933490" y="308836"/>
                  </a:lnTo>
                  <a:lnTo>
                    <a:pt x="947250" y="313388"/>
                  </a:lnTo>
                  <a:lnTo>
                    <a:pt x="960670" y="317828"/>
                  </a:lnTo>
                  <a:lnTo>
                    <a:pt x="973766" y="322161"/>
                  </a:lnTo>
                  <a:lnTo>
                    <a:pt x="986554" y="326392"/>
                  </a:lnTo>
                  <a:lnTo>
                    <a:pt x="999048" y="330525"/>
                  </a:lnTo>
                  <a:lnTo>
                    <a:pt x="1011261" y="334566"/>
                  </a:lnTo>
                  <a:lnTo>
                    <a:pt x="1023206" y="338518"/>
                  </a:lnTo>
                  <a:lnTo>
                    <a:pt x="1034894" y="342385"/>
                  </a:lnTo>
                  <a:lnTo>
                    <a:pt x="1046336" y="346170"/>
                  </a:lnTo>
                  <a:lnTo>
                    <a:pt x="1057542" y="349877"/>
                  </a:lnTo>
                  <a:lnTo>
                    <a:pt x="1068522" y="353510"/>
                  </a:lnTo>
                  <a:lnTo>
                    <a:pt x="1079284" y="357070"/>
                  </a:lnTo>
                  <a:lnTo>
                    <a:pt x="1089837" y="360562"/>
                  </a:lnTo>
                  <a:lnTo>
                    <a:pt x="1100189" y="363987"/>
                  </a:lnTo>
                  <a:lnTo>
                    <a:pt x="1110348" y="367348"/>
                  </a:lnTo>
                  <a:lnTo>
                    <a:pt x="1120320" y="370647"/>
                  </a:lnTo>
                  <a:lnTo>
                    <a:pt x="1130112" y="37388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5720964" y="4582485"/>
              <a:ext cx="1130112" cy="495148"/>
            </a:xfrm>
            <a:custGeom>
              <a:avLst/>
              <a:pathLst>
                <a:path w="1130112" h="495148">
                  <a:moveTo>
                    <a:pt x="0" y="0"/>
                  </a:moveTo>
                  <a:lnTo>
                    <a:pt x="72570" y="31795"/>
                  </a:lnTo>
                  <a:lnTo>
                    <a:pt x="136581" y="59842"/>
                  </a:lnTo>
                  <a:lnTo>
                    <a:pt x="193841" y="84930"/>
                  </a:lnTo>
                  <a:lnTo>
                    <a:pt x="245640" y="107624"/>
                  </a:lnTo>
                  <a:lnTo>
                    <a:pt x="292928" y="128343"/>
                  </a:lnTo>
                  <a:lnTo>
                    <a:pt x="336428" y="147403"/>
                  </a:lnTo>
                  <a:lnTo>
                    <a:pt x="376704" y="165049"/>
                  </a:lnTo>
                  <a:lnTo>
                    <a:pt x="414199" y="181477"/>
                  </a:lnTo>
                  <a:lnTo>
                    <a:pt x="449274" y="196845"/>
                  </a:lnTo>
                  <a:lnTo>
                    <a:pt x="482222" y="211281"/>
                  </a:lnTo>
                  <a:lnTo>
                    <a:pt x="513285" y="224891"/>
                  </a:lnTo>
                  <a:lnTo>
                    <a:pt x="542669" y="237765"/>
                  </a:lnTo>
                  <a:lnTo>
                    <a:pt x="570546" y="249979"/>
                  </a:lnTo>
                  <a:lnTo>
                    <a:pt x="597062" y="261597"/>
                  </a:lnTo>
                  <a:lnTo>
                    <a:pt x="622344" y="272674"/>
                  </a:lnTo>
                  <a:lnTo>
                    <a:pt x="646502" y="283259"/>
                  </a:lnTo>
                  <a:lnTo>
                    <a:pt x="669632" y="293393"/>
                  </a:lnTo>
                  <a:lnTo>
                    <a:pt x="691817" y="303113"/>
                  </a:lnTo>
                  <a:lnTo>
                    <a:pt x="713133" y="312452"/>
                  </a:lnTo>
                  <a:lnTo>
                    <a:pt x="733643" y="321439"/>
                  </a:lnTo>
                  <a:lnTo>
                    <a:pt x="753408" y="330099"/>
                  </a:lnTo>
                  <a:lnTo>
                    <a:pt x="772479" y="338454"/>
                  </a:lnTo>
                  <a:lnTo>
                    <a:pt x="790904" y="346527"/>
                  </a:lnTo>
                  <a:lnTo>
                    <a:pt x="808724" y="354335"/>
                  </a:lnTo>
                  <a:lnTo>
                    <a:pt x="825978" y="361895"/>
                  </a:lnTo>
                  <a:lnTo>
                    <a:pt x="842702" y="369222"/>
                  </a:lnTo>
                  <a:lnTo>
                    <a:pt x="858926" y="376330"/>
                  </a:lnTo>
                  <a:lnTo>
                    <a:pt x="874680" y="383233"/>
                  </a:lnTo>
                  <a:lnTo>
                    <a:pt x="889990" y="389941"/>
                  </a:lnTo>
                  <a:lnTo>
                    <a:pt x="904880" y="396465"/>
                  </a:lnTo>
                  <a:lnTo>
                    <a:pt x="919374" y="402815"/>
                  </a:lnTo>
                  <a:lnTo>
                    <a:pt x="933490" y="409000"/>
                  </a:lnTo>
                  <a:lnTo>
                    <a:pt x="947250" y="415029"/>
                  </a:lnTo>
                  <a:lnTo>
                    <a:pt x="960670" y="420908"/>
                  </a:lnTo>
                  <a:lnTo>
                    <a:pt x="973766" y="426646"/>
                  </a:lnTo>
                  <a:lnTo>
                    <a:pt x="986554" y="432249"/>
                  </a:lnTo>
                  <a:lnTo>
                    <a:pt x="999048" y="437724"/>
                  </a:lnTo>
                  <a:lnTo>
                    <a:pt x="1011261" y="443075"/>
                  </a:lnTo>
                  <a:lnTo>
                    <a:pt x="1023206" y="448308"/>
                  </a:lnTo>
                  <a:lnTo>
                    <a:pt x="1034894" y="453429"/>
                  </a:lnTo>
                  <a:lnTo>
                    <a:pt x="1046336" y="458442"/>
                  </a:lnTo>
                  <a:lnTo>
                    <a:pt x="1057542" y="463352"/>
                  </a:lnTo>
                  <a:lnTo>
                    <a:pt x="1068522" y="468163"/>
                  </a:lnTo>
                  <a:lnTo>
                    <a:pt x="1079284" y="472878"/>
                  </a:lnTo>
                  <a:lnTo>
                    <a:pt x="1089837" y="477502"/>
                  </a:lnTo>
                  <a:lnTo>
                    <a:pt x="1100189" y="482038"/>
                  </a:lnTo>
                  <a:lnTo>
                    <a:pt x="1110348" y="486488"/>
                  </a:lnTo>
                  <a:lnTo>
                    <a:pt x="1120320" y="490858"/>
                  </a:lnTo>
                  <a:lnTo>
                    <a:pt x="1130112" y="49514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20964" y="5084295"/>
              <a:ext cx="1130112" cy="29353"/>
            </a:xfrm>
            <a:custGeom>
              <a:avLst/>
              <a:pathLst>
                <a:path w="1130112" h="29353">
                  <a:moveTo>
                    <a:pt x="0" y="29353"/>
                  </a:moveTo>
                  <a:lnTo>
                    <a:pt x="72570" y="27468"/>
                  </a:lnTo>
                  <a:lnTo>
                    <a:pt x="136581" y="25805"/>
                  </a:lnTo>
                  <a:lnTo>
                    <a:pt x="193841" y="24318"/>
                  </a:lnTo>
                  <a:lnTo>
                    <a:pt x="245640" y="22973"/>
                  </a:lnTo>
                  <a:lnTo>
                    <a:pt x="292928" y="21744"/>
                  </a:lnTo>
                  <a:lnTo>
                    <a:pt x="336428" y="20615"/>
                  </a:lnTo>
                  <a:lnTo>
                    <a:pt x="376704" y="19568"/>
                  </a:lnTo>
                  <a:lnTo>
                    <a:pt x="414199" y="18595"/>
                  </a:lnTo>
                  <a:lnTo>
                    <a:pt x="449274" y="17684"/>
                  </a:lnTo>
                  <a:lnTo>
                    <a:pt x="482222" y="16828"/>
                  </a:lnTo>
                  <a:lnTo>
                    <a:pt x="513285" y="16021"/>
                  </a:lnTo>
                  <a:lnTo>
                    <a:pt x="542669" y="15258"/>
                  </a:lnTo>
                  <a:lnTo>
                    <a:pt x="570546" y="14534"/>
                  </a:lnTo>
                  <a:lnTo>
                    <a:pt x="597062" y="13845"/>
                  </a:lnTo>
                  <a:lnTo>
                    <a:pt x="622344" y="13188"/>
                  </a:lnTo>
                  <a:lnTo>
                    <a:pt x="646502" y="12561"/>
                  </a:lnTo>
                  <a:lnTo>
                    <a:pt x="669632" y="11960"/>
                  </a:lnTo>
                  <a:lnTo>
                    <a:pt x="691817" y="11384"/>
                  </a:lnTo>
                  <a:lnTo>
                    <a:pt x="713133" y="10830"/>
                  </a:lnTo>
                  <a:lnTo>
                    <a:pt x="733643" y="10297"/>
                  </a:lnTo>
                  <a:lnTo>
                    <a:pt x="753408" y="9784"/>
                  </a:lnTo>
                  <a:lnTo>
                    <a:pt x="772479" y="9289"/>
                  </a:lnTo>
                  <a:lnTo>
                    <a:pt x="790904" y="8810"/>
                  </a:lnTo>
                  <a:lnTo>
                    <a:pt x="808724" y="8347"/>
                  </a:lnTo>
                  <a:lnTo>
                    <a:pt x="825978" y="7899"/>
                  </a:lnTo>
                  <a:lnTo>
                    <a:pt x="842702" y="7465"/>
                  </a:lnTo>
                  <a:lnTo>
                    <a:pt x="858926" y="7043"/>
                  </a:lnTo>
                  <a:lnTo>
                    <a:pt x="874680" y="6634"/>
                  </a:lnTo>
                  <a:lnTo>
                    <a:pt x="889990" y="6236"/>
                  </a:lnTo>
                  <a:lnTo>
                    <a:pt x="904880" y="5850"/>
                  </a:lnTo>
                  <a:lnTo>
                    <a:pt x="919374" y="5473"/>
                  </a:lnTo>
                  <a:lnTo>
                    <a:pt x="933490" y="5107"/>
                  </a:lnTo>
                  <a:lnTo>
                    <a:pt x="947250" y="4749"/>
                  </a:lnTo>
                  <a:lnTo>
                    <a:pt x="960670" y="4401"/>
                  </a:lnTo>
                  <a:lnTo>
                    <a:pt x="973766" y="4060"/>
                  </a:lnTo>
                  <a:lnTo>
                    <a:pt x="986554" y="3728"/>
                  </a:lnTo>
                  <a:lnTo>
                    <a:pt x="999048" y="3404"/>
                  </a:lnTo>
                  <a:lnTo>
                    <a:pt x="1011261" y="3087"/>
                  </a:lnTo>
                  <a:lnTo>
                    <a:pt x="1023206" y="2776"/>
                  </a:lnTo>
                  <a:lnTo>
                    <a:pt x="1034894" y="2473"/>
                  </a:lnTo>
                  <a:lnTo>
                    <a:pt x="1046336" y="2175"/>
                  </a:lnTo>
                  <a:lnTo>
                    <a:pt x="1057542" y="1884"/>
                  </a:lnTo>
                  <a:lnTo>
                    <a:pt x="1068522" y="1599"/>
                  </a:lnTo>
                  <a:lnTo>
                    <a:pt x="1079284" y="1320"/>
                  </a:lnTo>
                  <a:lnTo>
                    <a:pt x="1089837" y="1046"/>
                  </a:lnTo>
                  <a:lnTo>
                    <a:pt x="1100189" y="777"/>
                  </a:lnTo>
                  <a:lnTo>
                    <a:pt x="1110348" y="513"/>
                  </a:lnTo>
                  <a:lnTo>
                    <a:pt x="1120320" y="254"/>
                  </a:lnTo>
                  <a:lnTo>
                    <a:pt x="113011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20964" y="4937244"/>
              <a:ext cx="1130112" cy="90189"/>
            </a:xfrm>
            <a:custGeom>
              <a:avLst/>
              <a:pathLst>
                <a:path w="1130112" h="90189">
                  <a:moveTo>
                    <a:pt x="0" y="90189"/>
                  </a:moveTo>
                  <a:lnTo>
                    <a:pt x="72570" y="84397"/>
                  </a:lnTo>
                  <a:lnTo>
                    <a:pt x="136581" y="79289"/>
                  </a:lnTo>
                  <a:lnTo>
                    <a:pt x="193841" y="74719"/>
                  </a:lnTo>
                  <a:lnTo>
                    <a:pt x="245640" y="70585"/>
                  </a:lnTo>
                  <a:lnTo>
                    <a:pt x="292928" y="66811"/>
                  </a:lnTo>
                  <a:lnTo>
                    <a:pt x="336428" y="63340"/>
                  </a:lnTo>
                  <a:lnTo>
                    <a:pt x="376704" y="60126"/>
                  </a:lnTo>
                  <a:lnTo>
                    <a:pt x="414199" y="57133"/>
                  </a:lnTo>
                  <a:lnTo>
                    <a:pt x="449274" y="54334"/>
                  </a:lnTo>
                  <a:lnTo>
                    <a:pt x="482222" y="51705"/>
                  </a:lnTo>
                  <a:lnTo>
                    <a:pt x="513285" y="49226"/>
                  </a:lnTo>
                  <a:lnTo>
                    <a:pt x="542669" y="46881"/>
                  </a:lnTo>
                  <a:lnTo>
                    <a:pt x="570546" y="44656"/>
                  </a:lnTo>
                  <a:lnTo>
                    <a:pt x="597062" y="42540"/>
                  </a:lnTo>
                  <a:lnTo>
                    <a:pt x="622344" y="40522"/>
                  </a:lnTo>
                  <a:lnTo>
                    <a:pt x="646502" y="38594"/>
                  </a:lnTo>
                  <a:lnTo>
                    <a:pt x="669632" y="36748"/>
                  </a:lnTo>
                  <a:lnTo>
                    <a:pt x="691817" y="34978"/>
                  </a:lnTo>
                  <a:lnTo>
                    <a:pt x="713133" y="33277"/>
                  </a:lnTo>
                  <a:lnTo>
                    <a:pt x="733643" y="31640"/>
                  </a:lnTo>
                  <a:lnTo>
                    <a:pt x="753408" y="30063"/>
                  </a:lnTo>
                  <a:lnTo>
                    <a:pt x="772479" y="28541"/>
                  </a:lnTo>
                  <a:lnTo>
                    <a:pt x="790904" y="27070"/>
                  </a:lnTo>
                  <a:lnTo>
                    <a:pt x="808724" y="25648"/>
                  </a:lnTo>
                  <a:lnTo>
                    <a:pt x="825978" y="24271"/>
                  </a:lnTo>
                  <a:lnTo>
                    <a:pt x="842702" y="22936"/>
                  </a:lnTo>
                  <a:lnTo>
                    <a:pt x="858926" y="21642"/>
                  </a:lnTo>
                  <a:lnTo>
                    <a:pt x="874680" y="20384"/>
                  </a:lnTo>
                  <a:lnTo>
                    <a:pt x="889990" y="19163"/>
                  </a:lnTo>
                  <a:lnTo>
                    <a:pt x="904880" y="17974"/>
                  </a:lnTo>
                  <a:lnTo>
                    <a:pt x="919374" y="16818"/>
                  </a:lnTo>
                  <a:lnTo>
                    <a:pt x="933490" y="15691"/>
                  </a:lnTo>
                  <a:lnTo>
                    <a:pt x="947250" y="14593"/>
                  </a:lnTo>
                  <a:lnTo>
                    <a:pt x="960670" y="13522"/>
                  </a:lnTo>
                  <a:lnTo>
                    <a:pt x="973766" y="12477"/>
                  </a:lnTo>
                  <a:lnTo>
                    <a:pt x="986554" y="11456"/>
                  </a:lnTo>
                  <a:lnTo>
                    <a:pt x="999048" y="10459"/>
                  </a:lnTo>
                  <a:lnTo>
                    <a:pt x="1011261" y="9484"/>
                  </a:lnTo>
                  <a:lnTo>
                    <a:pt x="1023206" y="8531"/>
                  </a:lnTo>
                  <a:lnTo>
                    <a:pt x="1034894" y="7598"/>
                  </a:lnTo>
                  <a:lnTo>
                    <a:pt x="1046336" y="6685"/>
                  </a:lnTo>
                  <a:lnTo>
                    <a:pt x="1057542" y="5791"/>
                  </a:lnTo>
                  <a:lnTo>
                    <a:pt x="1068522" y="4915"/>
                  </a:lnTo>
                  <a:lnTo>
                    <a:pt x="1079284" y="4056"/>
                  </a:lnTo>
                  <a:lnTo>
                    <a:pt x="1089837" y="3214"/>
                  </a:lnTo>
                  <a:lnTo>
                    <a:pt x="1100189" y="2388"/>
                  </a:lnTo>
                  <a:lnTo>
                    <a:pt x="1110348" y="1577"/>
                  </a:lnTo>
                  <a:lnTo>
                    <a:pt x="1120320" y="781"/>
                  </a:lnTo>
                  <a:lnTo>
                    <a:pt x="113011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20964" y="4998844"/>
              <a:ext cx="1130112" cy="135400"/>
            </a:xfrm>
            <a:custGeom>
              <a:avLst/>
              <a:pathLst>
                <a:path w="1130112" h="135400">
                  <a:moveTo>
                    <a:pt x="0" y="135400"/>
                  </a:moveTo>
                  <a:lnTo>
                    <a:pt x="72570" y="126705"/>
                  </a:lnTo>
                  <a:lnTo>
                    <a:pt x="136581" y="119036"/>
                  </a:lnTo>
                  <a:lnTo>
                    <a:pt x="193841" y="112176"/>
                  </a:lnTo>
                  <a:lnTo>
                    <a:pt x="245640" y="105970"/>
                  </a:lnTo>
                  <a:lnTo>
                    <a:pt x="292928" y="100304"/>
                  </a:lnTo>
                  <a:lnTo>
                    <a:pt x="336428" y="95092"/>
                  </a:lnTo>
                  <a:lnTo>
                    <a:pt x="376704" y="90267"/>
                  </a:lnTo>
                  <a:lnTo>
                    <a:pt x="414199" y="85774"/>
                  </a:lnTo>
                  <a:lnTo>
                    <a:pt x="449274" y="81572"/>
                  </a:lnTo>
                  <a:lnTo>
                    <a:pt x="482222" y="77624"/>
                  </a:lnTo>
                  <a:lnTo>
                    <a:pt x="513285" y="73903"/>
                  </a:lnTo>
                  <a:lnTo>
                    <a:pt x="542669" y="70382"/>
                  </a:lnTo>
                  <a:lnTo>
                    <a:pt x="570546" y="67042"/>
                  </a:lnTo>
                  <a:lnTo>
                    <a:pt x="597062" y="63865"/>
                  </a:lnTo>
                  <a:lnTo>
                    <a:pt x="622344" y="60836"/>
                  </a:lnTo>
                  <a:lnTo>
                    <a:pt x="646502" y="57942"/>
                  </a:lnTo>
                  <a:lnTo>
                    <a:pt x="669632" y="55170"/>
                  </a:lnTo>
                  <a:lnTo>
                    <a:pt x="691817" y="52512"/>
                  </a:lnTo>
                  <a:lnTo>
                    <a:pt x="713133" y="49959"/>
                  </a:lnTo>
                  <a:lnTo>
                    <a:pt x="733643" y="47501"/>
                  </a:lnTo>
                  <a:lnTo>
                    <a:pt x="753408" y="45133"/>
                  </a:lnTo>
                  <a:lnTo>
                    <a:pt x="772479" y="42848"/>
                  </a:lnTo>
                  <a:lnTo>
                    <a:pt x="790904" y="40641"/>
                  </a:lnTo>
                  <a:lnTo>
                    <a:pt x="808724" y="38506"/>
                  </a:lnTo>
                  <a:lnTo>
                    <a:pt x="825978" y="36438"/>
                  </a:lnTo>
                  <a:lnTo>
                    <a:pt x="842702" y="34435"/>
                  </a:lnTo>
                  <a:lnTo>
                    <a:pt x="858926" y="32491"/>
                  </a:lnTo>
                  <a:lnTo>
                    <a:pt x="874680" y="30603"/>
                  </a:lnTo>
                  <a:lnTo>
                    <a:pt x="889990" y="28769"/>
                  </a:lnTo>
                  <a:lnTo>
                    <a:pt x="904880" y="26985"/>
                  </a:lnTo>
                  <a:lnTo>
                    <a:pt x="919374" y="25248"/>
                  </a:lnTo>
                  <a:lnTo>
                    <a:pt x="933490" y="23557"/>
                  </a:lnTo>
                  <a:lnTo>
                    <a:pt x="947250" y="21909"/>
                  </a:lnTo>
                  <a:lnTo>
                    <a:pt x="960670" y="20301"/>
                  </a:lnTo>
                  <a:lnTo>
                    <a:pt x="973766" y="18732"/>
                  </a:lnTo>
                  <a:lnTo>
                    <a:pt x="986554" y="17199"/>
                  </a:lnTo>
                  <a:lnTo>
                    <a:pt x="999048" y="15703"/>
                  </a:lnTo>
                  <a:lnTo>
                    <a:pt x="1011261" y="14239"/>
                  </a:lnTo>
                  <a:lnTo>
                    <a:pt x="1023206" y="12808"/>
                  </a:lnTo>
                  <a:lnTo>
                    <a:pt x="1034894" y="11408"/>
                  </a:lnTo>
                  <a:lnTo>
                    <a:pt x="1046336" y="10037"/>
                  </a:lnTo>
                  <a:lnTo>
                    <a:pt x="1057542" y="8694"/>
                  </a:lnTo>
                  <a:lnTo>
                    <a:pt x="1068522" y="7379"/>
                  </a:lnTo>
                  <a:lnTo>
                    <a:pt x="1079284" y="6089"/>
                  </a:lnTo>
                  <a:lnTo>
                    <a:pt x="1089837" y="4825"/>
                  </a:lnTo>
                  <a:lnTo>
                    <a:pt x="1100189" y="3585"/>
                  </a:lnTo>
                  <a:lnTo>
                    <a:pt x="1110348" y="2368"/>
                  </a:lnTo>
                  <a:lnTo>
                    <a:pt x="1120320" y="1173"/>
                  </a:lnTo>
                  <a:lnTo>
                    <a:pt x="113011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20964" y="4868757"/>
              <a:ext cx="1130112" cy="119306"/>
            </a:xfrm>
            <a:custGeom>
              <a:avLst/>
              <a:pathLst>
                <a:path w="1130112" h="119306">
                  <a:moveTo>
                    <a:pt x="0" y="0"/>
                  </a:moveTo>
                  <a:lnTo>
                    <a:pt x="72570" y="7661"/>
                  </a:lnTo>
                  <a:lnTo>
                    <a:pt x="136581" y="14418"/>
                  </a:lnTo>
                  <a:lnTo>
                    <a:pt x="193841" y="20463"/>
                  </a:lnTo>
                  <a:lnTo>
                    <a:pt x="245640" y="25932"/>
                  </a:lnTo>
                  <a:lnTo>
                    <a:pt x="292928" y="30924"/>
                  </a:lnTo>
                  <a:lnTo>
                    <a:pt x="336428" y="35516"/>
                  </a:lnTo>
                  <a:lnTo>
                    <a:pt x="376704" y="39768"/>
                  </a:lnTo>
                  <a:lnTo>
                    <a:pt x="414199" y="43727"/>
                  </a:lnTo>
                  <a:lnTo>
                    <a:pt x="449274" y="47430"/>
                  </a:lnTo>
                  <a:lnTo>
                    <a:pt x="482222" y="50908"/>
                  </a:lnTo>
                  <a:lnTo>
                    <a:pt x="513285" y="54187"/>
                  </a:lnTo>
                  <a:lnTo>
                    <a:pt x="542669" y="57289"/>
                  </a:lnTo>
                  <a:lnTo>
                    <a:pt x="570546" y="60232"/>
                  </a:lnTo>
                  <a:lnTo>
                    <a:pt x="597062" y="63032"/>
                  </a:lnTo>
                  <a:lnTo>
                    <a:pt x="622344" y="65701"/>
                  </a:lnTo>
                  <a:lnTo>
                    <a:pt x="646502" y="68251"/>
                  </a:lnTo>
                  <a:lnTo>
                    <a:pt x="669632" y="70693"/>
                  </a:lnTo>
                  <a:lnTo>
                    <a:pt x="691817" y="73035"/>
                  </a:lnTo>
                  <a:lnTo>
                    <a:pt x="713133" y="75285"/>
                  </a:lnTo>
                  <a:lnTo>
                    <a:pt x="733643" y="77451"/>
                  </a:lnTo>
                  <a:lnTo>
                    <a:pt x="753408" y="79537"/>
                  </a:lnTo>
                  <a:lnTo>
                    <a:pt x="772479" y="81550"/>
                  </a:lnTo>
                  <a:lnTo>
                    <a:pt x="790904" y="83496"/>
                  </a:lnTo>
                  <a:lnTo>
                    <a:pt x="808724" y="85377"/>
                  </a:lnTo>
                  <a:lnTo>
                    <a:pt x="825978" y="87198"/>
                  </a:lnTo>
                  <a:lnTo>
                    <a:pt x="842702" y="88964"/>
                  </a:lnTo>
                  <a:lnTo>
                    <a:pt x="858926" y="90677"/>
                  </a:lnTo>
                  <a:lnTo>
                    <a:pt x="874680" y="92340"/>
                  </a:lnTo>
                  <a:lnTo>
                    <a:pt x="889990" y="93956"/>
                  </a:lnTo>
                  <a:lnTo>
                    <a:pt x="904880" y="95528"/>
                  </a:lnTo>
                  <a:lnTo>
                    <a:pt x="919374" y="97058"/>
                  </a:lnTo>
                  <a:lnTo>
                    <a:pt x="933490" y="98548"/>
                  </a:lnTo>
                  <a:lnTo>
                    <a:pt x="947250" y="100001"/>
                  </a:lnTo>
                  <a:lnTo>
                    <a:pt x="960670" y="101418"/>
                  </a:lnTo>
                  <a:lnTo>
                    <a:pt x="973766" y="102800"/>
                  </a:lnTo>
                  <a:lnTo>
                    <a:pt x="986554" y="104150"/>
                  </a:lnTo>
                  <a:lnTo>
                    <a:pt x="999048" y="105469"/>
                  </a:lnTo>
                  <a:lnTo>
                    <a:pt x="1011261" y="106759"/>
                  </a:lnTo>
                  <a:lnTo>
                    <a:pt x="1023206" y="108020"/>
                  </a:lnTo>
                  <a:lnTo>
                    <a:pt x="1034894" y="109254"/>
                  </a:lnTo>
                  <a:lnTo>
                    <a:pt x="1046336" y="110462"/>
                  </a:lnTo>
                  <a:lnTo>
                    <a:pt x="1057542" y="111645"/>
                  </a:lnTo>
                  <a:lnTo>
                    <a:pt x="1068522" y="112804"/>
                  </a:lnTo>
                  <a:lnTo>
                    <a:pt x="1079284" y="113940"/>
                  </a:lnTo>
                  <a:lnTo>
                    <a:pt x="1089837" y="115054"/>
                  </a:lnTo>
                  <a:lnTo>
                    <a:pt x="1100189" y="116147"/>
                  </a:lnTo>
                  <a:lnTo>
                    <a:pt x="1110348" y="117219"/>
                  </a:lnTo>
                  <a:lnTo>
                    <a:pt x="1120320" y="118272"/>
                  </a:lnTo>
                  <a:lnTo>
                    <a:pt x="1130112" y="119306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20964" y="4884016"/>
              <a:ext cx="1130112" cy="250686"/>
            </a:xfrm>
            <a:custGeom>
              <a:avLst/>
              <a:pathLst>
                <a:path w="1130112" h="250686">
                  <a:moveTo>
                    <a:pt x="0" y="0"/>
                  </a:moveTo>
                  <a:lnTo>
                    <a:pt x="72570" y="16097"/>
                  </a:lnTo>
                  <a:lnTo>
                    <a:pt x="136581" y="30297"/>
                  </a:lnTo>
                  <a:lnTo>
                    <a:pt x="193841" y="42998"/>
                  </a:lnTo>
                  <a:lnTo>
                    <a:pt x="245640" y="54489"/>
                  </a:lnTo>
                  <a:lnTo>
                    <a:pt x="292928" y="64978"/>
                  </a:lnTo>
                  <a:lnTo>
                    <a:pt x="336428" y="74628"/>
                  </a:lnTo>
                  <a:lnTo>
                    <a:pt x="376704" y="83562"/>
                  </a:lnTo>
                  <a:lnTo>
                    <a:pt x="414199" y="91879"/>
                  </a:lnTo>
                  <a:lnTo>
                    <a:pt x="449274" y="99660"/>
                  </a:lnTo>
                  <a:lnTo>
                    <a:pt x="482222" y="106968"/>
                  </a:lnTo>
                  <a:lnTo>
                    <a:pt x="513285" y="113859"/>
                  </a:lnTo>
                  <a:lnTo>
                    <a:pt x="542669" y="120377"/>
                  </a:lnTo>
                  <a:lnTo>
                    <a:pt x="570546" y="126561"/>
                  </a:lnTo>
                  <a:lnTo>
                    <a:pt x="597062" y="132443"/>
                  </a:lnTo>
                  <a:lnTo>
                    <a:pt x="622344" y="138051"/>
                  </a:lnTo>
                  <a:lnTo>
                    <a:pt x="646502" y="143410"/>
                  </a:lnTo>
                  <a:lnTo>
                    <a:pt x="669632" y="148540"/>
                  </a:lnTo>
                  <a:lnTo>
                    <a:pt x="691817" y="153462"/>
                  </a:lnTo>
                  <a:lnTo>
                    <a:pt x="713133" y="158190"/>
                  </a:lnTo>
                  <a:lnTo>
                    <a:pt x="733643" y="162740"/>
                  </a:lnTo>
                  <a:lnTo>
                    <a:pt x="753408" y="167124"/>
                  </a:lnTo>
                  <a:lnTo>
                    <a:pt x="772479" y="171354"/>
                  </a:lnTo>
                  <a:lnTo>
                    <a:pt x="790904" y="175441"/>
                  </a:lnTo>
                  <a:lnTo>
                    <a:pt x="808724" y="179394"/>
                  </a:lnTo>
                  <a:lnTo>
                    <a:pt x="825978" y="183222"/>
                  </a:lnTo>
                  <a:lnTo>
                    <a:pt x="842702" y="186932"/>
                  </a:lnTo>
                  <a:lnTo>
                    <a:pt x="858926" y="190530"/>
                  </a:lnTo>
                  <a:lnTo>
                    <a:pt x="874680" y="194025"/>
                  </a:lnTo>
                  <a:lnTo>
                    <a:pt x="889990" y="197421"/>
                  </a:lnTo>
                  <a:lnTo>
                    <a:pt x="904880" y="200724"/>
                  </a:lnTo>
                  <a:lnTo>
                    <a:pt x="919374" y="203939"/>
                  </a:lnTo>
                  <a:lnTo>
                    <a:pt x="933490" y="207071"/>
                  </a:lnTo>
                  <a:lnTo>
                    <a:pt x="947250" y="210123"/>
                  </a:lnTo>
                  <a:lnTo>
                    <a:pt x="960670" y="213100"/>
                  </a:lnTo>
                  <a:lnTo>
                    <a:pt x="973766" y="216005"/>
                  </a:lnTo>
                  <a:lnTo>
                    <a:pt x="986554" y="218842"/>
                  </a:lnTo>
                  <a:lnTo>
                    <a:pt x="999048" y="221613"/>
                  </a:lnTo>
                  <a:lnTo>
                    <a:pt x="1011261" y="224322"/>
                  </a:lnTo>
                  <a:lnTo>
                    <a:pt x="1023206" y="226972"/>
                  </a:lnTo>
                  <a:lnTo>
                    <a:pt x="1034894" y="229565"/>
                  </a:lnTo>
                  <a:lnTo>
                    <a:pt x="1046336" y="232103"/>
                  </a:lnTo>
                  <a:lnTo>
                    <a:pt x="1057542" y="234588"/>
                  </a:lnTo>
                  <a:lnTo>
                    <a:pt x="1068522" y="237024"/>
                  </a:lnTo>
                  <a:lnTo>
                    <a:pt x="1079284" y="239411"/>
                  </a:lnTo>
                  <a:lnTo>
                    <a:pt x="1089837" y="241752"/>
                  </a:lnTo>
                  <a:lnTo>
                    <a:pt x="1100189" y="244049"/>
                  </a:lnTo>
                  <a:lnTo>
                    <a:pt x="1110348" y="246302"/>
                  </a:lnTo>
                  <a:lnTo>
                    <a:pt x="1120320" y="248514"/>
                  </a:lnTo>
                  <a:lnTo>
                    <a:pt x="1130112" y="25068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20964" y="5021953"/>
              <a:ext cx="1130112" cy="220694"/>
            </a:xfrm>
            <a:custGeom>
              <a:avLst/>
              <a:pathLst>
                <a:path w="1130112" h="220694">
                  <a:moveTo>
                    <a:pt x="0" y="0"/>
                  </a:moveTo>
                  <a:lnTo>
                    <a:pt x="72570" y="14171"/>
                  </a:lnTo>
                  <a:lnTo>
                    <a:pt x="136581" y="26672"/>
                  </a:lnTo>
                  <a:lnTo>
                    <a:pt x="193841" y="37854"/>
                  </a:lnTo>
                  <a:lnTo>
                    <a:pt x="245640" y="47969"/>
                  </a:lnTo>
                  <a:lnTo>
                    <a:pt x="292928" y="57204"/>
                  </a:lnTo>
                  <a:lnTo>
                    <a:pt x="336428" y="65699"/>
                  </a:lnTo>
                  <a:lnTo>
                    <a:pt x="376704" y="73564"/>
                  </a:lnTo>
                  <a:lnTo>
                    <a:pt x="414199" y="80887"/>
                  </a:lnTo>
                  <a:lnTo>
                    <a:pt x="449274" y="87736"/>
                  </a:lnTo>
                  <a:lnTo>
                    <a:pt x="482222" y="94170"/>
                  </a:lnTo>
                  <a:lnTo>
                    <a:pt x="513285" y="100237"/>
                  </a:lnTo>
                  <a:lnTo>
                    <a:pt x="542669" y="105975"/>
                  </a:lnTo>
                  <a:lnTo>
                    <a:pt x="570546" y="111419"/>
                  </a:lnTo>
                  <a:lnTo>
                    <a:pt x="597062" y="116597"/>
                  </a:lnTo>
                  <a:lnTo>
                    <a:pt x="622344" y="121534"/>
                  </a:lnTo>
                  <a:lnTo>
                    <a:pt x="646502" y="126252"/>
                  </a:lnTo>
                  <a:lnTo>
                    <a:pt x="669632" y="130769"/>
                  </a:lnTo>
                  <a:lnTo>
                    <a:pt x="691817" y="135101"/>
                  </a:lnTo>
                  <a:lnTo>
                    <a:pt x="713133" y="139264"/>
                  </a:lnTo>
                  <a:lnTo>
                    <a:pt x="733643" y="143269"/>
                  </a:lnTo>
                  <a:lnTo>
                    <a:pt x="753408" y="147129"/>
                  </a:lnTo>
                  <a:lnTo>
                    <a:pt x="772479" y="150853"/>
                  </a:lnTo>
                  <a:lnTo>
                    <a:pt x="790904" y="154451"/>
                  </a:lnTo>
                  <a:lnTo>
                    <a:pt x="808724" y="157931"/>
                  </a:lnTo>
                  <a:lnTo>
                    <a:pt x="825978" y="161301"/>
                  </a:lnTo>
                  <a:lnTo>
                    <a:pt x="842702" y="164567"/>
                  </a:lnTo>
                  <a:lnTo>
                    <a:pt x="858926" y="167735"/>
                  </a:lnTo>
                  <a:lnTo>
                    <a:pt x="874680" y="170812"/>
                  </a:lnTo>
                  <a:lnTo>
                    <a:pt x="889990" y="173801"/>
                  </a:lnTo>
                  <a:lnTo>
                    <a:pt x="904880" y="176709"/>
                  </a:lnTo>
                  <a:lnTo>
                    <a:pt x="919374" y="179540"/>
                  </a:lnTo>
                  <a:lnTo>
                    <a:pt x="933490" y="182297"/>
                  </a:lnTo>
                  <a:lnTo>
                    <a:pt x="947250" y="184984"/>
                  </a:lnTo>
                  <a:lnTo>
                    <a:pt x="960670" y="187604"/>
                  </a:lnTo>
                  <a:lnTo>
                    <a:pt x="973766" y="190162"/>
                  </a:lnTo>
                  <a:lnTo>
                    <a:pt x="986554" y="192659"/>
                  </a:lnTo>
                  <a:lnTo>
                    <a:pt x="999048" y="195099"/>
                  </a:lnTo>
                  <a:lnTo>
                    <a:pt x="1011261" y="197484"/>
                  </a:lnTo>
                  <a:lnTo>
                    <a:pt x="1023206" y="199817"/>
                  </a:lnTo>
                  <a:lnTo>
                    <a:pt x="1034894" y="202099"/>
                  </a:lnTo>
                  <a:lnTo>
                    <a:pt x="1046336" y="204334"/>
                  </a:lnTo>
                  <a:lnTo>
                    <a:pt x="1057542" y="206522"/>
                  </a:lnTo>
                  <a:lnTo>
                    <a:pt x="1068522" y="208666"/>
                  </a:lnTo>
                  <a:lnTo>
                    <a:pt x="1079284" y="210768"/>
                  </a:lnTo>
                  <a:lnTo>
                    <a:pt x="1089837" y="212829"/>
                  </a:lnTo>
                  <a:lnTo>
                    <a:pt x="1100189" y="214850"/>
                  </a:lnTo>
                  <a:lnTo>
                    <a:pt x="1110348" y="216834"/>
                  </a:lnTo>
                  <a:lnTo>
                    <a:pt x="1120320" y="218782"/>
                  </a:lnTo>
                  <a:lnTo>
                    <a:pt x="1130112" y="22069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20964" y="5002142"/>
              <a:ext cx="1130112" cy="92773"/>
            </a:xfrm>
            <a:custGeom>
              <a:avLst/>
              <a:pathLst>
                <a:path w="1130112" h="92773">
                  <a:moveTo>
                    <a:pt x="0" y="0"/>
                  </a:moveTo>
                  <a:lnTo>
                    <a:pt x="72570" y="5957"/>
                  </a:lnTo>
                  <a:lnTo>
                    <a:pt x="136581" y="11212"/>
                  </a:lnTo>
                  <a:lnTo>
                    <a:pt x="193841" y="15912"/>
                  </a:lnTo>
                  <a:lnTo>
                    <a:pt x="245640" y="20165"/>
                  </a:lnTo>
                  <a:lnTo>
                    <a:pt x="292928" y="24047"/>
                  </a:lnTo>
                  <a:lnTo>
                    <a:pt x="336428" y="27618"/>
                  </a:lnTo>
                  <a:lnTo>
                    <a:pt x="376704" y="30924"/>
                  </a:lnTo>
                  <a:lnTo>
                    <a:pt x="414199" y="34002"/>
                  </a:lnTo>
                  <a:lnTo>
                    <a:pt x="449274" y="36882"/>
                  </a:lnTo>
                  <a:lnTo>
                    <a:pt x="482222" y="39586"/>
                  </a:lnTo>
                  <a:lnTo>
                    <a:pt x="513285" y="42136"/>
                  </a:lnTo>
                  <a:lnTo>
                    <a:pt x="542669" y="44549"/>
                  </a:lnTo>
                  <a:lnTo>
                    <a:pt x="570546" y="46837"/>
                  </a:lnTo>
                  <a:lnTo>
                    <a:pt x="597062" y="49014"/>
                  </a:lnTo>
                  <a:lnTo>
                    <a:pt x="622344" y="51089"/>
                  </a:lnTo>
                  <a:lnTo>
                    <a:pt x="646502" y="53072"/>
                  </a:lnTo>
                  <a:lnTo>
                    <a:pt x="669632" y="54971"/>
                  </a:lnTo>
                  <a:lnTo>
                    <a:pt x="691817" y="56793"/>
                  </a:lnTo>
                  <a:lnTo>
                    <a:pt x="713133" y="58542"/>
                  </a:lnTo>
                  <a:lnTo>
                    <a:pt x="733643" y="60226"/>
                  </a:lnTo>
                  <a:lnTo>
                    <a:pt x="753408" y="61849"/>
                  </a:lnTo>
                  <a:lnTo>
                    <a:pt x="772479" y="63414"/>
                  </a:lnTo>
                  <a:lnTo>
                    <a:pt x="790904" y="64927"/>
                  </a:lnTo>
                  <a:lnTo>
                    <a:pt x="808724" y="66390"/>
                  </a:lnTo>
                  <a:lnTo>
                    <a:pt x="825978" y="67806"/>
                  </a:lnTo>
                  <a:lnTo>
                    <a:pt x="842702" y="69179"/>
                  </a:lnTo>
                  <a:lnTo>
                    <a:pt x="858926" y="70511"/>
                  </a:lnTo>
                  <a:lnTo>
                    <a:pt x="874680" y="71804"/>
                  </a:lnTo>
                  <a:lnTo>
                    <a:pt x="889990" y="73061"/>
                  </a:lnTo>
                  <a:lnTo>
                    <a:pt x="904880" y="74283"/>
                  </a:lnTo>
                  <a:lnTo>
                    <a:pt x="919374" y="75473"/>
                  </a:lnTo>
                  <a:lnTo>
                    <a:pt x="933490" y="76632"/>
                  </a:lnTo>
                  <a:lnTo>
                    <a:pt x="947250" y="77762"/>
                  </a:lnTo>
                  <a:lnTo>
                    <a:pt x="960670" y="78863"/>
                  </a:lnTo>
                  <a:lnTo>
                    <a:pt x="973766" y="79938"/>
                  </a:lnTo>
                  <a:lnTo>
                    <a:pt x="986554" y="80988"/>
                  </a:lnTo>
                  <a:lnTo>
                    <a:pt x="999048" y="82014"/>
                  </a:lnTo>
                  <a:lnTo>
                    <a:pt x="1011261" y="83016"/>
                  </a:lnTo>
                  <a:lnTo>
                    <a:pt x="1023206" y="83997"/>
                  </a:lnTo>
                  <a:lnTo>
                    <a:pt x="1034894" y="84957"/>
                  </a:lnTo>
                  <a:lnTo>
                    <a:pt x="1046336" y="85896"/>
                  </a:lnTo>
                  <a:lnTo>
                    <a:pt x="1057542" y="86816"/>
                  </a:lnTo>
                  <a:lnTo>
                    <a:pt x="1068522" y="87717"/>
                  </a:lnTo>
                  <a:lnTo>
                    <a:pt x="1079284" y="88601"/>
                  </a:lnTo>
                  <a:lnTo>
                    <a:pt x="1089837" y="89467"/>
                  </a:lnTo>
                  <a:lnTo>
                    <a:pt x="1100189" y="90317"/>
                  </a:lnTo>
                  <a:lnTo>
                    <a:pt x="1110348" y="91151"/>
                  </a:lnTo>
                  <a:lnTo>
                    <a:pt x="1120320" y="91969"/>
                  </a:lnTo>
                  <a:lnTo>
                    <a:pt x="1130112" y="9277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20964" y="5077172"/>
              <a:ext cx="1130112" cy="26212"/>
            </a:xfrm>
            <a:custGeom>
              <a:avLst/>
              <a:pathLst>
                <a:path w="1130112" h="26212">
                  <a:moveTo>
                    <a:pt x="0" y="0"/>
                  </a:moveTo>
                  <a:lnTo>
                    <a:pt x="72570" y="1683"/>
                  </a:lnTo>
                  <a:lnTo>
                    <a:pt x="136581" y="3167"/>
                  </a:lnTo>
                  <a:lnTo>
                    <a:pt x="193841" y="4496"/>
                  </a:lnTo>
                  <a:lnTo>
                    <a:pt x="245640" y="5697"/>
                  </a:lnTo>
                  <a:lnTo>
                    <a:pt x="292928" y="6794"/>
                  </a:lnTo>
                  <a:lnTo>
                    <a:pt x="336428" y="7803"/>
                  </a:lnTo>
                  <a:lnTo>
                    <a:pt x="376704" y="8737"/>
                  </a:lnTo>
                  <a:lnTo>
                    <a:pt x="414199" y="9607"/>
                  </a:lnTo>
                  <a:lnTo>
                    <a:pt x="449274" y="10420"/>
                  </a:lnTo>
                  <a:lnTo>
                    <a:pt x="482222" y="11184"/>
                  </a:lnTo>
                  <a:lnTo>
                    <a:pt x="513285" y="11905"/>
                  </a:lnTo>
                  <a:lnTo>
                    <a:pt x="542669" y="12587"/>
                  </a:lnTo>
                  <a:lnTo>
                    <a:pt x="570546" y="13233"/>
                  </a:lnTo>
                  <a:lnTo>
                    <a:pt x="597062" y="13848"/>
                  </a:lnTo>
                  <a:lnTo>
                    <a:pt x="622344" y="14435"/>
                  </a:lnTo>
                  <a:lnTo>
                    <a:pt x="646502" y="14995"/>
                  </a:lnTo>
                  <a:lnTo>
                    <a:pt x="669632" y="15531"/>
                  </a:lnTo>
                  <a:lnTo>
                    <a:pt x="691817" y="16046"/>
                  </a:lnTo>
                  <a:lnTo>
                    <a:pt x="713133" y="16540"/>
                  </a:lnTo>
                  <a:lnTo>
                    <a:pt x="733643" y="17016"/>
                  </a:lnTo>
                  <a:lnTo>
                    <a:pt x="753408" y="17475"/>
                  </a:lnTo>
                  <a:lnTo>
                    <a:pt x="772479" y="17917"/>
                  </a:lnTo>
                  <a:lnTo>
                    <a:pt x="790904" y="18344"/>
                  </a:lnTo>
                  <a:lnTo>
                    <a:pt x="808724" y="18758"/>
                  </a:lnTo>
                  <a:lnTo>
                    <a:pt x="825978" y="19158"/>
                  </a:lnTo>
                  <a:lnTo>
                    <a:pt x="842702" y="19546"/>
                  </a:lnTo>
                  <a:lnTo>
                    <a:pt x="858926" y="19922"/>
                  </a:lnTo>
                  <a:lnTo>
                    <a:pt x="874680" y="20287"/>
                  </a:lnTo>
                  <a:lnTo>
                    <a:pt x="889990" y="20642"/>
                  </a:lnTo>
                  <a:lnTo>
                    <a:pt x="904880" y="20988"/>
                  </a:lnTo>
                  <a:lnTo>
                    <a:pt x="919374" y="21324"/>
                  </a:lnTo>
                  <a:lnTo>
                    <a:pt x="933490" y="21651"/>
                  </a:lnTo>
                  <a:lnTo>
                    <a:pt x="947250" y="21971"/>
                  </a:lnTo>
                  <a:lnTo>
                    <a:pt x="960670" y="22282"/>
                  </a:lnTo>
                  <a:lnTo>
                    <a:pt x="973766" y="22586"/>
                  </a:lnTo>
                  <a:lnTo>
                    <a:pt x="986554" y="22882"/>
                  </a:lnTo>
                  <a:lnTo>
                    <a:pt x="999048" y="23172"/>
                  </a:lnTo>
                  <a:lnTo>
                    <a:pt x="1011261" y="23455"/>
                  </a:lnTo>
                  <a:lnTo>
                    <a:pt x="1023206" y="23732"/>
                  </a:lnTo>
                  <a:lnTo>
                    <a:pt x="1034894" y="24004"/>
                  </a:lnTo>
                  <a:lnTo>
                    <a:pt x="1046336" y="24269"/>
                  </a:lnTo>
                  <a:lnTo>
                    <a:pt x="1057542" y="24529"/>
                  </a:lnTo>
                  <a:lnTo>
                    <a:pt x="1068522" y="24783"/>
                  </a:lnTo>
                  <a:lnTo>
                    <a:pt x="1079284" y="25033"/>
                  </a:lnTo>
                  <a:lnTo>
                    <a:pt x="1089837" y="25278"/>
                  </a:lnTo>
                  <a:lnTo>
                    <a:pt x="1100189" y="25518"/>
                  </a:lnTo>
                  <a:lnTo>
                    <a:pt x="1110348" y="25754"/>
                  </a:lnTo>
                  <a:lnTo>
                    <a:pt x="1120320" y="25985"/>
                  </a:lnTo>
                  <a:lnTo>
                    <a:pt x="1130112" y="2621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rc1074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63518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5603558" y="506823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03558" y="46696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03558" y="42709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35189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720964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609766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647437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85107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568918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606589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644259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81930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599688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5635189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1" name="rc1090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tx1091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54002" y="5832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2110484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rc1095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631978" y="5832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2588460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rc1098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3116263" y="5832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3072745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rc1101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3581620" y="5832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3538102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rc1104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4059595" y="5832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4016077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rc1107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4524952" y="5832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448143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rc1110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4990309" y="5832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l1112"/>
            <p:cNvSpPr/>
            <p:nvPr/>
          </p:nvSpPr>
          <p:spPr>
            <a:xfrm>
              <a:off x="4946791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rc1113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5442955" y="5832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l1115"/>
            <p:cNvSpPr/>
            <p:nvPr/>
          </p:nvSpPr>
          <p:spPr>
            <a:xfrm>
              <a:off x="5399437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rc1116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5920931" y="5832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l1118"/>
            <p:cNvSpPr/>
            <p:nvPr/>
          </p:nvSpPr>
          <p:spPr>
            <a:xfrm>
              <a:off x="5877413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19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6392597" y="5832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l1121"/>
            <p:cNvSpPr/>
            <p:nvPr/>
          </p:nvSpPr>
          <p:spPr>
            <a:xfrm>
              <a:off x="6349079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tx1122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4" name="tx1123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5" name="tx1124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2026-07-20T15:01:18Z</dcterms:modified>
  <cp:category/>
</cp:coreProperties>
</file>